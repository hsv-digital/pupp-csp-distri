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theme/theme2.xml" ContentType="application/vnd.openxmlformats-officedocument.theme+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theme/theme3.xml" ContentType="application/vnd.openxmlformats-officedocument.theme+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slideLayouts/slideLayout252.xml" ContentType="application/vnd.openxmlformats-officedocument.presentationml.slideLayout+xml"/>
  <Override PartName="/ppt/slideLayouts/slideLayout253.xml" ContentType="application/vnd.openxmlformats-officedocument.presentationml.slideLayout+xml"/>
  <Override PartName="/ppt/slideLayouts/slideLayout254.xml" ContentType="application/vnd.openxmlformats-officedocument.presentationml.slideLayout+xml"/>
  <Override PartName="/ppt/slideLayouts/slideLayout255.xml" ContentType="application/vnd.openxmlformats-officedocument.presentationml.slideLayout+xml"/>
  <Override PartName="/ppt/slideLayouts/slideLayout256.xml" ContentType="application/vnd.openxmlformats-officedocument.presentationml.slideLayout+xml"/>
  <Override PartName="/ppt/slideLayouts/slideLayout257.xml" ContentType="application/vnd.openxmlformats-officedocument.presentationml.slideLayout+xml"/>
  <Override PartName="/ppt/slideLayouts/slideLayout258.xml" ContentType="application/vnd.openxmlformats-officedocument.presentationml.slideLayout+xml"/>
  <Override PartName="/ppt/slideLayouts/slideLayout259.xml" ContentType="application/vnd.openxmlformats-officedocument.presentationml.slideLayout+xml"/>
  <Override PartName="/ppt/slideLayouts/slideLayout260.xml" ContentType="application/vnd.openxmlformats-officedocument.presentationml.slideLayout+xml"/>
  <Override PartName="/ppt/slideLayouts/slideLayout261.xml" ContentType="application/vnd.openxmlformats-officedocument.presentationml.slideLayout+xml"/>
  <Override PartName="/ppt/slideLayouts/slideLayout262.xml" ContentType="application/vnd.openxmlformats-officedocument.presentationml.slideLayout+xml"/>
  <Override PartName="/ppt/slideLayouts/slideLayout263.xml" ContentType="application/vnd.openxmlformats-officedocument.presentationml.slideLayout+xml"/>
  <Override PartName="/ppt/slideLayouts/slideLayout264.xml" ContentType="application/vnd.openxmlformats-officedocument.presentationml.slideLayout+xml"/>
  <Override PartName="/ppt/slideLayouts/slideLayout265.xml" ContentType="application/vnd.openxmlformats-officedocument.presentationml.slideLayout+xml"/>
  <Override PartName="/ppt/slideLayouts/slideLayout266.xml" ContentType="application/vnd.openxmlformats-officedocument.presentationml.slideLayout+xml"/>
  <Override PartName="/ppt/slideLayouts/slideLayout267.xml" ContentType="application/vnd.openxmlformats-officedocument.presentationml.slideLayout+xml"/>
  <Override PartName="/ppt/slideLayouts/slideLayout268.xml" ContentType="application/vnd.openxmlformats-officedocument.presentationml.slideLayout+xml"/>
  <Override PartName="/ppt/slideLayouts/slideLayout269.xml" ContentType="application/vnd.openxmlformats-officedocument.presentationml.slideLayout+xml"/>
  <Override PartName="/ppt/slideLayouts/slideLayout270.xml" ContentType="application/vnd.openxmlformats-officedocument.presentationml.slideLayout+xml"/>
  <Override PartName="/ppt/slideLayouts/slideLayout271.xml" ContentType="application/vnd.openxmlformats-officedocument.presentationml.slideLayout+xml"/>
  <Override PartName="/ppt/slideLayouts/slideLayout272.xml" ContentType="application/vnd.openxmlformats-officedocument.presentationml.slideLayout+xml"/>
  <Override PartName="/ppt/slideLayouts/slideLayout273.xml" ContentType="application/vnd.openxmlformats-officedocument.presentationml.slideLayout+xml"/>
  <Override PartName="/ppt/slideLayouts/slideLayout274.xml" ContentType="application/vnd.openxmlformats-officedocument.presentationml.slideLayout+xml"/>
  <Override PartName="/ppt/slideLayouts/slideLayout275.xml" ContentType="application/vnd.openxmlformats-officedocument.presentationml.slideLayout+xml"/>
  <Override PartName="/ppt/slideLayouts/slideLayout276.xml" ContentType="application/vnd.openxmlformats-officedocument.presentationml.slideLayout+xml"/>
  <Override PartName="/ppt/slideLayouts/slideLayout277.xml" ContentType="application/vnd.openxmlformats-officedocument.presentationml.slideLayout+xml"/>
  <Override PartName="/ppt/slideLayouts/slideLayout278.xml" ContentType="application/vnd.openxmlformats-officedocument.presentationml.slideLayout+xml"/>
  <Override PartName="/ppt/slideLayouts/slideLayout279.xml" ContentType="application/vnd.openxmlformats-officedocument.presentationml.slideLayout+xml"/>
  <Override PartName="/ppt/slideLayouts/slideLayout280.xml" ContentType="application/vnd.openxmlformats-officedocument.presentationml.slideLayout+xml"/>
  <Override PartName="/ppt/slideLayouts/slideLayout281.xml" ContentType="application/vnd.openxmlformats-officedocument.presentationml.slideLayout+xml"/>
  <Override PartName="/ppt/slideLayouts/slideLayout282.xml" ContentType="application/vnd.openxmlformats-officedocument.presentationml.slideLayout+xml"/>
  <Override PartName="/ppt/slideLayouts/slideLayout283.xml" ContentType="application/vnd.openxmlformats-officedocument.presentationml.slideLayout+xml"/>
  <Override PartName="/ppt/slideLayouts/slideLayout284.xml" ContentType="application/vnd.openxmlformats-officedocument.presentationml.slideLayout+xml"/>
  <Override PartName="/ppt/slideLayouts/slideLayout285.xml" ContentType="application/vnd.openxmlformats-officedocument.presentationml.slideLayout+xml"/>
  <Override PartName="/ppt/slideLayouts/slideLayout286.xml" ContentType="application/vnd.openxmlformats-officedocument.presentationml.slideLayout+xml"/>
  <Override PartName="/ppt/slideLayouts/slideLayout287.xml" ContentType="application/vnd.openxmlformats-officedocument.presentationml.slideLayout+xml"/>
  <Override PartName="/ppt/slideLayouts/slideLayout288.xml" ContentType="application/vnd.openxmlformats-officedocument.presentationml.slideLayout+xml"/>
  <Override PartName="/ppt/theme/theme4.xml" ContentType="application/vnd.openxmlformats-officedocument.theme+xml"/>
  <Override PartName="/ppt/slideLayouts/slideLayout289.xml" ContentType="application/vnd.openxmlformats-officedocument.presentationml.slideLayout+xml"/>
  <Override PartName="/ppt/slideLayouts/slideLayout290.xml" ContentType="application/vnd.openxmlformats-officedocument.presentationml.slideLayout+xml"/>
  <Override PartName="/ppt/slideLayouts/slideLayout291.xml" ContentType="application/vnd.openxmlformats-officedocument.presentationml.slideLayout+xml"/>
  <Override PartName="/ppt/slideLayouts/slideLayout292.xml" ContentType="application/vnd.openxmlformats-officedocument.presentationml.slideLayout+xml"/>
  <Override PartName="/ppt/slideLayouts/slideLayout293.xml" ContentType="application/vnd.openxmlformats-officedocument.presentationml.slideLayout+xml"/>
  <Override PartName="/ppt/slideLayouts/slideLayout294.xml" ContentType="application/vnd.openxmlformats-officedocument.presentationml.slideLayout+xml"/>
  <Override PartName="/ppt/slideLayouts/slideLayout295.xml" ContentType="application/vnd.openxmlformats-officedocument.presentationml.slideLayout+xml"/>
  <Override PartName="/ppt/slideLayouts/slideLayout296.xml" ContentType="application/vnd.openxmlformats-officedocument.presentationml.slideLayout+xml"/>
  <Override PartName="/ppt/slideLayouts/slideLayout297.xml" ContentType="application/vnd.openxmlformats-officedocument.presentationml.slideLayout+xml"/>
  <Override PartName="/ppt/slideLayouts/slideLayout298.xml" ContentType="application/vnd.openxmlformats-officedocument.presentationml.slideLayout+xml"/>
  <Override PartName="/ppt/slideLayouts/slideLayout299.xml" ContentType="application/vnd.openxmlformats-officedocument.presentationml.slideLayout+xml"/>
  <Override PartName="/ppt/slideLayouts/slideLayout300.xml" ContentType="application/vnd.openxmlformats-officedocument.presentationml.slideLayout+xml"/>
  <Override PartName="/ppt/slideLayouts/slideLayout301.xml" ContentType="application/vnd.openxmlformats-officedocument.presentationml.slideLayout+xml"/>
  <Override PartName="/ppt/slideLayouts/slideLayout302.xml" ContentType="application/vnd.openxmlformats-officedocument.presentationml.slideLayout+xml"/>
  <Override PartName="/ppt/slideLayouts/slideLayout303.xml" ContentType="application/vnd.openxmlformats-officedocument.presentationml.slideLayout+xml"/>
  <Override PartName="/ppt/slideLayouts/slideLayout304.xml" ContentType="application/vnd.openxmlformats-officedocument.presentationml.slideLayout+xml"/>
  <Override PartName="/ppt/slideLayouts/slideLayout305.xml" ContentType="application/vnd.openxmlformats-officedocument.presentationml.slideLayout+xml"/>
  <Override PartName="/ppt/slideLayouts/slideLayout306.xml" ContentType="application/vnd.openxmlformats-officedocument.presentationml.slideLayout+xml"/>
  <Override PartName="/ppt/slideLayouts/slideLayout307.xml" ContentType="application/vnd.openxmlformats-officedocument.presentationml.slideLayout+xml"/>
  <Override PartName="/ppt/slideLayouts/slideLayout308.xml" ContentType="application/vnd.openxmlformats-officedocument.presentationml.slideLayout+xml"/>
  <Override PartName="/ppt/slideLayouts/slideLayout309.xml" ContentType="application/vnd.openxmlformats-officedocument.presentationml.slideLayout+xml"/>
  <Override PartName="/ppt/slideLayouts/slideLayout310.xml" ContentType="application/vnd.openxmlformats-officedocument.presentationml.slideLayout+xml"/>
  <Override PartName="/ppt/slideLayouts/slideLayout311.xml" ContentType="application/vnd.openxmlformats-officedocument.presentationml.slideLayout+xml"/>
  <Override PartName="/ppt/slideLayouts/slideLayout312.xml" ContentType="application/vnd.openxmlformats-officedocument.presentationml.slideLayout+xml"/>
  <Override PartName="/ppt/slideLayouts/slideLayout313.xml" ContentType="application/vnd.openxmlformats-officedocument.presentationml.slideLayout+xml"/>
  <Override PartName="/ppt/slideLayouts/slideLayout314.xml" ContentType="application/vnd.openxmlformats-officedocument.presentationml.slideLayout+xml"/>
  <Override PartName="/ppt/slideLayouts/slideLayout315.xml" ContentType="application/vnd.openxmlformats-officedocument.presentationml.slideLayout+xml"/>
  <Override PartName="/ppt/slideLayouts/slideLayout316.xml" ContentType="application/vnd.openxmlformats-officedocument.presentationml.slideLayout+xml"/>
  <Override PartName="/ppt/slideLayouts/slideLayout317.xml" ContentType="application/vnd.openxmlformats-officedocument.presentationml.slideLayout+xml"/>
  <Override PartName="/ppt/slideLayouts/slideLayout318.xml" ContentType="application/vnd.openxmlformats-officedocument.presentationml.slideLayout+xml"/>
  <Override PartName="/ppt/slideLayouts/slideLayout319.xml" ContentType="application/vnd.openxmlformats-officedocument.presentationml.slideLayout+xml"/>
  <Override PartName="/ppt/slideLayouts/slideLayout320.xml" ContentType="application/vnd.openxmlformats-officedocument.presentationml.slideLayout+xml"/>
  <Override PartName="/ppt/slideLayouts/slideLayout321.xml" ContentType="application/vnd.openxmlformats-officedocument.presentationml.slideLayout+xml"/>
  <Override PartName="/ppt/slideLayouts/slideLayout322.xml" ContentType="application/vnd.openxmlformats-officedocument.presentationml.slideLayout+xml"/>
  <Override PartName="/ppt/slideLayouts/slideLayout323.xml" ContentType="application/vnd.openxmlformats-officedocument.presentationml.slideLayout+xml"/>
  <Override PartName="/ppt/slideLayouts/slideLayout324.xml" ContentType="application/vnd.openxmlformats-officedocument.presentationml.slideLayout+xml"/>
  <Override PartName="/ppt/slideLayouts/slideLayout325.xml" ContentType="application/vnd.openxmlformats-officedocument.presentationml.slideLayout+xml"/>
  <Override PartName="/ppt/slideLayouts/slideLayout326.xml" ContentType="application/vnd.openxmlformats-officedocument.presentationml.slideLayout+xml"/>
  <Override PartName="/ppt/slideLayouts/slideLayout327.xml" ContentType="application/vnd.openxmlformats-officedocument.presentationml.slideLayout+xml"/>
  <Override PartName="/ppt/slideLayouts/slideLayout328.xml" ContentType="application/vnd.openxmlformats-officedocument.presentationml.slideLayout+xml"/>
  <Override PartName="/ppt/slideLayouts/slideLayout329.xml" ContentType="application/vnd.openxmlformats-officedocument.presentationml.slideLayout+xml"/>
  <Override PartName="/ppt/slideLayouts/slideLayout330.xml" ContentType="application/vnd.openxmlformats-officedocument.presentationml.slideLayout+xml"/>
  <Override PartName="/ppt/slideLayouts/slideLayout331.xml" ContentType="application/vnd.openxmlformats-officedocument.presentationml.slideLayout+xml"/>
  <Override PartName="/ppt/slideLayouts/slideLayout332.xml" ContentType="application/vnd.openxmlformats-officedocument.presentationml.slideLayout+xml"/>
  <Override PartName="/ppt/slideLayouts/slideLayout333.xml" ContentType="application/vnd.openxmlformats-officedocument.presentationml.slideLayout+xml"/>
  <Override PartName="/ppt/slideLayouts/slideLayout334.xml" ContentType="application/vnd.openxmlformats-officedocument.presentationml.slideLayout+xml"/>
  <Override PartName="/ppt/slideLayouts/slideLayout335.xml" ContentType="application/vnd.openxmlformats-officedocument.presentationml.slideLayout+xml"/>
  <Override PartName="/ppt/slideLayouts/slideLayout336.xml" ContentType="application/vnd.openxmlformats-officedocument.presentationml.slideLayout+xml"/>
  <Override PartName="/ppt/slideLayouts/slideLayout337.xml" ContentType="application/vnd.openxmlformats-officedocument.presentationml.slideLayout+xml"/>
  <Override PartName="/ppt/slideLayouts/slideLayout338.xml" ContentType="application/vnd.openxmlformats-officedocument.presentationml.slideLayout+xml"/>
  <Override PartName="/ppt/slideLayouts/slideLayout339.xml" ContentType="application/vnd.openxmlformats-officedocument.presentationml.slideLayout+xml"/>
  <Override PartName="/ppt/slideLayouts/slideLayout340.xml" ContentType="application/vnd.openxmlformats-officedocument.presentationml.slideLayout+xml"/>
  <Override PartName="/ppt/slideLayouts/slideLayout341.xml" ContentType="application/vnd.openxmlformats-officedocument.presentationml.slideLayout+xml"/>
  <Override PartName="/ppt/slideLayouts/slideLayout342.xml" ContentType="application/vnd.openxmlformats-officedocument.presentationml.slideLayout+xml"/>
  <Override PartName="/ppt/slideLayouts/slideLayout343.xml" ContentType="application/vnd.openxmlformats-officedocument.presentationml.slideLayout+xml"/>
  <Override PartName="/ppt/slideLayouts/slideLayout344.xml" ContentType="application/vnd.openxmlformats-officedocument.presentationml.slideLayout+xml"/>
  <Override PartName="/ppt/slideLayouts/slideLayout345.xml" ContentType="application/vnd.openxmlformats-officedocument.presentationml.slideLayout+xml"/>
  <Override PartName="/ppt/slideLayouts/slideLayout346.xml" ContentType="application/vnd.openxmlformats-officedocument.presentationml.slideLayout+xml"/>
  <Override PartName="/ppt/slideLayouts/slideLayout347.xml" ContentType="application/vnd.openxmlformats-officedocument.presentationml.slideLayout+xml"/>
  <Override PartName="/ppt/slideLayouts/slideLayout348.xml" ContentType="application/vnd.openxmlformats-officedocument.presentationml.slideLayout+xml"/>
  <Override PartName="/ppt/slideLayouts/slideLayout349.xml" ContentType="application/vnd.openxmlformats-officedocument.presentationml.slideLayout+xml"/>
  <Override PartName="/ppt/slideLayouts/slideLayout350.xml" ContentType="application/vnd.openxmlformats-officedocument.presentationml.slideLayout+xml"/>
  <Override PartName="/ppt/slideLayouts/slideLayout351.xml" ContentType="application/vnd.openxmlformats-officedocument.presentationml.slideLayout+xml"/>
  <Override PartName="/ppt/slideLayouts/slideLayout352.xml" ContentType="application/vnd.openxmlformats-officedocument.presentationml.slideLayout+xml"/>
  <Override PartName="/ppt/slideLayouts/slideLayout353.xml" ContentType="application/vnd.openxmlformats-officedocument.presentationml.slideLayout+xml"/>
  <Override PartName="/ppt/slideLayouts/slideLayout354.xml" ContentType="application/vnd.openxmlformats-officedocument.presentationml.slideLayout+xml"/>
  <Override PartName="/ppt/slideLayouts/slideLayout355.xml" ContentType="application/vnd.openxmlformats-officedocument.presentationml.slideLayout+xml"/>
  <Override PartName="/ppt/slideLayouts/slideLayout356.xml" ContentType="application/vnd.openxmlformats-officedocument.presentationml.slideLayout+xml"/>
  <Override PartName="/ppt/slideLayouts/slideLayout357.xml" ContentType="application/vnd.openxmlformats-officedocument.presentationml.slideLayout+xml"/>
  <Override PartName="/ppt/slideLayouts/slideLayout358.xml" ContentType="application/vnd.openxmlformats-officedocument.presentationml.slideLayout+xml"/>
  <Override PartName="/ppt/slideLayouts/slideLayout359.xml" ContentType="application/vnd.openxmlformats-officedocument.presentationml.slideLayout+xml"/>
  <Override PartName="/ppt/slideLayouts/slideLayout360.xml" ContentType="application/vnd.openxmlformats-officedocument.presentationml.slideLayout+xml"/>
  <Override PartName="/ppt/slideLayouts/slideLayout361.xml" ContentType="application/vnd.openxmlformats-officedocument.presentationml.slideLayout+xml"/>
  <Override PartName="/ppt/slideLayouts/slideLayout362.xml" ContentType="application/vnd.openxmlformats-officedocument.presentationml.slideLayout+xml"/>
  <Override PartName="/ppt/slideLayouts/slideLayout363.xml" ContentType="application/vnd.openxmlformats-officedocument.presentationml.slideLayout+xml"/>
  <Override PartName="/ppt/slideLayouts/slideLayout364.xml" ContentType="application/vnd.openxmlformats-officedocument.presentationml.slideLayout+xml"/>
  <Override PartName="/ppt/slideLayouts/slideLayout365.xml" ContentType="application/vnd.openxmlformats-officedocument.presentationml.slideLayout+xml"/>
  <Override PartName="/ppt/slideLayouts/slideLayout366.xml" ContentType="application/vnd.openxmlformats-officedocument.presentationml.slideLayout+xml"/>
  <Override PartName="/ppt/slideLayouts/slideLayout367.xml" ContentType="application/vnd.openxmlformats-officedocument.presentationml.slideLayout+xml"/>
  <Override PartName="/ppt/slideLayouts/slideLayout368.xml" ContentType="application/vnd.openxmlformats-officedocument.presentationml.slideLayout+xml"/>
  <Override PartName="/ppt/slideLayouts/slideLayout369.xml" ContentType="application/vnd.openxmlformats-officedocument.presentationml.slideLayout+xml"/>
  <Override PartName="/ppt/slideLayouts/slideLayout370.xml" ContentType="application/vnd.openxmlformats-officedocument.presentationml.slideLayout+xml"/>
  <Override PartName="/ppt/slideLayouts/slideLayout371.xml" ContentType="application/vnd.openxmlformats-officedocument.presentationml.slideLayout+xml"/>
  <Override PartName="/ppt/slideLayouts/slideLayout372.xml" ContentType="application/vnd.openxmlformats-officedocument.presentationml.slideLayout+xml"/>
  <Override PartName="/ppt/slideLayouts/slideLayout373.xml" ContentType="application/vnd.openxmlformats-officedocument.presentationml.slideLayout+xml"/>
  <Override PartName="/ppt/slideLayouts/slideLayout374.xml" ContentType="application/vnd.openxmlformats-officedocument.presentationml.slideLayout+xml"/>
  <Override PartName="/ppt/slideLayouts/slideLayout375.xml" ContentType="application/vnd.openxmlformats-officedocument.presentationml.slideLayout+xml"/>
  <Override PartName="/ppt/slideLayouts/slideLayout376.xml" ContentType="application/vnd.openxmlformats-officedocument.presentationml.slideLayout+xml"/>
  <Override PartName="/ppt/slideLayouts/slideLayout377.xml" ContentType="application/vnd.openxmlformats-officedocument.presentationml.slideLayout+xml"/>
  <Override PartName="/ppt/slideLayouts/slideLayout378.xml" ContentType="application/vnd.openxmlformats-officedocument.presentationml.slideLayout+xml"/>
  <Override PartName="/ppt/slideLayouts/slideLayout379.xml" ContentType="application/vnd.openxmlformats-officedocument.presentationml.slideLayout+xml"/>
  <Override PartName="/ppt/slideLayouts/slideLayout380.xml" ContentType="application/vnd.openxmlformats-officedocument.presentationml.slideLayout+xml"/>
  <Override PartName="/ppt/slideLayouts/slideLayout381.xml" ContentType="application/vnd.openxmlformats-officedocument.presentationml.slideLayout+xml"/>
  <Override PartName="/ppt/slideLayouts/slideLayout382.xml" ContentType="application/vnd.openxmlformats-officedocument.presentationml.slideLayout+xml"/>
  <Override PartName="/ppt/slideLayouts/slideLayout383.xml" ContentType="application/vnd.openxmlformats-officedocument.presentationml.slideLayout+xml"/>
  <Override PartName="/ppt/slideLayouts/slideLayout384.xml" ContentType="application/vnd.openxmlformats-officedocument.presentationml.slideLayout+xml"/>
  <Override PartName="/ppt/slideLayouts/slideLayout385.xml" ContentType="application/vnd.openxmlformats-officedocument.presentationml.slideLayout+xml"/>
  <Override PartName="/ppt/slideLayouts/slideLayout386.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60" r:id="rId1"/>
    <p:sldMasterId id="2147483677" r:id="rId2"/>
    <p:sldMasterId id="2147483759" r:id="rId3"/>
    <p:sldMasterId id="2147483857" r:id="rId4"/>
    <p:sldMasterId id="2147483953" r:id="rId5"/>
  </p:sldMasterIdLst>
  <p:notesMasterIdLst>
    <p:notesMasterId r:id="rId8"/>
  </p:notesMasterIdLst>
  <p:sldIdLst>
    <p:sldId id="316" r:id="rId6"/>
    <p:sldId id="317"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8EBE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3C44130-9F98-479D-8877-4A4CA33AD5CC}" v="4" dt="2025-11-19T18:37:33.048"/>
    <p1510:client id="{AC965735-E46F-4C9A-A9DF-D229D9346FDC}" v="14" dt="2025-11-19T18:03:50.16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88" autoAdjust="0"/>
    <p:restoredTop sz="94667" autoAdjust="0"/>
  </p:normalViewPr>
  <p:slideViewPr>
    <p:cSldViewPr snapToGrid="0">
      <p:cViewPr varScale="1">
        <p:scale>
          <a:sx n="95" d="100"/>
          <a:sy n="95" d="100"/>
        </p:scale>
        <p:origin x="44" y="88"/>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5/10/relationships/revisionInfo" Target="revisionInfo.xml"/><Relationship Id="rId3" Type="http://schemas.openxmlformats.org/officeDocument/2006/relationships/slideMaster" Target="slideMasters/slideMaster3.xml"/><Relationship Id="rId7" Type="http://schemas.openxmlformats.org/officeDocument/2006/relationships/slide" Target="slides/slide2.xml"/><Relationship Id="rId12" Type="http://schemas.openxmlformats.org/officeDocument/2006/relationships/tableStyles" Target="tableStyle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theme" Target="theme/theme1.xml"/><Relationship Id="rId5" Type="http://schemas.openxmlformats.org/officeDocument/2006/relationships/slideMaster" Target="slideMasters/slideMaster5.xml"/><Relationship Id="rId10"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presProps" Target="presProps.xml"/><Relationship Id="rId14" Type="http://schemas.microsoft.com/office/2018/10/relationships/authors" Targe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6AC0BB0-CABC-4063-9C5A-EB8B2873F7F0}" type="datetimeFigureOut">
              <a:rPr lang="en-US" smtClean="0"/>
              <a:t>1/4/2026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0320217-EFE2-44AC-9CAC-3A1D5B77C3E8}" type="slidenum">
              <a:rPr lang="en-US" smtClean="0"/>
              <a:t>‹#›</a:t>
            </a:fld>
            <a:endParaRPr lang="en-US"/>
          </a:p>
        </p:txBody>
      </p:sp>
    </p:spTree>
    <p:extLst>
      <p:ext uri="{BB962C8B-B14F-4D97-AF65-F5344CB8AC3E}">
        <p14:creationId xmlns:p14="http://schemas.microsoft.com/office/powerpoint/2010/main" val="40891274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4.sv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2.jpe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jpeg"/><Relationship Id="rId1" Type="http://schemas.openxmlformats.org/officeDocument/2006/relationships/slideMaster" Target="../slideMasters/slideMaster2.xml"/><Relationship Id="rId4" Type="http://schemas.microsoft.com/office/2007/relationships/hdphoto" Target="../media/hdphoto1.wdp"/></Relationships>
</file>

<file path=ppt/slideLayouts/_rels/slideLayout2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5.png"/><Relationship Id="rId1" Type="http://schemas.openxmlformats.org/officeDocument/2006/relationships/slideMaster" Target="../slideMasters/slideMaster2.xml"/><Relationship Id="rId4" Type="http://schemas.openxmlformats.org/officeDocument/2006/relationships/image" Target="../media/image16.png"/></Relationships>
</file>

<file path=ppt/slideLayouts/_rels/slideLayout24.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5.png"/><Relationship Id="rId1" Type="http://schemas.openxmlformats.org/officeDocument/2006/relationships/slideMaster" Target="../slideMasters/slideMaster2.xml"/><Relationship Id="rId4" Type="http://schemas.openxmlformats.org/officeDocument/2006/relationships/image" Target="../media/image17.jpeg"/></Relationships>
</file>

<file path=ppt/slideLayouts/_rels/slideLayout2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9.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0.jpe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1.jpe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jpeg"/><Relationship Id="rId1" Type="http://schemas.openxmlformats.org/officeDocument/2006/relationships/slideMaster" Target="../slideMasters/slideMaster2.xml"/><Relationship Id="rId4" Type="http://schemas.microsoft.com/office/2007/relationships/hdphoto" Target="../media/hdphoto3.wdp"/></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jpeg"/><Relationship Id="rId1" Type="http://schemas.openxmlformats.org/officeDocument/2006/relationships/slideMaster" Target="../slideMasters/slideMaster2.xml"/><Relationship Id="rId4" Type="http://schemas.microsoft.com/office/2007/relationships/hdphoto" Target="../media/hdphoto1.wdp"/></Relationships>
</file>

<file path=ppt/slideLayouts/_rels/slideLayout5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jpeg"/><Relationship Id="rId1" Type="http://schemas.openxmlformats.org/officeDocument/2006/relationships/slideMaster" Target="../slideMasters/slideMaster2.xml"/><Relationship Id="rId4" Type="http://schemas.microsoft.com/office/2007/relationships/hdphoto" Target="../media/hdphoto1.wdp"/></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29.png"/><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5.png"/><Relationship Id="rId1" Type="http://schemas.openxmlformats.org/officeDocument/2006/relationships/slideMaster" Target="../slideMasters/slideMaster2.xml"/><Relationship Id="rId4" Type="http://schemas.openxmlformats.org/officeDocument/2006/relationships/image" Target="../media/image30.jpeg"/></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1.png"/><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jpeg"/><Relationship Id="rId1" Type="http://schemas.openxmlformats.org/officeDocument/2006/relationships/slideMaster" Target="../slideMasters/slideMaster2.xml"/><Relationship Id="rId4" Type="http://schemas.microsoft.com/office/2007/relationships/hdphoto" Target="../media/hdphoto5.wdp"/></Relationships>
</file>

<file path=ppt/slideLayouts/_rels/slideLayout80.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1.png"/><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4.png"/><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35.png"/><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26.jpeg"/><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jpeg"/><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jpeg"/><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5.png"/><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6.png"/><Relationship Id="rId1" Type="http://schemas.openxmlformats.org/officeDocument/2006/relationships/slideMaster" Target="../slideMasters/slideMaster3.xml"/></Relationships>
</file>

<file path=ppt/slideLayouts/_rels/slideLayout99.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Master" Target="../slideMasters/slideMaster3.xml"/></Relationships>
</file>

<file path=ppt/slideLayouts/_rels/slideLayout100.xml.rels><?xml version="1.0" encoding="UTF-8" standalone="yes"?>
<Relationships xmlns="http://schemas.openxmlformats.org/package/2006/relationships"><Relationship Id="rId2" Type="http://schemas.openxmlformats.org/officeDocument/2006/relationships/image" Target="../media/image48.jpeg"/><Relationship Id="rId1" Type="http://schemas.openxmlformats.org/officeDocument/2006/relationships/slideMaster" Target="../slideMasters/slideMaster3.xml"/></Relationships>
</file>

<file path=ppt/slideLayouts/_rels/slideLayout101.xml.rels><?xml version="1.0" encoding="UTF-8" standalone="yes"?>
<Relationships xmlns="http://schemas.openxmlformats.org/package/2006/relationships"><Relationship Id="rId2" Type="http://schemas.openxmlformats.org/officeDocument/2006/relationships/image" Target="../media/image49.jpeg"/><Relationship Id="rId1" Type="http://schemas.openxmlformats.org/officeDocument/2006/relationships/slideMaster" Target="../slideMasters/slideMaster3.xml"/></Relationships>
</file>

<file path=ppt/slideLayouts/_rels/slideLayout102.xml.rels><?xml version="1.0" encoding="UTF-8" standalone="yes"?>
<Relationships xmlns="http://schemas.openxmlformats.org/package/2006/relationships"><Relationship Id="rId2" Type="http://schemas.openxmlformats.org/officeDocument/2006/relationships/image" Target="../media/image50.jpeg"/><Relationship Id="rId1" Type="http://schemas.openxmlformats.org/officeDocument/2006/relationships/slideMaster" Target="../slideMasters/slideMaster3.xml"/></Relationships>
</file>

<file path=ppt/slideLayouts/_rels/slideLayout10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jpeg"/><Relationship Id="rId1" Type="http://schemas.openxmlformats.org/officeDocument/2006/relationships/slideMaster" Target="../slideMasters/slideMaster3.xml"/></Relationships>
</file>

<file path=ppt/slideLayouts/_rels/slideLayout104.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40.jpeg"/><Relationship Id="rId1" Type="http://schemas.openxmlformats.org/officeDocument/2006/relationships/slideMaster" Target="../slideMasters/slideMaster3.xml"/><Relationship Id="rId4" Type="http://schemas.openxmlformats.org/officeDocument/2006/relationships/image" Target="../media/image52.png"/></Relationships>
</file>

<file path=ppt/slideLayouts/_rels/slideLayout10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53.jpeg"/><Relationship Id="rId1" Type="http://schemas.openxmlformats.org/officeDocument/2006/relationships/slideMaster" Target="../slideMasters/slideMaster3.xml"/></Relationships>
</file>

<file path=ppt/slideLayouts/_rels/slideLayout10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jpeg"/><Relationship Id="rId1" Type="http://schemas.openxmlformats.org/officeDocument/2006/relationships/slideMaster" Target="../slideMasters/slideMaster3.xml"/><Relationship Id="rId4" Type="http://schemas.openxmlformats.org/officeDocument/2006/relationships/image" Target="../media/image54.jpeg"/></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4.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Master" Target="../slideMasters/slideMaster3.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6.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Master" Target="../slideMasters/slideMaster3.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9.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Master" Target="../slideMasters/slideMaster3.xml"/></Relationships>
</file>

<file path=ppt/slideLayouts/_rels/slideLayout120.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image" Target="../media/image56.png"/><Relationship Id="rId1" Type="http://schemas.openxmlformats.org/officeDocument/2006/relationships/slideMaster" Target="../slideMasters/slideMaster3.xml"/></Relationships>
</file>

<file path=ppt/slideLayouts/_rels/slideLayout121.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Master" Target="../slideMasters/slideMaster3.xml"/></Relationships>
</file>

<file path=ppt/slideLayouts/_rels/slideLayout122.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image" Target="../media/image56.png"/><Relationship Id="rId1" Type="http://schemas.openxmlformats.org/officeDocument/2006/relationships/slideMaster" Target="../slideMasters/slideMaster3.xml"/></Relationships>
</file>

<file path=ppt/slideLayouts/_rels/slideLayout123.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image" Target="../media/image56.png"/><Relationship Id="rId1" Type="http://schemas.openxmlformats.org/officeDocument/2006/relationships/slideMaster" Target="../slideMasters/slideMaster3.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5.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5.jpeg"/><Relationship Id="rId1" Type="http://schemas.openxmlformats.org/officeDocument/2006/relationships/slideMaster" Target="../slideMasters/slideMaster3.xml"/></Relationships>
</file>

<file path=ppt/slideLayouts/_rels/slideLayout126.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image" Target="../media/image58.png"/><Relationship Id="rId1" Type="http://schemas.openxmlformats.org/officeDocument/2006/relationships/slideMaster" Target="../slideMasters/slideMaster3.xml"/><Relationship Id="rId4" Type="http://schemas.openxmlformats.org/officeDocument/2006/relationships/image" Target="../media/image57.png"/></Relationships>
</file>

<file path=ppt/slideLayouts/_rels/slideLayout127.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Master" Target="../slideMasters/slideMaster3.xml"/></Relationships>
</file>

<file path=ppt/slideLayouts/_rels/slideLayout128.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Master" Target="../slideMasters/slideMaster3.xml"/></Relationships>
</file>

<file path=ppt/slideLayouts/_rels/slideLayout129.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jpeg"/><Relationship Id="rId1" Type="http://schemas.openxmlformats.org/officeDocument/2006/relationships/slideMaster" Target="../slideMasters/slideMaster3.xml"/><Relationship Id="rId4" Type="http://schemas.openxmlformats.org/officeDocument/2006/relationships/image" Target="../media/image60.png"/></Relationships>
</file>

<file path=ppt/slideLayouts/_rels/slideLayout130.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Master" Target="../slideMasters/slideMaster3.xml"/><Relationship Id="rId6" Type="http://schemas.openxmlformats.org/officeDocument/2006/relationships/image" Target="../media/image65.png"/><Relationship Id="rId5" Type="http://schemas.openxmlformats.org/officeDocument/2006/relationships/image" Target="../media/image55.jpeg"/><Relationship Id="rId4" Type="http://schemas.microsoft.com/office/2007/relationships/hdphoto" Target="../media/hdphoto7.wdp"/></Relationships>
</file>

<file path=ppt/slideLayouts/_rels/slideLayout131.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6.png"/><Relationship Id="rId1" Type="http://schemas.openxmlformats.org/officeDocument/2006/relationships/slideMaster" Target="../slideMasters/slideMaster3.xml"/></Relationships>
</file>

<file path=ppt/slideLayouts/_rels/slideLayout132.xml.rels><?xml version="1.0" encoding="UTF-8" standalone="yes"?>
<Relationships xmlns="http://schemas.openxmlformats.org/package/2006/relationships"><Relationship Id="rId2" Type="http://schemas.openxmlformats.org/officeDocument/2006/relationships/image" Target="../media/image54.jpeg"/><Relationship Id="rId1" Type="http://schemas.openxmlformats.org/officeDocument/2006/relationships/slideMaster" Target="../slideMasters/slideMaster3.xml"/></Relationships>
</file>

<file path=ppt/slideLayouts/_rels/slideLayout133.xml.rels><?xml version="1.0" encoding="UTF-8" standalone="yes"?>
<Relationships xmlns="http://schemas.openxmlformats.org/package/2006/relationships"><Relationship Id="rId2" Type="http://schemas.openxmlformats.org/officeDocument/2006/relationships/image" Target="../media/image67.jpeg"/><Relationship Id="rId1" Type="http://schemas.openxmlformats.org/officeDocument/2006/relationships/slideMaster" Target="../slideMasters/slideMaster3.xml"/></Relationships>
</file>

<file path=ppt/slideLayouts/_rels/slideLayout134.xml.rels><?xml version="1.0" encoding="UTF-8" standalone="yes"?>
<Relationships xmlns="http://schemas.openxmlformats.org/package/2006/relationships"><Relationship Id="rId2" Type="http://schemas.openxmlformats.org/officeDocument/2006/relationships/image" Target="../media/image54.jpeg"/><Relationship Id="rId1" Type="http://schemas.openxmlformats.org/officeDocument/2006/relationships/slideMaster" Target="../slideMasters/slideMaster3.xml"/></Relationships>
</file>

<file path=ppt/slideLayouts/_rels/slideLayout135.xml.rels><?xml version="1.0" encoding="UTF-8" standalone="yes"?>
<Relationships xmlns="http://schemas.openxmlformats.org/package/2006/relationships"><Relationship Id="rId2" Type="http://schemas.openxmlformats.org/officeDocument/2006/relationships/image" Target="../media/image68.jpeg"/><Relationship Id="rId1" Type="http://schemas.openxmlformats.org/officeDocument/2006/relationships/slideMaster" Target="../slideMasters/slideMaster3.xml"/></Relationships>
</file>

<file path=ppt/slideLayouts/_rels/slideLayout136.xml.rels><?xml version="1.0" encoding="UTF-8" standalone="yes"?>
<Relationships xmlns="http://schemas.openxmlformats.org/package/2006/relationships"><Relationship Id="rId2" Type="http://schemas.openxmlformats.org/officeDocument/2006/relationships/image" Target="../media/image68.jpeg"/><Relationship Id="rId1" Type="http://schemas.openxmlformats.org/officeDocument/2006/relationships/slideMaster" Target="../slideMasters/slideMaster3.xml"/></Relationships>
</file>

<file path=ppt/slideLayouts/_rels/slideLayout137.xml.rels><?xml version="1.0" encoding="UTF-8" standalone="yes"?>
<Relationships xmlns="http://schemas.openxmlformats.org/package/2006/relationships"><Relationship Id="rId3" Type="http://schemas.openxmlformats.org/officeDocument/2006/relationships/image" Target="../media/image70.jpeg"/><Relationship Id="rId2" Type="http://schemas.openxmlformats.org/officeDocument/2006/relationships/image" Target="../media/image69.jpeg"/><Relationship Id="rId1" Type="http://schemas.openxmlformats.org/officeDocument/2006/relationships/slideMaster" Target="../slideMasters/slideMaster3.xml"/></Relationships>
</file>

<file path=ppt/slideLayouts/_rels/slideLayout138.xml.rels><?xml version="1.0" encoding="UTF-8" standalone="yes"?>
<Relationships xmlns="http://schemas.openxmlformats.org/package/2006/relationships"><Relationship Id="rId3" Type="http://schemas.openxmlformats.org/officeDocument/2006/relationships/image" Target="../media/image72.jpeg"/><Relationship Id="rId2" Type="http://schemas.openxmlformats.org/officeDocument/2006/relationships/image" Target="../media/image71.jpeg"/><Relationship Id="rId1" Type="http://schemas.openxmlformats.org/officeDocument/2006/relationships/slideMaster" Target="../slideMasters/slideMaster3.xml"/><Relationship Id="rId4" Type="http://schemas.openxmlformats.org/officeDocument/2006/relationships/image" Target="../media/image73.png"/></Relationships>
</file>

<file path=ppt/slideLayouts/_rels/slideLayout139.xml.rels><?xml version="1.0" encoding="UTF-8" standalone="yes"?>
<Relationships xmlns="http://schemas.openxmlformats.org/package/2006/relationships"><Relationship Id="rId3" Type="http://schemas.openxmlformats.org/officeDocument/2006/relationships/image" Target="../media/image75.jpeg"/><Relationship Id="rId2" Type="http://schemas.openxmlformats.org/officeDocument/2006/relationships/image" Target="../media/image74.jpeg"/><Relationship Id="rId1" Type="http://schemas.openxmlformats.org/officeDocument/2006/relationships/slideMaster" Target="../slideMasters/slideMaster3.xml"/><Relationship Id="rId5" Type="http://schemas.openxmlformats.org/officeDocument/2006/relationships/image" Target="../media/image77.jpeg"/><Relationship Id="rId4" Type="http://schemas.openxmlformats.org/officeDocument/2006/relationships/image" Target="../media/image76.png"/></Relationships>
</file>

<file path=ppt/slideLayouts/_rels/slideLayout140.xml.rels><?xml version="1.0" encoding="UTF-8" standalone="yes"?>
<Relationships xmlns="http://schemas.openxmlformats.org/package/2006/relationships"><Relationship Id="rId3" Type="http://schemas.openxmlformats.org/officeDocument/2006/relationships/image" Target="../media/image79.jpeg"/><Relationship Id="rId2" Type="http://schemas.openxmlformats.org/officeDocument/2006/relationships/image" Target="../media/image78.jpeg"/><Relationship Id="rId1" Type="http://schemas.openxmlformats.org/officeDocument/2006/relationships/slideMaster" Target="../slideMasters/slideMaster3.xml"/></Relationships>
</file>

<file path=ppt/slideLayouts/_rels/slideLayout141.xml.rels><?xml version="1.0" encoding="UTF-8" standalone="yes"?>
<Relationships xmlns="http://schemas.openxmlformats.org/package/2006/relationships"><Relationship Id="rId3" Type="http://schemas.openxmlformats.org/officeDocument/2006/relationships/image" Target="../media/image81.jpeg"/><Relationship Id="rId2" Type="http://schemas.openxmlformats.org/officeDocument/2006/relationships/image" Target="../media/image80.jpeg"/><Relationship Id="rId1" Type="http://schemas.openxmlformats.org/officeDocument/2006/relationships/slideMaster" Target="../slideMasters/slideMaster3.xml"/><Relationship Id="rId4" Type="http://schemas.openxmlformats.org/officeDocument/2006/relationships/image" Target="../media/image82.png"/></Relationships>
</file>

<file path=ppt/slideLayouts/_rels/slideLayout142.xml.rels><?xml version="1.0" encoding="UTF-8" standalone="yes"?>
<Relationships xmlns="http://schemas.openxmlformats.org/package/2006/relationships"><Relationship Id="rId3" Type="http://schemas.openxmlformats.org/officeDocument/2006/relationships/image" Target="../media/image84.jpeg"/><Relationship Id="rId2" Type="http://schemas.openxmlformats.org/officeDocument/2006/relationships/image" Target="../media/image83.jpeg"/><Relationship Id="rId1" Type="http://schemas.openxmlformats.org/officeDocument/2006/relationships/slideMaster" Target="../slideMasters/slideMaster3.xml"/><Relationship Id="rId5" Type="http://schemas.openxmlformats.org/officeDocument/2006/relationships/image" Target="../media/image86.jpeg"/><Relationship Id="rId4" Type="http://schemas.openxmlformats.org/officeDocument/2006/relationships/image" Target="../media/image85.png"/></Relationships>
</file>

<file path=ppt/slideLayouts/_rels/slideLayout143.xml.rels><?xml version="1.0" encoding="UTF-8" standalone="yes"?>
<Relationships xmlns="http://schemas.openxmlformats.org/package/2006/relationships"><Relationship Id="rId3" Type="http://schemas.openxmlformats.org/officeDocument/2006/relationships/image" Target="../media/image88.jpeg"/><Relationship Id="rId2" Type="http://schemas.openxmlformats.org/officeDocument/2006/relationships/image" Target="../media/image87.jpeg"/><Relationship Id="rId1" Type="http://schemas.openxmlformats.org/officeDocument/2006/relationships/slideMaster" Target="../slideMasters/slideMaster3.xml"/><Relationship Id="rId6" Type="http://schemas.openxmlformats.org/officeDocument/2006/relationships/image" Target="../media/image91.jpeg"/><Relationship Id="rId5" Type="http://schemas.openxmlformats.org/officeDocument/2006/relationships/image" Target="../media/image90.jpeg"/><Relationship Id="rId4" Type="http://schemas.openxmlformats.org/officeDocument/2006/relationships/image" Target="../media/image89.png"/></Relationships>
</file>

<file path=ppt/slideLayouts/_rels/slideLayout144.xml.rels><?xml version="1.0" encoding="UTF-8" standalone="yes"?>
<Relationships xmlns="http://schemas.openxmlformats.org/package/2006/relationships"><Relationship Id="rId3" Type="http://schemas.openxmlformats.org/officeDocument/2006/relationships/image" Target="../media/image93.jpeg"/><Relationship Id="rId2" Type="http://schemas.openxmlformats.org/officeDocument/2006/relationships/image" Target="../media/image92.jpeg"/><Relationship Id="rId1" Type="http://schemas.openxmlformats.org/officeDocument/2006/relationships/slideMaster" Target="../slideMasters/slideMaster3.xml"/><Relationship Id="rId4" Type="http://schemas.openxmlformats.org/officeDocument/2006/relationships/image" Target="../media/image94.png"/></Relationships>
</file>

<file path=ppt/slideLayouts/_rels/slideLayout145.xml.rels><?xml version="1.0" encoding="UTF-8" standalone="yes"?>
<Relationships xmlns="http://schemas.openxmlformats.org/package/2006/relationships"><Relationship Id="rId3" Type="http://schemas.openxmlformats.org/officeDocument/2006/relationships/image" Target="../media/image93.jpeg"/><Relationship Id="rId2" Type="http://schemas.openxmlformats.org/officeDocument/2006/relationships/image" Target="../media/image92.jpeg"/><Relationship Id="rId1" Type="http://schemas.openxmlformats.org/officeDocument/2006/relationships/slideMaster" Target="../slideMasters/slideMaster3.xml"/><Relationship Id="rId5" Type="http://schemas.openxmlformats.org/officeDocument/2006/relationships/image" Target="../media/image95.jpeg"/><Relationship Id="rId4" Type="http://schemas.openxmlformats.org/officeDocument/2006/relationships/image" Target="../media/image94.png"/></Relationships>
</file>

<file path=ppt/slideLayouts/_rels/slideLayout146.xml.rels><?xml version="1.0" encoding="UTF-8" standalone="yes"?>
<Relationships xmlns="http://schemas.openxmlformats.org/package/2006/relationships"><Relationship Id="rId3" Type="http://schemas.openxmlformats.org/officeDocument/2006/relationships/image" Target="../media/image97.jpeg"/><Relationship Id="rId2" Type="http://schemas.openxmlformats.org/officeDocument/2006/relationships/image" Target="../media/image96.jpeg"/><Relationship Id="rId1" Type="http://schemas.openxmlformats.org/officeDocument/2006/relationships/slideMaster" Target="../slideMasters/slideMaster3.xml"/><Relationship Id="rId6" Type="http://schemas.openxmlformats.org/officeDocument/2006/relationships/image" Target="../media/image100.jpeg"/><Relationship Id="rId5" Type="http://schemas.openxmlformats.org/officeDocument/2006/relationships/image" Target="../media/image99.jpeg"/><Relationship Id="rId4" Type="http://schemas.openxmlformats.org/officeDocument/2006/relationships/image" Target="../media/image98.png"/></Relationships>
</file>

<file path=ppt/slideLayouts/_rels/slideLayout147.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image" Target="../media/image101.png"/><Relationship Id="rId1" Type="http://schemas.openxmlformats.org/officeDocument/2006/relationships/slideMaster" Target="../slideMasters/slideMaster3.xml"/></Relationships>
</file>

<file path=ppt/slideLayouts/_rels/slideLayout148.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Master" Target="../slideMasters/slideMaster3.xml"/></Relationships>
</file>

<file path=ppt/slideLayouts/_rels/slideLayout149.xml.rels><?xml version="1.0" encoding="UTF-8" standalone="yes"?>
<Relationships xmlns="http://schemas.openxmlformats.org/package/2006/relationships"><Relationship Id="rId2" Type="http://schemas.openxmlformats.org/officeDocument/2006/relationships/image" Target="../media/image54.jpeg"/><Relationship Id="rId1" Type="http://schemas.openxmlformats.org/officeDocument/2006/relationships/slideMaster" Target="../slideMasters/slideMaster3.xml"/></Relationships>
</file>

<file path=ppt/slideLayouts/_rels/slideLayout150.xml.rels><?xml version="1.0" encoding="UTF-8" standalone="yes"?>
<Relationships xmlns="http://schemas.openxmlformats.org/package/2006/relationships"><Relationship Id="rId3" Type="http://schemas.openxmlformats.org/officeDocument/2006/relationships/image" Target="../media/image103.jpeg"/><Relationship Id="rId2" Type="http://schemas.openxmlformats.org/officeDocument/2006/relationships/image" Target="../media/image102.png"/><Relationship Id="rId1" Type="http://schemas.openxmlformats.org/officeDocument/2006/relationships/slideMaster" Target="../slideMasters/slideMaster3.xml"/></Relationships>
</file>

<file path=ppt/slideLayouts/_rels/slideLayout151.xml.rels><?xml version="1.0" encoding="UTF-8" standalone="yes"?>
<Relationships xmlns="http://schemas.openxmlformats.org/package/2006/relationships"><Relationship Id="rId3" Type="http://schemas.openxmlformats.org/officeDocument/2006/relationships/image" Target="../media/image105.jpeg"/><Relationship Id="rId2" Type="http://schemas.openxmlformats.org/officeDocument/2006/relationships/image" Target="../media/image104.jpeg"/><Relationship Id="rId1" Type="http://schemas.openxmlformats.org/officeDocument/2006/relationships/slideMaster" Target="../slideMasters/slideMaster3.xml"/></Relationships>
</file>

<file path=ppt/slideLayouts/_rels/slideLayout152.xml.rels><?xml version="1.0" encoding="UTF-8" standalone="yes"?>
<Relationships xmlns="http://schemas.openxmlformats.org/package/2006/relationships"><Relationship Id="rId2" Type="http://schemas.openxmlformats.org/officeDocument/2006/relationships/image" Target="../media/image106.jpeg"/><Relationship Id="rId1" Type="http://schemas.openxmlformats.org/officeDocument/2006/relationships/slideMaster" Target="../slideMasters/slideMaster3.xml"/></Relationships>
</file>

<file path=ppt/slideLayouts/_rels/slideLayout153.xml.rels><?xml version="1.0" encoding="UTF-8" standalone="yes"?>
<Relationships xmlns="http://schemas.openxmlformats.org/package/2006/relationships"><Relationship Id="rId2" Type="http://schemas.openxmlformats.org/officeDocument/2006/relationships/image" Target="../media/image107.jpeg"/><Relationship Id="rId1" Type="http://schemas.openxmlformats.org/officeDocument/2006/relationships/slideMaster" Target="../slideMasters/slideMaster3.xml"/></Relationships>
</file>

<file path=ppt/slideLayouts/_rels/slideLayout154.xml.rels><?xml version="1.0" encoding="UTF-8" standalone="yes"?>
<Relationships xmlns="http://schemas.openxmlformats.org/package/2006/relationships"><Relationship Id="rId2" Type="http://schemas.openxmlformats.org/officeDocument/2006/relationships/image" Target="../media/image108.jpeg"/><Relationship Id="rId1" Type="http://schemas.openxmlformats.org/officeDocument/2006/relationships/slideMaster" Target="../slideMasters/slideMaster3.xml"/></Relationships>
</file>

<file path=ppt/slideLayouts/_rels/slideLayout155.xml.rels><?xml version="1.0" encoding="UTF-8" standalone="yes"?>
<Relationships xmlns="http://schemas.openxmlformats.org/package/2006/relationships"><Relationship Id="rId2" Type="http://schemas.openxmlformats.org/officeDocument/2006/relationships/image" Target="../media/image109.jpeg"/><Relationship Id="rId1" Type="http://schemas.openxmlformats.org/officeDocument/2006/relationships/slideMaster" Target="../slideMasters/slideMaster3.xml"/></Relationships>
</file>

<file path=ppt/slideLayouts/_rels/slideLayout156.xml.rels><?xml version="1.0" encoding="UTF-8" standalone="yes"?>
<Relationships xmlns="http://schemas.openxmlformats.org/package/2006/relationships"><Relationship Id="rId2" Type="http://schemas.openxmlformats.org/officeDocument/2006/relationships/image" Target="../media/image110.jpeg"/><Relationship Id="rId1" Type="http://schemas.openxmlformats.org/officeDocument/2006/relationships/slideMaster" Target="../slideMasters/slideMaster3.xml"/></Relationships>
</file>

<file path=ppt/slideLayouts/_rels/slideLayout157.xml.rels><?xml version="1.0" encoding="UTF-8" standalone="yes"?>
<Relationships xmlns="http://schemas.openxmlformats.org/package/2006/relationships"><Relationship Id="rId2" Type="http://schemas.openxmlformats.org/officeDocument/2006/relationships/image" Target="../media/image111.png"/><Relationship Id="rId1" Type="http://schemas.openxmlformats.org/officeDocument/2006/relationships/slideMaster" Target="../slideMasters/slideMaster3.xml"/></Relationships>
</file>

<file path=ppt/slideLayouts/_rels/slideLayout158.xml.rels><?xml version="1.0" encoding="UTF-8" standalone="yes"?>
<Relationships xmlns="http://schemas.openxmlformats.org/package/2006/relationships"><Relationship Id="rId2" Type="http://schemas.openxmlformats.org/officeDocument/2006/relationships/image" Target="../media/image112.png"/><Relationship Id="rId1" Type="http://schemas.openxmlformats.org/officeDocument/2006/relationships/slideMaster" Target="../slideMasters/slideMaster3.xml"/></Relationships>
</file>

<file path=ppt/slideLayouts/_rels/slideLayout159.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Master" Target="../slideMasters/slideMaster3.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4.xml.rels><?xml version="1.0" encoding="UTF-8" standalone="yes"?>
<Relationships xmlns="http://schemas.openxmlformats.org/package/2006/relationships"><Relationship Id="rId2" Type="http://schemas.openxmlformats.org/officeDocument/2006/relationships/image" Target="../media/image111.png"/><Relationship Id="rId1" Type="http://schemas.openxmlformats.org/officeDocument/2006/relationships/slideMaster" Target="../slideMasters/slideMaster3.xml"/></Relationships>
</file>

<file path=ppt/slideLayouts/_rels/slideLayout165.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Master" Target="../slideMasters/slideMaster3.xml"/></Relationships>
</file>

<file path=ppt/slideLayouts/_rels/slideLayout166.xml.rels><?xml version="1.0" encoding="UTF-8" standalone="yes"?>
<Relationships xmlns="http://schemas.openxmlformats.org/package/2006/relationships"><Relationship Id="rId2" Type="http://schemas.openxmlformats.org/officeDocument/2006/relationships/image" Target="../media/image112.png"/><Relationship Id="rId1" Type="http://schemas.openxmlformats.org/officeDocument/2006/relationships/slideMaster" Target="../slideMasters/slideMaster3.xml"/></Relationships>
</file>

<file path=ppt/slideLayouts/_rels/slideLayout167.xml.rels><?xml version="1.0" encoding="UTF-8" standalone="yes"?>
<Relationships xmlns="http://schemas.openxmlformats.org/package/2006/relationships"><Relationship Id="rId2" Type="http://schemas.openxmlformats.org/officeDocument/2006/relationships/image" Target="../media/image113.png"/><Relationship Id="rId1" Type="http://schemas.openxmlformats.org/officeDocument/2006/relationships/slideMaster" Target="../slideMasters/slideMaster3.xml"/></Relationships>
</file>

<file path=ppt/slideLayouts/_rels/slideLayout168.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image" Target="../media/image114.png"/><Relationship Id="rId1" Type="http://schemas.openxmlformats.org/officeDocument/2006/relationships/slideMaster" Target="../slideMasters/slideMaster3.xml"/><Relationship Id="rId4" Type="http://schemas.microsoft.com/office/2007/relationships/hdphoto" Target="../media/hdphoto8.wdp"/></Relationships>
</file>

<file path=ppt/slideLayouts/_rels/slideLayout169.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image" Target="../media/image116.png"/><Relationship Id="rId1" Type="http://schemas.openxmlformats.org/officeDocument/2006/relationships/slideMaster" Target="../slideMasters/slideMaster3.xml"/><Relationship Id="rId4" Type="http://schemas.openxmlformats.org/officeDocument/2006/relationships/image" Target="../media/image118.svg"/></Relationships>
</file>

<file path=ppt/slideLayouts/_rels/slideLayout170.xml.rels><?xml version="1.0" encoding="UTF-8" standalone="yes"?>
<Relationships xmlns="http://schemas.openxmlformats.org/package/2006/relationships"><Relationship Id="rId2" Type="http://schemas.openxmlformats.org/officeDocument/2006/relationships/image" Target="../media/image119.png"/><Relationship Id="rId1" Type="http://schemas.openxmlformats.org/officeDocument/2006/relationships/slideMaster" Target="../slideMasters/slideMaster3.xml"/></Relationships>
</file>

<file path=ppt/slideLayouts/_rels/slideLayout171.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Master" Target="../slideMasters/slideMaster3.xml"/></Relationships>
</file>

<file path=ppt/slideLayouts/_rels/slideLayout172.xml.rels><?xml version="1.0" encoding="UTF-8" standalone="yes"?>
<Relationships xmlns="http://schemas.openxmlformats.org/package/2006/relationships"><Relationship Id="rId2" Type="http://schemas.openxmlformats.org/officeDocument/2006/relationships/image" Target="../media/image121.png"/><Relationship Id="rId1" Type="http://schemas.openxmlformats.org/officeDocument/2006/relationships/slideMaster" Target="../slideMasters/slideMaster3.xml"/></Relationships>
</file>

<file path=ppt/slideLayouts/_rels/slideLayout173.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0.png"/><Relationship Id="rId1" Type="http://schemas.openxmlformats.org/officeDocument/2006/relationships/slideMaster" Target="../slideMasters/slideMaster3.xml"/><Relationship Id="rId5" Type="http://schemas.openxmlformats.org/officeDocument/2006/relationships/image" Target="../media/image123.svg"/><Relationship Id="rId4" Type="http://schemas.openxmlformats.org/officeDocument/2006/relationships/image" Target="../media/image122.png"/></Relationships>
</file>

<file path=ppt/slideLayouts/_rels/slideLayout174.xml.rels><?xml version="1.0" encoding="UTF-8" standalone="yes"?>
<Relationships xmlns="http://schemas.openxmlformats.org/package/2006/relationships"><Relationship Id="rId3" Type="http://schemas.openxmlformats.org/officeDocument/2006/relationships/image" Target="../media/image125.svg"/><Relationship Id="rId2" Type="http://schemas.openxmlformats.org/officeDocument/2006/relationships/image" Target="../media/image124.png"/><Relationship Id="rId1" Type="http://schemas.openxmlformats.org/officeDocument/2006/relationships/slideMaster" Target="../slideMasters/slideMaster3.xml"/></Relationships>
</file>

<file path=ppt/slideLayouts/_rels/slideLayout175.xml.rels><?xml version="1.0" encoding="UTF-8" standalone="yes"?>
<Relationships xmlns="http://schemas.openxmlformats.org/package/2006/relationships"><Relationship Id="rId2" Type="http://schemas.openxmlformats.org/officeDocument/2006/relationships/image" Target="../media/image126.jpeg"/><Relationship Id="rId1" Type="http://schemas.openxmlformats.org/officeDocument/2006/relationships/slideMaster" Target="../slideMasters/slideMaster3.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1.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Master" Target="../slideMasters/slideMaster3.xml"/></Relationships>
</file>

<file path=ppt/slideLayouts/_rels/slideLayout182.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image" Target="../media/image110.jpeg"/><Relationship Id="rId1" Type="http://schemas.openxmlformats.org/officeDocument/2006/relationships/slideMaster" Target="../slideMasters/slideMaster3.xml"/></Relationships>
</file>

<file path=ppt/slideLayouts/_rels/slideLayout183.xml.rels><?xml version="1.0" encoding="UTF-8" standalone="yes"?>
<Relationships xmlns="http://schemas.openxmlformats.org/package/2006/relationships"><Relationship Id="rId3" Type="http://schemas.openxmlformats.org/officeDocument/2006/relationships/image" Target="../media/image128.emf"/><Relationship Id="rId2" Type="http://schemas.openxmlformats.org/officeDocument/2006/relationships/image" Target="../media/image127.jpeg"/><Relationship Id="rId1" Type="http://schemas.openxmlformats.org/officeDocument/2006/relationships/slideMaster" Target="../slideMasters/slideMaster3.xml"/></Relationships>
</file>

<file path=ppt/slideLayouts/_rels/slideLayout18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Master" Target="../slideMasters/slideMaster3.xml"/></Relationships>
</file>

<file path=ppt/slideLayouts/_rels/slideLayout185.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Master" Target="../slideMasters/slideMaster3.xml"/></Relationships>
</file>

<file path=ppt/slideLayouts/_rels/slideLayout186.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Master" Target="../slideMasters/slideMaster3.xml"/></Relationships>
</file>

<file path=ppt/slideLayouts/_rels/slideLayout187.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Master" Target="../slideMasters/slideMaster3.xml"/></Relationships>
</file>

<file path=ppt/slideLayouts/_rels/slideLayout188.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Master" Target="../slideMasters/slideMaster3.xml"/></Relationships>
</file>

<file path=ppt/slideLayouts/_rels/slideLayout189.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Master" Target="../slideMasters/slideMaster3.xml"/></Relationships>
</file>

<file path=ppt/slideLayouts/_rels/slideLayout190.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Master" Target="../slideMasters/slideMaster3.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5.png"/><Relationship Id="rId1" Type="http://schemas.openxmlformats.org/officeDocument/2006/relationships/slideMaster" Target="../slideMasters/slideMaster4.xml"/></Relationships>
</file>

<file path=ppt/slideLayouts/_rels/slideLayout19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6.png"/><Relationship Id="rId1" Type="http://schemas.openxmlformats.org/officeDocument/2006/relationships/slideMaster" Target="../slideMasters/slideMaster4.xml"/></Relationships>
</file>

<file path=ppt/slideLayouts/_rels/slideLayout196.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Master" Target="../slideMasters/slideMaster4.xml"/></Relationships>
</file>

<file path=ppt/slideLayouts/_rels/slideLayout197.xml.rels><?xml version="1.0" encoding="UTF-8" standalone="yes"?>
<Relationships xmlns="http://schemas.openxmlformats.org/package/2006/relationships"><Relationship Id="rId2" Type="http://schemas.openxmlformats.org/officeDocument/2006/relationships/image" Target="../media/image48.jpeg"/><Relationship Id="rId1" Type="http://schemas.openxmlformats.org/officeDocument/2006/relationships/slideMaster" Target="../slideMasters/slideMaster4.xml"/></Relationships>
</file>

<file path=ppt/slideLayouts/_rels/slideLayout198.xml.rels><?xml version="1.0" encoding="UTF-8" standalone="yes"?>
<Relationships xmlns="http://schemas.openxmlformats.org/package/2006/relationships"><Relationship Id="rId2" Type="http://schemas.openxmlformats.org/officeDocument/2006/relationships/image" Target="../media/image49.jpeg"/><Relationship Id="rId1" Type="http://schemas.openxmlformats.org/officeDocument/2006/relationships/slideMaster" Target="../slideMasters/slideMaster4.xml"/></Relationships>
</file>

<file path=ppt/slideLayouts/_rels/slideLayout199.xml.rels><?xml version="1.0" encoding="UTF-8" standalone="yes"?>
<Relationships xmlns="http://schemas.openxmlformats.org/package/2006/relationships"><Relationship Id="rId2" Type="http://schemas.openxmlformats.org/officeDocument/2006/relationships/image" Target="../media/image50.jpeg"/><Relationship Id="rId1" Type="http://schemas.openxmlformats.org/officeDocument/2006/relationships/slideMaster" Target="../slideMasters/slideMaster4.xml"/></Relationships>
</file>

<file path=ppt/slideLayouts/_rels/slideLayout20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jpeg"/><Relationship Id="rId1" Type="http://schemas.openxmlformats.org/officeDocument/2006/relationships/slideMaster" Target="../slideMasters/slideMaster4.xml"/></Relationships>
</file>

<file path=ppt/slideLayouts/_rels/slideLayout201.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40.jpeg"/><Relationship Id="rId1" Type="http://schemas.openxmlformats.org/officeDocument/2006/relationships/slideMaster" Target="../slideMasters/slideMaster4.xml"/><Relationship Id="rId4" Type="http://schemas.openxmlformats.org/officeDocument/2006/relationships/image" Target="../media/image52.png"/></Relationships>
</file>

<file path=ppt/slideLayouts/_rels/slideLayout20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53.jpeg"/><Relationship Id="rId1" Type="http://schemas.openxmlformats.org/officeDocument/2006/relationships/slideMaster" Target="../slideMasters/slideMaster4.xml"/></Relationships>
</file>

<file path=ppt/slideLayouts/_rels/slideLayout20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jpeg"/><Relationship Id="rId1" Type="http://schemas.openxmlformats.org/officeDocument/2006/relationships/slideMaster" Target="../slideMasters/slideMaster4.xml"/><Relationship Id="rId4" Type="http://schemas.openxmlformats.org/officeDocument/2006/relationships/image" Target="../media/image54.jpeg"/></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1.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Master" Target="../slideMasters/slideMaster4.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3.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Master" Target="../slideMasters/slideMaster4.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6.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Master" Target="../slideMasters/slideMaster4.xml"/></Relationships>
</file>

<file path=ppt/slideLayouts/_rels/slideLayout217.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image" Target="../media/image56.png"/><Relationship Id="rId1" Type="http://schemas.openxmlformats.org/officeDocument/2006/relationships/slideMaster" Target="../slideMasters/slideMaster4.xml"/></Relationships>
</file>

<file path=ppt/slideLayouts/_rels/slideLayout218.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Master" Target="../slideMasters/slideMaster4.xml"/></Relationships>
</file>

<file path=ppt/slideLayouts/_rels/slideLayout219.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image" Target="../media/image56.png"/><Relationship Id="rId1" Type="http://schemas.openxmlformats.org/officeDocument/2006/relationships/slideMaster" Target="../slideMasters/slideMaster4.xml"/></Relationships>
</file>

<file path=ppt/slideLayouts/_rels/slideLayout220.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image" Target="../media/image56.png"/><Relationship Id="rId1" Type="http://schemas.openxmlformats.org/officeDocument/2006/relationships/slideMaster" Target="../slideMasters/slideMaster4.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2.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5.jpeg"/><Relationship Id="rId1" Type="http://schemas.openxmlformats.org/officeDocument/2006/relationships/slideMaster" Target="../slideMasters/slideMaster4.xml"/></Relationships>
</file>

<file path=ppt/slideLayouts/_rels/slideLayout223.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image" Target="../media/image58.png"/><Relationship Id="rId1" Type="http://schemas.openxmlformats.org/officeDocument/2006/relationships/slideMaster" Target="../slideMasters/slideMaster4.xml"/><Relationship Id="rId4" Type="http://schemas.openxmlformats.org/officeDocument/2006/relationships/image" Target="../media/image57.png"/></Relationships>
</file>

<file path=ppt/slideLayouts/_rels/slideLayout224.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Master" Target="../slideMasters/slideMaster4.xml"/></Relationships>
</file>

<file path=ppt/slideLayouts/_rels/slideLayout225.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Master" Target="../slideMasters/slideMaster4.xml"/></Relationships>
</file>

<file path=ppt/slideLayouts/_rels/slideLayout226.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jpeg"/><Relationship Id="rId1" Type="http://schemas.openxmlformats.org/officeDocument/2006/relationships/slideMaster" Target="../slideMasters/slideMaster4.xml"/><Relationship Id="rId4" Type="http://schemas.openxmlformats.org/officeDocument/2006/relationships/image" Target="../media/image60.png"/></Relationships>
</file>

<file path=ppt/slideLayouts/_rels/slideLayout227.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Master" Target="../slideMasters/slideMaster4.xml"/><Relationship Id="rId6" Type="http://schemas.openxmlformats.org/officeDocument/2006/relationships/image" Target="../media/image65.png"/><Relationship Id="rId5" Type="http://schemas.openxmlformats.org/officeDocument/2006/relationships/image" Target="../media/image55.jpeg"/><Relationship Id="rId4" Type="http://schemas.microsoft.com/office/2007/relationships/hdphoto" Target="../media/hdphoto7.wdp"/></Relationships>
</file>

<file path=ppt/slideLayouts/_rels/slideLayout228.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6.png"/><Relationship Id="rId1" Type="http://schemas.openxmlformats.org/officeDocument/2006/relationships/slideMaster" Target="../slideMasters/slideMaster4.xml"/></Relationships>
</file>

<file path=ppt/slideLayouts/_rels/slideLayout229.xml.rels><?xml version="1.0" encoding="UTF-8" standalone="yes"?>
<Relationships xmlns="http://schemas.openxmlformats.org/package/2006/relationships"><Relationship Id="rId2" Type="http://schemas.openxmlformats.org/officeDocument/2006/relationships/image" Target="../media/image54.jpeg"/><Relationship Id="rId1" Type="http://schemas.openxmlformats.org/officeDocument/2006/relationships/slideMaster" Target="../slideMasters/slideMaster4.xml"/></Relationships>
</file>

<file path=ppt/slideLayouts/_rels/slideLayout230.xml.rels><?xml version="1.0" encoding="UTF-8" standalone="yes"?>
<Relationships xmlns="http://schemas.openxmlformats.org/package/2006/relationships"><Relationship Id="rId2" Type="http://schemas.openxmlformats.org/officeDocument/2006/relationships/image" Target="../media/image67.jpeg"/><Relationship Id="rId1" Type="http://schemas.openxmlformats.org/officeDocument/2006/relationships/slideMaster" Target="../slideMasters/slideMaster4.xml"/></Relationships>
</file>

<file path=ppt/slideLayouts/_rels/slideLayout231.xml.rels><?xml version="1.0" encoding="UTF-8" standalone="yes"?>
<Relationships xmlns="http://schemas.openxmlformats.org/package/2006/relationships"><Relationship Id="rId2" Type="http://schemas.openxmlformats.org/officeDocument/2006/relationships/image" Target="../media/image54.jpeg"/><Relationship Id="rId1" Type="http://schemas.openxmlformats.org/officeDocument/2006/relationships/slideMaster" Target="../slideMasters/slideMaster4.xml"/></Relationships>
</file>

<file path=ppt/slideLayouts/_rels/slideLayout232.xml.rels><?xml version="1.0" encoding="UTF-8" standalone="yes"?>
<Relationships xmlns="http://schemas.openxmlformats.org/package/2006/relationships"><Relationship Id="rId2" Type="http://schemas.openxmlformats.org/officeDocument/2006/relationships/image" Target="../media/image68.jpeg"/><Relationship Id="rId1" Type="http://schemas.openxmlformats.org/officeDocument/2006/relationships/slideMaster" Target="../slideMasters/slideMaster4.xml"/></Relationships>
</file>

<file path=ppt/slideLayouts/_rels/slideLayout233.xml.rels><?xml version="1.0" encoding="UTF-8" standalone="yes"?>
<Relationships xmlns="http://schemas.openxmlformats.org/package/2006/relationships"><Relationship Id="rId2" Type="http://schemas.openxmlformats.org/officeDocument/2006/relationships/image" Target="../media/image68.jpeg"/><Relationship Id="rId1" Type="http://schemas.openxmlformats.org/officeDocument/2006/relationships/slideMaster" Target="../slideMasters/slideMaster4.xml"/></Relationships>
</file>

<file path=ppt/slideLayouts/_rels/slideLayout234.xml.rels><?xml version="1.0" encoding="UTF-8" standalone="yes"?>
<Relationships xmlns="http://schemas.openxmlformats.org/package/2006/relationships"><Relationship Id="rId3" Type="http://schemas.openxmlformats.org/officeDocument/2006/relationships/image" Target="../media/image70.jpeg"/><Relationship Id="rId2" Type="http://schemas.openxmlformats.org/officeDocument/2006/relationships/image" Target="../media/image69.jpeg"/><Relationship Id="rId1" Type="http://schemas.openxmlformats.org/officeDocument/2006/relationships/slideMaster" Target="../slideMasters/slideMaster4.xml"/></Relationships>
</file>

<file path=ppt/slideLayouts/_rels/slideLayout235.xml.rels><?xml version="1.0" encoding="UTF-8" standalone="yes"?>
<Relationships xmlns="http://schemas.openxmlformats.org/package/2006/relationships"><Relationship Id="rId3" Type="http://schemas.openxmlformats.org/officeDocument/2006/relationships/image" Target="../media/image72.jpeg"/><Relationship Id="rId2" Type="http://schemas.openxmlformats.org/officeDocument/2006/relationships/image" Target="../media/image71.jpeg"/><Relationship Id="rId1" Type="http://schemas.openxmlformats.org/officeDocument/2006/relationships/slideMaster" Target="../slideMasters/slideMaster4.xml"/><Relationship Id="rId4" Type="http://schemas.openxmlformats.org/officeDocument/2006/relationships/image" Target="../media/image73.png"/></Relationships>
</file>

<file path=ppt/slideLayouts/_rels/slideLayout236.xml.rels><?xml version="1.0" encoding="UTF-8" standalone="yes"?>
<Relationships xmlns="http://schemas.openxmlformats.org/package/2006/relationships"><Relationship Id="rId3" Type="http://schemas.openxmlformats.org/officeDocument/2006/relationships/image" Target="../media/image75.jpeg"/><Relationship Id="rId2" Type="http://schemas.openxmlformats.org/officeDocument/2006/relationships/image" Target="../media/image74.jpeg"/><Relationship Id="rId1" Type="http://schemas.openxmlformats.org/officeDocument/2006/relationships/slideMaster" Target="../slideMasters/slideMaster4.xml"/><Relationship Id="rId5" Type="http://schemas.openxmlformats.org/officeDocument/2006/relationships/image" Target="../media/image77.jpeg"/><Relationship Id="rId4" Type="http://schemas.openxmlformats.org/officeDocument/2006/relationships/image" Target="../media/image76.png"/></Relationships>
</file>

<file path=ppt/slideLayouts/_rels/slideLayout237.xml.rels><?xml version="1.0" encoding="UTF-8" standalone="yes"?>
<Relationships xmlns="http://schemas.openxmlformats.org/package/2006/relationships"><Relationship Id="rId3" Type="http://schemas.openxmlformats.org/officeDocument/2006/relationships/image" Target="../media/image79.jpeg"/><Relationship Id="rId2" Type="http://schemas.openxmlformats.org/officeDocument/2006/relationships/image" Target="../media/image78.jpeg"/><Relationship Id="rId1" Type="http://schemas.openxmlformats.org/officeDocument/2006/relationships/slideMaster" Target="../slideMasters/slideMaster4.xml"/></Relationships>
</file>

<file path=ppt/slideLayouts/_rels/slideLayout238.xml.rels><?xml version="1.0" encoding="UTF-8" standalone="yes"?>
<Relationships xmlns="http://schemas.openxmlformats.org/package/2006/relationships"><Relationship Id="rId3" Type="http://schemas.openxmlformats.org/officeDocument/2006/relationships/image" Target="../media/image81.jpeg"/><Relationship Id="rId2" Type="http://schemas.openxmlformats.org/officeDocument/2006/relationships/image" Target="../media/image80.jpeg"/><Relationship Id="rId1" Type="http://schemas.openxmlformats.org/officeDocument/2006/relationships/slideMaster" Target="../slideMasters/slideMaster4.xml"/><Relationship Id="rId4" Type="http://schemas.openxmlformats.org/officeDocument/2006/relationships/image" Target="../media/image82.png"/></Relationships>
</file>

<file path=ppt/slideLayouts/_rels/slideLayout239.xml.rels><?xml version="1.0" encoding="UTF-8" standalone="yes"?>
<Relationships xmlns="http://schemas.openxmlformats.org/package/2006/relationships"><Relationship Id="rId3" Type="http://schemas.openxmlformats.org/officeDocument/2006/relationships/image" Target="../media/image84.jpeg"/><Relationship Id="rId2" Type="http://schemas.openxmlformats.org/officeDocument/2006/relationships/image" Target="../media/image83.jpeg"/><Relationship Id="rId1" Type="http://schemas.openxmlformats.org/officeDocument/2006/relationships/slideMaster" Target="../slideMasters/slideMaster4.xml"/><Relationship Id="rId5" Type="http://schemas.openxmlformats.org/officeDocument/2006/relationships/image" Target="../media/image86.jpeg"/><Relationship Id="rId4" Type="http://schemas.openxmlformats.org/officeDocument/2006/relationships/image" Target="../media/image85.png"/></Relationships>
</file>

<file path=ppt/slideLayouts/_rels/slideLayout240.xml.rels><?xml version="1.0" encoding="UTF-8" standalone="yes"?>
<Relationships xmlns="http://schemas.openxmlformats.org/package/2006/relationships"><Relationship Id="rId3" Type="http://schemas.openxmlformats.org/officeDocument/2006/relationships/image" Target="../media/image88.jpeg"/><Relationship Id="rId2" Type="http://schemas.openxmlformats.org/officeDocument/2006/relationships/image" Target="../media/image87.jpeg"/><Relationship Id="rId1" Type="http://schemas.openxmlformats.org/officeDocument/2006/relationships/slideMaster" Target="../slideMasters/slideMaster4.xml"/><Relationship Id="rId6" Type="http://schemas.openxmlformats.org/officeDocument/2006/relationships/image" Target="../media/image91.jpeg"/><Relationship Id="rId5" Type="http://schemas.openxmlformats.org/officeDocument/2006/relationships/image" Target="../media/image90.jpeg"/><Relationship Id="rId4" Type="http://schemas.openxmlformats.org/officeDocument/2006/relationships/image" Target="../media/image89.png"/></Relationships>
</file>

<file path=ppt/slideLayouts/_rels/slideLayout241.xml.rels><?xml version="1.0" encoding="UTF-8" standalone="yes"?>
<Relationships xmlns="http://schemas.openxmlformats.org/package/2006/relationships"><Relationship Id="rId3" Type="http://schemas.openxmlformats.org/officeDocument/2006/relationships/image" Target="../media/image93.jpeg"/><Relationship Id="rId2" Type="http://schemas.openxmlformats.org/officeDocument/2006/relationships/image" Target="../media/image92.jpeg"/><Relationship Id="rId1" Type="http://schemas.openxmlformats.org/officeDocument/2006/relationships/slideMaster" Target="../slideMasters/slideMaster4.xml"/><Relationship Id="rId4" Type="http://schemas.openxmlformats.org/officeDocument/2006/relationships/image" Target="../media/image94.png"/></Relationships>
</file>

<file path=ppt/slideLayouts/_rels/slideLayout242.xml.rels><?xml version="1.0" encoding="UTF-8" standalone="yes"?>
<Relationships xmlns="http://schemas.openxmlformats.org/package/2006/relationships"><Relationship Id="rId3" Type="http://schemas.openxmlformats.org/officeDocument/2006/relationships/image" Target="../media/image93.jpeg"/><Relationship Id="rId2" Type="http://schemas.openxmlformats.org/officeDocument/2006/relationships/image" Target="../media/image92.jpeg"/><Relationship Id="rId1" Type="http://schemas.openxmlformats.org/officeDocument/2006/relationships/slideMaster" Target="../slideMasters/slideMaster4.xml"/><Relationship Id="rId5" Type="http://schemas.openxmlformats.org/officeDocument/2006/relationships/image" Target="../media/image95.jpeg"/><Relationship Id="rId4" Type="http://schemas.openxmlformats.org/officeDocument/2006/relationships/image" Target="../media/image94.png"/></Relationships>
</file>

<file path=ppt/slideLayouts/_rels/slideLayout243.xml.rels><?xml version="1.0" encoding="UTF-8" standalone="yes"?>
<Relationships xmlns="http://schemas.openxmlformats.org/package/2006/relationships"><Relationship Id="rId3" Type="http://schemas.openxmlformats.org/officeDocument/2006/relationships/image" Target="../media/image97.jpeg"/><Relationship Id="rId2" Type="http://schemas.openxmlformats.org/officeDocument/2006/relationships/image" Target="../media/image96.jpeg"/><Relationship Id="rId1" Type="http://schemas.openxmlformats.org/officeDocument/2006/relationships/slideMaster" Target="../slideMasters/slideMaster4.xml"/><Relationship Id="rId6" Type="http://schemas.openxmlformats.org/officeDocument/2006/relationships/image" Target="../media/image100.jpeg"/><Relationship Id="rId5" Type="http://schemas.openxmlformats.org/officeDocument/2006/relationships/image" Target="../media/image99.jpeg"/><Relationship Id="rId4" Type="http://schemas.openxmlformats.org/officeDocument/2006/relationships/image" Target="../media/image98.png"/></Relationships>
</file>

<file path=ppt/slideLayouts/_rels/slideLayout244.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image" Target="../media/image101.png"/><Relationship Id="rId1" Type="http://schemas.openxmlformats.org/officeDocument/2006/relationships/slideMaster" Target="../slideMasters/slideMaster4.xml"/></Relationships>
</file>

<file path=ppt/slideLayouts/_rels/slideLayout245.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Master" Target="../slideMasters/slideMaster4.xml"/></Relationships>
</file>

<file path=ppt/slideLayouts/_rels/slideLayout246.xml.rels><?xml version="1.0" encoding="UTF-8" standalone="yes"?>
<Relationships xmlns="http://schemas.openxmlformats.org/package/2006/relationships"><Relationship Id="rId2" Type="http://schemas.openxmlformats.org/officeDocument/2006/relationships/image" Target="../media/image54.jpeg"/><Relationship Id="rId1" Type="http://schemas.openxmlformats.org/officeDocument/2006/relationships/slideMaster" Target="../slideMasters/slideMaster4.xml"/></Relationships>
</file>

<file path=ppt/slideLayouts/_rels/slideLayout247.xml.rels><?xml version="1.0" encoding="UTF-8" standalone="yes"?>
<Relationships xmlns="http://schemas.openxmlformats.org/package/2006/relationships"><Relationship Id="rId3" Type="http://schemas.openxmlformats.org/officeDocument/2006/relationships/image" Target="../media/image103.jpeg"/><Relationship Id="rId2" Type="http://schemas.openxmlformats.org/officeDocument/2006/relationships/image" Target="../media/image102.png"/><Relationship Id="rId1" Type="http://schemas.openxmlformats.org/officeDocument/2006/relationships/slideMaster" Target="../slideMasters/slideMaster4.xml"/></Relationships>
</file>

<file path=ppt/slideLayouts/_rels/slideLayout248.xml.rels><?xml version="1.0" encoding="UTF-8" standalone="yes"?>
<Relationships xmlns="http://schemas.openxmlformats.org/package/2006/relationships"><Relationship Id="rId3" Type="http://schemas.openxmlformats.org/officeDocument/2006/relationships/image" Target="../media/image105.jpeg"/><Relationship Id="rId2" Type="http://schemas.openxmlformats.org/officeDocument/2006/relationships/image" Target="../media/image104.jpeg"/><Relationship Id="rId1" Type="http://schemas.openxmlformats.org/officeDocument/2006/relationships/slideMaster" Target="../slideMasters/slideMaster4.xml"/></Relationships>
</file>

<file path=ppt/slideLayouts/_rels/slideLayout249.xml.rels><?xml version="1.0" encoding="UTF-8" standalone="yes"?>
<Relationships xmlns="http://schemas.openxmlformats.org/package/2006/relationships"><Relationship Id="rId2" Type="http://schemas.openxmlformats.org/officeDocument/2006/relationships/image" Target="../media/image106.jpeg"/><Relationship Id="rId1" Type="http://schemas.openxmlformats.org/officeDocument/2006/relationships/slideMaster" Target="../slideMasters/slideMaster4.xml"/></Relationships>
</file>

<file path=ppt/slideLayouts/_rels/slideLayout250.xml.rels><?xml version="1.0" encoding="UTF-8" standalone="yes"?>
<Relationships xmlns="http://schemas.openxmlformats.org/package/2006/relationships"><Relationship Id="rId2" Type="http://schemas.openxmlformats.org/officeDocument/2006/relationships/image" Target="../media/image107.jpeg"/><Relationship Id="rId1" Type="http://schemas.openxmlformats.org/officeDocument/2006/relationships/slideMaster" Target="../slideMasters/slideMaster4.xml"/></Relationships>
</file>

<file path=ppt/slideLayouts/_rels/slideLayout251.xml.rels><?xml version="1.0" encoding="UTF-8" standalone="yes"?>
<Relationships xmlns="http://schemas.openxmlformats.org/package/2006/relationships"><Relationship Id="rId2" Type="http://schemas.openxmlformats.org/officeDocument/2006/relationships/image" Target="../media/image108.jpeg"/><Relationship Id="rId1" Type="http://schemas.openxmlformats.org/officeDocument/2006/relationships/slideMaster" Target="../slideMasters/slideMaster4.xml"/></Relationships>
</file>

<file path=ppt/slideLayouts/_rels/slideLayout252.xml.rels><?xml version="1.0" encoding="UTF-8" standalone="yes"?>
<Relationships xmlns="http://schemas.openxmlformats.org/package/2006/relationships"><Relationship Id="rId2" Type="http://schemas.openxmlformats.org/officeDocument/2006/relationships/image" Target="../media/image109.jpeg"/><Relationship Id="rId1" Type="http://schemas.openxmlformats.org/officeDocument/2006/relationships/slideMaster" Target="../slideMasters/slideMaster4.xml"/></Relationships>
</file>

<file path=ppt/slideLayouts/_rels/slideLayout253.xml.rels><?xml version="1.0" encoding="UTF-8" standalone="yes"?>
<Relationships xmlns="http://schemas.openxmlformats.org/package/2006/relationships"><Relationship Id="rId2" Type="http://schemas.openxmlformats.org/officeDocument/2006/relationships/image" Target="../media/image110.jpeg"/><Relationship Id="rId1" Type="http://schemas.openxmlformats.org/officeDocument/2006/relationships/slideMaster" Target="../slideMasters/slideMaster4.xml"/></Relationships>
</file>

<file path=ppt/slideLayouts/_rels/slideLayout254.xml.rels><?xml version="1.0" encoding="UTF-8" standalone="yes"?>
<Relationships xmlns="http://schemas.openxmlformats.org/package/2006/relationships"><Relationship Id="rId2" Type="http://schemas.openxmlformats.org/officeDocument/2006/relationships/image" Target="../media/image111.png"/><Relationship Id="rId1" Type="http://schemas.openxmlformats.org/officeDocument/2006/relationships/slideMaster" Target="../slideMasters/slideMaster4.xml"/></Relationships>
</file>

<file path=ppt/slideLayouts/_rels/slideLayout255.xml.rels><?xml version="1.0" encoding="UTF-8" standalone="yes"?>
<Relationships xmlns="http://schemas.openxmlformats.org/package/2006/relationships"><Relationship Id="rId2" Type="http://schemas.openxmlformats.org/officeDocument/2006/relationships/image" Target="../media/image112.png"/><Relationship Id="rId1" Type="http://schemas.openxmlformats.org/officeDocument/2006/relationships/slideMaster" Target="../slideMasters/slideMaster4.xml"/></Relationships>
</file>

<file path=ppt/slideLayouts/_rels/slideLayout256.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Master" Target="../slideMasters/slideMaster4.xml"/></Relationships>
</file>

<file path=ppt/slideLayouts/_rels/slideLayout2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8.xml.rels><?xml version="1.0" encoding="UTF-8" standalone="yes"?>
<Relationships xmlns="http://schemas.openxmlformats.org/package/2006/relationships"><Relationship Id="rId2" Type="http://schemas.openxmlformats.org/officeDocument/2006/relationships/image" Target="../media/image111.png"/><Relationship Id="rId1" Type="http://schemas.openxmlformats.org/officeDocument/2006/relationships/slideMaster" Target="../slideMasters/slideMaster4.xml"/></Relationships>
</file>

<file path=ppt/slideLayouts/_rels/slideLayout259.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Master" Target="../slideMasters/slideMaster4.xml"/></Relationships>
</file>

<file path=ppt/slideLayouts/_rels/slideLayout260.xml.rels><?xml version="1.0" encoding="UTF-8" standalone="yes"?>
<Relationships xmlns="http://schemas.openxmlformats.org/package/2006/relationships"><Relationship Id="rId2" Type="http://schemas.openxmlformats.org/officeDocument/2006/relationships/image" Target="../media/image112.png"/><Relationship Id="rId1" Type="http://schemas.openxmlformats.org/officeDocument/2006/relationships/slideMaster" Target="../slideMasters/slideMaster4.xml"/></Relationships>
</file>

<file path=ppt/slideLayouts/_rels/slideLayout261.xml.rels><?xml version="1.0" encoding="UTF-8" standalone="yes"?>
<Relationships xmlns="http://schemas.openxmlformats.org/package/2006/relationships"><Relationship Id="rId2" Type="http://schemas.openxmlformats.org/officeDocument/2006/relationships/image" Target="../media/image113.png"/><Relationship Id="rId1" Type="http://schemas.openxmlformats.org/officeDocument/2006/relationships/slideMaster" Target="../slideMasters/slideMaster4.xml"/></Relationships>
</file>

<file path=ppt/slideLayouts/_rels/slideLayout262.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image" Target="../media/image114.png"/><Relationship Id="rId1" Type="http://schemas.openxmlformats.org/officeDocument/2006/relationships/slideMaster" Target="../slideMasters/slideMaster4.xml"/><Relationship Id="rId4" Type="http://schemas.microsoft.com/office/2007/relationships/hdphoto" Target="../media/hdphoto8.wdp"/></Relationships>
</file>

<file path=ppt/slideLayouts/_rels/slideLayout263.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image" Target="../media/image116.png"/><Relationship Id="rId1" Type="http://schemas.openxmlformats.org/officeDocument/2006/relationships/slideMaster" Target="../slideMasters/slideMaster4.xml"/><Relationship Id="rId4" Type="http://schemas.openxmlformats.org/officeDocument/2006/relationships/image" Target="../media/image118.svg"/></Relationships>
</file>

<file path=ppt/slideLayouts/_rels/slideLayout264.xml.rels><?xml version="1.0" encoding="UTF-8" standalone="yes"?>
<Relationships xmlns="http://schemas.openxmlformats.org/package/2006/relationships"><Relationship Id="rId2" Type="http://schemas.openxmlformats.org/officeDocument/2006/relationships/image" Target="../media/image119.png"/><Relationship Id="rId1" Type="http://schemas.openxmlformats.org/officeDocument/2006/relationships/slideMaster" Target="../slideMasters/slideMaster4.xml"/></Relationships>
</file>

<file path=ppt/slideLayouts/_rels/slideLayout265.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Master" Target="../slideMasters/slideMaster4.xml"/></Relationships>
</file>

<file path=ppt/slideLayouts/_rels/slideLayout266.xml.rels><?xml version="1.0" encoding="UTF-8" standalone="yes"?>
<Relationships xmlns="http://schemas.openxmlformats.org/package/2006/relationships"><Relationship Id="rId2" Type="http://schemas.openxmlformats.org/officeDocument/2006/relationships/image" Target="../media/image121.png"/><Relationship Id="rId1" Type="http://schemas.openxmlformats.org/officeDocument/2006/relationships/slideMaster" Target="../slideMasters/slideMaster4.xml"/></Relationships>
</file>

<file path=ppt/slideLayouts/_rels/slideLayout267.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0.png"/><Relationship Id="rId1" Type="http://schemas.openxmlformats.org/officeDocument/2006/relationships/slideMaster" Target="../slideMasters/slideMaster4.xml"/><Relationship Id="rId5" Type="http://schemas.openxmlformats.org/officeDocument/2006/relationships/image" Target="../media/image123.svg"/><Relationship Id="rId4" Type="http://schemas.openxmlformats.org/officeDocument/2006/relationships/image" Target="../media/image122.png"/></Relationships>
</file>

<file path=ppt/slideLayouts/_rels/slideLayout268.xml.rels><?xml version="1.0" encoding="UTF-8" standalone="yes"?>
<Relationships xmlns="http://schemas.openxmlformats.org/package/2006/relationships"><Relationship Id="rId3" Type="http://schemas.openxmlformats.org/officeDocument/2006/relationships/image" Target="../media/image125.svg"/><Relationship Id="rId2" Type="http://schemas.openxmlformats.org/officeDocument/2006/relationships/image" Target="../media/image124.png"/><Relationship Id="rId1" Type="http://schemas.openxmlformats.org/officeDocument/2006/relationships/slideMaster" Target="../slideMasters/slideMaster4.xml"/></Relationships>
</file>

<file path=ppt/slideLayouts/_rels/slideLayout269.xml.rels><?xml version="1.0" encoding="UTF-8" standalone="yes"?>
<Relationships xmlns="http://schemas.openxmlformats.org/package/2006/relationships"><Relationship Id="rId2" Type="http://schemas.openxmlformats.org/officeDocument/2006/relationships/image" Target="../media/image126.jpeg"/><Relationship Id="rId1" Type="http://schemas.openxmlformats.org/officeDocument/2006/relationships/slideMaster" Target="../slideMasters/slideMaster4.xml"/></Relationships>
</file>

<file path=ppt/slideLayouts/_rels/slideLayout270.xml.rels><?xml version="1.0" encoding="UTF-8" standalone="yes"?>
<Relationships xmlns="http://schemas.openxmlformats.org/package/2006/relationships"><Relationship Id="rId2" Type="http://schemas.openxmlformats.org/officeDocument/2006/relationships/image" Target="../media/image126.jpeg"/><Relationship Id="rId1" Type="http://schemas.openxmlformats.org/officeDocument/2006/relationships/slideMaster" Target="../slideMasters/slideMaster4.xml"/></Relationships>
</file>

<file path=ppt/slideLayouts/_rels/slideLayout2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6.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Master" Target="../slideMasters/slideMaster4.xml"/></Relationships>
</file>

<file path=ppt/slideLayouts/_rels/slideLayout277.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image" Target="../media/image110.jpeg"/><Relationship Id="rId1" Type="http://schemas.openxmlformats.org/officeDocument/2006/relationships/slideMaster" Target="../slideMasters/slideMaster4.xml"/></Relationships>
</file>

<file path=ppt/slideLayouts/_rels/slideLayout278.xml.rels><?xml version="1.0" encoding="UTF-8" standalone="yes"?>
<Relationships xmlns="http://schemas.openxmlformats.org/package/2006/relationships"><Relationship Id="rId3" Type="http://schemas.openxmlformats.org/officeDocument/2006/relationships/image" Target="../media/image128.emf"/><Relationship Id="rId2" Type="http://schemas.openxmlformats.org/officeDocument/2006/relationships/image" Target="../media/image127.jpeg"/><Relationship Id="rId1" Type="http://schemas.openxmlformats.org/officeDocument/2006/relationships/slideMaster" Target="../slideMasters/slideMaster4.xml"/></Relationships>
</file>

<file path=ppt/slideLayouts/_rels/slideLayout27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Master" Target="../slideMasters/slideMaster4.xml"/></Relationships>
</file>

<file path=ppt/slideLayouts/_rels/slideLayout280.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Master" Target="../slideMasters/slideMaster4.xml"/></Relationships>
</file>

<file path=ppt/slideLayouts/_rels/slideLayout281.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Master" Target="../slideMasters/slideMaster4.xml"/></Relationships>
</file>

<file path=ppt/slideLayouts/_rels/slideLayout282.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Master" Target="../slideMasters/slideMaster4.xml"/></Relationships>
</file>

<file path=ppt/slideLayouts/_rels/slideLayout283.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Master" Target="../slideMasters/slideMaster4.xml"/></Relationships>
</file>

<file path=ppt/slideLayouts/_rels/slideLayout284.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Master" Target="../slideMasters/slideMaster4.xml"/></Relationships>
</file>

<file path=ppt/slideLayouts/_rels/slideLayout285.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Master" Target="../slideMasters/slideMaster4.xml"/></Relationships>
</file>

<file path=ppt/slideLayouts/_rels/slideLayout28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9.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image" Target="../media/image129.png"/><Relationship Id="rId1" Type="http://schemas.openxmlformats.org/officeDocument/2006/relationships/slideMaster" Target="../slideMasters/slideMaster5.xml"/><Relationship Id="rId6" Type="http://schemas.openxmlformats.org/officeDocument/2006/relationships/image" Target="../media/image41.png"/><Relationship Id="rId5" Type="http://schemas.openxmlformats.org/officeDocument/2006/relationships/image" Target="../media/image132.png"/><Relationship Id="rId4" Type="http://schemas.openxmlformats.org/officeDocument/2006/relationships/image" Target="../media/image131.svg"/></Relationships>
</file>

<file path=ppt/slideLayouts/_rels/slideLayout29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5.png"/><Relationship Id="rId1" Type="http://schemas.openxmlformats.org/officeDocument/2006/relationships/slideMaster" Target="../slideMasters/slideMaster5.xml"/></Relationships>
</file>

<file path=ppt/slideLayouts/_rels/slideLayout29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6.png"/><Relationship Id="rId1" Type="http://schemas.openxmlformats.org/officeDocument/2006/relationships/slideMaster" Target="../slideMasters/slideMaster5.xml"/></Relationships>
</file>

<file path=ppt/slideLayouts/_rels/slideLayout292.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Master" Target="../slideMasters/slideMaster5.xml"/></Relationships>
</file>

<file path=ppt/slideLayouts/_rels/slideLayout293.xml.rels><?xml version="1.0" encoding="UTF-8" standalone="yes"?>
<Relationships xmlns="http://schemas.openxmlformats.org/package/2006/relationships"><Relationship Id="rId2" Type="http://schemas.openxmlformats.org/officeDocument/2006/relationships/image" Target="../media/image48.jpeg"/><Relationship Id="rId1" Type="http://schemas.openxmlformats.org/officeDocument/2006/relationships/slideMaster" Target="../slideMasters/slideMaster5.xml"/></Relationships>
</file>

<file path=ppt/slideLayouts/_rels/slideLayout294.xml.rels><?xml version="1.0" encoding="UTF-8" standalone="yes"?>
<Relationships xmlns="http://schemas.openxmlformats.org/package/2006/relationships"><Relationship Id="rId2" Type="http://schemas.openxmlformats.org/officeDocument/2006/relationships/image" Target="../media/image49.jpeg"/><Relationship Id="rId1" Type="http://schemas.openxmlformats.org/officeDocument/2006/relationships/slideMaster" Target="../slideMasters/slideMaster5.xml"/></Relationships>
</file>

<file path=ppt/slideLayouts/_rels/slideLayout295.xml.rels><?xml version="1.0" encoding="UTF-8" standalone="yes"?>
<Relationships xmlns="http://schemas.openxmlformats.org/package/2006/relationships"><Relationship Id="rId2" Type="http://schemas.openxmlformats.org/officeDocument/2006/relationships/image" Target="../media/image50.jpeg"/><Relationship Id="rId1" Type="http://schemas.openxmlformats.org/officeDocument/2006/relationships/slideMaster" Target="../slideMasters/slideMaster5.xml"/></Relationships>
</file>

<file path=ppt/slideLayouts/_rels/slideLayout29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jpeg"/><Relationship Id="rId1" Type="http://schemas.openxmlformats.org/officeDocument/2006/relationships/slideMaster" Target="../slideMasters/slideMaster5.xml"/></Relationships>
</file>

<file path=ppt/slideLayouts/_rels/slideLayout29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133.png"/><Relationship Id="rId1" Type="http://schemas.openxmlformats.org/officeDocument/2006/relationships/slideMaster" Target="../slideMasters/slideMaster5.xml"/></Relationships>
</file>

<file path=ppt/slideLayouts/_rels/slideLayout298.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image" Target="../media/image40.jpeg"/><Relationship Id="rId1" Type="http://schemas.openxmlformats.org/officeDocument/2006/relationships/slideMaster" Target="../slideMasters/slideMaster5.xml"/><Relationship Id="rId4" Type="http://schemas.openxmlformats.org/officeDocument/2006/relationships/image" Target="../media/image41.png"/></Relationships>
</file>

<file path=ppt/slideLayouts/_rels/slideLayout299.xml.rels><?xml version="1.0" encoding="UTF-8" standalone="yes"?>
<Relationships xmlns="http://schemas.openxmlformats.org/package/2006/relationships"><Relationship Id="rId3" Type="http://schemas.openxmlformats.org/officeDocument/2006/relationships/image" Target="../media/image135.svg"/><Relationship Id="rId2" Type="http://schemas.openxmlformats.org/officeDocument/2006/relationships/image" Target="../media/image134.png"/><Relationship Id="rId1" Type="http://schemas.openxmlformats.org/officeDocument/2006/relationships/slideMaster" Target="../slideMasters/slideMaster5.xml"/></Relationships>
</file>

<file path=ppt/slideLayouts/_rels/slideLayout30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01.xml.rels><?xml version="1.0" encoding="UTF-8" standalone="yes"?>
<Relationships xmlns="http://schemas.openxmlformats.org/package/2006/relationships"><Relationship Id="rId3" Type="http://schemas.openxmlformats.org/officeDocument/2006/relationships/image" Target="../media/image134.png"/><Relationship Id="rId2" Type="http://schemas.openxmlformats.org/officeDocument/2006/relationships/image" Target="../media/image55.jpeg"/><Relationship Id="rId1" Type="http://schemas.openxmlformats.org/officeDocument/2006/relationships/slideMaster" Target="../slideMasters/slideMaster5.xml"/><Relationship Id="rId4" Type="http://schemas.openxmlformats.org/officeDocument/2006/relationships/image" Target="../media/image135.svg"/></Relationships>
</file>

<file path=ppt/slideLayouts/_rels/slideLayout302.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image" Target="../media/image136.jpeg"/><Relationship Id="rId1" Type="http://schemas.openxmlformats.org/officeDocument/2006/relationships/slideMaster" Target="../slideMasters/slideMaster5.xml"/><Relationship Id="rId5" Type="http://schemas.openxmlformats.org/officeDocument/2006/relationships/image" Target="../media/image135.svg"/><Relationship Id="rId4" Type="http://schemas.openxmlformats.org/officeDocument/2006/relationships/image" Target="../media/image134.png"/></Relationships>
</file>

<file path=ppt/slideLayouts/_rels/slideLayout303.xml.rels><?xml version="1.0" encoding="UTF-8" standalone="yes"?>
<Relationships xmlns="http://schemas.openxmlformats.org/package/2006/relationships"><Relationship Id="rId3" Type="http://schemas.openxmlformats.org/officeDocument/2006/relationships/image" Target="../media/image134.png"/><Relationship Id="rId2" Type="http://schemas.openxmlformats.org/officeDocument/2006/relationships/image" Target="../media/image55.jpeg"/><Relationship Id="rId1" Type="http://schemas.openxmlformats.org/officeDocument/2006/relationships/slideMaster" Target="../slideMasters/slideMaster5.xml"/><Relationship Id="rId4" Type="http://schemas.openxmlformats.org/officeDocument/2006/relationships/image" Target="../media/image135.svg"/></Relationships>
</file>

<file path=ppt/slideLayouts/_rels/slideLayout304.xml.rels><?xml version="1.0" encoding="UTF-8" standalone="yes"?>
<Relationships xmlns="http://schemas.openxmlformats.org/package/2006/relationships"><Relationship Id="rId3" Type="http://schemas.openxmlformats.org/officeDocument/2006/relationships/image" Target="../media/image135.svg"/><Relationship Id="rId2" Type="http://schemas.openxmlformats.org/officeDocument/2006/relationships/image" Target="../media/image134.png"/><Relationship Id="rId1" Type="http://schemas.openxmlformats.org/officeDocument/2006/relationships/slideMaster" Target="../slideMasters/slideMaster5.xml"/></Relationships>
</file>

<file path=ppt/slideLayouts/_rels/slideLayout305.xml.rels><?xml version="1.0" encoding="UTF-8" standalone="yes"?>
<Relationships xmlns="http://schemas.openxmlformats.org/package/2006/relationships"><Relationship Id="rId3" Type="http://schemas.openxmlformats.org/officeDocument/2006/relationships/image" Target="../media/image135.svg"/><Relationship Id="rId2" Type="http://schemas.openxmlformats.org/officeDocument/2006/relationships/image" Target="../media/image134.png"/><Relationship Id="rId1" Type="http://schemas.openxmlformats.org/officeDocument/2006/relationships/slideMaster" Target="../slideMasters/slideMaster5.xml"/><Relationship Id="rId4" Type="http://schemas.openxmlformats.org/officeDocument/2006/relationships/image" Target="../media/image55.jpeg"/></Relationships>
</file>

<file path=ppt/slideLayouts/_rels/slideLayout306.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image" Target="../media/image56.png"/><Relationship Id="rId1" Type="http://schemas.openxmlformats.org/officeDocument/2006/relationships/slideMaster" Target="../slideMasters/slideMaster5.xml"/><Relationship Id="rId5" Type="http://schemas.openxmlformats.org/officeDocument/2006/relationships/image" Target="../media/image135.svg"/><Relationship Id="rId4" Type="http://schemas.openxmlformats.org/officeDocument/2006/relationships/image" Target="../media/image134.png"/></Relationships>
</file>

<file path=ppt/slideLayouts/_rels/slideLayout307.xml.rels><?xml version="1.0" encoding="UTF-8" standalone="yes"?>
<Relationships xmlns="http://schemas.openxmlformats.org/package/2006/relationships"><Relationship Id="rId3" Type="http://schemas.openxmlformats.org/officeDocument/2006/relationships/image" Target="../media/image135.svg"/><Relationship Id="rId2" Type="http://schemas.openxmlformats.org/officeDocument/2006/relationships/image" Target="../media/image134.png"/><Relationship Id="rId1" Type="http://schemas.openxmlformats.org/officeDocument/2006/relationships/slideMaster" Target="../slideMasters/slideMaster5.xml"/></Relationships>
</file>

<file path=ppt/slideLayouts/_rels/slideLayout308.xml.rels><?xml version="1.0" encoding="UTF-8" standalone="yes"?>
<Relationships xmlns="http://schemas.openxmlformats.org/package/2006/relationships"><Relationship Id="rId3" Type="http://schemas.openxmlformats.org/officeDocument/2006/relationships/image" Target="../media/image135.svg"/><Relationship Id="rId2" Type="http://schemas.openxmlformats.org/officeDocument/2006/relationships/image" Target="../media/image134.png"/><Relationship Id="rId1" Type="http://schemas.openxmlformats.org/officeDocument/2006/relationships/slideMaster" Target="../slideMasters/slideMaster5.xml"/></Relationships>
</file>

<file path=ppt/slideLayouts/_rels/slideLayout309.xml.rels><?xml version="1.0" encoding="UTF-8" standalone="yes"?>
<Relationships xmlns="http://schemas.openxmlformats.org/package/2006/relationships"><Relationship Id="rId3" Type="http://schemas.openxmlformats.org/officeDocument/2006/relationships/image" Target="../media/image134.png"/><Relationship Id="rId2" Type="http://schemas.openxmlformats.org/officeDocument/2006/relationships/image" Target="../media/image56.png"/><Relationship Id="rId1" Type="http://schemas.openxmlformats.org/officeDocument/2006/relationships/slideMaster" Target="../slideMasters/slideMaster5.xml"/><Relationship Id="rId5" Type="http://schemas.openxmlformats.org/officeDocument/2006/relationships/image" Target="../media/image55.jpeg"/><Relationship Id="rId4" Type="http://schemas.openxmlformats.org/officeDocument/2006/relationships/image" Target="../media/image135.svg"/></Relationships>
</file>

<file path=ppt/slideLayouts/_rels/slideLayout310.xml.rels><?xml version="1.0" encoding="UTF-8" standalone="yes"?>
<Relationships xmlns="http://schemas.openxmlformats.org/package/2006/relationships"><Relationship Id="rId3" Type="http://schemas.openxmlformats.org/officeDocument/2006/relationships/image" Target="../media/image135.svg"/><Relationship Id="rId2" Type="http://schemas.openxmlformats.org/officeDocument/2006/relationships/image" Target="../media/image134.png"/><Relationship Id="rId1" Type="http://schemas.openxmlformats.org/officeDocument/2006/relationships/slideMaster" Target="../slideMasters/slideMaster5.xml"/></Relationships>
</file>

<file path=ppt/slideLayouts/_rels/slideLayout311.xml.rels><?xml version="1.0" encoding="UTF-8" standalone="yes"?>
<Relationships xmlns="http://schemas.openxmlformats.org/package/2006/relationships"><Relationship Id="rId3" Type="http://schemas.openxmlformats.org/officeDocument/2006/relationships/image" Target="../media/image135.svg"/><Relationship Id="rId2" Type="http://schemas.openxmlformats.org/officeDocument/2006/relationships/image" Target="../media/image134.png"/><Relationship Id="rId1" Type="http://schemas.openxmlformats.org/officeDocument/2006/relationships/slideMaster" Target="../slideMasters/slideMaster5.xml"/></Relationships>
</file>

<file path=ppt/slideLayouts/_rels/slideLayout312.xml.rels><?xml version="1.0" encoding="UTF-8" standalone="yes"?>
<Relationships xmlns="http://schemas.openxmlformats.org/package/2006/relationships"><Relationship Id="rId3" Type="http://schemas.openxmlformats.org/officeDocument/2006/relationships/image" Target="../media/image135.svg"/><Relationship Id="rId2" Type="http://schemas.openxmlformats.org/officeDocument/2006/relationships/image" Target="../media/image134.png"/><Relationship Id="rId1" Type="http://schemas.openxmlformats.org/officeDocument/2006/relationships/slideMaster" Target="../slideMasters/slideMaster5.xml"/></Relationships>
</file>

<file path=ppt/slideLayouts/_rels/slideLayout313.xml.rels><?xml version="1.0" encoding="UTF-8" standalone="yes"?>
<Relationships xmlns="http://schemas.openxmlformats.org/package/2006/relationships"><Relationship Id="rId3" Type="http://schemas.openxmlformats.org/officeDocument/2006/relationships/image" Target="../media/image134.png"/><Relationship Id="rId2" Type="http://schemas.openxmlformats.org/officeDocument/2006/relationships/image" Target="../media/image56.png"/><Relationship Id="rId1" Type="http://schemas.openxmlformats.org/officeDocument/2006/relationships/slideMaster" Target="../slideMasters/slideMaster5.xml"/><Relationship Id="rId4" Type="http://schemas.openxmlformats.org/officeDocument/2006/relationships/image" Target="../media/image135.svg"/></Relationships>
</file>

<file path=ppt/slideLayouts/_rels/slideLayout314.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image" Target="../media/image56.png"/><Relationship Id="rId1" Type="http://schemas.openxmlformats.org/officeDocument/2006/relationships/slideMaster" Target="../slideMasters/slideMaster5.xml"/><Relationship Id="rId6" Type="http://schemas.openxmlformats.org/officeDocument/2006/relationships/image" Target="../media/image135.svg"/><Relationship Id="rId5" Type="http://schemas.openxmlformats.org/officeDocument/2006/relationships/image" Target="../media/image134.png"/><Relationship Id="rId4" Type="http://schemas.openxmlformats.org/officeDocument/2006/relationships/image" Target="../media/image55.jpeg"/></Relationships>
</file>

<file path=ppt/slideLayouts/_rels/slideLayout315.xml.rels><?xml version="1.0" encoding="UTF-8" standalone="yes"?>
<Relationships xmlns="http://schemas.openxmlformats.org/package/2006/relationships"><Relationship Id="rId3" Type="http://schemas.openxmlformats.org/officeDocument/2006/relationships/image" Target="../media/image134.png"/><Relationship Id="rId2" Type="http://schemas.openxmlformats.org/officeDocument/2006/relationships/image" Target="../media/image56.png"/><Relationship Id="rId1" Type="http://schemas.openxmlformats.org/officeDocument/2006/relationships/slideMaster" Target="../slideMasters/slideMaster5.xml"/><Relationship Id="rId4" Type="http://schemas.openxmlformats.org/officeDocument/2006/relationships/image" Target="../media/image135.svg"/></Relationships>
</file>

<file path=ppt/slideLayouts/_rels/slideLayout316.xml.rels><?xml version="1.0" encoding="UTF-8" standalone="yes"?>
<Relationships xmlns="http://schemas.openxmlformats.org/package/2006/relationships"><Relationship Id="rId3" Type="http://schemas.openxmlformats.org/officeDocument/2006/relationships/image" Target="../media/image134.png"/><Relationship Id="rId2" Type="http://schemas.openxmlformats.org/officeDocument/2006/relationships/image" Target="../media/image56.png"/><Relationship Id="rId1" Type="http://schemas.openxmlformats.org/officeDocument/2006/relationships/slideMaster" Target="../slideMasters/slideMaster5.xml"/><Relationship Id="rId4" Type="http://schemas.openxmlformats.org/officeDocument/2006/relationships/image" Target="../media/image135.svg"/></Relationships>
</file>

<file path=ppt/slideLayouts/_rels/slideLayout317.xml.rels><?xml version="1.0" encoding="UTF-8" standalone="yes"?>
<Relationships xmlns="http://schemas.openxmlformats.org/package/2006/relationships"><Relationship Id="rId3" Type="http://schemas.openxmlformats.org/officeDocument/2006/relationships/image" Target="../media/image134.png"/><Relationship Id="rId2" Type="http://schemas.openxmlformats.org/officeDocument/2006/relationships/image" Target="../media/image55.jpeg"/><Relationship Id="rId1" Type="http://schemas.openxmlformats.org/officeDocument/2006/relationships/slideMaster" Target="../slideMasters/slideMaster5.xml"/><Relationship Id="rId4" Type="http://schemas.openxmlformats.org/officeDocument/2006/relationships/image" Target="../media/image135.svg"/></Relationships>
</file>

<file path=ppt/slideLayouts/_rels/slideLayout318.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image" Target="../media/image56.png"/><Relationship Id="rId1" Type="http://schemas.openxmlformats.org/officeDocument/2006/relationships/slideMaster" Target="../slideMasters/slideMaster5.xml"/><Relationship Id="rId5" Type="http://schemas.openxmlformats.org/officeDocument/2006/relationships/image" Target="../media/image135.svg"/><Relationship Id="rId4" Type="http://schemas.openxmlformats.org/officeDocument/2006/relationships/image" Target="../media/image134.png"/></Relationships>
</file>

<file path=ppt/slideLayouts/_rels/slideLayout319.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image" Target="../media/image56.png"/><Relationship Id="rId1" Type="http://schemas.openxmlformats.org/officeDocument/2006/relationships/slideMaster" Target="../slideMasters/slideMaster5.xml"/><Relationship Id="rId5" Type="http://schemas.openxmlformats.org/officeDocument/2006/relationships/image" Target="../media/image135.svg"/><Relationship Id="rId4" Type="http://schemas.openxmlformats.org/officeDocument/2006/relationships/image" Target="../media/image134.png"/></Relationships>
</file>

<file path=ppt/slideLayouts/_rels/slideLayout320.xml.rels><?xml version="1.0" encoding="UTF-8" standalone="yes"?>
<Relationships xmlns="http://schemas.openxmlformats.org/package/2006/relationships"><Relationship Id="rId3" Type="http://schemas.openxmlformats.org/officeDocument/2006/relationships/image" Target="../media/image135.svg"/><Relationship Id="rId2" Type="http://schemas.openxmlformats.org/officeDocument/2006/relationships/image" Target="../media/image134.png"/><Relationship Id="rId1" Type="http://schemas.openxmlformats.org/officeDocument/2006/relationships/slideMaster" Target="../slideMasters/slideMaster5.xml"/></Relationships>
</file>

<file path=ppt/slideLayouts/_rels/slideLayout321.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5.jpeg"/><Relationship Id="rId1" Type="http://schemas.openxmlformats.org/officeDocument/2006/relationships/slideMaster" Target="../slideMasters/slideMaster5.xml"/><Relationship Id="rId5" Type="http://schemas.openxmlformats.org/officeDocument/2006/relationships/image" Target="../media/image135.svg"/><Relationship Id="rId4" Type="http://schemas.openxmlformats.org/officeDocument/2006/relationships/image" Target="../media/image134.png"/></Relationships>
</file>

<file path=ppt/slideLayouts/_rels/slideLayout322.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image" Target="../media/image58.png"/><Relationship Id="rId1" Type="http://schemas.openxmlformats.org/officeDocument/2006/relationships/slideMaster" Target="../slideMasters/slideMaster5.xml"/><Relationship Id="rId6" Type="http://schemas.openxmlformats.org/officeDocument/2006/relationships/image" Target="../media/image135.svg"/><Relationship Id="rId5" Type="http://schemas.openxmlformats.org/officeDocument/2006/relationships/image" Target="../media/image134.png"/><Relationship Id="rId4" Type="http://schemas.openxmlformats.org/officeDocument/2006/relationships/image" Target="../media/image57.png"/></Relationships>
</file>

<file path=ppt/slideLayouts/_rels/slideLayout323.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Master" Target="../slideMasters/slideMaster5.xml"/><Relationship Id="rId5" Type="http://schemas.openxmlformats.org/officeDocument/2006/relationships/image" Target="../media/image135.svg"/><Relationship Id="rId4" Type="http://schemas.openxmlformats.org/officeDocument/2006/relationships/image" Target="../media/image134.png"/></Relationships>
</file>

<file path=ppt/slideLayouts/_rels/slideLayout324.xml.rels><?xml version="1.0" encoding="UTF-8" standalone="yes"?>
<Relationships xmlns="http://schemas.openxmlformats.org/package/2006/relationships"><Relationship Id="rId3" Type="http://schemas.openxmlformats.org/officeDocument/2006/relationships/image" Target="../media/image134.png"/><Relationship Id="rId2" Type="http://schemas.openxmlformats.org/officeDocument/2006/relationships/image" Target="../media/image60.png"/><Relationship Id="rId1" Type="http://schemas.openxmlformats.org/officeDocument/2006/relationships/slideMaster" Target="../slideMasters/slideMaster5.xml"/><Relationship Id="rId4" Type="http://schemas.openxmlformats.org/officeDocument/2006/relationships/image" Target="../media/image135.svg"/></Relationships>
</file>

<file path=ppt/slideLayouts/_rels/slideLayout325.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jpeg"/><Relationship Id="rId1" Type="http://schemas.openxmlformats.org/officeDocument/2006/relationships/slideMaster" Target="../slideMasters/slideMaster5.xml"/><Relationship Id="rId6" Type="http://schemas.openxmlformats.org/officeDocument/2006/relationships/image" Target="../media/image135.svg"/><Relationship Id="rId5" Type="http://schemas.openxmlformats.org/officeDocument/2006/relationships/image" Target="../media/image134.png"/><Relationship Id="rId4" Type="http://schemas.openxmlformats.org/officeDocument/2006/relationships/image" Target="../media/image60.png"/></Relationships>
</file>

<file path=ppt/slideLayouts/_rels/slideLayout326.xml.rels><?xml version="1.0" encoding="UTF-8" standalone="yes"?>
<Relationships xmlns="http://schemas.openxmlformats.org/package/2006/relationships"><Relationship Id="rId8" Type="http://schemas.openxmlformats.org/officeDocument/2006/relationships/image" Target="../media/image135.svg"/><Relationship Id="rId3" Type="http://schemas.openxmlformats.org/officeDocument/2006/relationships/image" Target="../media/image64.png"/><Relationship Id="rId7" Type="http://schemas.openxmlformats.org/officeDocument/2006/relationships/image" Target="../media/image134.png"/><Relationship Id="rId2" Type="http://schemas.openxmlformats.org/officeDocument/2006/relationships/image" Target="../media/image63.png"/><Relationship Id="rId1" Type="http://schemas.openxmlformats.org/officeDocument/2006/relationships/slideMaster" Target="../slideMasters/slideMaster5.xml"/><Relationship Id="rId6" Type="http://schemas.openxmlformats.org/officeDocument/2006/relationships/image" Target="../media/image65.png"/><Relationship Id="rId5" Type="http://schemas.openxmlformats.org/officeDocument/2006/relationships/image" Target="../media/image55.jpeg"/><Relationship Id="rId4" Type="http://schemas.microsoft.com/office/2007/relationships/hdphoto" Target="../media/hdphoto7.wdp"/></Relationships>
</file>

<file path=ppt/slideLayouts/_rels/slideLayout327.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6.png"/><Relationship Id="rId1" Type="http://schemas.openxmlformats.org/officeDocument/2006/relationships/slideMaster" Target="../slideMasters/slideMaster5.xml"/><Relationship Id="rId5" Type="http://schemas.openxmlformats.org/officeDocument/2006/relationships/image" Target="../media/image135.svg"/><Relationship Id="rId4" Type="http://schemas.openxmlformats.org/officeDocument/2006/relationships/image" Target="../media/image134.png"/></Relationships>
</file>

<file path=ppt/slideLayouts/_rels/slideLayout328.xml.rels><?xml version="1.0" encoding="UTF-8" standalone="yes"?>
<Relationships xmlns="http://schemas.openxmlformats.org/package/2006/relationships"><Relationship Id="rId2" Type="http://schemas.openxmlformats.org/officeDocument/2006/relationships/image" Target="../media/image54.jpeg"/><Relationship Id="rId1" Type="http://schemas.openxmlformats.org/officeDocument/2006/relationships/slideMaster" Target="../slideMasters/slideMaster5.xml"/></Relationships>
</file>

<file path=ppt/slideLayouts/_rels/slideLayout329.xml.rels><?xml version="1.0" encoding="UTF-8" standalone="yes"?>
<Relationships xmlns="http://schemas.openxmlformats.org/package/2006/relationships"><Relationship Id="rId2" Type="http://schemas.openxmlformats.org/officeDocument/2006/relationships/image" Target="../media/image67.jpeg"/><Relationship Id="rId1" Type="http://schemas.openxmlformats.org/officeDocument/2006/relationships/slideMaster" Target="../slideMasters/slideMaster5.xml"/></Relationships>
</file>

<file path=ppt/slideLayouts/_rels/slideLayout330.xml.rels><?xml version="1.0" encoding="UTF-8" standalone="yes"?>
<Relationships xmlns="http://schemas.openxmlformats.org/package/2006/relationships"><Relationship Id="rId2" Type="http://schemas.openxmlformats.org/officeDocument/2006/relationships/image" Target="../media/image54.jpeg"/><Relationship Id="rId1" Type="http://schemas.openxmlformats.org/officeDocument/2006/relationships/slideMaster" Target="../slideMasters/slideMaster5.xml"/></Relationships>
</file>

<file path=ppt/slideLayouts/_rels/slideLayout331.xml.rels><?xml version="1.0" encoding="UTF-8" standalone="yes"?>
<Relationships xmlns="http://schemas.openxmlformats.org/package/2006/relationships"><Relationship Id="rId2" Type="http://schemas.openxmlformats.org/officeDocument/2006/relationships/image" Target="../media/image68.jpeg"/><Relationship Id="rId1" Type="http://schemas.openxmlformats.org/officeDocument/2006/relationships/slideMaster" Target="../slideMasters/slideMaster5.xml"/></Relationships>
</file>

<file path=ppt/slideLayouts/_rels/slideLayout332.xml.rels><?xml version="1.0" encoding="UTF-8" standalone="yes"?>
<Relationships xmlns="http://schemas.openxmlformats.org/package/2006/relationships"><Relationship Id="rId2" Type="http://schemas.openxmlformats.org/officeDocument/2006/relationships/image" Target="../media/image68.jpeg"/><Relationship Id="rId1" Type="http://schemas.openxmlformats.org/officeDocument/2006/relationships/slideMaster" Target="../slideMasters/slideMaster5.xml"/></Relationships>
</file>

<file path=ppt/slideLayouts/_rels/slideLayout333.xml.rels><?xml version="1.0" encoding="UTF-8" standalone="yes"?>
<Relationships xmlns="http://schemas.openxmlformats.org/package/2006/relationships"><Relationship Id="rId3" Type="http://schemas.openxmlformats.org/officeDocument/2006/relationships/image" Target="../media/image70.jpeg"/><Relationship Id="rId2" Type="http://schemas.openxmlformats.org/officeDocument/2006/relationships/image" Target="../media/image69.jpeg"/><Relationship Id="rId1" Type="http://schemas.openxmlformats.org/officeDocument/2006/relationships/slideMaster" Target="../slideMasters/slideMaster5.xml"/></Relationships>
</file>

<file path=ppt/slideLayouts/_rels/slideLayout334.xml.rels><?xml version="1.0" encoding="UTF-8" standalone="yes"?>
<Relationships xmlns="http://schemas.openxmlformats.org/package/2006/relationships"><Relationship Id="rId3" Type="http://schemas.openxmlformats.org/officeDocument/2006/relationships/image" Target="../media/image72.jpeg"/><Relationship Id="rId2" Type="http://schemas.openxmlformats.org/officeDocument/2006/relationships/image" Target="../media/image71.jpeg"/><Relationship Id="rId1" Type="http://schemas.openxmlformats.org/officeDocument/2006/relationships/slideMaster" Target="../slideMasters/slideMaster5.xml"/><Relationship Id="rId4" Type="http://schemas.openxmlformats.org/officeDocument/2006/relationships/image" Target="../media/image73.png"/></Relationships>
</file>

<file path=ppt/slideLayouts/_rels/slideLayout335.xml.rels><?xml version="1.0" encoding="UTF-8" standalone="yes"?>
<Relationships xmlns="http://schemas.openxmlformats.org/package/2006/relationships"><Relationship Id="rId3" Type="http://schemas.openxmlformats.org/officeDocument/2006/relationships/image" Target="../media/image75.jpeg"/><Relationship Id="rId2" Type="http://schemas.openxmlformats.org/officeDocument/2006/relationships/image" Target="../media/image74.jpeg"/><Relationship Id="rId1" Type="http://schemas.openxmlformats.org/officeDocument/2006/relationships/slideMaster" Target="../slideMasters/slideMaster5.xml"/><Relationship Id="rId5" Type="http://schemas.openxmlformats.org/officeDocument/2006/relationships/image" Target="../media/image77.jpeg"/><Relationship Id="rId4" Type="http://schemas.openxmlformats.org/officeDocument/2006/relationships/image" Target="../media/image76.png"/></Relationships>
</file>

<file path=ppt/slideLayouts/_rels/slideLayout336.xml.rels><?xml version="1.0" encoding="UTF-8" standalone="yes"?>
<Relationships xmlns="http://schemas.openxmlformats.org/package/2006/relationships"><Relationship Id="rId3" Type="http://schemas.openxmlformats.org/officeDocument/2006/relationships/image" Target="../media/image79.jpeg"/><Relationship Id="rId2" Type="http://schemas.openxmlformats.org/officeDocument/2006/relationships/image" Target="../media/image78.jpeg"/><Relationship Id="rId1" Type="http://schemas.openxmlformats.org/officeDocument/2006/relationships/slideMaster" Target="../slideMasters/slideMaster5.xml"/></Relationships>
</file>

<file path=ppt/slideLayouts/_rels/slideLayout337.xml.rels><?xml version="1.0" encoding="UTF-8" standalone="yes"?>
<Relationships xmlns="http://schemas.openxmlformats.org/package/2006/relationships"><Relationship Id="rId3" Type="http://schemas.openxmlformats.org/officeDocument/2006/relationships/image" Target="../media/image81.jpeg"/><Relationship Id="rId2" Type="http://schemas.openxmlformats.org/officeDocument/2006/relationships/image" Target="../media/image80.jpeg"/><Relationship Id="rId1" Type="http://schemas.openxmlformats.org/officeDocument/2006/relationships/slideMaster" Target="../slideMasters/slideMaster5.xml"/><Relationship Id="rId4" Type="http://schemas.openxmlformats.org/officeDocument/2006/relationships/image" Target="../media/image82.png"/></Relationships>
</file>

<file path=ppt/slideLayouts/_rels/slideLayout338.xml.rels><?xml version="1.0" encoding="UTF-8" standalone="yes"?>
<Relationships xmlns="http://schemas.openxmlformats.org/package/2006/relationships"><Relationship Id="rId3" Type="http://schemas.openxmlformats.org/officeDocument/2006/relationships/image" Target="../media/image84.jpeg"/><Relationship Id="rId2" Type="http://schemas.openxmlformats.org/officeDocument/2006/relationships/image" Target="../media/image83.jpeg"/><Relationship Id="rId1" Type="http://schemas.openxmlformats.org/officeDocument/2006/relationships/slideMaster" Target="../slideMasters/slideMaster5.xml"/><Relationship Id="rId5" Type="http://schemas.openxmlformats.org/officeDocument/2006/relationships/image" Target="../media/image86.jpeg"/><Relationship Id="rId4" Type="http://schemas.openxmlformats.org/officeDocument/2006/relationships/image" Target="../media/image85.png"/></Relationships>
</file>

<file path=ppt/slideLayouts/_rels/slideLayout339.xml.rels><?xml version="1.0" encoding="UTF-8" standalone="yes"?>
<Relationships xmlns="http://schemas.openxmlformats.org/package/2006/relationships"><Relationship Id="rId3" Type="http://schemas.openxmlformats.org/officeDocument/2006/relationships/image" Target="../media/image88.jpeg"/><Relationship Id="rId2" Type="http://schemas.openxmlformats.org/officeDocument/2006/relationships/image" Target="../media/image87.jpeg"/><Relationship Id="rId1" Type="http://schemas.openxmlformats.org/officeDocument/2006/relationships/slideMaster" Target="../slideMasters/slideMaster5.xml"/><Relationship Id="rId6" Type="http://schemas.openxmlformats.org/officeDocument/2006/relationships/image" Target="../media/image91.jpeg"/><Relationship Id="rId5" Type="http://schemas.openxmlformats.org/officeDocument/2006/relationships/image" Target="../media/image90.jpeg"/><Relationship Id="rId4" Type="http://schemas.openxmlformats.org/officeDocument/2006/relationships/image" Target="../media/image89.png"/></Relationships>
</file>

<file path=ppt/slideLayouts/_rels/slideLayout340.xml.rels><?xml version="1.0" encoding="UTF-8" standalone="yes"?>
<Relationships xmlns="http://schemas.openxmlformats.org/package/2006/relationships"><Relationship Id="rId3" Type="http://schemas.openxmlformats.org/officeDocument/2006/relationships/image" Target="../media/image93.jpeg"/><Relationship Id="rId2" Type="http://schemas.openxmlformats.org/officeDocument/2006/relationships/image" Target="../media/image92.jpeg"/><Relationship Id="rId1" Type="http://schemas.openxmlformats.org/officeDocument/2006/relationships/slideMaster" Target="../slideMasters/slideMaster5.xml"/><Relationship Id="rId4" Type="http://schemas.openxmlformats.org/officeDocument/2006/relationships/image" Target="../media/image94.png"/></Relationships>
</file>

<file path=ppt/slideLayouts/_rels/slideLayout341.xml.rels><?xml version="1.0" encoding="UTF-8" standalone="yes"?>
<Relationships xmlns="http://schemas.openxmlformats.org/package/2006/relationships"><Relationship Id="rId3" Type="http://schemas.openxmlformats.org/officeDocument/2006/relationships/image" Target="../media/image93.jpeg"/><Relationship Id="rId2" Type="http://schemas.openxmlformats.org/officeDocument/2006/relationships/image" Target="../media/image92.jpeg"/><Relationship Id="rId1" Type="http://schemas.openxmlformats.org/officeDocument/2006/relationships/slideMaster" Target="../slideMasters/slideMaster5.xml"/><Relationship Id="rId5" Type="http://schemas.openxmlformats.org/officeDocument/2006/relationships/image" Target="../media/image95.jpeg"/><Relationship Id="rId4" Type="http://schemas.openxmlformats.org/officeDocument/2006/relationships/image" Target="../media/image94.png"/></Relationships>
</file>

<file path=ppt/slideLayouts/_rels/slideLayout342.xml.rels><?xml version="1.0" encoding="UTF-8" standalone="yes"?>
<Relationships xmlns="http://schemas.openxmlformats.org/package/2006/relationships"><Relationship Id="rId3" Type="http://schemas.openxmlformats.org/officeDocument/2006/relationships/image" Target="../media/image97.jpeg"/><Relationship Id="rId2" Type="http://schemas.openxmlformats.org/officeDocument/2006/relationships/image" Target="../media/image96.jpeg"/><Relationship Id="rId1" Type="http://schemas.openxmlformats.org/officeDocument/2006/relationships/slideMaster" Target="../slideMasters/slideMaster5.xml"/><Relationship Id="rId6" Type="http://schemas.openxmlformats.org/officeDocument/2006/relationships/image" Target="../media/image100.jpeg"/><Relationship Id="rId5" Type="http://schemas.openxmlformats.org/officeDocument/2006/relationships/image" Target="../media/image99.jpeg"/><Relationship Id="rId4" Type="http://schemas.openxmlformats.org/officeDocument/2006/relationships/image" Target="../media/image98.png"/></Relationships>
</file>

<file path=ppt/slideLayouts/_rels/slideLayout343.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image" Target="../media/image101.png"/><Relationship Id="rId1" Type="http://schemas.openxmlformats.org/officeDocument/2006/relationships/slideMaster" Target="../slideMasters/slideMaster5.xml"/></Relationships>
</file>

<file path=ppt/slideLayouts/_rels/slideLayout344.xml.rels><?xml version="1.0" encoding="UTF-8" standalone="yes"?>
<Relationships xmlns="http://schemas.openxmlformats.org/package/2006/relationships"><Relationship Id="rId2" Type="http://schemas.openxmlformats.org/officeDocument/2006/relationships/image" Target="../media/image137.png"/><Relationship Id="rId1" Type="http://schemas.openxmlformats.org/officeDocument/2006/relationships/slideMaster" Target="../slideMasters/slideMaster5.xml"/></Relationships>
</file>

<file path=ppt/slideLayouts/_rels/slideLayout345.xml.rels><?xml version="1.0" encoding="UTF-8" standalone="yes"?>
<Relationships xmlns="http://schemas.openxmlformats.org/package/2006/relationships"><Relationship Id="rId2" Type="http://schemas.openxmlformats.org/officeDocument/2006/relationships/image" Target="../media/image54.jpeg"/><Relationship Id="rId1" Type="http://schemas.openxmlformats.org/officeDocument/2006/relationships/slideMaster" Target="../slideMasters/slideMaster5.xml"/></Relationships>
</file>

<file path=ppt/slideLayouts/_rels/slideLayout346.xml.rels><?xml version="1.0" encoding="UTF-8" standalone="yes"?>
<Relationships xmlns="http://schemas.openxmlformats.org/package/2006/relationships"><Relationship Id="rId3" Type="http://schemas.openxmlformats.org/officeDocument/2006/relationships/image" Target="../media/image103.jpeg"/><Relationship Id="rId2" Type="http://schemas.openxmlformats.org/officeDocument/2006/relationships/image" Target="../media/image102.png"/><Relationship Id="rId1" Type="http://schemas.openxmlformats.org/officeDocument/2006/relationships/slideMaster" Target="../slideMasters/slideMaster5.xml"/></Relationships>
</file>

<file path=ppt/slideLayouts/_rels/slideLayout347.xml.rels><?xml version="1.0" encoding="UTF-8" standalone="yes"?>
<Relationships xmlns="http://schemas.openxmlformats.org/package/2006/relationships"><Relationship Id="rId3" Type="http://schemas.openxmlformats.org/officeDocument/2006/relationships/image" Target="../media/image105.jpeg"/><Relationship Id="rId2" Type="http://schemas.openxmlformats.org/officeDocument/2006/relationships/image" Target="../media/image104.jpeg"/><Relationship Id="rId1" Type="http://schemas.openxmlformats.org/officeDocument/2006/relationships/slideMaster" Target="../slideMasters/slideMaster5.xml"/></Relationships>
</file>

<file path=ppt/slideLayouts/_rels/slideLayout348.xml.rels><?xml version="1.0" encoding="UTF-8" standalone="yes"?>
<Relationships xmlns="http://schemas.openxmlformats.org/package/2006/relationships"><Relationship Id="rId2" Type="http://schemas.openxmlformats.org/officeDocument/2006/relationships/image" Target="../media/image106.jpeg"/><Relationship Id="rId1" Type="http://schemas.openxmlformats.org/officeDocument/2006/relationships/slideMaster" Target="../slideMasters/slideMaster5.xml"/></Relationships>
</file>

<file path=ppt/slideLayouts/_rels/slideLayout349.xml.rels><?xml version="1.0" encoding="UTF-8" standalone="yes"?>
<Relationships xmlns="http://schemas.openxmlformats.org/package/2006/relationships"><Relationship Id="rId3" Type="http://schemas.openxmlformats.org/officeDocument/2006/relationships/image" Target="../media/image134.png"/><Relationship Id="rId2" Type="http://schemas.openxmlformats.org/officeDocument/2006/relationships/image" Target="../media/image138.png"/><Relationship Id="rId1" Type="http://schemas.openxmlformats.org/officeDocument/2006/relationships/slideMaster" Target="../slideMasters/slideMaster5.xml"/><Relationship Id="rId4" Type="http://schemas.openxmlformats.org/officeDocument/2006/relationships/image" Target="../media/image135.svg"/></Relationships>
</file>

<file path=ppt/slideLayouts/_rels/slideLayout350.xml.rels><?xml version="1.0" encoding="UTF-8" standalone="yes"?>
<Relationships xmlns="http://schemas.openxmlformats.org/package/2006/relationships"><Relationship Id="rId2" Type="http://schemas.openxmlformats.org/officeDocument/2006/relationships/image" Target="../media/image108.jpeg"/><Relationship Id="rId1" Type="http://schemas.openxmlformats.org/officeDocument/2006/relationships/slideMaster" Target="../slideMasters/slideMaster5.xml"/></Relationships>
</file>

<file path=ppt/slideLayouts/_rels/slideLayout351.xml.rels><?xml version="1.0" encoding="UTF-8" standalone="yes"?>
<Relationships xmlns="http://schemas.openxmlformats.org/package/2006/relationships"><Relationship Id="rId2" Type="http://schemas.openxmlformats.org/officeDocument/2006/relationships/image" Target="../media/image109.jpeg"/><Relationship Id="rId1" Type="http://schemas.openxmlformats.org/officeDocument/2006/relationships/slideMaster" Target="../slideMasters/slideMaster5.xml"/></Relationships>
</file>

<file path=ppt/slideLayouts/_rels/slideLayout352.xml.rels><?xml version="1.0" encoding="UTF-8" standalone="yes"?>
<Relationships xmlns="http://schemas.openxmlformats.org/package/2006/relationships"><Relationship Id="rId2" Type="http://schemas.openxmlformats.org/officeDocument/2006/relationships/image" Target="../media/image110.jpeg"/><Relationship Id="rId1" Type="http://schemas.openxmlformats.org/officeDocument/2006/relationships/slideMaster" Target="../slideMasters/slideMaster5.xml"/></Relationships>
</file>

<file path=ppt/slideLayouts/_rels/slideLayout353.xml.rels><?xml version="1.0" encoding="UTF-8" standalone="yes"?>
<Relationships xmlns="http://schemas.openxmlformats.org/package/2006/relationships"><Relationship Id="rId2" Type="http://schemas.openxmlformats.org/officeDocument/2006/relationships/image" Target="../media/image111.png"/><Relationship Id="rId1" Type="http://schemas.openxmlformats.org/officeDocument/2006/relationships/slideMaster" Target="../slideMasters/slideMaster5.xml"/></Relationships>
</file>

<file path=ppt/slideLayouts/_rels/slideLayout354.xml.rels><?xml version="1.0" encoding="UTF-8" standalone="yes"?>
<Relationships xmlns="http://schemas.openxmlformats.org/package/2006/relationships"><Relationship Id="rId2" Type="http://schemas.openxmlformats.org/officeDocument/2006/relationships/image" Target="../media/image112.png"/><Relationship Id="rId1" Type="http://schemas.openxmlformats.org/officeDocument/2006/relationships/slideMaster" Target="../slideMasters/slideMaster5.xml"/></Relationships>
</file>

<file path=ppt/slideLayouts/_rels/slideLayout3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60.xml.rels><?xml version="1.0" encoding="UTF-8" standalone="yes"?>
<Relationships xmlns="http://schemas.openxmlformats.org/package/2006/relationships"><Relationship Id="rId2" Type="http://schemas.openxmlformats.org/officeDocument/2006/relationships/image" Target="../media/image111.png"/><Relationship Id="rId1" Type="http://schemas.openxmlformats.org/officeDocument/2006/relationships/slideMaster" Target="../slideMasters/slideMaster5.xml"/></Relationships>
</file>

<file path=ppt/slideLayouts/_rels/slideLayout361.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Master" Target="../slideMasters/slideMaster5.xml"/></Relationships>
</file>

<file path=ppt/slideLayouts/_rels/slideLayout362.xml.rels><?xml version="1.0" encoding="UTF-8" standalone="yes"?>
<Relationships xmlns="http://schemas.openxmlformats.org/package/2006/relationships"><Relationship Id="rId2" Type="http://schemas.openxmlformats.org/officeDocument/2006/relationships/image" Target="../media/image112.png"/><Relationship Id="rId1" Type="http://schemas.openxmlformats.org/officeDocument/2006/relationships/slideMaster" Target="../slideMasters/slideMaster5.xml"/></Relationships>
</file>

<file path=ppt/slideLayouts/_rels/slideLayout363.xml.rels><?xml version="1.0" encoding="UTF-8" standalone="yes"?>
<Relationships xmlns="http://schemas.openxmlformats.org/package/2006/relationships"><Relationship Id="rId2" Type="http://schemas.openxmlformats.org/officeDocument/2006/relationships/image" Target="../media/image113.png"/><Relationship Id="rId1" Type="http://schemas.openxmlformats.org/officeDocument/2006/relationships/slideMaster" Target="../slideMasters/slideMaster5.xml"/></Relationships>
</file>

<file path=ppt/slideLayouts/_rels/slideLayout364.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image" Target="../media/image114.png"/><Relationship Id="rId1" Type="http://schemas.openxmlformats.org/officeDocument/2006/relationships/slideMaster" Target="../slideMasters/slideMaster5.xml"/><Relationship Id="rId4" Type="http://schemas.microsoft.com/office/2007/relationships/hdphoto" Target="../media/hdphoto8.wdp"/></Relationships>
</file>

<file path=ppt/slideLayouts/_rels/slideLayout365.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image" Target="../media/image116.png"/><Relationship Id="rId1" Type="http://schemas.openxmlformats.org/officeDocument/2006/relationships/slideMaster" Target="../slideMasters/slideMaster5.xml"/><Relationship Id="rId4" Type="http://schemas.openxmlformats.org/officeDocument/2006/relationships/image" Target="../media/image118.svg"/></Relationships>
</file>

<file path=ppt/slideLayouts/_rels/slideLayout366.xml.rels><?xml version="1.0" encoding="UTF-8" standalone="yes"?>
<Relationships xmlns="http://schemas.openxmlformats.org/package/2006/relationships"><Relationship Id="rId2" Type="http://schemas.openxmlformats.org/officeDocument/2006/relationships/image" Target="../media/image119.png"/><Relationship Id="rId1" Type="http://schemas.openxmlformats.org/officeDocument/2006/relationships/slideMaster" Target="../slideMasters/slideMaster5.xml"/></Relationships>
</file>

<file path=ppt/slideLayouts/_rels/slideLayout367.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Master" Target="../slideMasters/slideMaster5.xml"/></Relationships>
</file>

<file path=ppt/slideLayouts/_rels/slideLayout368.xml.rels><?xml version="1.0" encoding="UTF-8" standalone="yes"?>
<Relationships xmlns="http://schemas.openxmlformats.org/package/2006/relationships"><Relationship Id="rId2" Type="http://schemas.openxmlformats.org/officeDocument/2006/relationships/image" Target="../media/image121.png"/><Relationship Id="rId1" Type="http://schemas.openxmlformats.org/officeDocument/2006/relationships/slideMaster" Target="../slideMasters/slideMaster5.xml"/></Relationships>
</file>

<file path=ppt/slideLayouts/_rels/slideLayout369.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0.png"/><Relationship Id="rId1" Type="http://schemas.openxmlformats.org/officeDocument/2006/relationships/slideMaster" Target="../slideMasters/slideMaster5.xml"/><Relationship Id="rId5" Type="http://schemas.openxmlformats.org/officeDocument/2006/relationships/image" Target="../media/image123.svg"/><Relationship Id="rId4" Type="http://schemas.openxmlformats.org/officeDocument/2006/relationships/image" Target="../media/image122.png"/></Relationships>
</file>

<file path=ppt/slideLayouts/_rels/slideLayout370.xml.rels><?xml version="1.0" encoding="UTF-8" standalone="yes"?>
<Relationships xmlns="http://schemas.openxmlformats.org/package/2006/relationships"><Relationship Id="rId3" Type="http://schemas.openxmlformats.org/officeDocument/2006/relationships/image" Target="../media/image125.svg"/><Relationship Id="rId2" Type="http://schemas.openxmlformats.org/officeDocument/2006/relationships/image" Target="../media/image124.png"/><Relationship Id="rId1" Type="http://schemas.openxmlformats.org/officeDocument/2006/relationships/slideMaster" Target="../slideMasters/slideMaster5.xml"/></Relationships>
</file>

<file path=ppt/slideLayouts/_rels/slideLayout371.xml.rels><?xml version="1.0" encoding="UTF-8" standalone="yes"?>
<Relationships xmlns="http://schemas.openxmlformats.org/package/2006/relationships"><Relationship Id="rId2" Type="http://schemas.openxmlformats.org/officeDocument/2006/relationships/image" Target="../media/image126.jpeg"/><Relationship Id="rId1" Type="http://schemas.openxmlformats.org/officeDocument/2006/relationships/slideMaster" Target="../slideMasters/slideMaster5.xml"/></Relationships>
</file>

<file path=ppt/slideLayouts/_rels/slideLayout37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7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7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7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7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77.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Master" Target="../slideMasters/slideMaster5.xml"/></Relationships>
</file>

<file path=ppt/slideLayouts/_rels/slideLayout378.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image" Target="../media/image110.jpeg"/><Relationship Id="rId1" Type="http://schemas.openxmlformats.org/officeDocument/2006/relationships/slideMaster" Target="../slideMasters/slideMaster5.xml"/></Relationships>
</file>

<file path=ppt/slideLayouts/_rels/slideLayout379.xml.rels><?xml version="1.0" encoding="UTF-8" standalone="yes"?>
<Relationships xmlns="http://schemas.openxmlformats.org/package/2006/relationships"><Relationship Id="rId3" Type="http://schemas.openxmlformats.org/officeDocument/2006/relationships/image" Target="../media/image128.emf"/><Relationship Id="rId2" Type="http://schemas.openxmlformats.org/officeDocument/2006/relationships/image" Target="../media/image127.jpeg"/><Relationship Id="rId1" Type="http://schemas.openxmlformats.org/officeDocument/2006/relationships/slideMaster" Target="../slideMasters/slideMaster5.xml"/></Relationships>
</file>

<file path=ppt/slideLayouts/_rels/slideLayout380.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Master" Target="../slideMasters/slideMaster5.xml"/></Relationships>
</file>

<file path=ppt/slideLayouts/_rels/slideLayout381.xml.rels><?xml version="1.0" encoding="UTF-8" standalone="yes"?>
<Relationships xmlns="http://schemas.openxmlformats.org/package/2006/relationships"><Relationship Id="rId2" Type="http://schemas.openxmlformats.org/officeDocument/2006/relationships/image" Target="../media/image54.jpeg"/><Relationship Id="rId1" Type="http://schemas.openxmlformats.org/officeDocument/2006/relationships/slideMaster" Target="../slideMasters/slideMaster5.xml"/></Relationships>
</file>

<file path=ppt/slideLayouts/_rels/slideLayout382.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Master" Target="../slideMasters/slideMaster5.xml"/></Relationships>
</file>

<file path=ppt/slideLayouts/_rels/slideLayout383.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jpeg"/><Relationship Id="rId1" Type="http://schemas.openxmlformats.org/officeDocument/2006/relationships/slideMaster" Target="../slideMasters/slideMaster5.xml"/><Relationship Id="rId4" Type="http://schemas.openxmlformats.org/officeDocument/2006/relationships/image" Target="../media/image60.png"/></Relationships>
</file>

<file path=ppt/slideLayouts/_rels/slideLayout384.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Master" Target="../slideMasters/slideMaster5.xml"/><Relationship Id="rId6" Type="http://schemas.openxmlformats.org/officeDocument/2006/relationships/image" Target="../media/image65.png"/><Relationship Id="rId5" Type="http://schemas.openxmlformats.org/officeDocument/2006/relationships/image" Target="../media/image55.jpeg"/><Relationship Id="rId4" Type="http://schemas.microsoft.com/office/2007/relationships/hdphoto" Target="../media/hdphoto7.wdp"/></Relationships>
</file>

<file path=ppt/slideLayouts/_rels/slideLayout385.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6.png"/><Relationship Id="rId1" Type="http://schemas.openxmlformats.org/officeDocument/2006/relationships/slideMaster" Target="../slideMasters/slideMaster5.xml"/></Relationships>
</file>

<file path=ppt/slideLayouts/_rels/slideLayout38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lank Title">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1A8F596-547C-B5A5-29A4-C0DF26B8B3AF}"/>
              </a:ext>
              <a:ext uri="{C183D7F6-B498-43B3-948B-1728B52AA6E4}">
                <adec:decorative xmlns:adec="http://schemas.microsoft.com/office/drawing/2017/decorative" val="1"/>
              </a:ext>
            </a:extLst>
          </p:cNvPr>
          <p:cNvPicPr>
            <a:picLocks noChangeAspect="1"/>
          </p:cNvPicPr>
          <p:nvPr userDrawn="1"/>
        </p:nvPicPr>
        <p:blipFill rotWithShape="1">
          <a:blip r:embed="rId2"/>
          <a:srcRect l="10595" t="987" r="10595"/>
          <a:stretch/>
        </p:blipFill>
        <p:spPr>
          <a:xfrm>
            <a:off x="0" y="3344"/>
            <a:ext cx="12192000" cy="6858000"/>
          </a:xfrm>
          <a:prstGeom prst="rect">
            <a:avLst/>
          </a:prstGeom>
        </p:spPr>
      </p:pic>
      <p:sp>
        <p:nvSpPr>
          <p:cNvPr id="3" name="Title 1">
            <a:extLst>
              <a:ext uri="{FF2B5EF4-FFF2-40B4-BE49-F238E27FC236}">
                <a16:creationId xmlns:a16="http://schemas.microsoft.com/office/drawing/2014/main" id="{4C4137C1-5AB0-04F6-B131-357385A94C29}"/>
              </a:ext>
            </a:extLst>
          </p:cNvPr>
          <p:cNvSpPr>
            <a:spLocks noGrp="1"/>
          </p:cNvSpPr>
          <p:nvPr>
            <p:ph type="title" hasCustomPrompt="1"/>
          </p:nvPr>
        </p:nvSpPr>
        <p:spPr>
          <a:xfrm>
            <a:off x="582043" y="2875002"/>
            <a:ext cx="3616326" cy="1107996"/>
          </a:xfrm>
          <a:noFill/>
        </p:spPr>
        <p:txBody>
          <a:bodyPr wrap="square" lIns="0" tIns="0" rIns="0" bIns="0" anchor="b" anchorCtr="0">
            <a:spAutoFit/>
          </a:bodyPr>
          <a:lstStyle>
            <a:lvl1pPr>
              <a:defRPr sz="3600" spc="-50" baseline="0">
                <a:solidFill>
                  <a:srgbClr val="000000"/>
                </a:solidFill>
                <a:latin typeface="+mj-lt"/>
                <a:cs typeface="Segoe UI" panose="020B0502040204020203" pitchFamily="34" charset="0"/>
              </a:defRPr>
            </a:lvl1pPr>
          </a:lstStyle>
          <a:p>
            <a:r>
              <a:rPr lang="en-US"/>
              <a:t>Event name or presentation title </a:t>
            </a:r>
          </a:p>
        </p:txBody>
      </p:sp>
      <p:pic>
        <p:nvPicPr>
          <p:cNvPr id="7" name="Graphic 6" descr="Microsoft 365 logo">
            <a:extLst>
              <a:ext uri="{FF2B5EF4-FFF2-40B4-BE49-F238E27FC236}">
                <a16:creationId xmlns:a16="http://schemas.microsoft.com/office/drawing/2014/main" id="{8E4092CF-FA50-AAC8-776C-9625BE102009}"/>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338756" y="333867"/>
            <a:ext cx="1812544" cy="292608"/>
          </a:xfrm>
          <a:prstGeom prst="rect">
            <a:avLst/>
          </a:prstGeom>
        </p:spPr>
      </p:pic>
    </p:spTree>
    <p:extLst>
      <p:ext uri="{BB962C8B-B14F-4D97-AF65-F5344CB8AC3E}">
        <p14:creationId xmlns:p14="http://schemas.microsoft.com/office/powerpoint/2010/main" val="203227443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55">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Generic Content">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F4ECF35-723D-F2B7-1D90-B4C36BB5B1C0}"/>
              </a:ext>
              <a:ext uri="{C183D7F6-B498-43B3-948B-1728B52AA6E4}">
                <adec:decorative xmlns:adec="http://schemas.microsoft.com/office/drawing/2017/decorative" val="1"/>
              </a:ext>
            </a:extLst>
          </p:cNvPr>
          <p:cNvPicPr>
            <a:picLocks noChangeAspect="1"/>
          </p:cNvPicPr>
          <p:nvPr userDrawn="1"/>
        </p:nvPicPr>
        <p:blipFill rotWithShape="1">
          <a:blip r:embed="rId2"/>
          <a:srcRect l="10595" t="987" r="10595"/>
          <a:stretch/>
        </p:blipFill>
        <p:spPr>
          <a:xfrm>
            <a:off x="0" y="3344"/>
            <a:ext cx="12192000" cy="6858000"/>
          </a:xfrm>
          <a:prstGeom prst="rect">
            <a:avLst/>
          </a:prstGeom>
        </p:spPr>
      </p:pic>
      <p:sp>
        <p:nvSpPr>
          <p:cNvPr id="2" name="Text Placeholder 6">
            <a:extLst>
              <a:ext uri="{FF2B5EF4-FFF2-40B4-BE49-F238E27FC236}">
                <a16:creationId xmlns:a16="http://schemas.microsoft.com/office/drawing/2014/main" id="{3D422FFC-EA02-C1BD-8FF4-CB3C908099CE}"/>
              </a:ext>
            </a:extLst>
          </p:cNvPr>
          <p:cNvSpPr>
            <a:spLocks noGrp="1"/>
          </p:cNvSpPr>
          <p:nvPr>
            <p:ph type="body" sz="quarter" idx="10"/>
          </p:nvPr>
        </p:nvSpPr>
        <p:spPr>
          <a:xfrm>
            <a:off x="422758" y="423307"/>
            <a:ext cx="7369175" cy="430887"/>
          </a:xfrm>
        </p:spPr>
        <p:txBody>
          <a:bodyPr/>
          <a:lstStyle>
            <a:lvl1pPr marL="0" indent="0">
              <a:buNone/>
              <a:defRPr sz="2800">
                <a:solidFill>
                  <a:schemeClr val="tx1"/>
                </a:solidFill>
                <a:latin typeface="+mj-lt"/>
              </a:defRPr>
            </a:lvl1pPr>
            <a:lvl2pPr>
              <a:defRPr sz="1800">
                <a:solidFill>
                  <a:schemeClr val="bg1"/>
                </a:solidFill>
              </a:defRPr>
            </a:lvl2pPr>
            <a:lvl3pPr>
              <a:defRPr sz="1800">
                <a:solidFill>
                  <a:schemeClr val="bg1"/>
                </a:solidFill>
              </a:defRPr>
            </a:lvl3pPr>
            <a:lvl4pPr>
              <a:defRPr sz="1800">
                <a:solidFill>
                  <a:schemeClr val="bg1"/>
                </a:solidFill>
              </a:defRPr>
            </a:lvl4pPr>
            <a:lvl5pPr marL="855663" indent="0">
              <a:buNone/>
              <a:defRPr sz="1800">
                <a:solidFill>
                  <a:schemeClr val="bg1"/>
                </a:solidFill>
              </a:defRPr>
            </a:lvl5pPr>
          </a:lstStyle>
          <a:p>
            <a:pPr lvl="0"/>
            <a:r>
              <a:rPr lang="en-US"/>
              <a:t>Click to edit Master text styles</a:t>
            </a:r>
          </a:p>
        </p:txBody>
      </p:sp>
      <p:sp>
        <p:nvSpPr>
          <p:cNvPr id="3" name="Text Placeholder 6">
            <a:extLst>
              <a:ext uri="{FF2B5EF4-FFF2-40B4-BE49-F238E27FC236}">
                <a16:creationId xmlns:a16="http://schemas.microsoft.com/office/drawing/2014/main" id="{6728B42B-9012-5BF6-DA67-E5DFCDD58F87}"/>
              </a:ext>
            </a:extLst>
          </p:cNvPr>
          <p:cNvSpPr>
            <a:spLocks noGrp="1"/>
          </p:cNvSpPr>
          <p:nvPr>
            <p:ph type="body" sz="quarter" idx="11"/>
          </p:nvPr>
        </p:nvSpPr>
        <p:spPr>
          <a:xfrm>
            <a:off x="415771" y="864830"/>
            <a:ext cx="7369175" cy="215444"/>
          </a:xfrm>
        </p:spPr>
        <p:txBody>
          <a:bodyPr/>
          <a:lstStyle>
            <a:lvl1pPr marL="0" indent="0">
              <a:buNone/>
              <a:defRPr sz="1400">
                <a:solidFill>
                  <a:schemeClr val="tx1"/>
                </a:solidFill>
                <a:latin typeface="+mn-lt"/>
              </a:defRPr>
            </a:lvl1pPr>
            <a:lvl2pPr>
              <a:defRPr sz="1800">
                <a:solidFill>
                  <a:schemeClr val="bg1"/>
                </a:solidFill>
              </a:defRPr>
            </a:lvl2pPr>
            <a:lvl3pPr>
              <a:defRPr sz="1800">
                <a:solidFill>
                  <a:schemeClr val="bg1"/>
                </a:solidFill>
              </a:defRPr>
            </a:lvl3pPr>
            <a:lvl4pPr>
              <a:defRPr sz="1800">
                <a:solidFill>
                  <a:schemeClr val="bg1"/>
                </a:solidFill>
              </a:defRPr>
            </a:lvl4pPr>
            <a:lvl5pPr marL="855663" indent="0">
              <a:buNone/>
              <a:defRPr sz="1800">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92560795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DC112AB-8E9F-E783-5858-FE7A4FA3BDFA}"/>
              </a:ext>
              <a:ext uri="{C183D7F6-B498-43B3-948B-1728B52AA6E4}">
                <adec:decorative xmlns:adec="http://schemas.microsoft.com/office/drawing/2017/decorative" val="1"/>
              </a:ext>
            </a:extLst>
          </p:cNvPr>
          <p:cNvPicPr>
            <a:picLocks noChangeAspect="1"/>
          </p:cNvPicPr>
          <p:nvPr userDrawn="1"/>
        </p:nvPicPr>
        <p:blipFill rotWithShape="1">
          <a:blip r:embed="rId2"/>
          <a:srcRect l="10595" t="987" r="10595"/>
          <a:stretch/>
        </p:blipFill>
        <p:spPr>
          <a:xfrm>
            <a:off x="0" y="3344"/>
            <a:ext cx="12192000" cy="6858000"/>
          </a:xfrm>
          <a:prstGeom prst="rect">
            <a:avLst/>
          </a:prstGeom>
        </p:spPr>
      </p:pic>
      <p:sp>
        <p:nvSpPr>
          <p:cNvPr id="2" name="Content Placeholder 3">
            <a:extLst>
              <a:ext uri="{FF2B5EF4-FFF2-40B4-BE49-F238E27FC236}">
                <a16:creationId xmlns:a16="http://schemas.microsoft.com/office/drawing/2014/main" id="{A401D12F-2BC3-7B54-DC2B-87E89B7980E6}"/>
              </a:ext>
            </a:extLst>
          </p:cNvPr>
          <p:cNvSpPr>
            <a:spLocks noGrp="1"/>
          </p:cNvSpPr>
          <p:nvPr>
            <p:ph sz="quarter" idx="12"/>
          </p:nvPr>
        </p:nvSpPr>
        <p:spPr>
          <a:xfrm>
            <a:off x="415771" y="1337911"/>
            <a:ext cx="11375176" cy="52502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6">
            <a:extLst>
              <a:ext uri="{FF2B5EF4-FFF2-40B4-BE49-F238E27FC236}">
                <a16:creationId xmlns:a16="http://schemas.microsoft.com/office/drawing/2014/main" id="{1F1EB903-C333-8D9A-6046-4FCB8B25ABA2}"/>
              </a:ext>
            </a:extLst>
          </p:cNvPr>
          <p:cNvSpPr>
            <a:spLocks noGrp="1"/>
          </p:cNvSpPr>
          <p:nvPr>
            <p:ph type="body" sz="quarter" idx="10"/>
          </p:nvPr>
        </p:nvSpPr>
        <p:spPr>
          <a:xfrm>
            <a:off x="422758" y="423307"/>
            <a:ext cx="7369175" cy="430887"/>
          </a:xfrm>
        </p:spPr>
        <p:txBody>
          <a:bodyPr/>
          <a:lstStyle>
            <a:lvl1pPr marL="0" indent="0">
              <a:buNone/>
              <a:defRPr sz="2800">
                <a:solidFill>
                  <a:schemeClr val="tx1"/>
                </a:solidFill>
                <a:latin typeface="+mj-lt"/>
              </a:defRPr>
            </a:lvl1pPr>
            <a:lvl2pPr>
              <a:defRPr sz="1800">
                <a:solidFill>
                  <a:schemeClr val="bg1"/>
                </a:solidFill>
              </a:defRPr>
            </a:lvl2pPr>
            <a:lvl3pPr>
              <a:defRPr sz="1800">
                <a:solidFill>
                  <a:schemeClr val="bg1"/>
                </a:solidFill>
              </a:defRPr>
            </a:lvl3pPr>
            <a:lvl4pPr>
              <a:defRPr sz="1800">
                <a:solidFill>
                  <a:schemeClr val="bg1"/>
                </a:solidFill>
              </a:defRPr>
            </a:lvl4pPr>
            <a:lvl5pPr marL="855663" indent="0">
              <a:buNone/>
              <a:defRPr sz="1800">
                <a:solidFill>
                  <a:schemeClr val="bg1"/>
                </a:solidFill>
              </a:defRPr>
            </a:lvl5pPr>
          </a:lstStyle>
          <a:p>
            <a:pPr lvl="0"/>
            <a:r>
              <a:rPr lang="en-US"/>
              <a:t>Click to edit Master text styles</a:t>
            </a:r>
          </a:p>
        </p:txBody>
      </p:sp>
      <p:sp>
        <p:nvSpPr>
          <p:cNvPr id="4" name="Text Placeholder 6">
            <a:extLst>
              <a:ext uri="{FF2B5EF4-FFF2-40B4-BE49-F238E27FC236}">
                <a16:creationId xmlns:a16="http://schemas.microsoft.com/office/drawing/2014/main" id="{EC45E19A-4450-1708-9BFC-9F757AD188EA}"/>
              </a:ext>
            </a:extLst>
          </p:cNvPr>
          <p:cNvSpPr>
            <a:spLocks noGrp="1"/>
          </p:cNvSpPr>
          <p:nvPr>
            <p:ph type="body" sz="quarter" idx="11"/>
          </p:nvPr>
        </p:nvSpPr>
        <p:spPr>
          <a:xfrm>
            <a:off x="415771" y="864830"/>
            <a:ext cx="7369175" cy="215444"/>
          </a:xfrm>
        </p:spPr>
        <p:txBody>
          <a:bodyPr/>
          <a:lstStyle>
            <a:lvl1pPr marL="0" indent="0">
              <a:buNone/>
              <a:defRPr sz="1400">
                <a:solidFill>
                  <a:schemeClr val="tx1"/>
                </a:solidFill>
                <a:latin typeface="+mn-lt"/>
              </a:defRPr>
            </a:lvl1pPr>
            <a:lvl2pPr>
              <a:defRPr sz="1800">
                <a:solidFill>
                  <a:schemeClr val="bg1"/>
                </a:solidFill>
              </a:defRPr>
            </a:lvl2pPr>
            <a:lvl3pPr>
              <a:defRPr sz="1800">
                <a:solidFill>
                  <a:schemeClr val="bg1"/>
                </a:solidFill>
              </a:defRPr>
            </a:lvl3pPr>
            <a:lvl4pPr>
              <a:defRPr sz="1800">
                <a:solidFill>
                  <a:schemeClr val="bg1"/>
                </a:solidFill>
              </a:defRPr>
            </a:lvl4pPr>
            <a:lvl5pPr marL="855663" indent="0">
              <a:buNone/>
              <a:defRPr sz="1800">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177327098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78BA1C3-7D14-9C81-F7F8-A3A7AFB08566}"/>
              </a:ext>
              <a:ext uri="{C183D7F6-B498-43B3-948B-1728B52AA6E4}">
                <adec:decorative xmlns:adec="http://schemas.microsoft.com/office/drawing/2017/decorative" val="1"/>
              </a:ext>
            </a:extLst>
          </p:cNvPr>
          <p:cNvPicPr>
            <a:picLocks noChangeAspect="1"/>
          </p:cNvPicPr>
          <p:nvPr userDrawn="1"/>
        </p:nvPicPr>
        <p:blipFill rotWithShape="1">
          <a:blip r:embed="rId2"/>
          <a:srcRect l="10595" t="987" r="10595"/>
          <a:stretch/>
        </p:blipFill>
        <p:spPr>
          <a:xfrm>
            <a:off x="0" y="3344"/>
            <a:ext cx="12192000" cy="6858000"/>
          </a:xfrm>
          <a:prstGeom prst="rect">
            <a:avLst/>
          </a:prstGeom>
        </p:spPr>
      </p:pic>
      <p:sp>
        <p:nvSpPr>
          <p:cNvPr id="5" name="Text Placeholder 6">
            <a:extLst>
              <a:ext uri="{FF2B5EF4-FFF2-40B4-BE49-F238E27FC236}">
                <a16:creationId xmlns:a16="http://schemas.microsoft.com/office/drawing/2014/main" id="{87A16C65-2AB9-B406-D55D-D3E0B29CED77}"/>
              </a:ext>
            </a:extLst>
          </p:cNvPr>
          <p:cNvSpPr>
            <a:spLocks noGrp="1"/>
          </p:cNvSpPr>
          <p:nvPr>
            <p:ph type="body" sz="quarter" idx="10"/>
          </p:nvPr>
        </p:nvSpPr>
        <p:spPr>
          <a:xfrm>
            <a:off x="422758" y="423307"/>
            <a:ext cx="7369175" cy="430887"/>
          </a:xfrm>
        </p:spPr>
        <p:txBody>
          <a:bodyPr/>
          <a:lstStyle>
            <a:lvl1pPr marL="0" indent="0">
              <a:buNone/>
              <a:defRPr sz="2800">
                <a:solidFill>
                  <a:schemeClr val="tx1"/>
                </a:solidFill>
                <a:latin typeface="+mj-lt"/>
              </a:defRPr>
            </a:lvl1pPr>
            <a:lvl2pPr>
              <a:defRPr sz="1800">
                <a:solidFill>
                  <a:schemeClr val="bg1"/>
                </a:solidFill>
              </a:defRPr>
            </a:lvl2pPr>
            <a:lvl3pPr>
              <a:defRPr sz="1800">
                <a:solidFill>
                  <a:schemeClr val="bg1"/>
                </a:solidFill>
              </a:defRPr>
            </a:lvl3pPr>
            <a:lvl4pPr>
              <a:defRPr sz="1800">
                <a:solidFill>
                  <a:schemeClr val="bg1"/>
                </a:solidFill>
              </a:defRPr>
            </a:lvl4pPr>
            <a:lvl5pPr marL="855663" indent="0">
              <a:buNone/>
              <a:defRPr sz="1800">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4165910503"/>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Only with Content">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AE82CCF-B6FF-494E-D7EF-177263462566}"/>
              </a:ext>
              <a:ext uri="{C183D7F6-B498-43B3-948B-1728B52AA6E4}">
                <adec:decorative xmlns:adec="http://schemas.microsoft.com/office/drawing/2017/decorative" val="1"/>
              </a:ext>
            </a:extLst>
          </p:cNvPr>
          <p:cNvPicPr>
            <a:picLocks noChangeAspect="1"/>
          </p:cNvPicPr>
          <p:nvPr userDrawn="1"/>
        </p:nvPicPr>
        <p:blipFill rotWithShape="1">
          <a:blip r:embed="rId2"/>
          <a:srcRect l="10595" t="987" r="10595"/>
          <a:stretch/>
        </p:blipFill>
        <p:spPr>
          <a:xfrm>
            <a:off x="0" y="3344"/>
            <a:ext cx="12192000" cy="6858000"/>
          </a:xfrm>
          <a:prstGeom prst="rect">
            <a:avLst/>
          </a:prstGeom>
        </p:spPr>
      </p:pic>
      <p:sp>
        <p:nvSpPr>
          <p:cNvPr id="4" name="Content Placeholder 3">
            <a:extLst>
              <a:ext uri="{FF2B5EF4-FFF2-40B4-BE49-F238E27FC236}">
                <a16:creationId xmlns:a16="http://schemas.microsoft.com/office/drawing/2014/main" id="{645F9357-D518-D95A-360B-C3CDE9620E68}"/>
              </a:ext>
            </a:extLst>
          </p:cNvPr>
          <p:cNvSpPr>
            <a:spLocks noGrp="1"/>
          </p:cNvSpPr>
          <p:nvPr>
            <p:ph sz="quarter" idx="10"/>
          </p:nvPr>
        </p:nvSpPr>
        <p:spPr>
          <a:xfrm>
            <a:off x="422758" y="1337911"/>
            <a:ext cx="11267124" cy="52502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6">
            <a:extLst>
              <a:ext uri="{FF2B5EF4-FFF2-40B4-BE49-F238E27FC236}">
                <a16:creationId xmlns:a16="http://schemas.microsoft.com/office/drawing/2014/main" id="{392610A9-A4E2-EF10-073C-C14B5008637A}"/>
              </a:ext>
            </a:extLst>
          </p:cNvPr>
          <p:cNvSpPr>
            <a:spLocks noGrp="1"/>
          </p:cNvSpPr>
          <p:nvPr>
            <p:ph type="body" sz="quarter" idx="11"/>
          </p:nvPr>
        </p:nvSpPr>
        <p:spPr>
          <a:xfrm>
            <a:off x="422758" y="423307"/>
            <a:ext cx="7369175" cy="430887"/>
          </a:xfrm>
        </p:spPr>
        <p:txBody>
          <a:bodyPr/>
          <a:lstStyle>
            <a:lvl1pPr marL="0" indent="0">
              <a:buNone/>
              <a:defRPr sz="2800">
                <a:solidFill>
                  <a:schemeClr val="tx1"/>
                </a:solidFill>
                <a:latin typeface="+mj-lt"/>
              </a:defRPr>
            </a:lvl1pPr>
            <a:lvl2pPr>
              <a:defRPr sz="1800">
                <a:solidFill>
                  <a:schemeClr val="bg1"/>
                </a:solidFill>
              </a:defRPr>
            </a:lvl2pPr>
            <a:lvl3pPr>
              <a:defRPr sz="1800">
                <a:solidFill>
                  <a:schemeClr val="bg1"/>
                </a:solidFill>
              </a:defRPr>
            </a:lvl3pPr>
            <a:lvl4pPr>
              <a:defRPr sz="1800">
                <a:solidFill>
                  <a:schemeClr val="bg1"/>
                </a:solidFill>
              </a:defRPr>
            </a:lvl4pPr>
            <a:lvl5pPr marL="855663" indent="0">
              <a:buNone/>
              <a:defRPr sz="1800">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146509597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57556523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pilot Title">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B1C4C70-0EAC-2A88-23A7-E7C136EFFAED}"/>
              </a:ext>
              <a:ext uri="{C183D7F6-B498-43B3-948B-1728B52AA6E4}">
                <adec:decorative xmlns:adec="http://schemas.microsoft.com/office/drawing/2017/decorative" val="1"/>
              </a:ext>
            </a:extLst>
          </p:cNvPr>
          <p:cNvPicPr>
            <a:picLocks noChangeAspect="1"/>
          </p:cNvPicPr>
          <p:nvPr userDrawn="1"/>
        </p:nvPicPr>
        <p:blipFill rotWithShape="1">
          <a:blip r:embed="rId2"/>
          <a:srcRect l="10595" t="987" r="10595"/>
          <a:stretch/>
        </p:blipFill>
        <p:spPr>
          <a:xfrm>
            <a:off x="0" y="3344"/>
            <a:ext cx="12192000" cy="6858000"/>
          </a:xfrm>
          <a:prstGeom prst="rect">
            <a:avLst/>
          </a:prstGeom>
        </p:spPr>
      </p:pic>
      <p:sp>
        <p:nvSpPr>
          <p:cNvPr id="8" name="Title 1">
            <a:extLst>
              <a:ext uri="{FF2B5EF4-FFF2-40B4-BE49-F238E27FC236}">
                <a16:creationId xmlns:a16="http://schemas.microsoft.com/office/drawing/2014/main" id="{88246284-1127-4B8D-21BA-2FBFE651681C}"/>
              </a:ext>
            </a:extLst>
          </p:cNvPr>
          <p:cNvSpPr>
            <a:spLocks noGrp="1"/>
          </p:cNvSpPr>
          <p:nvPr>
            <p:ph type="title" hasCustomPrompt="1"/>
          </p:nvPr>
        </p:nvSpPr>
        <p:spPr>
          <a:xfrm>
            <a:off x="581745" y="2494799"/>
            <a:ext cx="4452218" cy="1107996"/>
          </a:xfrm>
          <a:noFill/>
        </p:spPr>
        <p:txBody>
          <a:bodyPr wrap="square" lIns="0" tIns="0" rIns="0" bIns="0" anchor="b" anchorCtr="0">
            <a:spAutoFit/>
          </a:bodyPr>
          <a:lstStyle>
            <a:lvl1pPr>
              <a:defRPr sz="3600" spc="-50" baseline="0">
                <a:solidFill>
                  <a:srgbClr val="000000"/>
                </a:solidFill>
                <a:latin typeface="+mj-lt"/>
                <a:cs typeface="Segoe UI" panose="020B0502040204020203" pitchFamily="34" charset="0"/>
              </a:defRPr>
            </a:lvl1pPr>
          </a:lstStyle>
          <a:p>
            <a:r>
              <a:rPr lang="en-US"/>
              <a:t>Event name or presentation title </a:t>
            </a:r>
          </a:p>
        </p:txBody>
      </p:sp>
      <p:sp>
        <p:nvSpPr>
          <p:cNvPr id="4" name="Text Placeholder 3">
            <a:extLst>
              <a:ext uri="{FF2B5EF4-FFF2-40B4-BE49-F238E27FC236}">
                <a16:creationId xmlns:a16="http://schemas.microsoft.com/office/drawing/2014/main" id="{A0C6D242-9280-51D2-5E9D-B6C4C69C2A98}"/>
              </a:ext>
            </a:extLst>
          </p:cNvPr>
          <p:cNvSpPr>
            <a:spLocks noGrp="1"/>
          </p:cNvSpPr>
          <p:nvPr>
            <p:ph type="body" sz="quarter" idx="10"/>
          </p:nvPr>
        </p:nvSpPr>
        <p:spPr>
          <a:xfrm>
            <a:off x="582613" y="3708718"/>
            <a:ext cx="4451350" cy="307777"/>
          </a:xfrm>
        </p:spPr>
        <p:txBody>
          <a:bodyPr/>
          <a:lstStyle>
            <a:lvl1pPr>
              <a:defRPr sz="2000"/>
            </a:lvl1pPr>
          </a:lstStyle>
          <a:p>
            <a:pPr lvl="0"/>
            <a:r>
              <a:rPr lang="en-US"/>
              <a:t>Click to edit Master text styles</a:t>
            </a:r>
          </a:p>
        </p:txBody>
      </p:sp>
      <p:pic>
        <p:nvPicPr>
          <p:cNvPr id="7" name="Graphic 6" descr="Microsoft 365 logo">
            <a:extLst>
              <a:ext uri="{FF2B5EF4-FFF2-40B4-BE49-F238E27FC236}">
                <a16:creationId xmlns:a16="http://schemas.microsoft.com/office/drawing/2014/main" id="{A2F92F5C-3DFC-982F-DAF9-8120894BBF7F}"/>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338756" y="333867"/>
            <a:ext cx="1812544" cy="292608"/>
          </a:xfrm>
          <a:prstGeom prst="rect">
            <a:avLst/>
          </a:prstGeom>
        </p:spPr>
      </p:pic>
      <p:pic>
        <p:nvPicPr>
          <p:cNvPr id="5" name="!Copilot" descr="Copilot icon">
            <a:extLst>
              <a:ext uri="{FF2B5EF4-FFF2-40B4-BE49-F238E27FC236}">
                <a16:creationId xmlns:a16="http://schemas.microsoft.com/office/drawing/2014/main" id="{8AA5F710-21EC-D584-6ABB-E7B060405753}"/>
              </a:ext>
            </a:extLst>
          </p:cNvPr>
          <p:cNvPicPr>
            <a:picLocks noChangeAspect="1"/>
          </p:cNvPicPr>
          <p:nvPr userDrawn="1"/>
        </p:nvPicPr>
        <p:blipFill>
          <a:blip r:embed="rId5">
            <a:duotone>
              <a:schemeClr val="accent6">
                <a:shade val="45000"/>
                <a:satMod val="135000"/>
              </a:schemeClr>
              <a:prstClr val="white"/>
            </a:duotone>
          </a:blip>
          <a:stretch>
            <a:fillRect/>
          </a:stretch>
        </p:blipFill>
        <p:spPr>
          <a:xfrm>
            <a:off x="5034261" y="-779645"/>
            <a:ext cx="8422112" cy="8422104"/>
          </a:xfrm>
          <a:prstGeom prst="rect">
            <a:avLst/>
          </a:prstGeom>
          <a:noFill/>
          <a:ln>
            <a:noFill/>
            <a:headEnd type="none" w="med" len="med"/>
            <a:tailEnd type="none" w="med" len="med"/>
          </a:ln>
          <a:effectLst>
            <a:outerShdw blurRad="63500" dist="63500" dir="8100000" algn="tr" rotWithShape="0">
              <a:prstClr val="black">
                <a:alpha val="10000"/>
              </a:prstClr>
            </a:outerShdw>
          </a:effectLst>
        </p:spPr>
      </p:pic>
    </p:spTree>
    <p:extLst>
      <p:ext uri="{BB962C8B-B14F-4D97-AF65-F5344CB8AC3E}">
        <p14:creationId xmlns:p14="http://schemas.microsoft.com/office/powerpoint/2010/main" val="154066440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bg1"/>
        </a:solidFill>
        <a:effectLst/>
      </p:bgPr>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23519775-AD75-0CF4-6146-B7129EC0BAC4}"/>
              </a:ext>
              <a:ext uri="{C183D7F6-B498-43B3-948B-1728B52AA6E4}">
                <adec:decorative xmlns:adec="http://schemas.microsoft.com/office/drawing/2017/decorative" val="1"/>
              </a:ext>
            </a:extLst>
          </p:cNvPr>
          <p:cNvPicPr>
            <a:picLocks noChangeAspect="1"/>
          </p:cNvPicPr>
          <p:nvPr userDrawn="1"/>
        </p:nvPicPr>
        <p:blipFill rotWithShape="1">
          <a:blip r:embed="rId2"/>
          <a:srcRect l="10595" t="987" r="10595"/>
          <a:stretch/>
        </p:blipFill>
        <p:spPr>
          <a:xfrm>
            <a:off x="0" y="3344"/>
            <a:ext cx="12192000" cy="6858000"/>
          </a:xfrm>
          <a:prstGeom prst="rect">
            <a:avLst/>
          </a:prstGeom>
        </p:spPr>
      </p:pic>
      <p:sp>
        <p:nvSpPr>
          <p:cNvPr id="8" name="Title 1">
            <a:extLst>
              <a:ext uri="{FF2B5EF4-FFF2-40B4-BE49-F238E27FC236}">
                <a16:creationId xmlns:a16="http://schemas.microsoft.com/office/drawing/2014/main" id="{88246284-1127-4B8D-21BA-2FBFE651681C}"/>
              </a:ext>
            </a:extLst>
          </p:cNvPr>
          <p:cNvSpPr>
            <a:spLocks noGrp="1"/>
          </p:cNvSpPr>
          <p:nvPr>
            <p:ph type="title" hasCustomPrompt="1"/>
          </p:nvPr>
        </p:nvSpPr>
        <p:spPr>
          <a:xfrm>
            <a:off x="581745" y="2494799"/>
            <a:ext cx="4452218" cy="1107996"/>
          </a:xfrm>
          <a:noFill/>
        </p:spPr>
        <p:txBody>
          <a:bodyPr wrap="square" lIns="0" tIns="0" rIns="0" bIns="0" anchor="b" anchorCtr="0">
            <a:spAutoFit/>
          </a:bodyPr>
          <a:lstStyle>
            <a:lvl1pPr>
              <a:defRPr sz="3600" spc="-50" baseline="0">
                <a:solidFill>
                  <a:srgbClr val="000000"/>
                </a:solidFill>
                <a:latin typeface="+mj-lt"/>
                <a:cs typeface="Segoe UI" panose="020B0502040204020203" pitchFamily="34" charset="0"/>
              </a:defRPr>
            </a:lvl1pPr>
          </a:lstStyle>
          <a:p>
            <a:r>
              <a:rPr lang="en-US"/>
              <a:t>Event name or presentation title </a:t>
            </a:r>
          </a:p>
        </p:txBody>
      </p:sp>
      <p:sp>
        <p:nvSpPr>
          <p:cNvPr id="4" name="Text Placeholder 3">
            <a:extLst>
              <a:ext uri="{FF2B5EF4-FFF2-40B4-BE49-F238E27FC236}">
                <a16:creationId xmlns:a16="http://schemas.microsoft.com/office/drawing/2014/main" id="{A0C6D242-9280-51D2-5E9D-B6C4C69C2A98}"/>
              </a:ext>
            </a:extLst>
          </p:cNvPr>
          <p:cNvSpPr>
            <a:spLocks noGrp="1"/>
          </p:cNvSpPr>
          <p:nvPr>
            <p:ph type="body" sz="quarter" idx="10"/>
          </p:nvPr>
        </p:nvSpPr>
        <p:spPr>
          <a:xfrm>
            <a:off x="582613" y="3708718"/>
            <a:ext cx="4451350" cy="307777"/>
          </a:xfrm>
        </p:spPr>
        <p:txBody>
          <a:bodyPr/>
          <a:lstStyle>
            <a:lvl1pPr>
              <a:defRPr sz="2000"/>
            </a:lvl1pPr>
          </a:lstStyle>
          <a:p>
            <a:pPr lvl="0"/>
            <a:r>
              <a:rPr lang="en-US"/>
              <a:t>Click to edit Master text styles</a:t>
            </a:r>
          </a:p>
        </p:txBody>
      </p:sp>
      <p:pic>
        <p:nvPicPr>
          <p:cNvPr id="7" name="Graphic 6" descr="Microsoft 365 logo">
            <a:extLst>
              <a:ext uri="{FF2B5EF4-FFF2-40B4-BE49-F238E27FC236}">
                <a16:creationId xmlns:a16="http://schemas.microsoft.com/office/drawing/2014/main" id="{A2F92F5C-3DFC-982F-DAF9-8120894BBF7F}"/>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338756" y="333867"/>
            <a:ext cx="1812544" cy="292608"/>
          </a:xfrm>
          <a:prstGeom prst="rect">
            <a:avLst/>
          </a:prstGeom>
        </p:spPr>
      </p:pic>
    </p:spTree>
    <p:extLst>
      <p:ext uri="{BB962C8B-B14F-4D97-AF65-F5344CB8AC3E}">
        <p14:creationId xmlns:p14="http://schemas.microsoft.com/office/powerpoint/2010/main" val="203975717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pilot Conten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E53D110-41E3-F8F5-E4E1-0E3FFB4C1532}"/>
              </a:ext>
              <a:ext uri="{C183D7F6-B498-43B3-948B-1728B52AA6E4}">
                <adec:decorative xmlns:adec="http://schemas.microsoft.com/office/drawing/2017/decorative" val="1"/>
              </a:ext>
            </a:extLst>
          </p:cNvPr>
          <p:cNvPicPr>
            <a:picLocks noChangeAspect="1"/>
          </p:cNvPicPr>
          <p:nvPr userDrawn="1"/>
        </p:nvPicPr>
        <p:blipFill rotWithShape="1">
          <a:blip r:embed="rId2"/>
          <a:srcRect l="10595" t="987" r="10595"/>
          <a:stretch/>
        </p:blipFill>
        <p:spPr>
          <a:xfrm>
            <a:off x="0" y="3344"/>
            <a:ext cx="12192000" cy="6858000"/>
          </a:xfrm>
          <a:prstGeom prst="rect">
            <a:avLst/>
          </a:prstGeom>
        </p:spPr>
      </p:pic>
      <p:pic>
        <p:nvPicPr>
          <p:cNvPr id="2" name="Picture 1">
            <a:extLst>
              <a:ext uri="{FF2B5EF4-FFF2-40B4-BE49-F238E27FC236}">
                <a16:creationId xmlns:a16="http://schemas.microsoft.com/office/drawing/2014/main" id="{D8EC434E-F004-0B23-A4E7-6F671E20AFAD}"/>
              </a:ext>
              <a:ext uri="{C183D7F6-B498-43B3-948B-1728B52AA6E4}">
                <adec:decorative xmlns:adec="http://schemas.microsoft.com/office/drawing/2017/decorative" val="1"/>
              </a:ext>
            </a:extLst>
          </p:cNvPr>
          <p:cNvPicPr>
            <a:picLocks noChangeAspect="1"/>
          </p:cNvPicPr>
          <p:nvPr userDrawn="1"/>
        </p:nvPicPr>
        <p:blipFill rotWithShape="1">
          <a:blip r:embed="rId3">
            <a:duotone>
              <a:schemeClr val="accent6">
                <a:shade val="45000"/>
                <a:satMod val="135000"/>
              </a:schemeClr>
              <a:prstClr val="white"/>
            </a:duotone>
            <a:extLst>
              <a:ext uri="{28A0092B-C50C-407E-A947-70E740481C1C}">
                <a14:useLocalDpi xmlns:a14="http://schemas.microsoft.com/office/drawing/2010/main"/>
              </a:ext>
            </a:extLst>
          </a:blip>
          <a:srcRect/>
          <a:stretch/>
        </p:blipFill>
        <p:spPr>
          <a:xfrm>
            <a:off x="-114129" y="0"/>
            <a:ext cx="8621485" cy="1522821"/>
          </a:xfrm>
          <a:prstGeom prst="rect">
            <a:avLst/>
          </a:prstGeom>
        </p:spPr>
      </p:pic>
      <p:sp>
        <p:nvSpPr>
          <p:cNvPr id="4" name="Text Placeholder 6">
            <a:extLst>
              <a:ext uri="{FF2B5EF4-FFF2-40B4-BE49-F238E27FC236}">
                <a16:creationId xmlns:a16="http://schemas.microsoft.com/office/drawing/2014/main" id="{4B26E0C3-7C7D-88E2-29A2-4BE489DF7C5A}"/>
              </a:ext>
            </a:extLst>
          </p:cNvPr>
          <p:cNvSpPr>
            <a:spLocks noGrp="1"/>
          </p:cNvSpPr>
          <p:nvPr>
            <p:ph type="body" sz="quarter" idx="10"/>
          </p:nvPr>
        </p:nvSpPr>
        <p:spPr>
          <a:xfrm>
            <a:off x="422758" y="423307"/>
            <a:ext cx="7369175" cy="430887"/>
          </a:xfrm>
        </p:spPr>
        <p:txBody>
          <a:bodyPr/>
          <a:lstStyle>
            <a:lvl1pPr marL="0" indent="0">
              <a:buNone/>
              <a:defRPr sz="2800">
                <a:solidFill>
                  <a:schemeClr val="bg1"/>
                </a:solidFill>
                <a:latin typeface="+mj-lt"/>
              </a:defRPr>
            </a:lvl1pPr>
            <a:lvl2pPr>
              <a:defRPr sz="1800">
                <a:solidFill>
                  <a:schemeClr val="bg1"/>
                </a:solidFill>
              </a:defRPr>
            </a:lvl2pPr>
            <a:lvl3pPr>
              <a:defRPr sz="1800">
                <a:solidFill>
                  <a:schemeClr val="bg1"/>
                </a:solidFill>
              </a:defRPr>
            </a:lvl3pPr>
            <a:lvl4pPr>
              <a:defRPr sz="1800">
                <a:solidFill>
                  <a:schemeClr val="bg1"/>
                </a:solidFill>
              </a:defRPr>
            </a:lvl4pPr>
            <a:lvl5pPr marL="855663" indent="0">
              <a:buNone/>
              <a:defRPr sz="1800">
                <a:solidFill>
                  <a:schemeClr val="bg1"/>
                </a:solidFill>
              </a:defRPr>
            </a:lvl5pPr>
          </a:lstStyle>
          <a:p>
            <a:pPr lvl="0"/>
            <a:r>
              <a:rPr lang="en-US"/>
              <a:t>Click to edit Master text styles</a:t>
            </a:r>
          </a:p>
        </p:txBody>
      </p:sp>
      <p:sp>
        <p:nvSpPr>
          <p:cNvPr id="5" name="Text Placeholder 6">
            <a:extLst>
              <a:ext uri="{FF2B5EF4-FFF2-40B4-BE49-F238E27FC236}">
                <a16:creationId xmlns:a16="http://schemas.microsoft.com/office/drawing/2014/main" id="{EE9EC9EB-08D1-E2FF-69D4-3D56AEF971E0}"/>
              </a:ext>
            </a:extLst>
          </p:cNvPr>
          <p:cNvSpPr>
            <a:spLocks noGrp="1"/>
          </p:cNvSpPr>
          <p:nvPr>
            <p:ph type="body" sz="quarter" idx="11"/>
          </p:nvPr>
        </p:nvSpPr>
        <p:spPr>
          <a:xfrm>
            <a:off x="415771" y="864830"/>
            <a:ext cx="7369175" cy="215444"/>
          </a:xfrm>
        </p:spPr>
        <p:txBody>
          <a:bodyPr/>
          <a:lstStyle>
            <a:lvl1pPr marL="0" indent="0">
              <a:buNone/>
              <a:defRPr sz="1400">
                <a:solidFill>
                  <a:schemeClr val="bg1"/>
                </a:solidFill>
                <a:latin typeface="+mn-lt"/>
              </a:defRPr>
            </a:lvl1pPr>
            <a:lvl2pPr>
              <a:defRPr sz="1800">
                <a:solidFill>
                  <a:schemeClr val="bg1"/>
                </a:solidFill>
              </a:defRPr>
            </a:lvl2pPr>
            <a:lvl3pPr>
              <a:defRPr sz="1800">
                <a:solidFill>
                  <a:schemeClr val="bg1"/>
                </a:solidFill>
              </a:defRPr>
            </a:lvl3pPr>
            <a:lvl4pPr>
              <a:defRPr sz="1800">
                <a:solidFill>
                  <a:schemeClr val="bg1"/>
                </a:solidFill>
              </a:defRPr>
            </a:lvl4pPr>
            <a:lvl5pPr marL="855663" indent="0">
              <a:buNone/>
              <a:defRPr sz="1800">
                <a:solidFill>
                  <a:schemeClr val="bg1"/>
                </a:solidFill>
              </a:defRPr>
            </a:lvl5pPr>
          </a:lstStyle>
          <a:p>
            <a:pPr lvl="0"/>
            <a:r>
              <a:rPr lang="en-US"/>
              <a:t>Click to edit Master text styles</a:t>
            </a:r>
          </a:p>
        </p:txBody>
      </p:sp>
      <p:pic>
        <p:nvPicPr>
          <p:cNvPr id="3" name="Picture 2">
            <a:extLst>
              <a:ext uri="{FF2B5EF4-FFF2-40B4-BE49-F238E27FC236}">
                <a16:creationId xmlns:a16="http://schemas.microsoft.com/office/drawing/2014/main" id="{6DADE9D5-A2F6-6463-BAAB-46AC3AB5EEC0}"/>
              </a:ext>
              <a:ext uri="{C183D7F6-B498-43B3-948B-1728B52AA6E4}">
                <adec:decorative xmlns:adec="http://schemas.microsoft.com/office/drawing/2017/decorative" val="1"/>
              </a:ext>
            </a:extLst>
          </p:cNvPr>
          <p:cNvPicPr>
            <a:picLocks noChangeAspect="1"/>
          </p:cNvPicPr>
          <p:nvPr userDrawn="1"/>
        </p:nvPicPr>
        <p:blipFill>
          <a:blip r:embed="rId4">
            <a:duotone>
              <a:schemeClr val="accent6">
                <a:shade val="45000"/>
                <a:satMod val="135000"/>
              </a:schemeClr>
              <a:prstClr val="white"/>
            </a:duotone>
          </a:blip>
          <a:stretch>
            <a:fillRect/>
          </a:stretch>
        </p:blipFill>
        <p:spPr>
          <a:xfrm>
            <a:off x="10180143" y="0"/>
            <a:ext cx="2011854" cy="1176630"/>
          </a:xfrm>
          <a:prstGeom prst="rect">
            <a:avLst/>
          </a:prstGeom>
        </p:spPr>
      </p:pic>
    </p:spTree>
    <p:extLst>
      <p:ext uri="{BB962C8B-B14F-4D97-AF65-F5344CB8AC3E}">
        <p14:creationId xmlns:p14="http://schemas.microsoft.com/office/powerpoint/2010/main" val="230418738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Fundamentals Title">
    <p:bg>
      <p:bgPr>
        <a:solidFill>
          <a:schemeClr val="bg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22BF5E6-3864-88D8-F8D8-5943207DC2FF}"/>
              </a:ext>
              <a:ext uri="{C183D7F6-B498-43B3-948B-1728B52AA6E4}">
                <adec:decorative xmlns:adec="http://schemas.microsoft.com/office/drawing/2017/decorative" val="1"/>
              </a:ext>
            </a:extLst>
          </p:cNvPr>
          <p:cNvPicPr>
            <a:picLocks noChangeAspect="1"/>
          </p:cNvPicPr>
          <p:nvPr userDrawn="1"/>
        </p:nvPicPr>
        <p:blipFill rotWithShape="1">
          <a:blip r:embed="rId2"/>
          <a:srcRect l="10595" t="987" r="10595"/>
          <a:stretch/>
        </p:blipFill>
        <p:spPr>
          <a:xfrm>
            <a:off x="0" y="3344"/>
            <a:ext cx="12192000" cy="6858000"/>
          </a:xfrm>
          <a:prstGeom prst="rect">
            <a:avLst/>
          </a:prstGeom>
        </p:spPr>
      </p:pic>
      <p:sp>
        <p:nvSpPr>
          <p:cNvPr id="8" name="Title 1">
            <a:extLst>
              <a:ext uri="{FF2B5EF4-FFF2-40B4-BE49-F238E27FC236}">
                <a16:creationId xmlns:a16="http://schemas.microsoft.com/office/drawing/2014/main" id="{88246284-1127-4B8D-21BA-2FBFE651681C}"/>
              </a:ext>
            </a:extLst>
          </p:cNvPr>
          <p:cNvSpPr>
            <a:spLocks noGrp="1"/>
          </p:cNvSpPr>
          <p:nvPr>
            <p:ph type="title" hasCustomPrompt="1"/>
          </p:nvPr>
        </p:nvSpPr>
        <p:spPr>
          <a:xfrm>
            <a:off x="581745" y="2494799"/>
            <a:ext cx="4452218" cy="1107996"/>
          </a:xfrm>
          <a:noFill/>
        </p:spPr>
        <p:txBody>
          <a:bodyPr wrap="square" lIns="0" tIns="0" rIns="0" bIns="0" anchor="b" anchorCtr="0">
            <a:spAutoFit/>
          </a:bodyPr>
          <a:lstStyle>
            <a:lvl1pPr>
              <a:defRPr sz="3600" spc="-50" baseline="0">
                <a:solidFill>
                  <a:srgbClr val="000000"/>
                </a:solidFill>
                <a:latin typeface="+mj-lt"/>
                <a:cs typeface="Segoe UI" panose="020B0502040204020203" pitchFamily="34" charset="0"/>
              </a:defRPr>
            </a:lvl1pPr>
          </a:lstStyle>
          <a:p>
            <a:r>
              <a:rPr lang="en-US"/>
              <a:t>Event name or presentation title </a:t>
            </a:r>
          </a:p>
        </p:txBody>
      </p:sp>
      <p:pic>
        <p:nvPicPr>
          <p:cNvPr id="3" name="!Copilot" descr="Copilot icon">
            <a:extLst>
              <a:ext uri="{FF2B5EF4-FFF2-40B4-BE49-F238E27FC236}">
                <a16:creationId xmlns:a16="http://schemas.microsoft.com/office/drawing/2014/main" id="{6574D6CE-13AE-D9F4-3CEE-EDA966FE8A62}"/>
              </a:ext>
            </a:extLst>
          </p:cNvPr>
          <p:cNvPicPr>
            <a:picLocks noChangeAspect="1"/>
          </p:cNvPicPr>
          <p:nvPr userDrawn="1"/>
        </p:nvPicPr>
        <p:blipFill>
          <a:blip r:embed="rId3">
            <a:duotone>
              <a:prstClr val="black"/>
              <a:schemeClr val="accent3">
                <a:tint val="45000"/>
                <a:satMod val="400000"/>
              </a:schemeClr>
            </a:duotone>
          </a:blip>
          <a:stretch>
            <a:fillRect/>
          </a:stretch>
        </p:blipFill>
        <p:spPr>
          <a:xfrm>
            <a:off x="5034261" y="-779645"/>
            <a:ext cx="8422112" cy="8422104"/>
          </a:xfrm>
          <a:prstGeom prst="rect">
            <a:avLst/>
          </a:prstGeom>
          <a:noFill/>
          <a:ln>
            <a:noFill/>
            <a:headEnd type="none" w="med" len="med"/>
            <a:tailEnd type="none" w="med" len="med"/>
          </a:ln>
          <a:effectLst>
            <a:outerShdw blurRad="63500" dist="63500" dir="8100000" algn="tr" rotWithShape="0">
              <a:prstClr val="black">
                <a:alpha val="10000"/>
              </a:prstClr>
            </a:outerShdw>
          </a:effectLst>
        </p:spPr>
      </p:pic>
      <p:sp>
        <p:nvSpPr>
          <p:cNvPr id="4" name="Text Placeholder 3">
            <a:extLst>
              <a:ext uri="{FF2B5EF4-FFF2-40B4-BE49-F238E27FC236}">
                <a16:creationId xmlns:a16="http://schemas.microsoft.com/office/drawing/2014/main" id="{A0C6D242-9280-51D2-5E9D-B6C4C69C2A98}"/>
              </a:ext>
            </a:extLst>
          </p:cNvPr>
          <p:cNvSpPr>
            <a:spLocks noGrp="1"/>
          </p:cNvSpPr>
          <p:nvPr>
            <p:ph type="body" sz="quarter" idx="10"/>
          </p:nvPr>
        </p:nvSpPr>
        <p:spPr>
          <a:xfrm>
            <a:off x="582613" y="3708718"/>
            <a:ext cx="4451350" cy="307777"/>
          </a:xfrm>
        </p:spPr>
        <p:txBody>
          <a:bodyPr/>
          <a:lstStyle>
            <a:lvl1pPr>
              <a:defRPr sz="2000"/>
            </a:lvl1pPr>
          </a:lstStyle>
          <a:p>
            <a:pPr lvl="0"/>
            <a:r>
              <a:rPr lang="en-US"/>
              <a:t>Click to edit Master text styles</a:t>
            </a:r>
          </a:p>
        </p:txBody>
      </p:sp>
      <p:pic>
        <p:nvPicPr>
          <p:cNvPr id="7" name="Graphic 6" descr="Microsoft 365 logo">
            <a:extLst>
              <a:ext uri="{FF2B5EF4-FFF2-40B4-BE49-F238E27FC236}">
                <a16:creationId xmlns:a16="http://schemas.microsoft.com/office/drawing/2014/main" id="{A2F92F5C-3DFC-982F-DAF9-8120894BBF7F}"/>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338756" y="333867"/>
            <a:ext cx="1812544" cy="292608"/>
          </a:xfrm>
          <a:prstGeom prst="rect">
            <a:avLst/>
          </a:prstGeom>
        </p:spPr>
      </p:pic>
    </p:spTree>
    <p:extLst>
      <p:ext uri="{BB962C8B-B14F-4D97-AF65-F5344CB8AC3E}">
        <p14:creationId xmlns:p14="http://schemas.microsoft.com/office/powerpoint/2010/main" val="177182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Fundamentals Conten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881F1AE-F776-7873-50C3-FFDB2338C8FB}"/>
              </a:ext>
              <a:ext uri="{C183D7F6-B498-43B3-948B-1728B52AA6E4}">
                <adec:decorative xmlns:adec="http://schemas.microsoft.com/office/drawing/2017/decorative" val="1"/>
              </a:ext>
            </a:extLst>
          </p:cNvPr>
          <p:cNvPicPr>
            <a:picLocks noChangeAspect="1"/>
          </p:cNvPicPr>
          <p:nvPr userDrawn="1"/>
        </p:nvPicPr>
        <p:blipFill rotWithShape="1">
          <a:blip r:embed="rId2"/>
          <a:srcRect l="10595" t="987" r="10595"/>
          <a:stretch/>
        </p:blipFill>
        <p:spPr>
          <a:xfrm>
            <a:off x="0" y="3344"/>
            <a:ext cx="12192000" cy="6858000"/>
          </a:xfrm>
          <a:prstGeom prst="rect">
            <a:avLst/>
          </a:prstGeom>
        </p:spPr>
      </p:pic>
      <p:pic>
        <p:nvPicPr>
          <p:cNvPr id="2" name="Picture 1">
            <a:extLst>
              <a:ext uri="{FF2B5EF4-FFF2-40B4-BE49-F238E27FC236}">
                <a16:creationId xmlns:a16="http://schemas.microsoft.com/office/drawing/2014/main" id="{D8EC434E-F004-0B23-A4E7-6F671E20AFAD}"/>
              </a:ext>
              <a:ext uri="{C183D7F6-B498-43B3-948B-1728B52AA6E4}">
                <adec:decorative xmlns:adec="http://schemas.microsoft.com/office/drawing/2017/decorative" val="1"/>
              </a:ext>
            </a:extLst>
          </p:cNvPr>
          <p:cNvPicPr>
            <a:picLocks noChangeAspect="1"/>
          </p:cNvPicPr>
          <p:nvPr userDrawn="1"/>
        </p:nvPicPr>
        <p:blipFill rotWithShape="1">
          <a:blip r:embed="rId3">
            <a:duotone>
              <a:prstClr val="black"/>
              <a:schemeClr val="accent3">
                <a:tint val="45000"/>
                <a:satMod val="400000"/>
              </a:schemeClr>
            </a:duotone>
            <a:extLst>
              <a:ext uri="{28A0092B-C50C-407E-A947-70E740481C1C}">
                <a14:useLocalDpi xmlns:a14="http://schemas.microsoft.com/office/drawing/2010/main"/>
              </a:ext>
            </a:extLst>
          </a:blip>
          <a:srcRect/>
          <a:stretch/>
        </p:blipFill>
        <p:spPr>
          <a:xfrm>
            <a:off x="-114129" y="0"/>
            <a:ext cx="8621485" cy="1522821"/>
          </a:xfrm>
          <a:prstGeom prst="rect">
            <a:avLst/>
          </a:prstGeom>
        </p:spPr>
      </p:pic>
      <p:sp>
        <p:nvSpPr>
          <p:cNvPr id="4" name="Text Placeholder 6">
            <a:extLst>
              <a:ext uri="{FF2B5EF4-FFF2-40B4-BE49-F238E27FC236}">
                <a16:creationId xmlns:a16="http://schemas.microsoft.com/office/drawing/2014/main" id="{4B26E0C3-7C7D-88E2-29A2-4BE489DF7C5A}"/>
              </a:ext>
            </a:extLst>
          </p:cNvPr>
          <p:cNvSpPr>
            <a:spLocks noGrp="1"/>
          </p:cNvSpPr>
          <p:nvPr>
            <p:ph type="body" sz="quarter" idx="10"/>
          </p:nvPr>
        </p:nvSpPr>
        <p:spPr>
          <a:xfrm>
            <a:off x="422758" y="423307"/>
            <a:ext cx="7369175" cy="430887"/>
          </a:xfrm>
        </p:spPr>
        <p:txBody>
          <a:bodyPr/>
          <a:lstStyle>
            <a:lvl1pPr marL="0" indent="0">
              <a:buNone/>
              <a:defRPr sz="2800">
                <a:solidFill>
                  <a:schemeClr val="bg1"/>
                </a:solidFill>
                <a:latin typeface="+mj-lt"/>
              </a:defRPr>
            </a:lvl1pPr>
            <a:lvl2pPr>
              <a:defRPr sz="1800">
                <a:solidFill>
                  <a:schemeClr val="bg1"/>
                </a:solidFill>
              </a:defRPr>
            </a:lvl2pPr>
            <a:lvl3pPr>
              <a:defRPr sz="1800">
                <a:solidFill>
                  <a:schemeClr val="bg1"/>
                </a:solidFill>
              </a:defRPr>
            </a:lvl3pPr>
            <a:lvl4pPr>
              <a:defRPr sz="1800">
                <a:solidFill>
                  <a:schemeClr val="bg1"/>
                </a:solidFill>
              </a:defRPr>
            </a:lvl4pPr>
            <a:lvl5pPr marL="855663" indent="0">
              <a:buNone/>
              <a:defRPr sz="1800">
                <a:solidFill>
                  <a:schemeClr val="bg1"/>
                </a:solidFill>
              </a:defRPr>
            </a:lvl5pPr>
          </a:lstStyle>
          <a:p>
            <a:pPr lvl="0"/>
            <a:r>
              <a:rPr lang="en-US"/>
              <a:t>Click to edit Master text styles</a:t>
            </a:r>
          </a:p>
        </p:txBody>
      </p:sp>
      <p:sp>
        <p:nvSpPr>
          <p:cNvPr id="5" name="Text Placeholder 6">
            <a:extLst>
              <a:ext uri="{FF2B5EF4-FFF2-40B4-BE49-F238E27FC236}">
                <a16:creationId xmlns:a16="http://schemas.microsoft.com/office/drawing/2014/main" id="{EE9EC9EB-08D1-E2FF-69D4-3D56AEF971E0}"/>
              </a:ext>
            </a:extLst>
          </p:cNvPr>
          <p:cNvSpPr>
            <a:spLocks noGrp="1"/>
          </p:cNvSpPr>
          <p:nvPr>
            <p:ph type="body" sz="quarter" idx="11"/>
          </p:nvPr>
        </p:nvSpPr>
        <p:spPr>
          <a:xfrm>
            <a:off x="415771" y="864830"/>
            <a:ext cx="7369175" cy="215444"/>
          </a:xfrm>
        </p:spPr>
        <p:txBody>
          <a:bodyPr/>
          <a:lstStyle>
            <a:lvl1pPr marL="0" indent="0">
              <a:buNone/>
              <a:defRPr sz="1400">
                <a:solidFill>
                  <a:schemeClr val="bg1"/>
                </a:solidFill>
                <a:latin typeface="+mn-lt"/>
              </a:defRPr>
            </a:lvl1pPr>
            <a:lvl2pPr>
              <a:defRPr sz="1800">
                <a:solidFill>
                  <a:schemeClr val="bg1"/>
                </a:solidFill>
              </a:defRPr>
            </a:lvl2pPr>
            <a:lvl3pPr>
              <a:defRPr sz="1800">
                <a:solidFill>
                  <a:schemeClr val="bg1"/>
                </a:solidFill>
              </a:defRPr>
            </a:lvl3pPr>
            <a:lvl4pPr>
              <a:defRPr sz="1800">
                <a:solidFill>
                  <a:schemeClr val="bg1"/>
                </a:solidFill>
              </a:defRPr>
            </a:lvl4pPr>
            <a:lvl5pPr marL="855663" indent="0">
              <a:buNone/>
              <a:defRPr sz="1800">
                <a:solidFill>
                  <a:schemeClr val="bg1"/>
                </a:solidFill>
              </a:defRPr>
            </a:lvl5pPr>
          </a:lstStyle>
          <a:p>
            <a:pPr lvl="0"/>
            <a:r>
              <a:rPr lang="en-US"/>
              <a:t>Click to edit Master text styles</a:t>
            </a:r>
          </a:p>
        </p:txBody>
      </p:sp>
      <p:pic>
        <p:nvPicPr>
          <p:cNvPr id="3" name="Picture 2">
            <a:extLst>
              <a:ext uri="{FF2B5EF4-FFF2-40B4-BE49-F238E27FC236}">
                <a16:creationId xmlns:a16="http://schemas.microsoft.com/office/drawing/2014/main" id="{6DADE9D5-A2F6-6463-BAAB-46AC3AB5EEC0}"/>
              </a:ext>
              <a:ext uri="{C183D7F6-B498-43B3-948B-1728B52AA6E4}">
                <adec:decorative xmlns:adec="http://schemas.microsoft.com/office/drawing/2017/decorative" val="1"/>
              </a:ext>
            </a:extLst>
          </p:cNvPr>
          <p:cNvPicPr>
            <a:picLocks noChangeAspect="1"/>
          </p:cNvPicPr>
          <p:nvPr userDrawn="1"/>
        </p:nvPicPr>
        <p:blipFill>
          <a:blip r:embed="rId4">
            <a:duotone>
              <a:prstClr val="black"/>
              <a:schemeClr val="accent3">
                <a:tint val="45000"/>
                <a:satMod val="400000"/>
              </a:schemeClr>
            </a:duotone>
          </a:blip>
          <a:stretch>
            <a:fillRect/>
          </a:stretch>
        </p:blipFill>
        <p:spPr>
          <a:xfrm>
            <a:off x="10180143" y="0"/>
            <a:ext cx="2011854" cy="1176630"/>
          </a:xfrm>
          <a:prstGeom prst="rect">
            <a:avLst/>
          </a:prstGeom>
        </p:spPr>
      </p:pic>
    </p:spTree>
    <p:extLst>
      <p:ext uri="{BB962C8B-B14F-4D97-AF65-F5344CB8AC3E}">
        <p14:creationId xmlns:p14="http://schemas.microsoft.com/office/powerpoint/2010/main" val="61088345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doption Planning Title">
    <p:bg>
      <p:bgPr>
        <a:solidFill>
          <a:schemeClr val="bg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318E66E-7394-9BFF-CF23-23FD8F61A698}"/>
              </a:ext>
              <a:ext uri="{C183D7F6-B498-43B3-948B-1728B52AA6E4}">
                <adec:decorative xmlns:adec="http://schemas.microsoft.com/office/drawing/2017/decorative" val="1"/>
              </a:ext>
            </a:extLst>
          </p:cNvPr>
          <p:cNvPicPr>
            <a:picLocks noChangeAspect="1"/>
          </p:cNvPicPr>
          <p:nvPr userDrawn="1"/>
        </p:nvPicPr>
        <p:blipFill rotWithShape="1">
          <a:blip r:embed="rId2"/>
          <a:srcRect l="10595" t="987" r="10595"/>
          <a:stretch/>
        </p:blipFill>
        <p:spPr>
          <a:xfrm>
            <a:off x="0" y="3344"/>
            <a:ext cx="12192000" cy="6858000"/>
          </a:xfrm>
          <a:prstGeom prst="rect">
            <a:avLst/>
          </a:prstGeom>
        </p:spPr>
      </p:pic>
      <p:sp>
        <p:nvSpPr>
          <p:cNvPr id="8" name="Title 1">
            <a:extLst>
              <a:ext uri="{FF2B5EF4-FFF2-40B4-BE49-F238E27FC236}">
                <a16:creationId xmlns:a16="http://schemas.microsoft.com/office/drawing/2014/main" id="{88246284-1127-4B8D-21BA-2FBFE651681C}"/>
              </a:ext>
            </a:extLst>
          </p:cNvPr>
          <p:cNvSpPr>
            <a:spLocks noGrp="1"/>
          </p:cNvSpPr>
          <p:nvPr>
            <p:ph type="title" hasCustomPrompt="1"/>
          </p:nvPr>
        </p:nvSpPr>
        <p:spPr>
          <a:xfrm>
            <a:off x="581745" y="2494799"/>
            <a:ext cx="4452218" cy="1107996"/>
          </a:xfrm>
          <a:noFill/>
        </p:spPr>
        <p:txBody>
          <a:bodyPr wrap="square" lIns="0" tIns="0" rIns="0" bIns="0" anchor="b" anchorCtr="0">
            <a:spAutoFit/>
          </a:bodyPr>
          <a:lstStyle>
            <a:lvl1pPr>
              <a:defRPr sz="3600" spc="-50" baseline="0">
                <a:solidFill>
                  <a:srgbClr val="000000"/>
                </a:solidFill>
                <a:latin typeface="+mj-lt"/>
                <a:cs typeface="Segoe UI" panose="020B0502040204020203" pitchFamily="34" charset="0"/>
              </a:defRPr>
            </a:lvl1pPr>
          </a:lstStyle>
          <a:p>
            <a:r>
              <a:rPr lang="en-US"/>
              <a:t>Event name or presentation title </a:t>
            </a:r>
          </a:p>
        </p:txBody>
      </p:sp>
      <p:pic>
        <p:nvPicPr>
          <p:cNvPr id="3" name="!Copilot" descr="Copilot icon">
            <a:extLst>
              <a:ext uri="{FF2B5EF4-FFF2-40B4-BE49-F238E27FC236}">
                <a16:creationId xmlns:a16="http://schemas.microsoft.com/office/drawing/2014/main" id="{6574D6CE-13AE-D9F4-3CEE-EDA966FE8A62}"/>
              </a:ext>
            </a:extLst>
          </p:cNvPr>
          <p:cNvPicPr>
            <a:picLocks noChangeAspect="1"/>
          </p:cNvPicPr>
          <p:nvPr userDrawn="1"/>
        </p:nvPicPr>
        <p:blipFill>
          <a:blip r:embed="rId3">
            <a:duotone>
              <a:prstClr val="black"/>
              <a:schemeClr val="accent1">
                <a:tint val="45000"/>
                <a:satMod val="400000"/>
              </a:schemeClr>
            </a:duotone>
          </a:blip>
          <a:stretch>
            <a:fillRect/>
          </a:stretch>
        </p:blipFill>
        <p:spPr>
          <a:xfrm>
            <a:off x="5034261" y="-779645"/>
            <a:ext cx="8422112" cy="8422104"/>
          </a:xfrm>
          <a:prstGeom prst="rect">
            <a:avLst/>
          </a:prstGeom>
          <a:noFill/>
          <a:ln>
            <a:noFill/>
            <a:headEnd type="none" w="med" len="med"/>
            <a:tailEnd type="none" w="med" len="med"/>
          </a:ln>
          <a:effectLst>
            <a:outerShdw blurRad="63500" dist="63500" dir="8100000" algn="tr" rotWithShape="0">
              <a:prstClr val="black">
                <a:alpha val="10000"/>
              </a:prstClr>
            </a:outerShdw>
          </a:effectLst>
        </p:spPr>
      </p:pic>
      <p:sp>
        <p:nvSpPr>
          <p:cNvPr id="4" name="Text Placeholder 3">
            <a:extLst>
              <a:ext uri="{FF2B5EF4-FFF2-40B4-BE49-F238E27FC236}">
                <a16:creationId xmlns:a16="http://schemas.microsoft.com/office/drawing/2014/main" id="{A0C6D242-9280-51D2-5E9D-B6C4C69C2A98}"/>
              </a:ext>
            </a:extLst>
          </p:cNvPr>
          <p:cNvSpPr>
            <a:spLocks noGrp="1"/>
          </p:cNvSpPr>
          <p:nvPr>
            <p:ph type="body" sz="quarter" idx="10"/>
          </p:nvPr>
        </p:nvSpPr>
        <p:spPr>
          <a:xfrm>
            <a:off x="582613" y="3708718"/>
            <a:ext cx="4451350" cy="307777"/>
          </a:xfrm>
        </p:spPr>
        <p:txBody>
          <a:bodyPr/>
          <a:lstStyle>
            <a:lvl1pPr>
              <a:defRPr sz="2000"/>
            </a:lvl1pPr>
          </a:lstStyle>
          <a:p>
            <a:pPr lvl="0"/>
            <a:r>
              <a:rPr lang="en-US"/>
              <a:t>Click to edit Master text styles</a:t>
            </a:r>
          </a:p>
        </p:txBody>
      </p:sp>
      <p:pic>
        <p:nvPicPr>
          <p:cNvPr id="7" name="Graphic 6" descr="Microsoft 365 logo">
            <a:extLst>
              <a:ext uri="{FF2B5EF4-FFF2-40B4-BE49-F238E27FC236}">
                <a16:creationId xmlns:a16="http://schemas.microsoft.com/office/drawing/2014/main" id="{A2F92F5C-3DFC-982F-DAF9-8120894BBF7F}"/>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338756" y="333867"/>
            <a:ext cx="1812544" cy="292608"/>
          </a:xfrm>
          <a:prstGeom prst="rect">
            <a:avLst/>
          </a:prstGeom>
        </p:spPr>
      </p:pic>
    </p:spTree>
    <p:extLst>
      <p:ext uri="{BB962C8B-B14F-4D97-AF65-F5344CB8AC3E}">
        <p14:creationId xmlns:p14="http://schemas.microsoft.com/office/powerpoint/2010/main" val="339415284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doption Planning Conten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85B35E7-A8FE-50CE-0AE4-8B5E03AE26C9}"/>
              </a:ext>
              <a:ext uri="{C183D7F6-B498-43B3-948B-1728B52AA6E4}">
                <adec:decorative xmlns:adec="http://schemas.microsoft.com/office/drawing/2017/decorative" val="1"/>
              </a:ext>
            </a:extLst>
          </p:cNvPr>
          <p:cNvPicPr>
            <a:picLocks noChangeAspect="1"/>
          </p:cNvPicPr>
          <p:nvPr userDrawn="1"/>
        </p:nvPicPr>
        <p:blipFill rotWithShape="1">
          <a:blip r:embed="rId2"/>
          <a:srcRect l="10595" t="987" r="10595"/>
          <a:stretch/>
        </p:blipFill>
        <p:spPr>
          <a:xfrm>
            <a:off x="0" y="3344"/>
            <a:ext cx="12192000" cy="6858000"/>
          </a:xfrm>
          <a:prstGeom prst="rect">
            <a:avLst/>
          </a:prstGeom>
        </p:spPr>
      </p:pic>
      <p:pic>
        <p:nvPicPr>
          <p:cNvPr id="2" name="Picture 1">
            <a:extLst>
              <a:ext uri="{FF2B5EF4-FFF2-40B4-BE49-F238E27FC236}">
                <a16:creationId xmlns:a16="http://schemas.microsoft.com/office/drawing/2014/main" id="{D8EC434E-F004-0B23-A4E7-6F671E20AFAD}"/>
              </a:ext>
              <a:ext uri="{C183D7F6-B498-43B3-948B-1728B52AA6E4}">
                <adec:decorative xmlns:adec="http://schemas.microsoft.com/office/drawing/2017/decorative" val="1"/>
              </a:ext>
            </a:extLst>
          </p:cNvPr>
          <p:cNvPicPr>
            <a:picLocks noChangeAspect="1"/>
          </p:cNvPicPr>
          <p:nvPr userDrawn="1"/>
        </p:nvPicPr>
        <p:blipFill rotWithShape="1">
          <a:blip r:embed="rId3">
            <a:duotone>
              <a:prstClr val="black"/>
              <a:schemeClr val="accent1">
                <a:tint val="45000"/>
                <a:satMod val="400000"/>
              </a:schemeClr>
            </a:duotone>
            <a:extLst>
              <a:ext uri="{28A0092B-C50C-407E-A947-70E740481C1C}">
                <a14:useLocalDpi xmlns:a14="http://schemas.microsoft.com/office/drawing/2010/main"/>
              </a:ext>
            </a:extLst>
          </a:blip>
          <a:srcRect/>
          <a:stretch/>
        </p:blipFill>
        <p:spPr>
          <a:xfrm>
            <a:off x="-114129" y="0"/>
            <a:ext cx="8621485" cy="1522821"/>
          </a:xfrm>
          <a:prstGeom prst="rect">
            <a:avLst/>
          </a:prstGeom>
        </p:spPr>
      </p:pic>
      <p:sp>
        <p:nvSpPr>
          <p:cNvPr id="4" name="Text Placeholder 6">
            <a:extLst>
              <a:ext uri="{FF2B5EF4-FFF2-40B4-BE49-F238E27FC236}">
                <a16:creationId xmlns:a16="http://schemas.microsoft.com/office/drawing/2014/main" id="{4B26E0C3-7C7D-88E2-29A2-4BE489DF7C5A}"/>
              </a:ext>
            </a:extLst>
          </p:cNvPr>
          <p:cNvSpPr>
            <a:spLocks noGrp="1"/>
          </p:cNvSpPr>
          <p:nvPr>
            <p:ph type="body" sz="quarter" idx="10"/>
          </p:nvPr>
        </p:nvSpPr>
        <p:spPr>
          <a:xfrm>
            <a:off x="422758" y="423307"/>
            <a:ext cx="7369175" cy="430887"/>
          </a:xfrm>
        </p:spPr>
        <p:txBody>
          <a:bodyPr/>
          <a:lstStyle>
            <a:lvl1pPr marL="0" indent="0">
              <a:buNone/>
              <a:defRPr sz="2800">
                <a:solidFill>
                  <a:schemeClr val="bg1"/>
                </a:solidFill>
                <a:latin typeface="+mj-lt"/>
              </a:defRPr>
            </a:lvl1pPr>
            <a:lvl2pPr>
              <a:defRPr sz="1800">
                <a:solidFill>
                  <a:schemeClr val="bg1"/>
                </a:solidFill>
              </a:defRPr>
            </a:lvl2pPr>
            <a:lvl3pPr>
              <a:defRPr sz="1800">
                <a:solidFill>
                  <a:schemeClr val="bg1"/>
                </a:solidFill>
              </a:defRPr>
            </a:lvl3pPr>
            <a:lvl4pPr>
              <a:defRPr sz="1800">
                <a:solidFill>
                  <a:schemeClr val="bg1"/>
                </a:solidFill>
              </a:defRPr>
            </a:lvl4pPr>
            <a:lvl5pPr marL="855663" indent="0">
              <a:buNone/>
              <a:defRPr sz="1800">
                <a:solidFill>
                  <a:schemeClr val="bg1"/>
                </a:solidFill>
              </a:defRPr>
            </a:lvl5pPr>
          </a:lstStyle>
          <a:p>
            <a:pPr lvl="0"/>
            <a:r>
              <a:rPr lang="en-US"/>
              <a:t>Click to edit Master text styles</a:t>
            </a:r>
          </a:p>
        </p:txBody>
      </p:sp>
      <p:sp>
        <p:nvSpPr>
          <p:cNvPr id="5" name="Text Placeholder 6">
            <a:extLst>
              <a:ext uri="{FF2B5EF4-FFF2-40B4-BE49-F238E27FC236}">
                <a16:creationId xmlns:a16="http://schemas.microsoft.com/office/drawing/2014/main" id="{EE9EC9EB-08D1-E2FF-69D4-3D56AEF971E0}"/>
              </a:ext>
            </a:extLst>
          </p:cNvPr>
          <p:cNvSpPr>
            <a:spLocks noGrp="1"/>
          </p:cNvSpPr>
          <p:nvPr>
            <p:ph type="body" sz="quarter" idx="11"/>
          </p:nvPr>
        </p:nvSpPr>
        <p:spPr>
          <a:xfrm>
            <a:off x="415771" y="864830"/>
            <a:ext cx="7369175" cy="215444"/>
          </a:xfrm>
        </p:spPr>
        <p:txBody>
          <a:bodyPr/>
          <a:lstStyle>
            <a:lvl1pPr marL="0" indent="0">
              <a:buNone/>
              <a:defRPr sz="1400">
                <a:solidFill>
                  <a:schemeClr val="bg1"/>
                </a:solidFill>
                <a:latin typeface="+mn-lt"/>
              </a:defRPr>
            </a:lvl1pPr>
            <a:lvl2pPr>
              <a:defRPr sz="1800">
                <a:solidFill>
                  <a:schemeClr val="bg1"/>
                </a:solidFill>
              </a:defRPr>
            </a:lvl2pPr>
            <a:lvl3pPr>
              <a:defRPr sz="1800">
                <a:solidFill>
                  <a:schemeClr val="bg1"/>
                </a:solidFill>
              </a:defRPr>
            </a:lvl3pPr>
            <a:lvl4pPr>
              <a:defRPr sz="1800">
                <a:solidFill>
                  <a:schemeClr val="bg1"/>
                </a:solidFill>
              </a:defRPr>
            </a:lvl4pPr>
            <a:lvl5pPr marL="855663" indent="0">
              <a:buNone/>
              <a:defRPr sz="1800">
                <a:solidFill>
                  <a:schemeClr val="bg1"/>
                </a:solidFill>
              </a:defRPr>
            </a:lvl5pPr>
          </a:lstStyle>
          <a:p>
            <a:pPr lvl="0"/>
            <a:r>
              <a:rPr lang="en-US"/>
              <a:t>Click to edit Master text styles</a:t>
            </a:r>
          </a:p>
        </p:txBody>
      </p:sp>
      <p:pic>
        <p:nvPicPr>
          <p:cNvPr id="3" name="Picture 2">
            <a:extLst>
              <a:ext uri="{FF2B5EF4-FFF2-40B4-BE49-F238E27FC236}">
                <a16:creationId xmlns:a16="http://schemas.microsoft.com/office/drawing/2014/main" id="{6DADE9D5-A2F6-6463-BAAB-46AC3AB5EEC0}"/>
              </a:ext>
              <a:ext uri="{C183D7F6-B498-43B3-948B-1728B52AA6E4}">
                <adec:decorative xmlns:adec="http://schemas.microsoft.com/office/drawing/2017/decorative" val="1"/>
              </a:ext>
            </a:extLst>
          </p:cNvPr>
          <p:cNvPicPr>
            <a:picLocks noChangeAspect="1"/>
          </p:cNvPicPr>
          <p:nvPr userDrawn="1"/>
        </p:nvPicPr>
        <p:blipFill>
          <a:blip r:embed="rId4">
            <a:duotone>
              <a:prstClr val="black"/>
              <a:schemeClr val="accent1">
                <a:tint val="45000"/>
                <a:satMod val="400000"/>
              </a:schemeClr>
            </a:duotone>
          </a:blip>
          <a:stretch>
            <a:fillRect/>
          </a:stretch>
        </p:blipFill>
        <p:spPr>
          <a:xfrm>
            <a:off x="10180143" y="0"/>
            <a:ext cx="2011854" cy="1176630"/>
          </a:xfrm>
          <a:prstGeom prst="rect">
            <a:avLst/>
          </a:prstGeom>
        </p:spPr>
      </p:pic>
    </p:spTree>
    <p:extLst>
      <p:ext uri="{BB962C8B-B14F-4D97-AF65-F5344CB8AC3E}">
        <p14:creationId xmlns:p14="http://schemas.microsoft.com/office/powerpoint/2010/main" val="375811156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echnical Readiness Title">
    <p:bg>
      <p:bgPr>
        <a:solidFill>
          <a:schemeClr val="bg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2BA890C-9AC4-9185-6F8D-7F36450FC550}"/>
              </a:ext>
              <a:ext uri="{C183D7F6-B498-43B3-948B-1728B52AA6E4}">
                <adec:decorative xmlns:adec="http://schemas.microsoft.com/office/drawing/2017/decorative" val="1"/>
              </a:ext>
            </a:extLst>
          </p:cNvPr>
          <p:cNvPicPr>
            <a:picLocks noChangeAspect="1"/>
          </p:cNvPicPr>
          <p:nvPr userDrawn="1"/>
        </p:nvPicPr>
        <p:blipFill rotWithShape="1">
          <a:blip r:embed="rId2"/>
          <a:srcRect l="10595" t="987" r="10595"/>
          <a:stretch/>
        </p:blipFill>
        <p:spPr>
          <a:xfrm>
            <a:off x="0" y="3344"/>
            <a:ext cx="12192000" cy="6858000"/>
          </a:xfrm>
          <a:prstGeom prst="rect">
            <a:avLst/>
          </a:prstGeom>
        </p:spPr>
      </p:pic>
      <p:sp>
        <p:nvSpPr>
          <p:cNvPr id="8" name="Title 1">
            <a:extLst>
              <a:ext uri="{FF2B5EF4-FFF2-40B4-BE49-F238E27FC236}">
                <a16:creationId xmlns:a16="http://schemas.microsoft.com/office/drawing/2014/main" id="{88246284-1127-4B8D-21BA-2FBFE651681C}"/>
              </a:ext>
            </a:extLst>
          </p:cNvPr>
          <p:cNvSpPr>
            <a:spLocks noGrp="1"/>
          </p:cNvSpPr>
          <p:nvPr>
            <p:ph type="title" hasCustomPrompt="1"/>
          </p:nvPr>
        </p:nvSpPr>
        <p:spPr>
          <a:xfrm>
            <a:off x="581745" y="2494799"/>
            <a:ext cx="4452218" cy="1107996"/>
          </a:xfrm>
          <a:noFill/>
        </p:spPr>
        <p:txBody>
          <a:bodyPr wrap="square" lIns="0" tIns="0" rIns="0" bIns="0" anchor="b" anchorCtr="0">
            <a:spAutoFit/>
          </a:bodyPr>
          <a:lstStyle>
            <a:lvl1pPr>
              <a:defRPr sz="3600" spc="-50" baseline="0">
                <a:solidFill>
                  <a:srgbClr val="000000"/>
                </a:solidFill>
                <a:latin typeface="+mj-lt"/>
                <a:cs typeface="Segoe UI" panose="020B0502040204020203" pitchFamily="34" charset="0"/>
              </a:defRPr>
            </a:lvl1pPr>
          </a:lstStyle>
          <a:p>
            <a:r>
              <a:rPr lang="en-US"/>
              <a:t>Event name or presentation title </a:t>
            </a:r>
          </a:p>
        </p:txBody>
      </p:sp>
      <p:pic>
        <p:nvPicPr>
          <p:cNvPr id="3" name="!Copilot" descr="Copilot icon">
            <a:extLst>
              <a:ext uri="{FF2B5EF4-FFF2-40B4-BE49-F238E27FC236}">
                <a16:creationId xmlns:a16="http://schemas.microsoft.com/office/drawing/2014/main" id="{6574D6CE-13AE-D9F4-3CEE-EDA966FE8A62}"/>
              </a:ext>
            </a:extLst>
          </p:cNvPr>
          <p:cNvPicPr>
            <a:picLocks noChangeAspect="1"/>
          </p:cNvPicPr>
          <p:nvPr userDrawn="1"/>
        </p:nvPicPr>
        <p:blipFill>
          <a:blip r:embed="rId3">
            <a:duotone>
              <a:prstClr val="black"/>
              <a:schemeClr val="accent4">
                <a:tint val="45000"/>
                <a:satMod val="400000"/>
              </a:schemeClr>
            </a:duotone>
          </a:blip>
          <a:stretch>
            <a:fillRect/>
          </a:stretch>
        </p:blipFill>
        <p:spPr>
          <a:xfrm>
            <a:off x="5034261" y="-779645"/>
            <a:ext cx="8422112" cy="8422104"/>
          </a:xfrm>
          <a:prstGeom prst="rect">
            <a:avLst/>
          </a:prstGeom>
          <a:noFill/>
          <a:ln>
            <a:noFill/>
            <a:headEnd type="none" w="med" len="med"/>
            <a:tailEnd type="none" w="med" len="med"/>
          </a:ln>
          <a:effectLst>
            <a:outerShdw blurRad="63500" dist="63500" dir="8100000" algn="tr" rotWithShape="0">
              <a:prstClr val="black">
                <a:alpha val="10000"/>
              </a:prstClr>
            </a:outerShdw>
          </a:effectLst>
        </p:spPr>
      </p:pic>
      <p:sp>
        <p:nvSpPr>
          <p:cNvPr id="4" name="Text Placeholder 3">
            <a:extLst>
              <a:ext uri="{FF2B5EF4-FFF2-40B4-BE49-F238E27FC236}">
                <a16:creationId xmlns:a16="http://schemas.microsoft.com/office/drawing/2014/main" id="{A0C6D242-9280-51D2-5E9D-B6C4C69C2A98}"/>
              </a:ext>
            </a:extLst>
          </p:cNvPr>
          <p:cNvSpPr>
            <a:spLocks noGrp="1"/>
          </p:cNvSpPr>
          <p:nvPr>
            <p:ph type="body" sz="quarter" idx="10"/>
          </p:nvPr>
        </p:nvSpPr>
        <p:spPr>
          <a:xfrm>
            <a:off x="582613" y="3708718"/>
            <a:ext cx="4451350" cy="307777"/>
          </a:xfrm>
        </p:spPr>
        <p:txBody>
          <a:bodyPr/>
          <a:lstStyle>
            <a:lvl1pPr>
              <a:defRPr sz="2000"/>
            </a:lvl1pPr>
          </a:lstStyle>
          <a:p>
            <a:pPr lvl="0"/>
            <a:r>
              <a:rPr lang="en-US"/>
              <a:t>Click to edit Master text styles</a:t>
            </a:r>
          </a:p>
        </p:txBody>
      </p:sp>
      <p:pic>
        <p:nvPicPr>
          <p:cNvPr id="7" name="Graphic 6" descr="Microsoft 365 logo">
            <a:extLst>
              <a:ext uri="{FF2B5EF4-FFF2-40B4-BE49-F238E27FC236}">
                <a16:creationId xmlns:a16="http://schemas.microsoft.com/office/drawing/2014/main" id="{A2F92F5C-3DFC-982F-DAF9-8120894BBF7F}"/>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338756" y="333867"/>
            <a:ext cx="1812544" cy="292608"/>
          </a:xfrm>
          <a:prstGeom prst="rect">
            <a:avLst/>
          </a:prstGeom>
        </p:spPr>
      </p:pic>
    </p:spTree>
    <p:extLst>
      <p:ext uri="{BB962C8B-B14F-4D97-AF65-F5344CB8AC3E}">
        <p14:creationId xmlns:p14="http://schemas.microsoft.com/office/powerpoint/2010/main" val="255614109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echnical Readiness Conten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F6C2E5C-A903-18C8-DBB6-4A939616A29E}"/>
              </a:ext>
              <a:ext uri="{C183D7F6-B498-43B3-948B-1728B52AA6E4}">
                <adec:decorative xmlns:adec="http://schemas.microsoft.com/office/drawing/2017/decorative" val="1"/>
              </a:ext>
            </a:extLst>
          </p:cNvPr>
          <p:cNvPicPr>
            <a:picLocks noChangeAspect="1"/>
          </p:cNvPicPr>
          <p:nvPr userDrawn="1"/>
        </p:nvPicPr>
        <p:blipFill rotWithShape="1">
          <a:blip r:embed="rId2"/>
          <a:srcRect l="10595" t="987" r="10595"/>
          <a:stretch/>
        </p:blipFill>
        <p:spPr>
          <a:xfrm>
            <a:off x="0" y="3344"/>
            <a:ext cx="12192000" cy="6858000"/>
          </a:xfrm>
          <a:prstGeom prst="rect">
            <a:avLst/>
          </a:prstGeom>
        </p:spPr>
      </p:pic>
      <p:pic>
        <p:nvPicPr>
          <p:cNvPr id="2" name="Picture 1">
            <a:extLst>
              <a:ext uri="{FF2B5EF4-FFF2-40B4-BE49-F238E27FC236}">
                <a16:creationId xmlns:a16="http://schemas.microsoft.com/office/drawing/2014/main" id="{D8EC434E-F004-0B23-A4E7-6F671E20AFAD}"/>
              </a:ext>
              <a:ext uri="{C183D7F6-B498-43B3-948B-1728B52AA6E4}">
                <adec:decorative xmlns:adec="http://schemas.microsoft.com/office/drawing/2017/decorative" val="1"/>
              </a:ext>
            </a:extLst>
          </p:cNvPr>
          <p:cNvPicPr>
            <a:picLocks noChangeAspect="1"/>
          </p:cNvPicPr>
          <p:nvPr userDrawn="1"/>
        </p:nvPicPr>
        <p:blipFill rotWithShape="1">
          <a:blip r:embed="rId3">
            <a:duotone>
              <a:prstClr val="black"/>
              <a:schemeClr val="accent4">
                <a:tint val="45000"/>
                <a:satMod val="400000"/>
              </a:schemeClr>
            </a:duotone>
            <a:extLst>
              <a:ext uri="{28A0092B-C50C-407E-A947-70E740481C1C}">
                <a14:useLocalDpi xmlns:a14="http://schemas.microsoft.com/office/drawing/2010/main"/>
              </a:ext>
            </a:extLst>
          </a:blip>
          <a:srcRect/>
          <a:stretch/>
        </p:blipFill>
        <p:spPr>
          <a:xfrm>
            <a:off x="-114129" y="0"/>
            <a:ext cx="8621485" cy="1522821"/>
          </a:xfrm>
          <a:prstGeom prst="rect">
            <a:avLst/>
          </a:prstGeom>
        </p:spPr>
      </p:pic>
      <p:sp>
        <p:nvSpPr>
          <p:cNvPr id="4" name="Text Placeholder 6">
            <a:extLst>
              <a:ext uri="{FF2B5EF4-FFF2-40B4-BE49-F238E27FC236}">
                <a16:creationId xmlns:a16="http://schemas.microsoft.com/office/drawing/2014/main" id="{4B26E0C3-7C7D-88E2-29A2-4BE489DF7C5A}"/>
              </a:ext>
            </a:extLst>
          </p:cNvPr>
          <p:cNvSpPr>
            <a:spLocks noGrp="1"/>
          </p:cNvSpPr>
          <p:nvPr>
            <p:ph type="body" sz="quarter" idx="10"/>
          </p:nvPr>
        </p:nvSpPr>
        <p:spPr>
          <a:xfrm>
            <a:off x="422758" y="423307"/>
            <a:ext cx="7369175" cy="430887"/>
          </a:xfrm>
        </p:spPr>
        <p:txBody>
          <a:bodyPr/>
          <a:lstStyle>
            <a:lvl1pPr marL="0" indent="0">
              <a:buNone/>
              <a:defRPr sz="2800">
                <a:solidFill>
                  <a:schemeClr val="bg1"/>
                </a:solidFill>
                <a:latin typeface="+mj-lt"/>
              </a:defRPr>
            </a:lvl1pPr>
            <a:lvl2pPr>
              <a:defRPr sz="1800">
                <a:solidFill>
                  <a:schemeClr val="bg1"/>
                </a:solidFill>
              </a:defRPr>
            </a:lvl2pPr>
            <a:lvl3pPr>
              <a:defRPr sz="1800">
                <a:solidFill>
                  <a:schemeClr val="bg1"/>
                </a:solidFill>
              </a:defRPr>
            </a:lvl3pPr>
            <a:lvl4pPr>
              <a:defRPr sz="1800">
                <a:solidFill>
                  <a:schemeClr val="bg1"/>
                </a:solidFill>
              </a:defRPr>
            </a:lvl4pPr>
            <a:lvl5pPr marL="855663" indent="0">
              <a:buNone/>
              <a:defRPr sz="1800">
                <a:solidFill>
                  <a:schemeClr val="bg1"/>
                </a:solidFill>
              </a:defRPr>
            </a:lvl5pPr>
          </a:lstStyle>
          <a:p>
            <a:pPr lvl="0"/>
            <a:r>
              <a:rPr lang="en-US"/>
              <a:t>Click to edit Master text styles</a:t>
            </a:r>
          </a:p>
        </p:txBody>
      </p:sp>
      <p:sp>
        <p:nvSpPr>
          <p:cNvPr id="5" name="Text Placeholder 6">
            <a:extLst>
              <a:ext uri="{FF2B5EF4-FFF2-40B4-BE49-F238E27FC236}">
                <a16:creationId xmlns:a16="http://schemas.microsoft.com/office/drawing/2014/main" id="{EE9EC9EB-08D1-E2FF-69D4-3D56AEF971E0}"/>
              </a:ext>
            </a:extLst>
          </p:cNvPr>
          <p:cNvSpPr>
            <a:spLocks noGrp="1"/>
          </p:cNvSpPr>
          <p:nvPr>
            <p:ph type="body" sz="quarter" idx="11"/>
          </p:nvPr>
        </p:nvSpPr>
        <p:spPr>
          <a:xfrm>
            <a:off x="415771" y="864830"/>
            <a:ext cx="7369175" cy="215444"/>
          </a:xfrm>
        </p:spPr>
        <p:txBody>
          <a:bodyPr/>
          <a:lstStyle>
            <a:lvl1pPr marL="0" indent="0">
              <a:buNone/>
              <a:defRPr sz="1400">
                <a:solidFill>
                  <a:schemeClr val="bg1"/>
                </a:solidFill>
                <a:latin typeface="+mn-lt"/>
              </a:defRPr>
            </a:lvl1pPr>
            <a:lvl2pPr>
              <a:defRPr sz="1800">
                <a:solidFill>
                  <a:schemeClr val="bg1"/>
                </a:solidFill>
              </a:defRPr>
            </a:lvl2pPr>
            <a:lvl3pPr>
              <a:defRPr sz="1800">
                <a:solidFill>
                  <a:schemeClr val="bg1"/>
                </a:solidFill>
              </a:defRPr>
            </a:lvl3pPr>
            <a:lvl4pPr>
              <a:defRPr sz="1800">
                <a:solidFill>
                  <a:schemeClr val="bg1"/>
                </a:solidFill>
              </a:defRPr>
            </a:lvl4pPr>
            <a:lvl5pPr marL="855663" indent="0">
              <a:buNone/>
              <a:defRPr sz="1800">
                <a:solidFill>
                  <a:schemeClr val="bg1"/>
                </a:solidFill>
              </a:defRPr>
            </a:lvl5pPr>
          </a:lstStyle>
          <a:p>
            <a:pPr lvl="0"/>
            <a:r>
              <a:rPr lang="en-US"/>
              <a:t>Click to edit Master text styles</a:t>
            </a:r>
          </a:p>
        </p:txBody>
      </p:sp>
      <p:pic>
        <p:nvPicPr>
          <p:cNvPr id="3" name="Picture 2">
            <a:extLst>
              <a:ext uri="{FF2B5EF4-FFF2-40B4-BE49-F238E27FC236}">
                <a16:creationId xmlns:a16="http://schemas.microsoft.com/office/drawing/2014/main" id="{6DADE9D5-A2F6-6463-BAAB-46AC3AB5EEC0}"/>
              </a:ext>
              <a:ext uri="{C183D7F6-B498-43B3-948B-1728B52AA6E4}">
                <adec:decorative xmlns:adec="http://schemas.microsoft.com/office/drawing/2017/decorative" val="1"/>
              </a:ext>
            </a:extLst>
          </p:cNvPr>
          <p:cNvPicPr>
            <a:picLocks noChangeAspect="1"/>
          </p:cNvPicPr>
          <p:nvPr userDrawn="1"/>
        </p:nvPicPr>
        <p:blipFill>
          <a:blip r:embed="rId4">
            <a:duotone>
              <a:prstClr val="black"/>
              <a:schemeClr val="accent4">
                <a:tint val="45000"/>
                <a:satMod val="400000"/>
              </a:schemeClr>
            </a:duotone>
          </a:blip>
          <a:stretch>
            <a:fillRect/>
          </a:stretch>
        </p:blipFill>
        <p:spPr>
          <a:xfrm>
            <a:off x="10180143" y="0"/>
            <a:ext cx="2011854" cy="1176630"/>
          </a:xfrm>
          <a:prstGeom prst="rect">
            <a:avLst/>
          </a:prstGeom>
        </p:spPr>
      </p:pic>
    </p:spTree>
    <p:extLst>
      <p:ext uri="{BB962C8B-B14F-4D97-AF65-F5344CB8AC3E}">
        <p14:creationId xmlns:p14="http://schemas.microsoft.com/office/powerpoint/2010/main" val="50461149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1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210781693"/>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SP Masters Program - Copilot title 1">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30F57E1-D90B-3263-EC4A-6FCDB0179CBC}"/>
              </a:ext>
            </a:extLst>
          </p:cNvPr>
          <p:cNvPicPr>
            <a:picLocks noChangeAspect="1"/>
          </p:cNvPicPr>
          <p:nvPr userDrawn="1"/>
        </p:nvPicPr>
        <p:blipFill>
          <a:blip r:embed="rId2"/>
          <a:srcRect/>
          <a:stretch/>
        </p:blipFill>
        <p:spPr>
          <a:xfrm>
            <a:off x="1909616" y="2"/>
            <a:ext cx="10282384" cy="6858000"/>
          </a:xfrm>
          <a:prstGeom prst="rect">
            <a:avLst/>
          </a:prstGeom>
        </p:spPr>
      </p:pic>
      <p:sp>
        <p:nvSpPr>
          <p:cNvPr id="11" name="Cutout">
            <a:extLst>
              <a:ext uri="{FF2B5EF4-FFF2-40B4-BE49-F238E27FC236}">
                <a16:creationId xmlns:a16="http://schemas.microsoft.com/office/drawing/2014/main" id="{DD82A0A3-899A-8692-44AF-1DC6A15EDFA7}"/>
              </a:ext>
              <a:ext uri="{C183D7F6-B498-43B3-948B-1728B52AA6E4}">
                <adec:decorative xmlns:adec="http://schemas.microsoft.com/office/drawing/2017/decorative" val="1"/>
              </a:ext>
            </a:extLst>
          </p:cNvPr>
          <p:cNvSpPr txBox="1">
            <a:spLocks/>
          </p:cNvSpPr>
          <p:nvPr/>
        </p:nvSpPr>
        <p:spPr>
          <a:xfrm>
            <a:off x="1" y="2"/>
            <a:ext cx="8638094" cy="6858000"/>
          </a:xfrm>
          <a:custGeom>
            <a:avLst/>
            <a:gdLst>
              <a:gd name="connsiteX0" fmla="*/ 0 w 8638094"/>
              <a:gd name="connsiteY0" fmla="*/ 0 h 6858000"/>
              <a:gd name="connsiteX1" fmla="*/ 8638094 w 8638094"/>
              <a:gd name="connsiteY1" fmla="*/ 0 h 6858000"/>
              <a:gd name="connsiteX2" fmla="*/ 5227281 w 8638094"/>
              <a:gd name="connsiteY2" fmla="*/ 3078405 h 6858000"/>
              <a:gd name="connsiteX3" fmla="*/ 5209581 w 8638094"/>
              <a:gd name="connsiteY3" fmla="*/ 3429001 h 6858000"/>
              <a:gd name="connsiteX4" fmla="*/ 5209580 w 8638094"/>
              <a:gd name="connsiteY4" fmla="*/ 3429000 h 6858000"/>
              <a:gd name="connsiteX5" fmla="*/ 5209580 w 8638094"/>
              <a:gd name="connsiteY5" fmla="*/ 3429001 h 6858000"/>
              <a:gd name="connsiteX6" fmla="*/ 5209581 w 8638094"/>
              <a:gd name="connsiteY6" fmla="*/ 3429001 h 6858000"/>
              <a:gd name="connsiteX7" fmla="*/ 5227281 w 8638094"/>
              <a:gd name="connsiteY7" fmla="*/ 3779595 h 6858000"/>
              <a:gd name="connsiteX8" fmla="*/ 8638094 w 8638094"/>
              <a:gd name="connsiteY8" fmla="*/ 6858000 h 6858000"/>
              <a:gd name="connsiteX9" fmla="*/ 0 w 8638094"/>
              <a:gd name="connsiteY9" fmla="*/ 6858000 h 6858000"/>
              <a:gd name="connsiteX10" fmla="*/ 0 w 8638094"/>
              <a:gd name="connsiteY10"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638094" h="6858000">
                <a:moveTo>
                  <a:pt x="0" y="0"/>
                </a:moveTo>
                <a:lnTo>
                  <a:pt x="8638094" y="0"/>
                </a:lnTo>
                <a:cubicBezTo>
                  <a:pt x="6862923" y="0"/>
                  <a:pt x="5402856" y="1349311"/>
                  <a:pt x="5227281" y="3078405"/>
                </a:cubicBezTo>
                <a:lnTo>
                  <a:pt x="5209581" y="3429001"/>
                </a:lnTo>
                <a:lnTo>
                  <a:pt x="5209580" y="3429000"/>
                </a:lnTo>
                <a:lnTo>
                  <a:pt x="5209580" y="3429001"/>
                </a:lnTo>
                <a:lnTo>
                  <a:pt x="5209581" y="3429001"/>
                </a:lnTo>
                <a:lnTo>
                  <a:pt x="5227281" y="3779595"/>
                </a:lnTo>
                <a:cubicBezTo>
                  <a:pt x="5402856" y="5508690"/>
                  <a:pt x="6862923" y="6858000"/>
                  <a:pt x="8638094" y="6858000"/>
                </a:cubicBezTo>
                <a:lnTo>
                  <a:pt x="0" y="6858000"/>
                </a:lnTo>
                <a:lnTo>
                  <a:pt x="0" y="0"/>
                </a:lnTo>
                <a:close/>
              </a:path>
            </a:pathLst>
          </a:custGeom>
          <a:blipFill dpi="0" rotWithShape="1">
            <a:blip r:embed="rId3"/>
            <a:srcRect/>
            <a:tile tx="0" ty="0" sx="100000" sy="100000" flip="none" algn="tl"/>
          </a:blipFill>
        </p:spPr>
        <p:txBody>
          <a:bodyPr vert="horz" wrap="square" lIns="0" tIns="2011680" rIns="0" bIns="0" rtlCol="0" anchor="t" anchorCtr="0">
            <a:noAutofit/>
          </a:bodyPr>
          <a:lstStyle>
            <a:lvl1pPr marL="0" marR="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lang="en-US" sz="1600" b="1" kern="1200" spc="0" baseline="0">
                <a:solidFill>
                  <a:srgbClr val="000000"/>
                </a:solidFill>
                <a:latin typeface="+mn-lt"/>
                <a:ea typeface="+mn-ea"/>
                <a:cs typeface="Segoe UI" panose="020B0502040204020203" pitchFamily="34" charset="0"/>
              </a:defRPr>
            </a:lvl1pPr>
            <a:lvl2pPr marL="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1600" kern="1200" spc="0" baseline="0">
                <a:solidFill>
                  <a:srgbClr val="000000"/>
                </a:solidFill>
                <a:latin typeface="+mn-lt"/>
                <a:ea typeface="+mn-ea"/>
                <a:cs typeface="+mn-cs"/>
              </a:defRPr>
            </a:lvl2pPr>
            <a:lvl3pPr marL="200025" marR="0" indent="-200025" algn="l" defTabSz="932742" rtl="0" eaLnBrk="1" fontAlgn="auto" latinLnBrk="0" hangingPunct="1">
              <a:lnSpc>
                <a:spcPct val="100000"/>
              </a:lnSpc>
              <a:spcBef>
                <a:spcPts val="6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402336"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4pPr>
            <a:lvl5pPr marL="603504" marR="0" indent="-201168"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defRPr/>
            </a:pPr>
            <a:endParaRPr lang="en-US" sz="1600"/>
          </a:p>
        </p:txBody>
      </p:sp>
      <p:sp>
        <p:nvSpPr>
          <p:cNvPr id="9" name="Title 1">
            <a:extLst>
              <a:ext uri="{FF2B5EF4-FFF2-40B4-BE49-F238E27FC236}">
                <a16:creationId xmlns:a16="http://schemas.microsoft.com/office/drawing/2014/main" id="{0B916564-33C2-CD0E-E05A-76907EB69EDD}"/>
              </a:ext>
            </a:extLst>
          </p:cNvPr>
          <p:cNvSpPr>
            <a:spLocks noGrp="1"/>
          </p:cNvSpPr>
          <p:nvPr>
            <p:ph type="title" hasCustomPrompt="1"/>
          </p:nvPr>
        </p:nvSpPr>
        <p:spPr>
          <a:xfrm>
            <a:off x="588264" y="2425545"/>
            <a:ext cx="4167887" cy="1107996"/>
          </a:xfrm>
        </p:spPr>
        <p:txBody>
          <a:bodyPr anchor="b" anchorCtr="0">
            <a:spAutoFit/>
          </a:bodyPr>
          <a:lstStyle>
            <a:lvl1pPr>
              <a:defRPr sz="3600">
                <a:solidFill>
                  <a:schemeClr val="tx1"/>
                </a:solidFill>
              </a:defRPr>
            </a:lvl1pPr>
          </a:lstStyle>
          <a:p>
            <a:r>
              <a:rPr lang="en-US"/>
              <a:t>Event name or presentation title </a:t>
            </a:r>
          </a:p>
        </p:txBody>
      </p:sp>
      <p:sp>
        <p:nvSpPr>
          <p:cNvPr id="10" name="Text Placeholder 4">
            <a:extLst>
              <a:ext uri="{FF2B5EF4-FFF2-40B4-BE49-F238E27FC236}">
                <a16:creationId xmlns:a16="http://schemas.microsoft.com/office/drawing/2014/main" id="{3DE2905F-5DD9-A6E6-9622-A302EC289098}"/>
              </a:ext>
            </a:extLst>
          </p:cNvPr>
          <p:cNvSpPr>
            <a:spLocks noGrp="1"/>
          </p:cNvSpPr>
          <p:nvPr>
            <p:ph type="body" sz="quarter" idx="12" hasCustomPrompt="1"/>
          </p:nvPr>
        </p:nvSpPr>
        <p:spPr>
          <a:xfrm>
            <a:off x="582043" y="3962403"/>
            <a:ext cx="4164583"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a:t>
            </a:r>
          </a:p>
        </p:txBody>
      </p:sp>
    </p:spTree>
    <p:extLst>
      <p:ext uri="{BB962C8B-B14F-4D97-AF65-F5344CB8AC3E}">
        <p14:creationId xmlns:p14="http://schemas.microsoft.com/office/powerpoint/2010/main" val="2229992811"/>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6" orient="horz" pos="905">
          <p15:clr>
            <a:srgbClr val="5ACBF0"/>
          </p15:clr>
        </p15:guide>
        <p15:guide id="7" orient="horz" pos="1275">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CSP Masters Program - Copilot title 1">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4F72C55-425F-8D6A-BC10-2DCB8A20D291}"/>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l="3273" r="3273"/>
          <a:stretch/>
        </p:blipFill>
        <p:spPr>
          <a:xfrm>
            <a:off x="2578355" y="0"/>
            <a:ext cx="9613645" cy="6857997"/>
          </a:xfrm>
          <a:prstGeom prst="rect">
            <a:avLst/>
          </a:prstGeom>
        </p:spPr>
      </p:pic>
      <p:sp>
        <p:nvSpPr>
          <p:cNvPr id="11" name="Cutout">
            <a:extLst>
              <a:ext uri="{FF2B5EF4-FFF2-40B4-BE49-F238E27FC236}">
                <a16:creationId xmlns:a16="http://schemas.microsoft.com/office/drawing/2014/main" id="{DD82A0A3-899A-8692-44AF-1DC6A15EDFA7}"/>
              </a:ext>
              <a:ext uri="{C183D7F6-B498-43B3-948B-1728B52AA6E4}">
                <adec:decorative xmlns:adec="http://schemas.microsoft.com/office/drawing/2017/decorative" val="1"/>
              </a:ext>
            </a:extLst>
          </p:cNvPr>
          <p:cNvSpPr txBox="1">
            <a:spLocks/>
          </p:cNvSpPr>
          <p:nvPr/>
        </p:nvSpPr>
        <p:spPr>
          <a:xfrm>
            <a:off x="1" y="2"/>
            <a:ext cx="8638094" cy="6858000"/>
          </a:xfrm>
          <a:custGeom>
            <a:avLst/>
            <a:gdLst>
              <a:gd name="connsiteX0" fmla="*/ 0 w 8638094"/>
              <a:gd name="connsiteY0" fmla="*/ 0 h 6858000"/>
              <a:gd name="connsiteX1" fmla="*/ 8638094 w 8638094"/>
              <a:gd name="connsiteY1" fmla="*/ 0 h 6858000"/>
              <a:gd name="connsiteX2" fmla="*/ 5227281 w 8638094"/>
              <a:gd name="connsiteY2" fmla="*/ 3078405 h 6858000"/>
              <a:gd name="connsiteX3" fmla="*/ 5209581 w 8638094"/>
              <a:gd name="connsiteY3" fmla="*/ 3429001 h 6858000"/>
              <a:gd name="connsiteX4" fmla="*/ 5209580 w 8638094"/>
              <a:gd name="connsiteY4" fmla="*/ 3429000 h 6858000"/>
              <a:gd name="connsiteX5" fmla="*/ 5209580 w 8638094"/>
              <a:gd name="connsiteY5" fmla="*/ 3429001 h 6858000"/>
              <a:gd name="connsiteX6" fmla="*/ 5209581 w 8638094"/>
              <a:gd name="connsiteY6" fmla="*/ 3429001 h 6858000"/>
              <a:gd name="connsiteX7" fmla="*/ 5227281 w 8638094"/>
              <a:gd name="connsiteY7" fmla="*/ 3779595 h 6858000"/>
              <a:gd name="connsiteX8" fmla="*/ 8638094 w 8638094"/>
              <a:gd name="connsiteY8" fmla="*/ 6858000 h 6858000"/>
              <a:gd name="connsiteX9" fmla="*/ 0 w 8638094"/>
              <a:gd name="connsiteY9" fmla="*/ 6858000 h 6858000"/>
              <a:gd name="connsiteX10" fmla="*/ 0 w 8638094"/>
              <a:gd name="connsiteY10"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638094" h="6858000">
                <a:moveTo>
                  <a:pt x="0" y="0"/>
                </a:moveTo>
                <a:lnTo>
                  <a:pt x="8638094" y="0"/>
                </a:lnTo>
                <a:cubicBezTo>
                  <a:pt x="6862923" y="0"/>
                  <a:pt x="5402856" y="1349311"/>
                  <a:pt x="5227281" y="3078405"/>
                </a:cubicBezTo>
                <a:lnTo>
                  <a:pt x="5209581" y="3429001"/>
                </a:lnTo>
                <a:lnTo>
                  <a:pt x="5209580" y="3429000"/>
                </a:lnTo>
                <a:lnTo>
                  <a:pt x="5209580" y="3429001"/>
                </a:lnTo>
                <a:lnTo>
                  <a:pt x="5209581" y="3429001"/>
                </a:lnTo>
                <a:lnTo>
                  <a:pt x="5227281" y="3779595"/>
                </a:lnTo>
                <a:cubicBezTo>
                  <a:pt x="5402856" y="5508690"/>
                  <a:pt x="6862923" y="6858000"/>
                  <a:pt x="8638094" y="6858000"/>
                </a:cubicBezTo>
                <a:lnTo>
                  <a:pt x="0" y="6858000"/>
                </a:lnTo>
                <a:lnTo>
                  <a:pt x="0" y="0"/>
                </a:lnTo>
                <a:close/>
              </a:path>
            </a:pathLst>
          </a:custGeom>
          <a:blipFill dpi="0" rotWithShape="1">
            <a:blip r:embed="rId3"/>
            <a:srcRect/>
            <a:tile tx="0" ty="0" sx="100000" sy="100000" flip="none" algn="tl"/>
          </a:blipFill>
        </p:spPr>
        <p:txBody>
          <a:bodyPr vert="horz" wrap="square" lIns="0" tIns="2011680" rIns="0" bIns="0" rtlCol="0" anchor="t" anchorCtr="0">
            <a:noAutofit/>
          </a:bodyPr>
          <a:lstStyle>
            <a:lvl1pPr marL="0" marR="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lang="en-US" sz="1600" b="1" kern="1200" spc="0" baseline="0">
                <a:solidFill>
                  <a:srgbClr val="000000"/>
                </a:solidFill>
                <a:latin typeface="+mn-lt"/>
                <a:ea typeface="+mn-ea"/>
                <a:cs typeface="Segoe UI" panose="020B0502040204020203" pitchFamily="34" charset="0"/>
              </a:defRPr>
            </a:lvl1pPr>
            <a:lvl2pPr marL="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1600" kern="1200" spc="0" baseline="0">
                <a:solidFill>
                  <a:srgbClr val="000000"/>
                </a:solidFill>
                <a:latin typeface="+mn-lt"/>
                <a:ea typeface="+mn-ea"/>
                <a:cs typeface="+mn-cs"/>
              </a:defRPr>
            </a:lvl2pPr>
            <a:lvl3pPr marL="200025" marR="0" indent="-200025" algn="l" defTabSz="932742" rtl="0" eaLnBrk="1" fontAlgn="auto" latinLnBrk="0" hangingPunct="1">
              <a:lnSpc>
                <a:spcPct val="100000"/>
              </a:lnSpc>
              <a:spcBef>
                <a:spcPts val="6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402336"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4pPr>
            <a:lvl5pPr marL="603504" marR="0" indent="-201168"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defRPr/>
            </a:pPr>
            <a:endParaRPr lang="en-US" sz="1600"/>
          </a:p>
        </p:txBody>
      </p:sp>
      <p:sp>
        <p:nvSpPr>
          <p:cNvPr id="9" name="Title 1">
            <a:extLst>
              <a:ext uri="{FF2B5EF4-FFF2-40B4-BE49-F238E27FC236}">
                <a16:creationId xmlns:a16="http://schemas.microsoft.com/office/drawing/2014/main" id="{0B916564-33C2-CD0E-E05A-76907EB69EDD}"/>
              </a:ext>
            </a:extLst>
          </p:cNvPr>
          <p:cNvSpPr>
            <a:spLocks noGrp="1"/>
          </p:cNvSpPr>
          <p:nvPr>
            <p:ph type="title" hasCustomPrompt="1"/>
          </p:nvPr>
        </p:nvSpPr>
        <p:spPr>
          <a:xfrm>
            <a:off x="588264" y="2425545"/>
            <a:ext cx="4167887" cy="1107996"/>
          </a:xfrm>
        </p:spPr>
        <p:txBody>
          <a:bodyPr anchor="b" anchorCtr="0">
            <a:spAutoFit/>
          </a:bodyPr>
          <a:lstStyle>
            <a:lvl1pPr>
              <a:defRPr sz="3600">
                <a:solidFill>
                  <a:schemeClr val="tx1"/>
                </a:solidFill>
              </a:defRPr>
            </a:lvl1pPr>
          </a:lstStyle>
          <a:p>
            <a:r>
              <a:rPr lang="en-US"/>
              <a:t>Event name or presentation title </a:t>
            </a:r>
          </a:p>
        </p:txBody>
      </p:sp>
      <p:sp>
        <p:nvSpPr>
          <p:cNvPr id="10" name="Text Placeholder 4">
            <a:extLst>
              <a:ext uri="{FF2B5EF4-FFF2-40B4-BE49-F238E27FC236}">
                <a16:creationId xmlns:a16="http://schemas.microsoft.com/office/drawing/2014/main" id="{3DE2905F-5DD9-A6E6-9622-A302EC289098}"/>
              </a:ext>
            </a:extLst>
          </p:cNvPr>
          <p:cNvSpPr>
            <a:spLocks noGrp="1"/>
          </p:cNvSpPr>
          <p:nvPr>
            <p:ph type="body" sz="quarter" idx="12" hasCustomPrompt="1"/>
          </p:nvPr>
        </p:nvSpPr>
        <p:spPr>
          <a:xfrm>
            <a:off x="582043" y="3962403"/>
            <a:ext cx="4164583"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a:t>
            </a:r>
          </a:p>
        </p:txBody>
      </p:sp>
    </p:spTree>
    <p:extLst>
      <p:ext uri="{BB962C8B-B14F-4D97-AF65-F5344CB8AC3E}">
        <p14:creationId xmlns:p14="http://schemas.microsoft.com/office/powerpoint/2010/main" val="4207830196"/>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6" orient="horz" pos="905">
          <p15:clr>
            <a:srgbClr val="5ACBF0"/>
          </p15:clr>
        </p15:guide>
        <p15:guide id="7" orient="horz" pos="1275">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3_CSP Masters Program - Copilot title 1">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4F72C55-425F-8D6A-BC10-2DCB8A20D291}"/>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l="-14723" t="12613" r="39384" b="6779"/>
          <a:stretch/>
        </p:blipFill>
        <p:spPr>
          <a:xfrm>
            <a:off x="2578355" y="-12857"/>
            <a:ext cx="9613645" cy="6857997"/>
          </a:xfrm>
          <a:prstGeom prst="rect">
            <a:avLst/>
          </a:prstGeom>
        </p:spPr>
      </p:pic>
      <p:sp>
        <p:nvSpPr>
          <p:cNvPr id="11" name="Cutout">
            <a:extLst>
              <a:ext uri="{FF2B5EF4-FFF2-40B4-BE49-F238E27FC236}">
                <a16:creationId xmlns:a16="http://schemas.microsoft.com/office/drawing/2014/main" id="{DD82A0A3-899A-8692-44AF-1DC6A15EDFA7}"/>
              </a:ext>
              <a:ext uri="{C183D7F6-B498-43B3-948B-1728B52AA6E4}">
                <adec:decorative xmlns:adec="http://schemas.microsoft.com/office/drawing/2017/decorative" val="1"/>
              </a:ext>
            </a:extLst>
          </p:cNvPr>
          <p:cNvSpPr txBox="1">
            <a:spLocks/>
          </p:cNvSpPr>
          <p:nvPr/>
        </p:nvSpPr>
        <p:spPr>
          <a:xfrm>
            <a:off x="1" y="2"/>
            <a:ext cx="8638094" cy="6858000"/>
          </a:xfrm>
          <a:custGeom>
            <a:avLst/>
            <a:gdLst>
              <a:gd name="connsiteX0" fmla="*/ 0 w 8638094"/>
              <a:gd name="connsiteY0" fmla="*/ 0 h 6858000"/>
              <a:gd name="connsiteX1" fmla="*/ 8638094 w 8638094"/>
              <a:gd name="connsiteY1" fmla="*/ 0 h 6858000"/>
              <a:gd name="connsiteX2" fmla="*/ 5227281 w 8638094"/>
              <a:gd name="connsiteY2" fmla="*/ 3078405 h 6858000"/>
              <a:gd name="connsiteX3" fmla="*/ 5209581 w 8638094"/>
              <a:gd name="connsiteY3" fmla="*/ 3429001 h 6858000"/>
              <a:gd name="connsiteX4" fmla="*/ 5209580 w 8638094"/>
              <a:gd name="connsiteY4" fmla="*/ 3429000 h 6858000"/>
              <a:gd name="connsiteX5" fmla="*/ 5209580 w 8638094"/>
              <a:gd name="connsiteY5" fmla="*/ 3429001 h 6858000"/>
              <a:gd name="connsiteX6" fmla="*/ 5209581 w 8638094"/>
              <a:gd name="connsiteY6" fmla="*/ 3429001 h 6858000"/>
              <a:gd name="connsiteX7" fmla="*/ 5227281 w 8638094"/>
              <a:gd name="connsiteY7" fmla="*/ 3779595 h 6858000"/>
              <a:gd name="connsiteX8" fmla="*/ 8638094 w 8638094"/>
              <a:gd name="connsiteY8" fmla="*/ 6858000 h 6858000"/>
              <a:gd name="connsiteX9" fmla="*/ 0 w 8638094"/>
              <a:gd name="connsiteY9" fmla="*/ 6858000 h 6858000"/>
              <a:gd name="connsiteX10" fmla="*/ 0 w 8638094"/>
              <a:gd name="connsiteY10"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638094" h="6858000">
                <a:moveTo>
                  <a:pt x="0" y="0"/>
                </a:moveTo>
                <a:lnTo>
                  <a:pt x="8638094" y="0"/>
                </a:lnTo>
                <a:cubicBezTo>
                  <a:pt x="6862923" y="0"/>
                  <a:pt x="5402856" y="1349311"/>
                  <a:pt x="5227281" y="3078405"/>
                </a:cubicBezTo>
                <a:lnTo>
                  <a:pt x="5209581" y="3429001"/>
                </a:lnTo>
                <a:lnTo>
                  <a:pt x="5209580" y="3429000"/>
                </a:lnTo>
                <a:lnTo>
                  <a:pt x="5209580" y="3429001"/>
                </a:lnTo>
                <a:lnTo>
                  <a:pt x="5209581" y="3429001"/>
                </a:lnTo>
                <a:lnTo>
                  <a:pt x="5227281" y="3779595"/>
                </a:lnTo>
                <a:cubicBezTo>
                  <a:pt x="5402856" y="5508690"/>
                  <a:pt x="6862923" y="6858000"/>
                  <a:pt x="8638094" y="6858000"/>
                </a:cubicBezTo>
                <a:lnTo>
                  <a:pt x="0" y="6858000"/>
                </a:lnTo>
                <a:lnTo>
                  <a:pt x="0" y="0"/>
                </a:lnTo>
                <a:close/>
              </a:path>
            </a:pathLst>
          </a:custGeom>
          <a:blipFill dpi="0" rotWithShape="1">
            <a:blip r:embed="rId3"/>
            <a:srcRect/>
            <a:tile tx="0" ty="0" sx="100000" sy="100000" flip="none" algn="tl"/>
          </a:blipFill>
        </p:spPr>
        <p:txBody>
          <a:bodyPr vert="horz" wrap="square" lIns="0" tIns="2011680" rIns="0" bIns="0" rtlCol="0" anchor="t" anchorCtr="0">
            <a:noAutofit/>
          </a:bodyPr>
          <a:lstStyle>
            <a:lvl1pPr marL="0" marR="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lang="en-US" sz="1600" b="1" kern="1200" spc="0" baseline="0">
                <a:solidFill>
                  <a:srgbClr val="000000"/>
                </a:solidFill>
                <a:latin typeface="+mn-lt"/>
                <a:ea typeface="+mn-ea"/>
                <a:cs typeface="Segoe UI" panose="020B0502040204020203" pitchFamily="34" charset="0"/>
              </a:defRPr>
            </a:lvl1pPr>
            <a:lvl2pPr marL="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1600" kern="1200" spc="0" baseline="0">
                <a:solidFill>
                  <a:srgbClr val="000000"/>
                </a:solidFill>
                <a:latin typeface="+mn-lt"/>
                <a:ea typeface="+mn-ea"/>
                <a:cs typeface="+mn-cs"/>
              </a:defRPr>
            </a:lvl2pPr>
            <a:lvl3pPr marL="200025" marR="0" indent="-200025" algn="l" defTabSz="932742" rtl="0" eaLnBrk="1" fontAlgn="auto" latinLnBrk="0" hangingPunct="1">
              <a:lnSpc>
                <a:spcPct val="100000"/>
              </a:lnSpc>
              <a:spcBef>
                <a:spcPts val="6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402336"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4pPr>
            <a:lvl5pPr marL="603504" marR="0" indent="-201168"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defRPr/>
            </a:pPr>
            <a:endParaRPr lang="en-US" sz="1600"/>
          </a:p>
        </p:txBody>
      </p:sp>
      <p:sp>
        <p:nvSpPr>
          <p:cNvPr id="9" name="Title 1">
            <a:extLst>
              <a:ext uri="{FF2B5EF4-FFF2-40B4-BE49-F238E27FC236}">
                <a16:creationId xmlns:a16="http://schemas.microsoft.com/office/drawing/2014/main" id="{0B916564-33C2-CD0E-E05A-76907EB69EDD}"/>
              </a:ext>
            </a:extLst>
          </p:cNvPr>
          <p:cNvSpPr>
            <a:spLocks noGrp="1"/>
          </p:cNvSpPr>
          <p:nvPr>
            <p:ph type="title" hasCustomPrompt="1"/>
          </p:nvPr>
        </p:nvSpPr>
        <p:spPr>
          <a:xfrm>
            <a:off x="588264" y="2425545"/>
            <a:ext cx="4167887" cy="1107996"/>
          </a:xfrm>
        </p:spPr>
        <p:txBody>
          <a:bodyPr anchor="b" anchorCtr="0">
            <a:spAutoFit/>
          </a:bodyPr>
          <a:lstStyle>
            <a:lvl1pPr>
              <a:defRPr sz="3600">
                <a:solidFill>
                  <a:schemeClr val="tx1"/>
                </a:solidFill>
              </a:defRPr>
            </a:lvl1pPr>
          </a:lstStyle>
          <a:p>
            <a:r>
              <a:rPr lang="en-US"/>
              <a:t>Event name or presentation title </a:t>
            </a:r>
          </a:p>
        </p:txBody>
      </p:sp>
      <p:sp>
        <p:nvSpPr>
          <p:cNvPr id="10" name="Text Placeholder 4">
            <a:extLst>
              <a:ext uri="{FF2B5EF4-FFF2-40B4-BE49-F238E27FC236}">
                <a16:creationId xmlns:a16="http://schemas.microsoft.com/office/drawing/2014/main" id="{3DE2905F-5DD9-A6E6-9622-A302EC289098}"/>
              </a:ext>
            </a:extLst>
          </p:cNvPr>
          <p:cNvSpPr>
            <a:spLocks noGrp="1"/>
          </p:cNvSpPr>
          <p:nvPr>
            <p:ph type="body" sz="quarter" idx="12" hasCustomPrompt="1"/>
          </p:nvPr>
        </p:nvSpPr>
        <p:spPr>
          <a:xfrm>
            <a:off x="582043" y="3962403"/>
            <a:ext cx="4164583"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a:t>
            </a:r>
          </a:p>
        </p:txBody>
      </p:sp>
    </p:spTree>
    <p:extLst>
      <p:ext uri="{BB962C8B-B14F-4D97-AF65-F5344CB8AC3E}">
        <p14:creationId xmlns:p14="http://schemas.microsoft.com/office/powerpoint/2010/main" val="2279730049"/>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6" orient="horz" pos="905">
          <p15:clr>
            <a:srgbClr val="5ACBF0"/>
          </p15:clr>
        </p15:guide>
        <p15:guide id="7" orient="horz" pos="1275">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4_CSP Masters Program - Copilot title 1">
    <p:spTree>
      <p:nvGrpSpPr>
        <p:cNvPr id="1" name=""/>
        <p:cNvGrpSpPr/>
        <p:nvPr/>
      </p:nvGrpSpPr>
      <p:grpSpPr>
        <a:xfrm>
          <a:off x="0" y="0"/>
          <a:ext cx="0" cy="0"/>
          <a:chOff x="0" y="0"/>
          <a:chExt cx="0" cy="0"/>
        </a:xfrm>
      </p:grpSpPr>
      <p:pic>
        <p:nvPicPr>
          <p:cNvPr id="4" name="Picture 3" descr="A person and person sitting at a table looking at a computer&#10;&#10;Description automatically generated">
            <a:extLst>
              <a:ext uri="{FF2B5EF4-FFF2-40B4-BE49-F238E27FC236}">
                <a16:creationId xmlns:a16="http://schemas.microsoft.com/office/drawing/2014/main" id="{5A6A6047-942D-C4D9-2F35-FF615ECDC261}"/>
              </a:ext>
            </a:extLst>
          </p:cNvPr>
          <p:cNvPicPr>
            <a:picLocks noChangeAspect="1"/>
          </p:cNvPicPr>
          <p:nvPr userDrawn="1"/>
        </p:nvPicPr>
        <p:blipFill rotWithShape="1">
          <a:blip r:embed="rId2"/>
          <a:srcRect r="14856"/>
          <a:stretch/>
        </p:blipFill>
        <p:spPr>
          <a:xfrm>
            <a:off x="3440066" y="2"/>
            <a:ext cx="8751934" cy="6858000"/>
          </a:xfrm>
          <a:prstGeom prst="rect">
            <a:avLst/>
          </a:prstGeom>
        </p:spPr>
      </p:pic>
      <p:sp>
        <p:nvSpPr>
          <p:cNvPr id="11" name="Cutout">
            <a:extLst>
              <a:ext uri="{FF2B5EF4-FFF2-40B4-BE49-F238E27FC236}">
                <a16:creationId xmlns:a16="http://schemas.microsoft.com/office/drawing/2014/main" id="{DD82A0A3-899A-8692-44AF-1DC6A15EDFA7}"/>
              </a:ext>
              <a:ext uri="{C183D7F6-B498-43B3-948B-1728B52AA6E4}">
                <adec:decorative xmlns:adec="http://schemas.microsoft.com/office/drawing/2017/decorative" val="1"/>
              </a:ext>
            </a:extLst>
          </p:cNvPr>
          <p:cNvSpPr txBox="1">
            <a:spLocks/>
          </p:cNvSpPr>
          <p:nvPr/>
        </p:nvSpPr>
        <p:spPr>
          <a:xfrm>
            <a:off x="1" y="2"/>
            <a:ext cx="8638094" cy="6858000"/>
          </a:xfrm>
          <a:custGeom>
            <a:avLst/>
            <a:gdLst>
              <a:gd name="connsiteX0" fmla="*/ 0 w 8638094"/>
              <a:gd name="connsiteY0" fmla="*/ 0 h 6858000"/>
              <a:gd name="connsiteX1" fmla="*/ 8638094 w 8638094"/>
              <a:gd name="connsiteY1" fmla="*/ 0 h 6858000"/>
              <a:gd name="connsiteX2" fmla="*/ 5227281 w 8638094"/>
              <a:gd name="connsiteY2" fmla="*/ 3078405 h 6858000"/>
              <a:gd name="connsiteX3" fmla="*/ 5209581 w 8638094"/>
              <a:gd name="connsiteY3" fmla="*/ 3429001 h 6858000"/>
              <a:gd name="connsiteX4" fmla="*/ 5209580 w 8638094"/>
              <a:gd name="connsiteY4" fmla="*/ 3429000 h 6858000"/>
              <a:gd name="connsiteX5" fmla="*/ 5209580 w 8638094"/>
              <a:gd name="connsiteY5" fmla="*/ 3429001 h 6858000"/>
              <a:gd name="connsiteX6" fmla="*/ 5209581 w 8638094"/>
              <a:gd name="connsiteY6" fmla="*/ 3429001 h 6858000"/>
              <a:gd name="connsiteX7" fmla="*/ 5227281 w 8638094"/>
              <a:gd name="connsiteY7" fmla="*/ 3779595 h 6858000"/>
              <a:gd name="connsiteX8" fmla="*/ 8638094 w 8638094"/>
              <a:gd name="connsiteY8" fmla="*/ 6858000 h 6858000"/>
              <a:gd name="connsiteX9" fmla="*/ 0 w 8638094"/>
              <a:gd name="connsiteY9" fmla="*/ 6858000 h 6858000"/>
              <a:gd name="connsiteX10" fmla="*/ 0 w 8638094"/>
              <a:gd name="connsiteY10"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638094" h="6858000">
                <a:moveTo>
                  <a:pt x="0" y="0"/>
                </a:moveTo>
                <a:lnTo>
                  <a:pt x="8638094" y="0"/>
                </a:lnTo>
                <a:cubicBezTo>
                  <a:pt x="6862923" y="0"/>
                  <a:pt x="5402856" y="1349311"/>
                  <a:pt x="5227281" y="3078405"/>
                </a:cubicBezTo>
                <a:lnTo>
                  <a:pt x="5209581" y="3429001"/>
                </a:lnTo>
                <a:lnTo>
                  <a:pt x="5209580" y="3429000"/>
                </a:lnTo>
                <a:lnTo>
                  <a:pt x="5209580" y="3429001"/>
                </a:lnTo>
                <a:lnTo>
                  <a:pt x="5209581" y="3429001"/>
                </a:lnTo>
                <a:lnTo>
                  <a:pt x="5227281" y="3779595"/>
                </a:lnTo>
                <a:cubicBezTo>
                  <a:pt x="5402856" y="5508690"/>
                  <a:pt x="6862923" y="6858000"/>
                  <a:pt x="8638094" y="6858000"/>
                </a:cubicBezTo>
                <a:lnTo>
                  <a:pt x="0" y="6858000"/>
                </a:lnTo>
                <a:lnTo>
                  <a:pt x="0" y="0"/>
                </a:lnTo>
                <a:close/>
              </a:path>
            </a:pathLst>
          </a:custGeom>
          <a:blipFill dpi="0" rotWithShape="1">
            <a:blip r:embed="rId3"/>
            <a:srcRect/>
            <a:tile tx="0" ty="0" sx="100000" sy="100000" flip="none" algn="tl"/>
          </a:blipFill>
        </p:spPr>
        <p:txBody>
          <a:bodyPr vert="horz" wrap="square" lIns="0" tIns="2011680" rIns="0" bIns="0" rtlCol="0" anchor="t" anchorCtr="0">
            <a:noAutofit/>
          </a:bodyPr>
          <a:lstStyle>
            <a:lvl1pPr marL="0" marR="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lang="en-US" sz="1600" b="1" kern="1200" spc="0" baseline="0">
                <a:solidFill>
                  <a:srgbClr val="000000"/>
                </a:solidFill>
                <a:latin typeface="+mn-lt"/>
                <a:ea typeface="+mn-ea"/>
                <a:cs typeface="Segoe UI" panose="020B0502040204020203" pitchFamily="34" charset="0"/>
              </a:defRPr>
            </a:lvl1pPr>
            <a:lvl2pPr marL="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1600" kern="1200" spc="0" baseline="0">
                <a:solidFill>
                  <a:srgbClr val="000000"/>
                </a:solidFill>
                <a:latin typeface="+mn-lt"/>
                <a:ea typeface="+mn-ea"/>
                <a:cs typeface="+mn-cs"/>
              </a:defRPr>
            </a:lvl2pPr>
            <a:lvl3pPr marL="200025" marR="0" indent="-200025" algn="l" defTabSz="932742" rtl="0" eaLnBrk="1" fontAlgn="auto" latinLnBrk="0" hangingPunct="1">
              <a:lnSpc>
                <a:spcPct val="100000"/>
              </a:lnSpc>
              <a:spcBef>
                <a:spcPts val="6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402336"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4pPr>
            <a:lvl5pPr marL="603504" marR="0" indent="-201168"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defRPr/>
            </a:pPr>
            <a:endParaRPr lang="en-US" sz="1600"/>
          </a:p>
        </p:txBody>
      </p:sp>
      <p:sp>
        <p:nvSpPr>
          <p:cNvPr id="9" name="Title 1">
            <a:extLst>
              <a:ext uri="{FF2B5EF4-FFF2-40B4-BE49-F238E27FC236}">
                <a16:creationId xmlns:a16="http://schemas.microsoft.com/office/drawing/2014/main" id="{0B916564-33C2-CD0E-E05A-76907EB69EDD}"/>
              </a:ext>
            </a:extLst>
          </p:cNvPr>
          <p:cNvSpPr>
            <a:spLocks noGrp="1"/>
          </p:cNvSpPr>
          <p:nvPr>
            <p:ph type="title" hasCustomPrompt="1"/>
          </p:nvPr>
        </p:nvSpPr>
        <p:spPr>
          <a:xfrm>
            <a:off x="588264" y="2425545"/>
            <a:ext cx="4167887" cy="1107996"/>
          </a:xfrm>
        </p:spPr>
        <p:txBody>
          <a:bodyPr anchor="b" anchorCtr="0">
            <a:spAutoFit/>
          </a:bodyPr>
          <a:lstStyle>
            <a:lvl1pPr>
              <a:defRPr sz="3600">
                <a:solidFill>
                  <a:schemeClr val="tx1"/>
                </a:solidFill>
              </a:defRPr>
            </a:lvl1pPr>
          </a:lstStyle>
          <a:p>
            <a:r>
              <a:rPr lang="en-US"/>
              <a:t>Event name or presentation title </a:t>
            </a:r>
          </a:p>
        </p:txBody>
      </p:sp>
      <p:sp>
        <p:nvSpPr>
          <p:cNvPr id="10" name="Text Placeholder 4">
            <a:extLst>
              <a:ext uri="{FF2B5EF4-FFF2-40B4-BE49-F238E27FC236}">
                <a16:creationId xmlns:a16="http://schemas.microsoft.com/office/drawing/2014/main" id="{3DE2905F-5DD9-A6E6-9622-A302EC289098}"/>
              </a:ext>
            </a:extLst>
          </p:cNvPr>
          <p:cNvSpPr>
            <a:spLocks noGrp="1"/>
          </p:cNvSpPr>
          <p:nvPr>
            <p:ph type="body" sz="quarter" idx="12" hasCustomPrompt="1"/>
          </p:nvPr>
        </p:nvSpPr>
        <p:spPr>
          <a:xfrm>
            <a:off x="582043" y="3962403"/>
            <a:ext cx="4164583"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a:t>
            </a:r>
          </a:p>
        </p:txBody>
      </p:sp>
    </p:spTree>
    <p:extLst>
      <p:ext uri="{BB962C8B-B14F-4D97-AF65-F5344CB8AC3E}">
        <p14:creationId xmlns:p14="http://schemas.microsoft.com/office/powerpoint/2010/main" val="1818996493"/>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6" orient="horz" pos="905">
          <p15:clr>
            <a:srgbClr val="5ACBF0"/>
          </p15:clr>
        </p15:guide>
        <p15:guide id="7" orient="horz" pos="1275">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pic>
        <p:nvPicPr>
          <p:cNvPr id="2" name="Picture 1" descr="A close up of a glass object&#10;&#10;Description automatically generated">
            <a:extLst>
              <a:ext uri="{FF2B5EF4-FFF2-40B4-BE49-F238E27FC236}">
                <a16:creationId xmlns:a16="http://schemas.microsoft.com/office/drawing/2014/main" id="{2AAB10B9-A5B4-8EE9-A35E-0DD6619B87F7}"/>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2"/>
            <a:ext cx="12192000" cy="6858000"/>
          </a:xfrm>
          <a:prstGeom prst="rect">
            <a:avLst/>
          </a:prstGeom>
        </p:spPr>
      </p:pic>
      <p:pic>
        <p:nvPicPr>
          <p:cNvPr id="3" name="Picture 2" descr="A close up of a glass object&#10;&#10;Description automatically generated">
            <a:extLst>
              <a:ext uri="{FF2B5EF4-FFF2-40B4-BE49-F238E27FC236}">
                <a16:creationId xmlns:a16="http://schemas.microsoft.com/office/drawing/2014/main" id="{6AA1AC67-13BA-ADC6-4602-1C5E14B1595C}"/>
              </a:ext>
            </a:extLst>
          </p:cNvPr>
          <p:cNvPicPr>
            <a:picLocks noChangeAspect="1"/>
          </p:cNvPicPr>
          <p:nvPr userDrawn="1"/>
        </p:nvPicPr>
        <p:blipFill rotWithShape="1">
          <a:blip r:embed="rId3" cstate="screen">
            <a:extLst>
              <a:ext uri="{BEBA8EAE-BF5A-486C-A8C5-ECC9F3942E4B}">
                <a14:imgProps xmlns:a14="http://schemas.microsoft.com/office/drawing/2010/main">
                  <a14:imgLayer r:embed="rId4">
                    <a14:imgEffect>
                      <a14:artisticBlur radius="27"/>
                    </a14:imgEffect>
                  </a14:imgLayer>
                </a14:imgProps>
              </a:ext>
              <a:ext uri="{28A0092B-C50C-407E-A947-70E740481C1C}">
                <a14:useLocalDpi xmlns:a14="http://schemas.microsoft.com/office/drawing/2010/main"/>
              </a:ext>
            </a:extLst>
          </a:blip>
          <a:srcRect/>
          <a:stretch/>
        </p:blipFill>
        <p:spPr>
          <a:xfrm>
            <a:off x="565149" y="2422965"/>
            <a:ext cx="8534400" cy="2012073"/>
          </a:xfrm>
          <a:prstGeom prst="roundRect">
            <a:avLst>
              <a:gd name="adj" fmla="val 12880"/>
            </a:avLst>
          </a:prstGeom>
        </p:spPr>
      </p:pic>
      <p:sp>
        <p:nvSpPr>
          <p:cNvPr id="4" name="Rectangle: Rounded Corners 3">
            <a:extLst>
              <a:ext uri="{FF2B5EF4-FFF2-40B4-BE49-F238E27FC236}">
                <a16:creationId xmlns:a16="http://schemas.microsoft.com/office/drawing/2014/main" id="{08F5EDB2-62CD-FCD3-37F1-2EA7B51C3CF8}"/>
              </a:ext>
            </a:extLst>
          </p:cNvPr>
          <p:cNvSpPr/>
          <p:nvPr userDrawn="1"/>
        </p:nvSpPr>
        <p:spPr>
          <a:xfrm>
            <a:off x="565151" y="2422049"/>
            <a:ext cx="8534400" cy="2012073"/>
          </a:xfrm>
          <a:prstGeom prst="roundRect">
            <a:avLst>
              <a:gd name="adj" fmla="val 12640"/>
            </a:avLst>
          </a:prstGeom>
          <a:gradFill flip="none" rotWithShape="1">
            <a:gsLst>
              <a:gs pos="89000">
                <a:schemeClr val="bg1">
                  <a:alpha val="21000"/>
                </a:schemeClr>
              </a:gs>
              <a:gs pos="100000">
                <a:schemeClr val="bg1">
                  <a:alpha val="58000"/>
                </a:schemeClr>
              </a:gs>
            </a:gsLst>
            <a:path path="rect">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sp>
        <p:nvSpPr>
          <p:cNvPr id="5" name="Rectangle: Rounded Corners 4">
            <a:extLst>
              <a:ext uri="{FF2B5EF4-FFF2-40B4-BE49-F238E27FC236}">
                <a16:creationId xmlns:a16="http://schemas.microsoft.com/office/drawing/2014/main" id="{54C02737-1995-7747-7303-F1115CC1989C}"/>
              </a:ext>
            </a:extLst>
          </p:cNvPr>
          <p:cNvSpPr/>
          <p:nvPr userDrawn="1"/>
        </p:nvSpPr>
        <p:spPr>
          <a:xfrm>
            <a:off x="1026037" y="2844799"/>
            <a:ext cx="7552812" cy="1223846"/>
          </a:xfrm>
          <a:prstGeom prst="roundRect">
            <a:avLst>
              <a:gd name="adj" fmla="val 10377"/>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sp>
        <p:nvSpPr>
          <p:cNvPr id="9" name="Text Placeholder 8">
            <a:extLst>
              <a:ext uri="{FF2B5EF4-FFF2-40B4-BE49-F238E27FC236}">
                <a16:creationId xmlns:a16="http://schemas.microsoft.com/office/drawing/2014/main" id="{16E714C5-EE7A-4758-F77D-9AD34E9A3868}"/>
              </a:ext>
            </a:extLst>
          </p:cNvPr>
          <p:cNvSpPr>
            <a:spLocks noGrp="1"/>
          </p:cNvSpPr>
          <p:nvPr>
            <p:ph type="body" sz="quarter" idx="10"/>
          </p:nvPr>
        </p:nvSpPr>
        <p:spPr>
          <a:xfrm>
            <a:off x="1255714" y="3241279"/>
            <a:ext cx="7097257" cy="430887"/>
          </a:xfrm>
        </p:spPr>
        <p:txBody>
          <a:bodyPr anchor="ctr" anchorCtr="0"/>
          <a:lstStyle>
            <a:lvl1pPr marL="0" indent="0">
              <a:defRPr kumimoji="0" lang="en-US" sz="2800" b="0" i="0" u="none" strike="noStrike" kern="1200" cap="none" spc="-50" normalizeH="0" baseline="0" dirty="0" smtClean="0">
                <a:ln w="3175">
                  <a:noFill/>
                </a:ln>
                <a:gradFill>
                  <a:gsLst>
                    <a:gs pos="21000">
                      <a:srgbClr val="0078D4"/>
                    </a:gs>
                    <a:gs pos="100000">
                      <a:srgbClr val="C03BC4"/>
                    </a:gs>
                  </a:gsLst>
                  <a:lin ang="2400000" scaled="0"/>
                </a:gradFill>
                <a:effectLst/>
                <a:uLnTx/>
                <a:uFillTx/>
                <a:latin typeface="+mj-lt"/>
                <a:ea typeface="+mn-ea"/>
                <a:cs typeface="Segoe UI Semibold" panose="020B0702040204020203" pitchFamily="34" charset="0"/>
              </a:defRPr>
            </a:lvl1pPr>
          </a:lstStyle>
          <a:p>
            <a:pPr lvl="0"/>
            <a:r>
              <a:rPr lang="en-US"/>
              <a:t>Click to edit Master text styles</a:t>
            </a:r>
          </a:p>
        </p:txBody>
      </p:sp>
    </p:spTree>
    <p:extLst>
      <p:ext uri="{BB962C8B-B14F-4D97-AF65-F5344CB8AC3E}">
        <p14:creationId xmlns:p14="http://schemas.microsoft.com/office/powerpoint/2010/main" val="16131322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1B337E0A-AA0A-563E-746F-88DFDBD46F6A}"/>
              </a:ext>
            </a:extLst>
          </p:cNvPr>
          <p:cNvGrpSpPr/>
          <p:nvPr userDrawn="1"/>
        </p:nvGrpSpPr>
        <p:grpSpPr>
          <a:xfrm>
            <a:off x="0" y="2"/>
            <a:ext cx="12192000" cy="6858000"/>
            <a:chOff x="0" y="0"/>
            <a:chExt cx="12192000" cy="6858000"/>
          </a:xfrm>
        </p:grpSpPr>
        <p:pic>
          <p:nvPicPr>
            <p:cNvPr id="4" name="Picture 3" descr="A blurry image of a person's hand&#10;&#10;Description automatically generated">
              <a:extLst>
                <a:ext uri="{FF2B5EF4-FFF2-40B4-BE49-F238E27FC236}">
                  <a16:creationId xmlns:a16="http://schemas.microsoft.com/office/drawing/2014/main" id="{981B8DF7-34EC-6688-A88F-ED8C3597D696}"/>
                </a:ext>
              </a:extLst>
            </p:cNvPr>
            <p:cNvPicPr>
              <a:picLocks noChangeAspect="1"/>
            </p:cNvPicPr>
            <p:nvPr userDrawn="1"/>
          </p:nvPicPr>
          <p:blipFill rotWithShape="1">
            <a:blip r:embed="rId2" cstate="screen">
              <a:extLst>
                <a:ext uri="{BEBA8EAE-BF5A-486C-A8C5-ECC9F3942E4B}">
                  <a14:imgProps xmlns:a14="http://schemas.microsoft.com/office/drawing/2010/main">
                    <a14:imgLayer r:embed="rId3">
                      <a14:imgEffect>
                        <a14:artisticBlur radius="75"/>
                      </a14:imgEffect>
                    </a14:imgLayer>
                  </a14:imgProps>
                </a:ext>
                <a:ext uri="{28A0092B-C50C-407E-A947-70E740481C1C}">
                  <a14:useLocalDpi xmlns:a14="http://schemas.microsoft.com/office/drawing/2010/main"/>
                </a:ext>
              </a:extLst>
            </a:blip>
            <a:srcRect t="2407"/>
            <a:stretch/>
          </p:blipFill>
          <p:spPr>
            <a:xfrm>
              <a:off x="0" y="0"/>
              <a:ext cx="12192000" cy="6692900"/>
            </a:xfrm>
            <a:prstGeom prst="rect">
              <a:avLst/>
            </a:prstGeom>
          </p:spPr>
        </p:pic>
        <p:sp>
          <p:nvSpPr>
            <p:cNvPr id="6" name="Rectangle 5">
              <a:extLst>
                <a:ext uri="{FF2B5EF4-FFF2-40B4-BE49-F238E27FC236}">
                  <a16:creationId xmlns:a16="http://schemas.microsoft.com/office/drawing/2014/main" id="{7F178E1B-908A-F34D-06CD-1931EB203ECF}"/>
                </a:ext>
              </a:extLst>
            </p:cNvPr>
            <p:cNvSpPr/>
            <p:nvPr userDrawn="1"/>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grpSp>
      <p:sp>
        <p:nvSpPr>
          <p:cNvPr id="5" name="Title 4">
            <a:extLst>
              <a:ext uri="{FF2B5EF4-FFF2-40B4-BE49-F238E27FC236}">
                <a16:creationId xmlns:a16="http://schemas.microsoft.com/office/drawing/2014/main" id="{90A9B380-75A5-7CED-05A1-1EC949DF36A8}"/>
              </a:ext>
            </a:extLst>
          </p:cNvPr>
          <p:cNvSpPr>
            <a:spLocks noGrp="1"/>
          </p:cNvSpPr>
          <p:nvPr>
            <p:ph type="title"/>
          </p:nvPr>
        </p:nvSpPr>
        <p:spPr/>
        <p:txBody>
          <a:bodyPr/>
          <a:lstStyle/>
          <a:p>
            <a:r>
              <a:rPr lang="en-US"/>
              <a:t>Click to edit Master title style</a:t>
            </a:r>
          </a:p>
        </p:txBody>
      </p:sp>
      <p:sp>
        <p:nvSpPr>
          <p:cNvPr id="2" name="Footer Placeholder 10">
            <a:extLst>
              <a:ext uri="{FF2B5EF4-FFF2-40B4-BE49-F238E27FC236}">
                <a16:creationId xmlns:a16="http://schemas.microsoft.com/office/drawing/2014/main" id="{2F0B32A3-39CB-22FB-7D7C-4A7C773B0A95}"/>
              </a:ext>
            </a:extLst>
          </p:cNvPr>
          <p:cNvSpPr>
            <a:spLocks noGrp="1"/>
          </p:cNvSpPr>
          <p:nvPr>
            <p:ph type="ftr" sz="quarter" idx="3"/>
          </p:nvPr>
        </p:nvSpPr>
        <p:spPr>
          <a:xfrm>
            <a:off x="584202" y="6441203"/>
            <a:ext cx="11025188" cy="123111"/>
          </a:xfrm>
          <a:prstGeom prst="rect">
            <a:avLst/>
          </a:prstGeom>
        </p:spPr>
        <p:txBody>
          <a:bodyPr lIns="0" tIns="0" rIns="0" bIns="0" anchor="b" anchorCtr="0">
            <a:spAutoFit/>
          </a:bodyPr>
          <a:lstStyle>
            <a:lvl1pPr>
              <a:defRPr sz="800">
                <a:solidFill>
                  <a:srgbClr val="000000"/>
                </a:solidFill>
              </a:defRPr>
            </a:lvl1pPr>
          </a:lstStyle>
          <a:p>
            <a:pPr>
              <a:tabLst>
                <a:tab pos="11029950" algn="r"/>
              </a:tabLst>
            </a:pPr>
            <a:endParaRPr lang="en-US"/>
          </a:p>
        </p:txBody>
      </p:sp>
    </p:spTree>
    <p:extLst>
      <p:ext uri="{BB962C8B-B14F-4D97-AF65-F5344CB8AC3E}">
        <p14:creationId xmlns:p14="http://schemas.microsoft.com/office/powerpoint/2010/main" val="3917869230"/>
      </p:ext>
    </p:extLst>
  </p:cSld>
  <p:clrMapOvr>
    <a:masterClrMapping/>
  </p:clrMapOvr>
  <p:transition>
    <p:fade/>
  </p:transition>
  <p:extLst>
    <p:ext uri="{DCECCB84-F9BA-43D5-87BE-67443E8EF086}">
      <p15:sldGuideLst xmlns:p15="http://schemas.microsoft.com/office/powerpoint/2012/main">
        <p15:guide id="3" orient="horz" pos="899">
          <p15:clr>
            <a:srgbClr val="5ACBF0"/>
          </p15:clr>
        </p15:guide>
        <p15:guide id="4" orient="horz" pos="1275">
          <p15:clr>
            <a:srgbClr val="5ACBF0"/>
          </p15:clr>
        </p15:guide>
        <p15:guide id="5" orient="horz" pos="287">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No backgound - title only">
    <p:spTree>
      <p:nvGrpSpPr>
        <p:cNvPr id="1" name=""/>
        <p:cNvGrpSpPr/>
        <p:nvPr/>
      </p:nvGrpSpPr>
      <p:grpSpPr>
        <a:xfrm>
          <a:off x="0" y="0"/>
          <a:ext cx="0" cy="0"/>
          <a:chOff x="0" y="0"/>
          <a:chExt cx="0" cy="0"/>
        </a:xfrm>
      </p:grpSpPr>
      <p:pic>
        <p:nvPicPr>
          <p:cNvPr id="4" name="Picture 3" descr="A blurry image of a person's hand&#10;&#10;Description automatically generated">
            <a:extLst>
              <a:ext uri="{FF2B5EF4-FFF2-40B4-BE49-F238E27FC236}">
                <a16:creationId xmlns:a16="http://schemas.microsoft.com/office/drawing/2014/main" id="{3F20055C-12D9-5C48-BC85-FE7DCECB46C1}"/>
              </a:ext>
            </a:extLst>
          </p:cNvPr>
          <p:cNvPicPr>
            <a:picLocks noChangeAspect="1"/>
          </p:cNvPicPr>
          <p:nvPr userDrawn="1"/>
        </p:nvPicPr>
        <p:blipFill rotWithShape="1">
          <a:blip r:embed="rId2" cstate="screen">
            <a:extLst>
              <a:ext uri="{BEBA8EAE-BF5A-486C-A8C5-ECC9F3942E4B}">
                <a14:imgProps xmlns:a14="http://schemas.microsoft.com/office/drawing/2010/main">
                  <a14:imgLayer r:embed="rId3">
                    <a14:imgEffect>
                      <a14:artisticBlur radius="75"/>
                    </a14:imgEffect>
                  </a14:imgLayer>
                </a14:imgProps>
              </a:ext>
              <a:ext uri="{28A0092B-C50C-407E-A947-70E740481C1C}">
                <a14:useLocalDpi xmlns:a14="http://schemas.microsoft.com/office/drawing/2010/main"/>
              </a:ext>
            </a:extLst>
          </a:blip>
          <a:srcRect t="2407"/>
          <a:stretch/>
        </p:blipFill>
        <p:spPr>
          <a:xfrm>
            <a:off x="0" y="2"/>
            <a:ext cx="12192000" cy="6692900"/>
          </a:xfrm>
          <a:prstGeom prst="rect">
            <a:avLst/>
          </a:prstGeom>
        </p:spPr>
      </p:pic>
      <p:sp>
        <p:nvSpPr>
          <p:cNvPr id="5" name="Title 4">
            <a:extLst>
              <a:ext uri="{FF2B5EF4-FFF2-40B4-BE49-F238E27FC236}">
                <a16:creationId xmlns:a16="http://schemas.microsoft.com/office/drawing/2014/main" id="{90A9B380-75A5-7CED-05A1-1EC949DF36A8}"/>
              </a:ext>
            </a:extLst>
          </p:cNvPr>
          <p:cNvSpPr>
            <a:spLocks noGrp="1"/>
          </p:cNvSpPr>
          <p:nvPr userDrawn="1">
            <p:ph type="title"/>
          </p:nvPr>
        </p:nvSpPr>
        <p:spPr>
          <a:xfrm>
            <a:off x="574816" y="2793045"/>
            <a:ext cx="5063984" cy="984885"/>
          </a:xfrm>
        </p:spPr>
        <p:txBody>
          <a:bodyPr anchor="ctr"/>
          <a:lstStyle>
            <a:lvl1pPr>
              <a:defRPr sz="3200">
                <a:solidFill>
                  <a:schemeClr val="accent2"/>
                </a:solidFill>
              </a:defRPr>
            </a:lvl1pPr>
          </a:lstStyle>
          <a:p>
            <a:r>
              <a:rPr lang="en-US"/>
              <a:t>Click to edit Master title style</a:t>
            </a:r>
          </a:p>
        </p:txBody>
      </p:sp>
      <p:sp>
        <p:nvSpPr>
          <p:cNvPr id="7" name="Rectangle 6">
            <a:extLst>
              <a:ext uri="{FF2B5EF4-FFF2-40B4-BE49-F238E27FC236}">
                <a16:creationId xmlns:a16="http://schemas.microsoft.com/office/drawing/2014/main" id="{1F6D4A09-38E0-4150-617F-2150E0FAC774}"/>
              </a:ext>
            </a:extLst>
          </p:cNvPr>
          <p:cNvSpPr/>
          <p:nvPr userDrawn="1"/>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pic>
        <p:nvPicPr>
          <p:cNvPr id="2" name="Picture Placeholder 10" descr="A person sitting on a couch using a computer&#10;&#10;Description automatically generated">
            <a:extLst>
              <a:ext uri="{FF2B5EF4-FFF2-40B4-BE49-F238E27FC236}">
                <a16:creationId xmlns:a16="http://schemas.microsoft.com/office/drawing/2014/main" id="{FC9630D6-2093-4A30-D4E0-937D240733FD}"/>
              </a:ext>
            </a:extLst>
          </p:cNvPr>
          <p:cNvPicPr>
            <a:picLocks noChangeAspect="1"/>
          </p:cNvPicPr>
          <p:nvPr userDrawn="1"/>
        </p:nvPicPr>
        <p:blipFill rotWithShape="1">
          <a:blip r:embed="rId4" cstate="screen">
            <a:extLst>
              <a:ext uri="{28A0092B-C50C-407E-A947-70E740481C1C}">
                <a14:useLocalDpi xmlns:a14="http://schemas.microsoft.com/office/drawing/2010/main"/>
              </a:ext>
            </a:extLst>
          </a:blip>
          <a:srcRect/>
          <a:stretch/>
        </p:blipFill>
        <p:spPr>
          <a:xfrm>
            <a:off x="5024775" y="0"/>
            <a:ext cx="7167225" cy="6690166"/>
          </a:xfrm>
          <a:custGeom>
            <a:avLst/>
            <a:gdLst>
              <a:gd name="connsiteX0" fmla="*/ 0 w 7167224"/>
              <a:gd name="connsiteY0" fmla="*/ 0 h 6858000"/>
              <a:gd name="connsiteX1" fmla="*/ 7167224 w 7167224"/>
              <a:gd name="connsiteY1" fmla="*/ 0 h 6858000"/>
              <a:gd name="connsiteX2" fmla="*/ 7167224 w 7167224"/>
              <a:gd name="connsiteY2" fmla="*/ 6858000 h 6858000"/>
              <a:gd name="connsiteX3" fmla="*/ 4685072 w 7167224"/>
              <a:gd name="connsiteY3" fmla="*/ 6858000 h 6858000"/>
              <a:gd name="connsiteX4" fmla="*/ 4664236 w 7167224"/>
              <a:gd name="connsiteY4" fmla="*/ 6583993 h 6858000"/>
              <a:gd name="connsiteX5" fmla="*/ 58369 w 7167224"/>
              <a:gd name="connsiteY5" fmla="*/ 2638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167224" h="6858000">
                <a:moveTo>
                  <a:pt x="0" y="0"/>
                </a:moveTo>
                <a:lnTo>
                  <a:pt x="7167224" y="0"/>
                </a:lnTo>
                <a:lnTo>
                  <a:pt x="7167224" y="6858000"/>
                </a:lnTo>
                <a:lnTo>
                  <a:pt x="4685072" y="6858000"/>
                </a:lnTo>
                <a:lnTo>
                  <a:pt x="4664236" y="6583993"/>
                </a:lnTo>
                <a:cubicBezTo>
                  <a:pt x="4370084" y="3687525"/>
                  <a:pt x="2569527" y="1236388"/>
                  <a:pt x="58369" y="26388"/>
                </a:cubicBezTo>
                <a:close/>
              </a:path>
            </a:pathLst>
          </a:custGeom>
          <a:effectLst>
            <a:outerShdw blurRad="101600" dist="38100" dir="10800000" algn="r" rotWithShape="0">
              <a:prstClr val="black">
                <a:alpha val="20000"/>
              </a:prstClr>
            </a:outerShdw>
          </a:effectLst>
        </p:spPr>
      </p:pic>
    </p:spTree>
    <p:extLst>
      <p:ext uri="{BB962C8B-B14F-4D97-AF65-F5344CB8AC3E}">
        <p14:creationId xmlns:p14="http://schemas.microsoft.com/office/powerpoint/2010/main" val="2555105595"/>
      </p:ext>
    </p:extLst>
  </p:cSld>
  <p:clrMapOvr>
    <a:masterClrMapping/>
  </p:clrMapOvr>
  <p:transition>
    <p:fade/>
  </p:transition>
  <p:extLst>
    <p:ext uri="{DCECCB84-F9BA-43D5-87BE-67443E8EF086}">
      <p15:sldGuideLst xmlns:p15="http://schemas.microsoft.com/office/powerpoint/2012/main">
        <p15:guide id="3" orient="horz" pos="899">
          <p15:clr>
            <a:srgbClr val="5ACBF0"/>
          </p15:clr>
        </p15:guide>
        <p15:guide id="4" orient="horz" pos="1275">
          <p15:clr>
            <a:srgbClr val="5ACBF0"/>
          </p15:clr>
        </p15:guide>
        <p15:guide id="5" orient="horz" pos="287">
          <p15:clr>
            <a:srgbClr val="5ACBF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No backgound - title only">
    <p:spTree>
      <p:nvGrpSpPr>
        <p:cNvPr id="1" name=""/>
        <p:cNvGrpSpPr/>
        <p:nvPr/>
      </p:nvGrpSpPr>
      <p:grpSpPr>
        <a:xfrm>
          <a:off x="0" y="0"/>
          <a:ext cx="0" cy="0"/>
          <a:chOff x="0" y="0"/>
          <a:chExt cx="0" cy="0"/>
        </a:xfrm>
      </p:grpSpPr>
      <p:pic>
        <p:nvPicPr>
          <p:cNvPr id="4" name="Picture 3" descr="A blurry image of a person's hand&#10;&#10;Description automatically generated">
            <a:extLst>
              <a:ext uri="{FF2B5EF4-FFF2-40B4-BE49-F238E27FC236}">
                <a16:creationId xmlns:a16="http://schemas.microsoft.com/office/drawing/2014/main" id="{3F20055C-12D9-5C48-BC85-FE7DCECB46C1}"/>
              </a:ext>
            </a:extLst>
          </p:cNvPr>
          <p:cNvPicPr>
            <a:picLocks noChangeAspect="1"/>
          </p:cNvPicPr>
          <p:nvPr userDrawn="1"/>
        </p:nvPicPr>
        <p:blipFill rotWithShape="1">
          <a:blip r:embed="rId2" cstate="screen">
            <a:extLst>
              <a:ext uri="{BEBA8EAE-BF5A-486C-A8C5-ECC9F3942E4B}">
                <a14:imgProps xmlns:a14="http://schemas.microsoft.com/office/drawing/2010/main">
                  <a14:imgLayer r:embed="rId3">
                    <a14:imgEffect>
                      <a14:artisticBlur radius="75"/>
                    </a14:imgEffect>
                  </a14:imgLayer>
                </a14:imgProps>
              </a:ext>
              <a:ext uri="{28A0092B-C50C-407E-A947-70E740481C1C}">
                <a14:useLocalDpi xmlns:a14="http://schemas.microsoft.com/office/drawing/2010/main"/>
              </a:ext>
            </a:extLst>
          </a:blip>
          <a:srcRect t="2407"/>
          <a:stretch/>
        </p:blipFill>
        <p:spPr>
          <a:xfrm>
            <a:off x="0" y="2"/>
            <a:ext cx="12192000" cy="6692900"/>
          </a:xfrm>
          <a:prstGeom prst="rect">
            <a:avLst/>
          </a:prstGeom>
        </p:spPr>
      </p:pic>
      <p:sp>
        <p:nvSpPr>
          <p:cNvPr id="5" name="Title 4">
            <a:extLst>
              <a:ext uri="{FF2B5EF4-FFF2-40B4-BE49-F238E27FC236}">
                <a16:creationId xmlns:a16="http://schemas.microsoft.com/office/drawing/2014/main" id="{90A9B380-75A5-7CED-05A1-1EC949DF36A8}"/>
              </a:ext>
            </a:extLst>
          </p:cNvPr>
          <p:cNvSpPr>
            <a:spLocks noGrp="1"/>
          </p:cNvSpPr>
          <p:nvPr userDrawn="1">
            <p:ph type="title"/>
          </p:nvPr>
        </p:nvSpPr>
        <p:spPr>
          <a:xfrm>
            <a:off x="574816" y="2793045"/>
            <a:ext cx="5063984" cy="984885"/>
          </a:xfrm>
        </p:spPr>
        <p:txBody>
          <a:bodyPr anchor="ctr"/>
          <a:lstStyle>
            <a:lvl1pPr>
              <a:defRPr sz="3200">
                <a:solidFill>
                  <a:schemeClr val="accent2"/>
                </a:solidFill>
              </a:defRPr>
            </a:lvl1pPr>
          </a:lstStyle>
          <a:p>
            <a:r>
              <a:rPr lang="en-US"/>
              <a:t>Click to edit Master title style</a:t>
            </a:r>
          </a:p>
        </p:txBody>
      </p:sp>
      <p:pic>
        <p:nvPicPr>
          <p:cNvPr id="19" name="Picture Placeholder 12" descr="Smiling woman using laptop">
            <a:extLst>
              <a:ext uri="{FF2B5EF4-FFF2-40B4-BE49-F238E27FC236}">
                <a16:creationId xmlns:a16="http://schemas.microsoft.com/office/drawing/2014/main" id="{A2DBEBFD-A42A-83EF-20FD-B4DEA689B7EC}"/>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a:fillRect/>
          </a:stretch>
        </p:blipFill>
        <p:spPr>
          <a:xfrm>
            <a:off x="6096000" y="2"/>
            <a:ext cx="6096000" cy="6692900"/>
          </a:xfrm>
          <a:custGeom>
            <a:avLst/>
            <a:gdLst>
              <a:gd name="connsiteX0" fmla="*/ 0 w 6096000"/>
              <a:gd name="connsiteY0" fmla="*/ 0 h 6692899"/>
              <a:gd name="connsiteX1" fmla="*/ 6096000 w 6096000"/>
              <a:gd name="connsiteY1" fmla="*/ 0 h 6692899"/>
              <a:gd name="connsiteX2" fmla="*/ 6096000 w 6096000"/>
              <a:gd name="connsiteY2" fmla="*/ 6692899 h 6692899"/>
              <a:gd name="connsiteX3" fmla="*/ 1181405 w 6096000"/>
              <a:gd name="connsiteY3" fmla="*/ 6692899 h 6692899"/>
              <a:gd name="connsiteX4" fmla="*/ 0 w 6096000"/>
              <a:gd name="connsiteY4" fmla="*/ 5511494 h 66928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000" h="6692899">
                <a:moveTo>
                  <a:pt x="0" y="0"/>
                </a:moveTo>
                <a:lnTo>
                  <a:pt x="6096000" y="0"/>
                </a:lnTo>
                <a:lnTo>
                  <a:pt x="6096000" y="6692899"/>
                </a:lnTo>
                <a:lnTo>
                  <a:pt x="1181405" y="6692899"/>
                </a:lnTo>
                <a:cubicBezTo>
                  <a:pt x="528933" y="6692899"/>
                  <a:pt x="0" y="6163966"/>
                  <a:pt x="0" y="5511494"/>
                </a:cubicBezTo>
                <a:close/>
              </a:path>
            </a:pathLst>
          </a:custGeom>
        </p:spPr>
      </p:pic>
      <p:sp>
        <p:nvSpPr>
          <p:cNvPr id="7" name="Rectangle 6">
            <a:extLst>
              <a:ext uri="{FF2B5EF4-FFF2-40B4-BE49-F238E27FC236}">
                <a16:creationId xmlns:a16="http://schemas.microsoft.com/office/drawing/2014/main" id="{1F6D4A09-38E0-4150-617F-2150E0FAC774}"/>
              </a:ext>
            </a:extLst>
          </p:cNvPr>
          <p:cNvSpPr/>
          <p:nvPr userDrawn="1"/>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spTree>
    <p:extLst>
      <p:ext uri="{BB962C8B-B14F-4D97-AF65-F5344CB8AC3E}">
        <p14:creationId xmlns:p14="http://schemas.microsoft.com/office/powerpoint/2010/main" val="3384940776"/>
      </p:ext>
    </p:extLst>
  </p:cSld>
  <p:clrMapOvr>
    <a:masterClrMapping/>
  </p:clrMapOvr>
  <p:transition>
    <p:fade/>
  </p:transition>
  <p:extLst>
    <p:ext uri="{DCECCB84-F9BA-43D5-87BE-67443E8EF086}">
      <p15:sldGuideLst xmlns:p15="http://schemas.microsoft.com/office/powerpoint/2012/main">
        <p15:guide id="3" orient="horz" pos="899">
          <p15:clr>
            <a:srgbClr val="5ACBF0"/>
          </p15:clr>
        </p15:guide>
        <p15:guide id="4" orient="horz" pos="1275">
          <p15:clr>
            <a:srgbClr val="5ACBF0"/>
          </p15:clr>
        </p15:guide>
        <p15:guide id="5" orient="horz" pos="287">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and subtitle only ">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2C4A7036-07F3-B266-6945-ADE081D4B86C}"/>
              </a:ext>
            </a:extLst>
          </p:cNvPr>
          <p:cNvGrpSpPr/>
          <p:nvPr userDrawn="1"/>
        </p:nvGrpSpPr>
        <p:grpSpPr>
          <a:xfrm>
            <a:off x="0" y="2"/>
            <a:ext cx="12192000" cy="6858000"/>
            <a:chOff x="0" y="0"/>
            <a:chExt cx="12192000" cy="6858000"/>
          </a:xfrm>
        </p:grpSpPr>
        <p:pic>
          <p:nvPicPr>
            <p:cNvPr id="4" name="Picture 3" descr="A blurry image of a person's hand&#10;&#10;Description automatically generated">
              <a:extLst>
                <a:ext uri="{FF2B5EF4-FFF2-40B4-BE49-F238E27FC236}">
                  <a16:creationId xmlns:a16="http://schemas.microsoft.com/office/drawing/2014/main" id="{F5C40B06-A260-9D9D-4EAD-700D31A9650F}"/>
                </a:ext>
              </a:extLst>
            </p:cNvPr>
            <p:cNvPicPr>
              <a:picLocks noChangeAspect="1"/>
            </p:cNvPicPr>
            <p:nvPr userDrawn="1"/>
          </p:nvPicPr>
          <p:blipFill rotWithShape="1">
            <a:blip r:embed="rId2" cstate="screen">
              <a:extLst>
                <a:ext uri="{BEBA8EAE-BF5A-486C-A8C5-ECC9F3942E4B}">
                  <a14:imgProps xmlns:a14="http://schemas.microsoft.com/office/drawing/2010/main">
                    <a14:imgLayer r:embed="rId3">
                      <a14:imgEffect>
                        <a14:artisticBlur radius="75"/>
                      </a14:imgEffect>
                    </a14:imgLayer>
                  </a14:imgProps>
                </a:ext>
                <a:ext uri="{28A0092B-C50C-407E-A947-70E740481C1C}">
                  <a14:useLocalDpi xmlns:a14="http://schemas.microsoft.com/office/drawing/2010/main"/>
                </a:ext>
              </a:extLst>
            </a:blip>
            <a:srcRect t="2407"/>
            <a:stretch/>
          </p:blipFill>
          <p:spPr>
            <a:xfrm>
              <a:off x="0" y="0"/>
              <a:ext cx="12192000" cy="6692900"/>
            </a:xfrm>
            <a:prstGeom prst="rect">
              <a:avLst/>
            </a:prstGeom>
          </p:spPr>
        </p:pic>
        <p:sp>
          <p:nvSpPr>
            <p:cNvPr id="5" name="Rectangle 4">
              <a:extLst>
                <a:ext uri="{FF2B5EF4-FFF2-40B4-BE49-F238E27FC236}">
                  <a16:creationId xmlns:a16="http://schemas.microsoft.com/office/drawing/2014/main" id="{ADC6D69F-71B6-0477-FC5D-60C21E517FCC}"/>
                </a:ext>
              </a:extLst>
            </p:cNvPr>
            <p:cNvSpPr/>
            <p:nvPr userDrawn="1"/>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grpSp>
      <p:sp>
        <p:nvSpPr>
          <p:cNvPr id="7" name="Title 6">
            <a:extLst>
              <a:ext uri="{FF2B5EF4-FFF2-40B4-BE49-F238E27FC236}">
                <a16:creationId xmlns:a16="http://schemas.microsoft.com/office/drawing/2014/main" id="{94584EB2-E663-4E79-1330-9D1AE176D89B}"/>
              </a:ext>
            </a:extLst>
          </p:cNvPr>
          <p:cNvSpPr>
            <a:spLocks noGrp="1"/>
          </p:cNvSpPr>
          <p:nvPr>
            <p:ph type="title"/>
          </p:nvPr>
        </p:nvSpPr>
        <p:spPr/>
        <p:txBody>
          <a:bodyPr/>
          <a:lstStyle/>
          <a:p>
            <a:r>
              <a:rPr lang="en-US"/>
              <a:t>Click to edit Master title style</a:t>
            </a:r>
          </a:p>
        </p:txBody>
      </p:sp>
      <p:sp>
        <p:nvSpPr>
          <p:cNvPr id="3" name="Text Placeholder 2">
            <a:extLst>
              <a:ext uri="{FF2B5EF4-FFF2-40B4-BE49-F238E27FC236}">
                <a16:creationId xmlns:a16="http://schemas.microsoft.com/office/drawing/2014/main" id="{47054975-9B72-B5D8-DC2C-2A1B1887D311}"/>
              </a:ext>
            </a:extLst>
          </p:cNvPr>
          <p:cNvSpPr>
            <a:spLocks noGrp="1"/>
          </p:cNvSpPr>
          <p:nvPr>
            <p:ph type="body" sz="quarter" idx="11" hasCustomPrompt="1"/>
          </p:nvPr>
        </p:nvSpPr>
        <p:spPr>
          <a:xfrm>
            <a:off x="574676" y="941387"/>
            <a:ext cx="11018521" cy="341632"/>
          </a:xfrm>
        </p:spPr>
        <p:txBody>
          <a:bodyPr tIns="64008"/>
          <a:lstStyle>
            <a:lvl1pPr>
              <a:defRPr sz="1800">
                <a:solidFill>
                  <a:schemeClr val="tx1"/>
                </a:solidFill>
                <a:latin typeface="+mn-lt"/>
              </a:defRPr>
            </a:lvl1pPr>
          </a:lstStyle>
          <a:p>
            <a:pPr lvl="0"/>
            <a:r>
              <a:rPr lang="en-US"/>
              <a:t>Subtitle</a:t>
            </a:r>
          </a:p>
        </p:txBody>
      </p:sp>
    </p:spTree>
    <p:extLst>
      <p:ext uri="{BB962C8B-B14F-4D97-AF65-F5344CB8AC3E}">
        <p14:creationId xmlns:p14="http://schemas.microsoft.com/office/powerpoint/2010/main" val="1186794189"/>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7">
          <p15:clr>
            <a:srgbClr val="5ACBF0"/>
          </p15:clr>
        </p15:guide>
        <p15:guide id="5" orient="horz" pos="905">
          <p15:clr>
            <a:srgbClr val="5ACBF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Half white half gradien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93B630B-98F0-A558-44D6-C08F95FB3C1E}"/>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BEBA8EAE-BF5A-486C-A8C5-ECC9F3942E4B}">
                <a14:imgProps xmlns:a14="http://schemas.microsoft.com/office/drawing/2010/main">
                  <a14:imgLayer r:embed="rId3">
                    <a14:imgEffect>
                      <a14:artisticBlur radius="75"/>
                    </a14:imgEffect>
                  </a14:imgLayer>
                </a14:imgProps>
              </a:ext>
              <a:ext uri="{28A0092B-C50C-407E-A947-70E740481C1C}">
                <a14:useLocalDpi xmlns:a14="http://schemas.microsoft.com/office/drawing/2010/main"/>
              </a:ext>
            </a:extLst>
          </a:blip>
          <a:srcRect t="2407"/>
          <a:stretch/>
        </p:blipFill>
        <p:spPr>
          <a:xfrm>
            <a:off x="0" y="2"/>
            <a:ext cx="12192000" cy="6692900"/>
          </a:xfrm>
          <a:prstGeom prst="rect">
            <a:avLst/>
          </a:prstGeom>
        </p:spPr>
      </p:pic>
      <p:sp>
        <p:nvSpPr>
          <p:cNvPr id="2" name="Rectangle 1">
            <a:extLst>
              <a:ext uri="{FF2B5EF4-FFF2-40B4-BE49-F238E27FC236}">
                <a16:creationId xmlns:a16="http://schemas.microsoft.com/office/drawing/2014/main" id="{173B2449-29BC-FA3D-8E8C-DCCEE8B99D26}"/>
              </a:ext>
              <a:ext uri="{C183D7F6-B498-43B3-948B-1728B52AA6E4}">
                <adec:decorative xmlns:adec="http://schemas.microsoft.com/office/drawing/2017/decorative" val="1"/>
              </a:ext>
            </a:extLst>
          </p:cNvPr>
          <p:cNvSpPr/>
          <p:nvPr userDrawn="1"/>
        </p:nvSpPr>
        <p:spPr>
          <a:xfrm>
            <a:off x="-5080" y="2"/>
            <a:ext cx="5883366" cy="677545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sp>
        <p:nvSpPr>
          <p:cNvPr id="3" name="Text Placeholder 2"/>
          <p:cNvSpPr>
            <a:spLocks noGrp="1"/>
          </p:cNvSpPr>
          <p:nvPr>
            <p:ph type="body" sz="quarter" idx="10"/>
          </p:nvPr>
        </p:nvSpPr>
        <p:spPr>
          <a:xfrm>
            <a:off x="574817" y="1828803"/>
            <a:ext cx="4599528" cy="4171948"/>
          </a:xfrm>
        </p:spPr>
        <p:txBody>
          <a:bodyPr>
            <a:noAutofit/>
          </a:bodyPr>
          <a:lstStyle>
            <a:lvl1pPr marL="0" indent="0">
              <a:lnSpc>
                <a:spcPct val="100000"/>
              </a:lnSpc>
              <a:spcBef>
                <a:spcPts val="1600"/>
              </a:spcBef>
              <a:buNone/>
              <a:defRPr sz="1600">
                <a:solidFill>
                  <a:schemeClr val="accent2"/>
                </a:solidFill>
                <a:latin typeface="+mj-lt"/>
              </a:defRPr>
            </a:lvl1pPr>
            <a:lvl2pPr marL="0" indent="0">
              <a:lnSpc>
                <a:spcPct val="100000"/>
              </a:lnSpc>
              <a:spcBef>
                <a:spcPts val="900"/>
              </a:spcBef>
              <a:buNone/>
              <a:defRPr sz="1400">
                <a:solidFill>
                  <a:srgbClr val="000000"/>
                </a:solidFill>
              </a:defRPr>
            </a:lvl2pPr>
            <a:lvl3pPr>
              <a:lnSpc>
                <a:spcPct val="100000"/>
              </a:lnSpc>
              <a:defRPr sz="1401">
                <a:solidFill>
                  <a:srgbClr val="000000"/>
                </a:solidFill>
              </a:defRPr>
            </a:lvl3pPr>
            <a:lvl4pPr>
              <a:lnSpc>
                <a:spcPct val="100000"/>
              </a:lnSpc>
              <a:defRPr sz="1200">
                <a:solidFill>
                  <a:srgbClr val="000000"/>
                </a:solidFill>
              </a:defRPr>
            </a:lvl4pPr>
            <a:lvl5pPr>
              <a:lnSpc>
                <a:spcPct val="100000"/>
              </a:lnSpc>
              <a:defRPr sz="1001">
                <a:solidFill>
                  <a:srgbClr val="00000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
            <a:extLst>
              <a:ext uri="{FF2B5EF4-FFF2-40B4-BE49-F238E27FC236}">
                <a16:creationId xmlns:a16="http://schemas.microsoft.com/office/drawing/2014/main" id="{4321A61E-DF9E-F052-06B1-83ADA07FFD3F}"/>
              </a:ext>
              <a:ext uri="{C183D7F6-B498-43B3-948B-1728B52AA6E4}">
                <adec:decorative xmlns:adec="http://schemas.microsoft.com/office/drawing/2017/decorative" val="1"/>
              </a:ext>
            </a:extLst>
          </p:cNvPr>
          <p:cNvSpPr/>
          <p:nvPr userDrawn="1"/>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sp>
        <p:nvSpPr>
          <p:cNvPr id="6" name="Title 5">
            <a:extLst>
              <a:ext uri="{FF2B5EF4-FFF2-40B4-BE49-F238E27FC236}">
                <a16:creationId xmlns:a16="http://schemas.microsoft.com/office/drawing/2014/main" id="{A0B9A94C-F8F8-2A22-B125-7808DDC912F3}"/>
              </a:ext>
            </a:extLst>
          </p:cNvPr>
          <p:cNvSpPr>
            <a:spLocks noGrp="1"/>
          </p:cNvSpPr>
          <p:nvPr>
            <p:ph type="title"/>
          </p:nvPr>
        </p:nvSpPr>
        <p:spPr>
          <a:xfrm>
            <a:off x="574817" y="510987"/>
            <a:ext cx="4744671" cy="430887"/>
          </a:xfrm>
        </p:spPr>
        <p:txBody>
          <a:bodyPr/>
          <a:lstStyle/>
          <a:p>
            <a:r>
              <a:rPr lang="en-US"/>
              <a:t>Click to edit Master title style</a:t>
            </a:r>
          </a:p>
        </p:txBody>
      </p:sp>
    </p:spTree>
    <p:extLst>
      <p:ext uri="{BB962C8B-B14F-4D97-AF65-F5344CB8AC3E}">
        <p14:creationId xmlns:p14="http://schemas.microsoft.com/office/powerpoint/2010/main" val="1103778248"/>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7">
          <p15:clr>
            <a:srgbClr val="5ACBF0"/>
          </p15:clr>
        </p15:guide>
        <p15:guide id="5" orient="horz" pos="905">
          <p15:clr>
            <a:srgbClr val="5ACBF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pic>
        <p:nvPicPr>
          <p:cNvPr id="9" name="Picture 8" descr="A close-up of a ribbon&#10;&#10;Description automatically generated">
            <a:extLst>
              <a:ext uri="{FF2B5EF4-FFF2-40B4-BE49-F238E27FC236}">
                <a16:creationId xmlns:a16="http://schemas.microsoft.com/office/drawing/2014/main" id="{3DFB8910-004E-5257-D4F0-2E102B05E2EA}"/>
              </a:ext>
            </a:extLst>
          </p:cNvPr>
          <p:cNvPicPr>
            <a:picLocks noChangeAspect="1"/>
          </p:cNvPicPr>
          <p:nvPr userDrawn="1"/>
        </p:nvPicPr>
        <p:blipFill rotWithShape="1">
          <a:blip r:embed="rId2" cstate="screen">
            <a:alphaModFix amt="50000"/>
            <a:extLst>
              <a:ext uri="{28A0092B-C50C-407E-A947-70E740481C1C}">
                <a14:useLocalDpi xmlns:a14="http://schemas.microsoft.com/office/drawing/2010/main"/>
              </a:ext>
            </a:extLst>
          </a:blip>
          <a:srcRect/>
          <a:stretch/>
        </p:blipFill>
        <p:spPr>
          <a:xfrm>
            <a:off x="0" y="2"/>
            <a:ext cx="12192000" cy="6858000"/>
          </a:xfrm>
          <a:prstGeom prst="rect">
            <a:avLst/>
          </a:prstGeom>
        </p:spPr>
      </p:pic>
      <p:sp>
        <p:nvSpPr>
          <p:cNvPr id="10" name="Rectangle 9">
            <a:extLst>
              <a:ext uri="{FF2B5EF4-FFF2-40B4-BE49-F238E27FC236}">
                <a16:creationId xmlns:a16="http://schemas.microsoft.com/office/drawing/2014/main" id="{50721EC1-7566-DFFB-C03A-C7A44D51FCFF}"/>
              </a:ext>
            </a:extLst>
          </p:cNvPr>
          <p:cNvSpPr/>
          <p:nvPr userDrawn="1"/>
        </p:nvSpPr>
        <p:spPr bwMode="auto">
          <a:xfrm>
            <a:off x="0" y="4956632"/>
            <a:ext cx="12192000" cy="1901370"/>
          </a:xfrm>
          <a:prstGeom prst="rect">
            <a:avLst/>
          </a:prstGeom>
          <a:gradFill flip="none" rotWithShape="1">
            <a:gsLst>
              <a:gs pos="26000">
                <a:schemeClr val="bg1">
                  <a:alpha val="0"/>
                </a:schemeClr>
              </a:gs>
              <a:gs pos="70000">
                <a:schemeClr val="bg1">
                  <a:alpha val="60000"/>
                </a:schemeClr>
              </a:gs>
            </a:gsLst>
            <a:lin ang="54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11" name="Rectangle 10">
            <a:extLst>
              <a:ext uri="{FF2B5EF4-FFF2-40B4-BE49-F238E27FC236}">
                <a16:creationId xmlns:a16="http://schemas.microsoft.com/office/drawing/2014/main" id="{F4893ABC-107F-B31B-E972-89AFC69CADE6}"/>
              </a:ext>
            </a:extLst>
          </p:cNvPr>
          <p:cNvSpPr/>
          <p:nvPr userDrawn="1"/>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sp>
        <p:nvSpPr>
          <p:cNvPr id="6" name="Rectangle: Rounded Corners 30">
            <a:extLst>
              <a:ext uri="{FF2B5EF4-FFF2-40B4-BE49-F238E27FC236}">
                <a16:creationId xmlns:a16="http://schemas.microsoft.com/office/drawing/2014/main" id="{84B0C639-5BCA-0F37-5E23-B3B0DB2F85DC}"/>
              </a:ext>
              <a:ext uri="{C183D7F6-B498-43B3-948B-1728B52AA6E4}">
                <adec:decorative xmlns:adec="http://schemas.microsoft.com/office/drawing/2017/decorative" val="1"/>
              </a:ext>
            </a:extLst>
          </p:cNvPr>
          <p:cNvSpPr/>
          <p:nvPr userDrawn="1"/>
        </p:nvSpPr>
        <p:spPr bwMode="auto">
          <a:xfrm>
            <a:off x="333830" y="1083368"/>
            <a:ext cx="11575143" cy="4741400"/>
          </a:xfrm>
          <a:prstGeom prst="roundRect">
            <a:avLst>
              <a:gd name="adj" fmla="val 3266"/>
            </a:avLst>
          </a:prstGeom>
          <a:solidFill>
            <a:schemeClr val="bg1">
              <a:alpha val="53000"/>
            </a:schemeClr>
          </a:solid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400">
              <a:lnSpc>
                <a:spcPct val="90000"/>
              </a:lnSpc>
              <a:spcBef>
                <a:spcPts val="600"/>
              </a:spcBef>
              <a:spcAft>
                <a:spcPts val="600"/>
              </a:spcAft>
              <a:buClr>
                <a:srgbClr val="243A5E"/>
              </a:buClr>
              <a:buSzPct val="110000"/>
            </a:pPr>
            <a:endParaRPr lang="en-US" sz="1200">
              <a:solidFill>
                <a:srgbClr val="000000"/>
              </a:solidFill>
              <a:latin typeface="Segoe UI" panose="020B0502040204020203" pitchFamily="34" charset="0"/>
              <a:cs typeface="Segoe UI Semibold" panose="020B0702040204020203" pitchFamily="34" charset="0"/>
            </a:endParaRPr>
          </a:p>
        </p:txBody>
      </p:sp>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5217" y="1789349"/>
            <a:ext cx="2631321" cy="430887"/>
          </a:xfrm>
        </p:spPr>
        <p:txBody>
          <a:bodyPr anchor="t"/>
          <a:lstStyle>
            <a:lvl1pPr>
              <a:defRPr sz="2800" b="1" i="0">
                <a:solidFill>
                  <a:schemeClr val="accent2"/>
                </a:solidFill>
                <a:latin typeface="+mj-lt"/>
                <a:cs typeface="Segoe UI Semibold" panose="020B0502040204020203" pitchFamily="34" charset="0"/>
              </a:defRPr>
            </a:lvl1pPr>
          </a:lstStyle>
          <a:p>
            <a:r>
              <a:rPr lang="en-US"/>
              <a:t>Title</a:t>
            </a:r>
          </a:p>
        </p:txBody>
      </p:sp>
      <p:sp>
        <p:nvSpPr>
          <p:cNvPr id="7" name="Text Placeholder 2">
            <a:extLst>
              <a:ext uri="{FF2B5EF4-FFF2-40B4-BE49-F238E27FC236}">
                <a16:creationId xmlns:a16="http://schemas.microsoft.com/office/drawing/2014/main" id="{7E9DBFD9-3E1E-4F19-AF15-56780F9C7927}"/>
              </a:ext>
            </a:extLst>
          </p:cNvPr>
          <p:cNvSpPr>
            <a:spLocks noGrp="1"/>
          </p:cNvSpPr>
          <p:nvPr>
            <p:ph type="body" sz="quarter" idx="11"/>
          </p:nvPr>
        </p:nvSpPr>
        <p:spPr>
          <a:xfrm>
            <a:off x="3593056" y="1789349"/>
            <a:ext cx="8016334" cy="353943"/>
          </a:xfrm>
        </p:spPr>
        <p:txBody>
          <a:bodyPr numCol="2" anchor="t"/>
          <a:lstStyle>
            <a:lvl1pPr marL="231775" indent="-231775">
              <a:spcBef>
                <a:spcPts val="600"/>
              </a:spcBef>
              <a:spcAft>
                <a:spcPts val="600"/>
              </a:spcAft>
              <a:buFont typeface="Wingdings" panose="05000000000000000000" pitchFamily="2" charset="2"/>
              <a:buChar char=""/>
              <a:defRPr>
                <a:solidFill>
                  <a:schemeClr val="tx1"/>
                </a:solidFill>
                <a:latin typeface="+mn-lt"/>
              </a:defRPr>
            </a:lvl1pPr>
          </a:lstStyle>
          <a:p>
            <a:pPr lvl="0"/>
            <a:r>
              <a:rPr lang="en-US"/>
              <a:t>Click to edit Master text styles</a:t>
            </a:r>
          </a:p>
        </p:txBody>
      </p:sp>
      <p:cxnSp>
        <p:nvCxnSpPr>
          <p:cNvPr id="8" name="Straight Connector 7">
            <a:extLst>
              <a:ext uri="{FF2B5EF4-FFF2-40B4-BE49-F238E27FC236}">
                <a16:creationId xmlns:a16="http://schemas.microsoft.com/office/drawing/2014/main" id="{DF1A9F7D-F14E-4BCE-9EB4-D9EF47B67809}"/>
              </a:ext>
              <a:ext uri="{C183D7F6-B498-43B3-948B-1728B52AA6E4}">
                <adec:decorative xmlns:adec="http://schemas.microsoft.com/office/drawing/2017/decorative" val="1"/>
              </a:ext>
            </a:extLst>
          </p:cNvPr>
          <p:cNvCxnSpPr>
            <a:cxnSpLocks/>
          </p:cNvCxnSpPr>
          <p:nvPr userDrawn="1"/>
        </p:nvCxnSpPr>
        <p:spPr>
          <a:xfrm>
            <a:off x="3593056" y="1498836"/>
            <a:ext cx="8016334" cy="0"/>
          </a:xfrm>
          <a:prstGeom prst="line">
            <a:avLst/>
          </a:prstGeom>
          <a:ln w="19050">
            <a:solidFill>
              <a:schemeClr val="tx1">
                <a:alpha val="3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a:cxnSpLocks/>
          </p:cNvCxnSpPr>
          <p:nvPr userDrawn="1"/>
        </p:nvCxnSpPr>
        <p:spPr>
          <a:xfrm>
            <a:off x="585217" y="1498836"/>
            <a:ext cx="2631321" cy="0"/>
          </a:xfrm>
          <a:prstGeom prst="line">
            <a:avLst/>
          </a:prstGeom>
          <a:ln w="28575">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33934730"/>
      </p:ext>
    </p:extLst>
  </p:cSld>
  <p:clrMapOvr>
    <a:masterClrMapping/>
  </p:clrMapOvr>
  <p:transition>
    <p:fade/>
  </p:transition>
  <p:extLst>
    <p:ext uri="{DCECCB84-F9BA-43D5-87BE-67443E8EF086}">
      <p15:sldGuideLst xmlns:p15="http://schemas.microsoft.com/office/powerpoint/2012/main">
        <p15:guide id="13" pos="2745">
          <p15:clr>
            <a:srgbClr val="5ACBF0"/>
          </p15:clr>
        </p15:guide>
        <p15:guide id="29" orient="horz" pos="1272">
          <p15:clr>
            <a:srgbClr val="5ACBF0"/>
          </p15:clr>
        </p15:guide>
        <p15:guide id="30" pos="2375">
          <p15:clr>
            <a:srgbClr val="5ACBF0"/>
          </p15:clr>
        </p15:guide>
        <p15:guide id="32" orient="horz" pos="1455">
          <p15:clr>
            <a:srgbClr val="5ACBF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Divider">
    <p:bg>
      <p:bgPr>
        <a:solidFill>
          <a:schemeClr val="accent1"/>
        </a:solidFill>
        <a:effectLst/>
      </p:bgPr>
    </p:bg>
    <p:spTree>
      <p:nvGrpSpPr>
        <p:cNvPr id="1" name=""/>
        <p:cNvGrpSpPr/>
        <p:nvPr/>
      </p:nvGrpSpPr>
      <p:grpSpPr>
        <a:xfrm>
          <a:off x="0" y="0"/>
          <a:ext cx="0" cy="0"/>
          <a:chOff x="0" y="0"/>
          <a:chExt cx="0" cy="0"/>
        </a:xfrm>
      </p:grpSpPr>
      <p:pic>
        <p:nvPicPr>
          <p:cNvPr id="7" name="Picture 6" descr="A close up of a glass object&#10;&#10;Description automatically generated">
            <a:extLst>
              <a:ext uri="{FF2B5EF4-FFF2-40B4-BE49-F238E27FC236}">
                <a16:creationId xmlns:a16="http://schemas.microsoft.com/office/drawing/2014/main" id="{202B506A-483A-ADB6-D6D1-C736D738F185}"/>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2"/>
            <a:ext cx="12192000" cy="6858000"/>
          </a:xfrm>
          <a:prstGeom prst="rect">
            <a:avLst/>
          </a:prstGeom>
        </p:spPr>
      </p:pic>
      <p:sp>
        <p:nvSpPr>
          <p:cNvPr id="5" name="Freeform: Shape 4">
            <a:extLst>
              <a:ext uri="{FF2B5EF4-FFF2-40B4-BE49-F238E27FC236}">
                <a16:creationId xmlns:a16="http://schemas.microsoft.com/office/drawing/2014/main" id="{DEBD55BF-62EF-ED92-3650-C400F8B9569D}"/>
              </a:ext>
            </a:extLst>
          </p:cNvPr>
          <p:cNvSpPr/>
          <p:nvPr userDrawn="1"/>
        </p:nvSpPr>
        <p:spPr bwMode="auto">
          <a:xfrm>
            <a:off x="0" y="2006602"/>
            <a:ext cx="7977243" cy="2844799"/>
          </a:xfrm>
          <a:custGeom>
            <a:avLst/>
            <a:gdLst>
              <a:gd name="connsiteX0" fmla="*/ 0 w 7977243"/>
              <a:gd name="connsiteY0" fmla="*/ 0 h 2844800"/>
              <a:gd name="connsiteX1" fmla="*/ 6554843 w 7977243"/>
              <a:gd name="connsiteY1" fmla="*/ 0 h 2844800"/>
              <a:gd name="connsiteX2" fmla="*/ 7977243 w 7977243"/>
              <a:gd name="connsiteY2" fmla="*/ 1422400 h 2844800"/>
              <a:gd name="connsiteX3" fmla="*/ 6554843 w 7977243"/>
              <a:gd name="connsiteY3" fmla="*/ 2844800 h 2844800"/>
              <a:gd name="connsiteX4" fmla="*/ 0 w 7977243"/>
              <a:gd name="connsiteY4" fmla="*/ 2844800 h 2844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77243" h="2844800">
                <a:moveTo>
                  <a:pt x="0" y="0"/>
                </a:moveTo>
                <a:lnTo>
                  <a:pt x="6554843" y="0"/>
                </a:lnTo>
                <a:cubicBezTo>
                  <a:pt x="7340413" y="0"/>
                  <a:pt x="7977243" y="636830"/>
                  <a:pt x="7977243" y="1422400"/>
                </a:cubicBezTo>
                <a:cubicBezTo>
                  <a:pt x="7977243" y="2207970"/>
                  <a:pt x="7340413" y="2844800"/>
                  <a:pt x="6554843" y="2844800"/>
                </a:cubicBezTo>
                <a:lnTo>
                  <a:pt x="0" y="2844800"/>
                </a:lnTo>
                <a:close/>
              </a:path>
            </a:pathLst>
          </a:custGeom>
          <a:gradFill flip="none" rotWithShape="1">
            <a:gsLst>
              <a:gs pos="89000">
                <a:schemeClr val="bg1">
                  <a:alpha val="69000"/>
                </a:schemeClr>
              </a:gs>
              <a:gs pos="100000">
                <a:schemeClr val="bg1">
                  <a:alpha val="92000"/>
                </a:schemeClr>
              </a:gs>
            </a:gsLst>
            <a:path path="rect">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sz="749" err="1"/>
          </a:p>
        </p:txBody>
      </p:sp>
      <p:sp>
        <p:nvSpPr>
          <p:cNvPr id="2" name="Title 1"/>
          <p:cNvSpPr>
            <a:spLocks noGrp="1"/>
          </p:cNvSpPr>
          <p:nvPr>
            <p:ph type="title" hasCustomPrompt="1"/>
          </p:nvPr>
        </p:nvSpPr>
        <p:spPr>
          <a:xfrm>
            <a:off x="1248938" y="3182780"/>
            <a:ext cx="5229922" cy="492443"/>
          </a:xfrm>
        </p:spPr>
        <p:txBody>
          <a:bodyPr wrap="square" rIns="0" anchor="ctr" anchorCtr="0">
            <a:spAutoFit/>
          </a:bodyPr>
          <a:lstStyle>
            <a:lvl1pPr>
              <a:lnSpc>
                <a:spcPct val="100000"/>
              </a:lnSpc>
              <a:defRPr sz="3200" b="0" spc="-49" baseline="0">
                <a:solidFill>
                  <a:srgbClr val="000000"/>
                </a:solidFill>
                <a:latin typeface="+mj-lt"/>
                <a:cs typeface="Segoe UI Semilight" panose="020B0402040204020203" pitchFamily="34" charset="0"/>
              </a:defRPr>
            </a:lvl1pPr>
          </a:lstStyle>
          <a:p>
            <a:r>
              <a:rPr lang="en-US"/>
              <a:t>Divider slide</a:t>
            </a:r>
          </a:p>
        </p:txBody>
      </p:sp>
    </p:spTree>
    <p:extLst>
      <p:ext uri="{BB962C8B-B14F-4D97-AF65-F5344CB8AC3E}">
        <p14:creationId xmlns:p14="http://schemas.microsoft.com/office/powerpoint/2010/main" val="1752528926"/>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5" orient="horz" pos="2160">
          <p15:clr>
            <a:srgbClr val="FBAE40"/>
          </p15:clr>
        </p15:guide>
        <p15:guide id="6" pos="2991">
          <p15:clr>
            <a:srgbClr val="5ACBF0"/>
          </p15:clr>
        </p15:guide>
        <p15:guide id="7" pos="3727">
          <p15:clr>
            <a:srgbClr val="C35EA4"/>
          </p15:clr>
        </p15:guide>
        <p15:guide id="8" pos="3545">
          <p15:clr>
            <a:srgbClr val="A4A3A4"/>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2_CSP Masters Program - Copilot title 1">
    <p:spTree>
      <p:nvGrpSpPr>
        <p:cNvPr id="1" name=""/>
        <p:cNvGrpSpPr/>
        <p:nvPr/>
      </p:nvGrpSpPr>
      <p:grpSpPr>
        <a:xfrm>
          <a:off x="0" y="0"/>
          <a:ext cx="0" cy="0"/>
          <a:chOff x="0" y="0"/>
          <a:chExt cx="0" cy="0"/>
        </a:xfrm>
      </p:grpSpPr>
      <p:pic>
        <p:nvPicPr>
          <p:cNvPr id="3" name="Picture 2" descr="A person with blonde hair and a white shirt&#10;&#10;Description automatically generated">
            <a:extLst>
              <a:ext uri="{FF2B5EF4-FFF2-40B4-BE49-F238E27FC236}">
                <a16:creationId xmlns:a16="http://schemas.microsoft.com/office/drawing/2014/main" id="{F30F57E1-D90B-3263-EC4A-6FCDB0179CB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2"/>
            <a:ext cx="12192000" cy="6858000"/>
          </a:xfrm>
          <a:prstGeom prst="rect">
            <a:avLst/>
          </a:prstGeom>
        </p:spPr>
      </p:pic>
      <p:sp>
        <p:nvSpPr>
          <p:cNvPr id="11" name="Cutout">
            <a:extLst>
              <a:ext uri="{FF2B5EF4-FFF2-40B4-BE49-F238E27FC236}">
                <a16:creationId xmlns:a16="http://schemas.microsoft.com/office/drawing/2014/main" id="{DD82A0A3-899A-8692-44AF-1DC6A15EDFA7}"/>
              </a:ext>
              <a:ext uri="{C183D7F6-B498-43B3-948B-1728B52AA6E4}">
                <adec:decorative xmlns:adec="http://schemas.microsoft.com/office/drawing/2017/decorative" val="1"/>
              </a:ext>
            </a:extLst>
          </p:cNvPr>
          <p:cNvSpPr txBox="1">
            <a:spLocks/>
          </p:cNvSpPr>
          <p:nvPr/>
        </p:nvSpPr>
        <p:spPr>
          <a:xfrm>
            <a:off x="1" y="2"/>
            <a:ext cx="8638094" cy="6858000"/>
          </a:xfrm>
          <a:custGeom>
            <a:avLst/>
            <a:gdLst>
              <a:gd name="connsiteX0" fmla="*/ 0 w 8638094"/>
              <a:gd name="connsiteY0" fmla="*/ 0 h 6858000"/>
              <a:gd name="connsiteX1" fmla="*/ 8638094 w 8638094"/>
              <a:gd name="connsiteY1" fmla="*/ 0 h 6858000"/>
              <a:gd name="connsiteX2" fmla="*/ 5227281 w 8638094"/>
              <a:gd name="connsiteY2" fmla="*/ 3078405 h 6858000"/>
              <a:gd name="connsiteX3" fmla="*/ 5209581 w 8638094"/>
              <a:gd name="connsiteY3" fmla="*/ 3429001 h 6858000"/>
              <a:gd name="connsiteX4" fmla="*/ 5209580 w 8638094"/>
              <a:gd name="connsiteY4" fmla="*/ 3429000 h 6858000"/>
              <a:gd name="connsiteX5" fmla="*/ 5209580 w 8638094"/>
              <a:gd name="connsiteY5" fmla="*/ 3429001 h 6858000"/>
              <a:gd name="connsiteX6" fmla="*/ 5209581 w 8638094"/>
              <a:gd name="connsiteY6" fmla="*/ 3429001 h 6858000"/>
              <a:gd name="connsiteX7" fmla="*/ 5227281 w 8638094"/>
              <a:gd name="connsiteY7" fmla="*/ 3779595 h 6858000"/>
              <a:gd name="connsiteX8" fmla="*/ 8638094 w 8638094"/>
              <a:gd name="connsiteY8" fmla="*/ 6858000 h 6858000"/>
              <a:gd name="connsiteX9" fmla="*/ 0 w 8638094"/>
              <a:gd name="connsiteY9" fmla="*/ 6858000 h 6858000"/>
              <a:gd name="connsiteX10" fmla="*/ 0 w 8638094"/>
              <a:gd name="connsiteY10"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638094" h="6858000">
                <a:moveTo>
                  <a:pt x="0" y="0"/>
                </a:moveTo>
                <a:lnTo>
                  <a:pt x="8638094" y="0"/>
                </a:lnTo>
                <a:cubicBezTo>
                  <a:pt x="6862923" y="0"/>
                  <a:pt x="5402856" y="1349311"/>
                  <a:pt x="5227281" y="3078405"/>
                </a:cubicBezTo>
                <a:lnTo>
                  <a:pt x="5209581" y="3429001"/>
                </a:lnTo>
                <a:lnTo>
                  <a:pt x="5209580" y="3429000"/>
                </a:lnTo>
                <a:lnTo>
                  <a:pt x="5209580" y="3429001"/>
                </a:lnTo>
                <a:lnTo>
                  <a:pt x="5209581" y="3429001"/>
                </a:lnTo>
                <a:lnTo>
                  <a:pt x="5227281" y="3779595"/>
                </a:lnTo>
                <a:cubicBezTo>
                  <a:pt x="5402856" y="5508690"/>
                  <a:pt x="6862923" y="6858000"/>
                  <a:pt x="8638094" y="6858000"/>
                </a:cubicBezTo>
                <a:lnTo>
                  <a:pt x="0" y="6858000"/>
                </a:lnTo>
                <a:lnTo>
                  <a:pt x="0" y="0"/>
                </a:lnTo>
                <a:close/>
              </a:path>
            </a:pathLst>
          </a:custGeom>
          <a:blipFill dpi="0" rotWithShape="1">
            <a:blip r:embed="rId3"/>
            <a:srcRect/>
            <a:tile tx="0" ty="0" sx="100000" sy="100000" flip="none" algn="tl"/>
          </a:blipFill>
        </p:spPr>
        <p:txBody>
          <a:bodyPr vert="horz" wrap="square" lIns="0" tIns="2011680" rIns="0" bIns="0" rtlCol="0" anchor="t" anchorCtr="0">
            <a:noAutofit/>
          </a:bodyPr>
          <a:lstStyle>
            <a:lvl1pPr marL="0" marR="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lang="en-US" sz="1600" b="1" kern="1200" spc="0" baseline="0">
                <a:solidFill>
                  <a:srgbClr val="000000"/>
                </a:solidFill>
                <a:latin typeface="+mn-lt"/>
                <a:ea typeface="+mn-ea"/>
                <a:cs typeface="Segoe UI" panose="020B0502040204020203" pitchFamily="34" charset="0"/>
              </a:defRPr>
            </a:lvl1pPr>
            <a:lvl2pPr marL="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1600" kern="1200" spc="0" baseline="0">
                <a:solidFill>
                  <a:srgbClr val="000000"/>
                </a:solidFill>
                <a:latin typeface="+mn-lt"/>
                <a:ea typeface="+mn-ea"/>
                <a:cs typeface="+mn-cs"/>
              </a:defRPr>
            </a:lvl2pPr>
            <a:lvl3pPr marL="200025" marR="0" indent="-200025" algn="l" defTabSz="932742" rtl="0" eaLnBrk="1" fontAlgn="auto" latinLnBrk="0" hangingPunct="1">
              <a:lnSpc>
                <a:spcPct val="100000"/>
              </a:lnSpc>
              <a:spcBef>
                <a:spcPts val="6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402336"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4pPr>
            <a:lvl5pPr marL="603504" marR="0" indent="-201168"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defRPr/>
            </a:pPr>
            <a:endParaRPr lang="en-US" sz="1600"/>
          </a:p>
        </p:txBody>
      </p:sp>
      <p:sp>
        <p:nvSpPr>
          <p:cNvPr id="9" name="Title 1">
            <a:extLst>
              <a:ext uri="{FF2B5EF4-FFF2-40B4-BE49-F238E27FC236}">
                <a16:creationId xmlns:a16="http://schemas.microsoft.com/office/drawing/2014/main" id="{0B916564-33C2-CD0E-E05A-76907EB69EDD}"/>
              </a:ext>
            </a:extLst>
          </p:cNvPr>
          <p:cNvSpPr>
            <a:spLocks noGrp="1"/>
          </p:cNvSpPr>
          <p:nvPr>
            <p:ph type="title" hasCustomPrompt="1"/>
          </p:nvPr>
        </p:nvSpPr>
        <p:spPr>
          <a:xfrm>
            <a:off x="588264" y="2425545"/>
            <a:ext cx="4167887" cy="1107996"/>
          </a:xfrm>
        </p:spPr>
        <p:txBody>
          <a:bodyPr anchor="b" anchorCtr="0">
            <a:spAutoFit/>
          </a:bodyPr>
          <a:lstStyle>
            <a:lvl1pPr>
              <a:defRPr sz="3600">
                <a:solidFill>
                  <a:schemeClr val="tx1"/>
                </a:solidFill>
              </a:defRPr>
            </a:lvl1pPr>
          </a:lstStyle>
          <a:p>
            <a:r>
              <a:rPr lang="en-US"/>
              <a:t>Event name or presentation title </a:t>
            </a:r>
          </a:p>
        </p:txBody>
      </p:sp>
      <p:sp>
        <p:nvSpPr>
          <p:cNvPr id="10" name="Text Placeholder 4">
            <a:extLst>
              <a:ext uri="{FF2B5EF4-FFF2-40B4-BE49-F238E27FC236}">
                <a16:creationId xmlns:a16="http://schemas.microsoft.com/office/drawing/2014/main" id="{3DE2905F-5DD9-A6E6-9622-A302EC289098}"/>
              </a:ext>
            </a:extLst>
          </p:cNvPr>
          <p:cNvSpPr>
            <a:spLocks noGrp="1"/>
          </p:cNvSpPr>
          <p:nvPr>
            <p:ph type="body" sz="quarter" idx="12" hasCustomPrompt="1"/>
          </p:nvPr>
        </p:nvSpPr>
        <p:spPr>
          <a:xfrm>
            <a:off x="582043" y="3962403"/>
            <a:ext cx="4164583"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a:t>
            </a:r>
          </a:p>
        </p:txBody>
      </p:sp>
    </p:spTree>
    <p:extLst>
      <p:ext uri="{BB962C8B-B14F-4D97-AF65-F5344CB8AC3E}">
        <p14:creationId xmlns:p14="http://schemas.microsoft.com/office/powerpoint/2010/main" val="4265845173"/>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6" orient="horz" pos="905">
          <p15:clr>
            <a:srgbClr val="5ACBF0"/>
          </p15:clr>
        </p15:guide>
        <p15:guide id="7" orient="horz" pos="1275">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SP Masters Program - Copilot title 2">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3D88F72-9E5E-E54F-FF24-1FA052D608B1}"/>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2578355" y="2"/>
            <a:ext cx="9613645" cy="6858000"/>
          </a:xfrm>
          <a:prstGeom prst="rect">
            <a:avLst/>
          </a:prstGeom>
        </p:spPr>
      </p:pic>
      <p:sp>
        <p:nvSpPr>
          <p:cNvPr id="11" name="Cutout">
            <a:extLst>
              <a:ext uri="{FF2B5EF4-FFF2-40B4-BE49-F238E27FC236}">
                <a16:creationId xmlns:a16="http://schemas.microsoft.com/office/drawing/2014/main" id="{DD82A0A3-899A-8692-44AF-1DC6A15EDFA7}"/>
              </a:ext>
              <a:ext uri="{C183D7F6-B498-43B3-948B-1728B52AA6E4}">
                <adec:decorative xmlns:adec="http://schemas.microsoft.com/office/drawing/2017/decorative" val="1"/>
              </a:ext>
            </a:extLst>
          </p:cNvPr>
          <p:cNvSpPr txBox="1">
            <a:spLocks/>
          </p:cNvSpPr>
          <p:nvPr/>
        </p:nvSpPr>
        <p:spPr>
          <a:xfrm>
            <a:off x="1" y="2"/>
            <a:ext cx="8638094" cy="6858000"/>
          </a:xfrm>
          <a:custGeom>
            <a:avLst/>
            <a:gdLst>
              <a:gd name="connsiteX0" fmla="*/ 0 w 8638094"/>
              <a:gd name="connsiteY0" fmla="*/ 0 h 6858000"/>
              <a:gd name="connsiteX1" fmla="*/ 8638094 w 8638094"/>
              <a:gd name="connsiteY1" fmla="*/ 0 h 6858000"/>
              <a:gd name="connsiteX2" fmla="*/ 5227281 w 8638094"/>
              <a:gd name="connsiteY2" fmla="*/ 3078405 h 6858000"/>
              <a:gd name="connsiteX3" fmla="*/ 5209581 w 8638094"/>
              <a:gd name="connsiteY3" fmla="*/ 3429001 h 6858000"/>
              <a:gd name="connsiteX4" fmla="*/ 5209580 w 8638094"/>
              <a:gd name="connsiteY4" fmla="*/ 3429000 h 6858000"/>
              <a:gd name="connsiteX5" fmla="*/ 5209580 w 8638094"/>
              <a:gd name="connsiteY5" fmla="*/ 3429001 h 6858000"/>
              <a:gd name="connsiteX6" fmla="*/ 5209581 w 8638094"/>
              <a:gd name="connsiteY6" fmla="*/ 3429001 h 6858000"/>
              <a:gd name="connsiteX7" fmla="*/ 5227281 w 8638094"/>
              <a:gd name="connsiteY7" fmla="*/ 3779595 h 6858000"/>
              <a:gd name="connsiteX8" fmla="*/ 8638094 w 8638094"/>
              <a:gd name="connsiteY8" fmla="*/ 6858000 h 6858000"/>
              <a:gd name="connsiteX9" fmla="*/ 0 w 8638094"/>
              <a:gd name="connsiteY9" fmla="*/ 6858000 h 6858000"/>
              <a:gd name="connsiteX10" fmla="*/ 0 w 8638094"/>
              <a:gd name="connsiteY10"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638094" h="6858000">
                <a:moveTo>
                  <a:pt x="0" y="0"/>
                </a:moveTo>
                <a:lnTo>
                  <a:pt x="8638094" y="0"/>
                </a:lnTo>
                <a:cubicBezTo>
                  <a:pt x="6862923" y="0"/>
                  <a:pt x="5402856" y="1349311"/>
                  <a:pt x="5227281" y="3078405"/>
                </a:cubicBezTo>
                <a:lnTo>
                  <a:pt x="5209581" y="3429001"/>
                </a:lnTo>
                <a:lnTo>
                  <a:pt x="5209580" y="3429000"/>
                </a:lnTo>
                <a:lnTo>
                  <a:pt x="5209580" y="3429001"/>
                </a:lnTo>
                <a:lnTo>
                  <a:pt x="5209581" y="3429001"/>
                </a:lnTo>
                <a:lnTo>
                  <a:pt x="5227281" y="3779595"/>
                </a:lnTo>
                <a:cubicBezTo>
                  <a:pt x="5402856" y="5508690"/>
                  <a:pt x="6862923" y="6858000"/>
                  <a:pt x="8638094" y="6858000"/>
                </a:cubicBezTo>
                <a:lnTo>
                  <a:pt x="0" y="6858000"/>
                </a:lnTo>
                <a:lnTo>
                  <a:pt x="0" y="0"/>
                </a:lnTo>
                <a:close/>
              </a:path>
            </a:pathLst>
          </a:custGeom>
          <a:blipFill dpi="0" rotWithShape="1">
            <a:blip r:embed="rId3"/>
            <a:srcRect/>
            <a:tile tx="0" ty="0" sx="100000" sy="100000" flip="none" algn="tl"/>
          </a:blipFill>
        </p:spPr>
        <p:txBody>
          <a:bodyPr vert="horz" wrap="square" lIns="0" tIns="2011680" rIns="0" bIns="0" rtlCol="0" anchor="t" anchorCtr="0">
            <a:noAutofit/>
          </a:bodyPr>
          <a:lstStyle>
            <a:lvl1pPr marL="0" marR="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lang="en-US" sz="1600" b="1" kern="1200" spc="0" baseline="0">
                <a:solidFill>
                  <a:srgbClr val="000000"/>
                </a:solidFill>
                <a:latin typeface="+mn-lt"/>
                <a:ea typeface="+mn-ea"/>
                <a:cs typeface="Segoe UI" panose="020B0502040204020203" pitchFamily="34" charset="0"/>
              </a:defRPr>
            </a:lvl1pPr>
            <a:lvl2pPr marL="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1600" kern="1200" spc="0" baseline="0">
                <a:solidFill>
                  <a:srgbClr val="000000"/>
                </a:solidFill>
                <a:latin typeface="+mn-lt"/>
                <a:ea typeface="+mn-ea"/>
                <a:cs typeface="+mn-cs"/>
              </a:defRPr>
            </a:lvl2pPr>
            <a:lvl3pPr marL="200025" marR="0" indent="-200025" algn="l" defTabSz="932742" rtl="0" eaLnBrk="1" fontAlgn="auto" latinLnBrk="0" hangingPunct="1">
              <a:lnSpc>
                <a:spcPct val="100000"/>
              </a:lnSpc>
              <a:spcBef>
                <a:spcPts val="6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402336"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4pPr>
            <a:lvl5pPr marL="603504" marR="0" indent="-201168"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defRPr/>
            </a:pPr>
            <a:endParaRPr lang="en-US" sz="1600"/>
          </a:p>
        </p:txBody>
      </p:sp>
      <p:sp>
        <p:nvSpPr>
          <p:cNvPr id="9" name="Title 1">
            <a:extLst>
              <a:ext uri="{FF2B5EF4-FFF2-40B4-BE49-F238E27FC236}">
                <a16:creationId xmlns:a16="http://schemas.microsoft.com/office/drawing/2014/main" id="{0B916564-33C2-CD0E-E05A-76907EB69EDD}"/>
              </a:ext>
            </a:extLst>
          </p:cNvPr>
          <p:cNvSpPr>
            <a:spLocks noGrp="1"/>
          </p:cNvSpPr>
          <p:nvPr>
            <p:ph type="title" hasCustomPrompt="1"/>
          </p:nvPr>
        </p:nvSpPr>
        <p:spPr>
          <a:xfrm>
            <a:off x="588264" y="2425545"/>
            <a:ext cx="4167887" cy="1107996"/>
          </a:xfrm>
        </p:spPr>
        <p:txBody>
          <a:bodyPr anchor="b" anchorCtr="0">
            <a:spAutoFit/>
          </a:bodyPr>
          <a:lstStyle>
            <a:lvl1pPr>
              <a:defRPr sz="3600">
                <a:solidFill>
                  <a:schemeClr val="tx1"/>
                </a:solidFill>
              </a:defRPr>
            </a:lvl1pPr>
          </a:lstStyle>
          <a:p>
            <a:r>
              <a:rPr lang="en-US"/>
              <a:t>Event name or presentation title </a:t>
            </a:r>
          </a:p>
        </p:txBody>
      </p:sp>
      <p:sp>
        <p:nvSpPr>
          <p:cNvPr id="10" name="Text Placeholder 4">
            <a:extLst>
              <a:ext uri="{FF2B5EF4-FFF2-40B4-BE49-F238E27FC236}">
                <a16:creationId xmlns:a16="http://schemas.microsoft.com/office/drawing/2014/main" id="{3DE2905F-5DD9-A6E6-9622-A302EC289098}"/>
              </a:ext>
            </a:extLst>
          </p:cNvPr>
          <p:cNvSpPr>
            <a:spLocks noGrp="1"/>
          </p:cNvSpPr>
          <p:nvPr>
            <p:ph type="body" sz="quarter" idx="12" hasCustomPrompt="1"/>
          </p:nvPr>
        </p:nvSpPr>
        <p:spPr>
          <a:xfrm>
            <a:off x="582043" y="3962403"/>
            <a:ext cx="4164583"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a:t>
            </a:r>
          </a:p>
        </p:txBody>
      </p:sp>
    </p:spTree>
    <p:extLst>
      <p:ext uri="{BB962C8B-B14F-4D97-AF65-F5344CB8AC3E}">
        <p14:creationId xmlns:p14="http://schemas.microsoft.com/office/powerpoint/2010/main" val="2990319076"/>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6" orient="horz" pos="905">
          <p15:clr>
            <a:srgbClr val="5ACBF0"/>
          </p15:clr>
        </p15:guide>
        <p15:guide id="7" orient="horz" pos="1275">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SP Masters Program - Copilot title 3">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3D88F72-9E5E-E54F-FF24-1FA052D608B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2578355" y="2"/>
            <a:ext cx="9613645" cy="6858000"/>
          </a:xfrm>
          <a:prstGeom prst="rect">
            <a:avLst/>
          </a:prstGeom>
        </p:spPr>
      </p:pic>
      <p:sp>
        <p:nvSpPr>
          <p:cNvPr id="11" name="Cutout">
            <a:extLst>
              <a:ext uri="{FF2B5EF4-FFF2-40B4-BE49-F238E27FC236}">
                <a16:creationId xmlns:a16="http://schemas.microsoft.com/office/drawing/2014/main" id="{DD82A0A3-899A-8692-44AF-1DC6A15EDFA7}"/>
              </a:ext>
              <a:ext uri="{C183D7F6-B498-43B3-948B-1728B52AA6E4}">
                <adec:decorative xmlns:adec="http://schemas.microsoft.com/office/drawing/2017/decorative" val="1"/>
              </a:ext>
            </a:extLst>
          </p:cNvPr>
          <p:cNvSpPr txBox="1">
            <a:spLocks/>
          </p:cNvSpPr>
          <p:nvPr/>
        </p:nvSpPr>
        <p:spPr>
          <a:xfrm>
            <a:off x="1" y="2"/>
            <a:ext cx="8638094" cy="6858000"/>
          </a:xfrm>
          <a:custGeom>
            <a:avLst/>
            <a:gdLst>
              <a:gd name="connsiteX0" fmla="*/ 0 w 8638094"/>
              <a:gd name="connsiteY0" fmla="*/ 0 h 6858000"/>
              <a:gd name="connsiteX1" fmla="*/ 8638094 w 8638094"/>
              <a:gd name="connsiteY1" fmla="*/ 0 h 6858000"/>
              <a:gd name="connsiteX2" fmla="*/ 5227281 w 8638094"/>
              <a:gd name="connsiteY2" fmla="*/ 3078405 h 6858000"/>
              <a:gd name="connsiteX3" fmla="*/ 5209581 w 8638094"/>
              <a:gd name="connsiteY3" fmla="*/ 3429001 h 6858000"/>
              <a:gd name="connsiteX4" fmla="*/ 5209580 w 8638094"/>
              <a:gd name="connsiteY4" fmla="*/ 3429000 h 6858000"/>
              <a:gd name="connsiteX5" fmla="*/ 5209580 w 8638094"/>
              <a:gd name="connsiteY5" fmla="*/ 3429001 h 6858000"/>
              <a:gd name="connsiteX6" fmla="*/ 5209581 w 8638094"/>
              <a:gd name="connsiteY6" fmla="*/ 3429001 h 6858000"/>
              <a:gd name="connsiteX7" fmla="*/ 5227281 w 8638094"/>
              <a:gd name="connsiteY7" fmla="*/ 3779595 h 6858000"/>
              <a:gd name="connsiteX8" fmla="*/ 8638094 w 8638094"/>
              <a:gd name="connsiteY8" fmla="*/ 6858000 h 6858000"/>
              <a:gd name="connsiteX9" fmla="*/ 0 w 8638094"/>
              <a:gd name="connsiteY9" fmla="*/ 6858000 h 6858000"/>
              <a:gd name="connsiteX10" fmla="*/ 0 w 8638094"/>
              <a:gd name="connsiteY10"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638094" h="6858000">
                <a:moveTo>
                  <a:pt x="0" y="0"/>
                </a:moveTo>
                <a:lnTo>
                  <a:pt x="8638094" y="0"/>
                </a:lnTo>
                <a:cubicBezTo>
                  <a:pt x="6862923" y="0"/>
                  <a:pt x="5402856" y="1349311"/>
                  <a:pt x="5227281" y="3078405"/>
                </a:cubicBezTo>
                <a:lnTo>
                  <a:pt x="5209581" y="3429001"/>
                </a:lnTo>
                <a:lnTo>
                  <a:pt x="5209580" y="3429000"/>
                </a:lnTo>
                <a:lnTo>
                  <a:pt x="5209580" y="3429001"/>
                </a:lnTo>
                <a:lnTo>
                  <a:pt x="5209581" y="3429001"/>
                </a:lnTo>
                <a:lnTo>
                  <a:pt x="5227281" y="3779595"/>
                </a:lnTo>
                <a:cubicBezTo>
                  <a:pt x="5402856" y="5508690"/>
                  <a:pt x="6862923" y="6858000"/>
                  <a:pt x="8638094" y="6858000"/>
                </a:cubicBezTo>
                <a:lnTo>
                  <a:pt x="0" y="6858000"/>
                </a:lnTo>
                <a:lnTo>
                  <a:pt x="0" y="0"/>
                </a:lnTo>
                <a:close/>
              </a:path>
            </a:pathLst>
          </a:custGeom>
          <a:blipFill dpi="0" rotWithShape="1">
            <a:blip r:embed="rId3"/>
            <a:srcRect/>
            <a:tile tx="0" ty="0" sx="100000" sy="100000" flip="none" algn="tl"/>
          </a:blipFill>
        </p:spPr>
        <p:txBody>
          <a:bodyPr vert="horz" wrap="square" lIns="0" tIns="2011680" rIns="0" bIns="0" rtlCol="0" anchor="t" anchorCtr="0">
            <a:noAutofit/>
          </a:bodyPr>
          <a:lstStyle>
            <a:lvl1pPr marL="0" marR="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lang="en-US" sz="1600" b="1" kern="1200" spc="0" baseline="0">
                <a:solidFill>
                  <a:srgbClr val="000000"/>
                </a:solidFill>
                <a:latin typeface="+mn-lt"/>
                <a:ea typeface="+mn-ea"/>
                <a:cs typeface="Segoe UI" panose="020B0502040204020203" pitchFamily="34" charset="0"/>
              </a:defRPr>
            </a:lvl1pPr>
            <a:lvl2pPr marL="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1600" kern="1200" spc="0" baseline="0">
                <a:solidFill>
                  <a:srgbClr val="000000"/>
                </a:solidFill>
                <a:latin typeface="+mn-lt"/>
                <a:ea typeface="+mn-ea"/>
                <a:cs typeface="+mn-cs"/>
              </a:defRPr>
            </a:lvl2pPr>
            <a:lvl3pPr marL="200025" marR="0" indent="-200025" algn="l" defTabSz="932742" rtl="0" eaLnBrk="1" fontAlgn="auto" latinLnBrk="0" hangingPunct="1">
              <a:lnSpc>
                <a:spcPct val="100000"/>
              </a:lnSpc>
              <a:spcBef>
                <a:spcPts val="6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402336"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4pPr>
            <a:lvl5pPr marL="603504" marR="0" indent="-201168"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defRPr/>
            </a:pPr>
            <a:endParaRPr lang="en-US" sz="1600"/>
          </a:p>
        </p:txBody>
      </p:sp>
      <p:sp>
        <p:nvSpPr>
          <p:cNvPr id="9" name="Title 1">
            <a:extLst>
              <a:ext uri="{FF2B5EF4-FFF2-40B4-BE49-F238E27FC236}">
                <a16:creationId xmlns:a16="http://schemas.microsoft.com/office/drawing/2014/main" id="{0B916564-33C2-CD0E-E05A-76907EB69EDD}"/>
              </a:ext>
            </a:extLst>
          </p:cNvPr>
          <p:cNvSpPr>
            <a:spLocks noGrp="1"/>
          </p:cNvSpPr>
          <p:nvPr>
            <p:ph type="title" hasCustomPrompt="1"/>
          </p:nvPr>
        </p:nvSpPr>
        <p:spPr>
          <a:xfrm>
            <a:off x="588264" y="2425545"/>
            <a:ext cx="4167887" cy="1107996"/>
          </a:xfrm>
        </p:spPr>
        <p:txBody>
          <a:bodyPr anchor="b" anchorCtr="0">
            <a:spAutoFit/>
          </a:bodyPr>
          <a:lstStyle>
            <a:lvl1pPr>
              <a:defRPr sz="3600">
                <a:solidFill>
                  <a:schemeClr val="tx1"/>
                </a:solidFill>
              </a:defRPr>
            </a:lvl1pPr>
          </a:lstStyle>
          <a:p>
            <a:r>
              <a:rPr lang="en-US"/>
              <a:t>Event name or presentation title </a:t>
            </a:r>
          </a:p>
        </p:txBody>
      </p:sp>
      <p:sp>
        <p:nvSpPr>
          <p:cNvPr id="10" name="Text Placeholder 4">
            <a:extLst>
              <a:ext uri="{FF2B5EF4-FFF2-40B4-BE49-F238E27FC236}">
                <a16:creationId xmlns:a16="http://schemas.microsoft.com/office/drawing/2014/main" id="{3DE2905F-5DD9-A6E6-9622-A302EC289098}"/>
              </a:ext>
            </a:extLst>
          </p:cNvPr>
          <p:cNvSpPr>
            <a:spLocks noGrp="1"/>
          </p:cNvSpPr>
          <p:nvPr>
            <p:ph type="body" sz="quarter" idx="12" hasCustomPrompt="1"/>
          </p:nvPr>
        </p:nvSpPr>
        <p:spPr>
          <a:xfrm>
            <a:off x="582043" y="3962403"/>
            <a:ext cx="4164583"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a:t>
            </a:r>
          </a:p>
        </p:txBody>
      </p:sp>
    </p:spTree>
    <p:extLst>
      <p:ext uri="{BB962C8B-B14F-4D97-AF65-F5344CB8AC3E}">
        <p14:creationId xmlns:p14="http://schemas.microsoft.com/office/powerpoint/2010/main" val="2140652185"/>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6" orient="horz" pos="905">
          <p15:clr>
            <a:srgbClr val="5ACBF0"/>
          </p15:clr>
        </p15:guide>
        <p15:guide id="7" orient="horz" pos="1275">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Altnernate title slide">
    <p:bg>
      <p:bgPr>
        <a:solidFill>
          <a:schemeClr val="bg1"/>
        </a:solidFill>
        <a:effectLst/>
      </p:bgPr>
    </p:bg>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048904D2-33E0-3461-BD3C-159853CA397E}"/>
              </a:ext>
              <a:ext uri="{C183D7F6-B498-43B3-948B-1728B52AA6E4}">
                <adec:decorative xmlns:adec="http://schemas.microsoft.com/office/drawing/2017/decorative" val="1"/>
              </a:ext>
            </a:extLst>
          </p:cNvPr>
          <p:cNvPicPr>
            <a:picLocks noChangeAspect="1"/>
          </p:cNvPicPr>
          <p:nvPr userDrawn="1"/>
        </p:nvPicPr>
        <p:blipFill rotWithShape="1">
          <a:blip r:embed="rId2">
            <a:alphaModFix amt="46000"/>
          </a:blip>
          <a:srcRect l="10595" t="987" r="10595"/>
          <a:stretch/>
        </p:blipFill>
        <p:spPr>
          <a:xfrm>
            <a:off x="0" y="2"/>
            <a:ext cx="12192000" cy="6858000"/>
          </a:xfrm>
          <a:prstGeom prst="rect">
            <a:avLst/>
          </a:prstGeom>
        </p:spPr>
      </p:pic>
      <p:sp>
        <p:nvSpPr>
          <p:cNvPr id="4" name="Picture Placeholder 3">
            <a:extLst>
              <a:ext uri="{FF2B5EF4-FFF2-40B4-BE49-F238E27FC236}">
                <a16:creationId xmlns:a16="http://schemas.microsoft.com/office/drawing/2014/main" id="{37D53EC2-149B-8491-E5CC-F6AA28319A51}"/>
              </a:ext>
              <a:ext uri="{C183D7F6-B498-43B3-948B-1728B52AA6E4}">
                <adec:decorative xmlns:adec="http://schemas.microsoft.com/office/drawing/2017/decorative" val="1"/>
              </a:ext>
            </a:extLst>
          </p:cNvPr>
          <p:cNvSpPr>
            <a:spLocks noGrp="1"/>
          </p:cNvSpPr>
          <p:nvPr>
            <p:ph type="pic" sz="quarter" idx="13" hasCustomPrompt="1"/>
          </p:nvPr>
        </p:nvSpPr>
        <p:spPr>
          <a:xfrm>
            <a:off x="5209579" y="2"/>
            <a:ext cx="6982421" cy="6858000"/>
          </a:xfrm>
          <a:custGeom>
            <a:avLst/>
            <a:gdLst>
              <a:gd name="connsiteX0" fmla="*/ 0 w 7122432"/>
              <a:gd name="connsiteY0" fmla="*/ 3497262 h 6994526"/>
              <a:gd name="connsiteX1" fmla="*/ 1 w 7122432"/>
              <a:gd name="connsiteY1" fmla="*/ 3497263 h 6994526"/>
              <a:gd name="connsiteX2" fmla="*/ 0 w 7122432"/>
              <a:gd name="connsiteY2" fmla="*/ 3497263 h 6994526"/>
              <a:gd name="connsiteX3" fmla="*/ 3497263 w 7122432"/>
              <a:gd name="connsiteY3" fmla="*/ 0 h 6994526"/>
              <a:gd name="connsiteX4" fmla="*/ 7122432 w 7122432"/>
              <a:gd name="connsiteY4" fmla="*/ 0 h 6994526"/>
              <a:gd name="connsiteX5" fmla="*/ 7122432 w 7122432"/>
              <a:gd name="connsiteY5" fmla="*/ 6994526 h 6994526"/>
              <a:gd name="connsiteX6" fmla="*/ 3497263 w 7122432"/>
              <a:gd name="connsiteY6" fmla="*/ 6994525 h 6994526"/>
              <a:gd name="connsiteX7" fmla="*/ 18056 w 7122432"/>
              <a:gd name="connsiteY7" fmla="*/ 3854837 h 6994526"/>
              <a:gd name="connsiteX8" fmla="*/ 1 w 7122432"/>
              <a:gd name="connsiteY8" fmla="*/ 3497263 h 6994526"/>
              <a:gd name="connsiteX9" fmla="*/ 18056 w 7122432"/>
              <a:gd name="connsiteY9" fmla="*/ 3139688 h 6994526"/>
              <a:gd name="connsiteX10" fmla="*/ 3497263 w 7122432"/>
              <a:gd name="connsiteY10" fmla="*/ 0 h 6994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122432" h="6994526">
                <a:moveTo>
                  <a:pt x="0" y="3497262"/>
                </a:moveTo>
                <a:lnTo>
                  <a:pt x="1" y="3497263"/>
                </a:lnTo>
                <a:lnTo>
                  <a:pt x="0" y="3497263"/>
                </a:lnTo>
                <a:close/>
                <a:moveTo>
                  <a:pt x="3497263" y="0"/>
                </a:moveTo>
                <a:lnTo>
                  <a:pt x="7122432" y="0"/>
                </a:lnTo>
                <a:lnTo>
                  <a:pt x="7122432" y="6994526"/>
                </a:lnTo>
                <a:lnTo>
                  <a:pt x="3497263" y="6994525"/>
                </a:lnTo>
                <a:cubicBezTo>
                  <a:pt x="1686496" y="6994525"/>
                  <a:pt x="197151" y="5618353"/>
                  <a:pt x="18056" y="3854837"/>
                </a:cubicBezTo>
                <a:lnTo>
                  <a:pt x="1" y="3497263"/>
                </a:lnTo>
                <a:lnTo>
                  <a:pt x="18056" y="3139688"/>
                </a:lnTo>
                <a:cubicBezTo>
                  <a:pt x="197151" y="1376172"/>
                  <a:pt x="1686496" y="0"/>
                  <a:pt x="3497263" y="0"/>
                </a:cubicBezTo>
                <a:close/>
              </a:path>
            </a:pathLst>
          </a:custGeom>
          <a:blipFill>
            <a:blip r:embed="rId3">
              <a:extLst>
                <a:ext uri="{28A0092B-C50C-407E-A947-70E740481C1C}">
                  <a14:useLocalDpi xmlns:a14="http://schemas.microsoft.com/office/drawing/2010/main"/>
                </a:ext>
              </a:extLst>
            </a:blip>
            <a:stretch>
              <a:fillRect/>
            </a:stretch>
          </a:blipFill>
        </p:spPr>
        <p:txBody>
          <a:bodyPr vert="horz" wrap="square" lIns="0" tIns="2011680" rIns="0" bIns="0" rtlCol="0" anchor="t" anchorCtr="0">
            <a:noAutofit/>
          </a:bodyPr>
          <a:lstStyle>
            <a:lvl1pPr>
              <a:defRPr lang="en-US" sz="1600" b="1">
                <a:latin typeface="+mn-lt"/>
                <a:cs typeface="Segoe UI" panose="020B0502040204020203" pitchFamily="34" charset="0"/>
              </a:defRPr>
            </a:lvl1pPr>
          </a:lstStyle>
          <a:p>
            <a:pPr marL="0" marR="0" lvl="0" indent="0" algn="ctr"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a:pPr>
            <a:r>
              <a:rPr lang="en-US"/>
              <a:t>drag &amp; drop your photo here </a:t>
            </a:r>
            <a:br>
              <a:rPr lang="en-US"/>
            </a:br>
            <a:r>
              <a:rPr lang="en-US"/>
              <a:t>or click or tap icon below </a:t>
            </a:r>
            <a:br>
              <a:rPr lang="en-US"/>
            </a:br>
            <a:r>
              <a:rPr lang="en-US"/>
              <a:t>to insert</a:t>
            </a:r>
          </a:p>
        </p:txBody>
      </p:sp>
      <p:sp>
        <p:nvSpPr>
          <p:cNvPr id="7" name="Title 1">
            <a:extLst>
              <a:ext uri="{FF2B5EF4-FFF2-40B4-BE49-F238E27FC236}">
                <a16:creationId xmlns:a16="http://schemas.microsoft.com/office/drawing/2014/main" id="{889E955A-D68E-FC9C-6BF1-3CF59CB46536}"/>
              </a:ext>
            </a:extLst>
          </p:cNvPr>
          <p:cNvSpPr>
            <a:spLocks noGrp="1"/>
          </p:cNvSpPr>
          <p:nvPr>
            <p:ph type="title" hasCustomPrompt="1"/>
          </p:nvPr>
        </p:nvSpPr>
        <p:spPr>
          <a:xfrm>
            <a:off x="588264" y="2425545"/>
            <a:ext cx="4167887" cy="1107996"/>
          </a:xfrm>
        </p:spPr>
        <p:txBody>
          <a:bodyPr anchor="b" anchorCtr="0">
            <a:spAutoFit/>
          </a:bodyPr>
          <a:lstStyle>
            <a:lvl1pPr>
              <a:defRPr sz="3600">
                <a:solidFill>
                  <a:schemeClr val="accent2"/>
                </a:solidFill>
              </a:defRPr>
            </a:lvl1pPr>
          </a:lstStyle>
          <a:p>
            <a:r>
              <a:rPr lang="en-US"/>
              <a:t>Event name or presentation title </a:t>
            </a:r>
          </a:p>
        </p:txBody>
      </p:sp>
      <p:sp>
        <p:nvSpPr>
          <p:cNvPr id="10" name="Text Placeholder 4">
            <a:extLst>
              <a:ext uri="{FF2B5EF4-FFF2-40B4-BE49-F238E27FC236}">
                <a16:creationId xmlns:a16="http://schemas.microsoft.com/office/drawing/2014/main" id="{770DCD0C-F263-40A0-B5EC-0435B77458FF}"/>
              </a:ext>
            </a:extLst>
          </p:cNvPr>
          <p:cNvSpPr>
            <a:spLocks noGrp="1"/>
          </p:cNvSpPr>
          <p:nvPr>
            <p:ph type="body" sz="quarter" idx="12" hasCustomPrompt="1"/>
          </p:nvPr>
        </p:nvSpPr>
        <p:spPr>
          <a:xfrm>
            <a:off x="582043" y="3962403"/>
            <a:ext cx="4164583"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a:t>
            </a:r>
          </a:p>
        </p:txBody>
      </p:sp>
    </p:spTree>
    <p:extLst>
      <p:ext uri="{BB962C8B-B14F-4D97-AF65-F5344CB8AC3E}">
        <p14:creationId xmlns:p14="http://schemas.microsoft.com/office/powerpoint/2010/main" val="216255711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4_Title Slide">
    <p:spTree>
      <p:nvGrpSpPr>
        <p:cNvPr id="1" name=""/>
        <p:cNvGrpSpPr/>
        <p:nvPr/>
      </p:nvGrpSpPr>
      <p:grpSpPr>
        <a:xfrm>
          <a:off x="0" y="0"/>
          <a:ext cx="0" cy="0"/>
          <a:chOff x="0" y="0"/>
          <a:chExt cx="0" cy="0"/>
        </a:xfrm>
      </p:grpSpPr>
      <p:pic>
        <p:nvPicPr>
          <p:cNvPr id="2" name="Picture 1" descr="A close up of a glass object&#10;&#10;Description automatically generated">
            <a:extLst>
              <a:ext uri="{FF2B5EF4-FFF2-40B4-BE49-F238E27FC236}">
                <a16:creationId xmlns:a16="http://schemas.microsoft.com/office/drawing/2014/main" id="{2AAB10B9-A5B4-8EE9-A35E-0DD6619B87F7}"/>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0" y="2"/>
            <a:ext cx="12192000" cy="6858000"/>
          </a:xfrm>
          <a:prstGeom prst="rect">
            <a:avLst/>
          </a:prstGeom>
        </p:spPr>
      </p:pic>
      <p:pic>
        <p:nvPicPr>
          <p:cNvPr id="3" name="Picture 2" descr="A close up of a glass object&#10;&#10;Description automatically generated">
            <a:extLst>
              <a:ext uri="{FF2B5EF4-FFF2-40B4-BE49-F238E27FC236}">
                <a16:creationId xmlns:a16="http://schemas.microsoft.com/office/drawing/2014/main" id="{6AA1AC67-13BA-ADC6-4602-1C5E14B1595C}"/>
              </a:ext>
            </a:extLst>
          </p:cNvPr>
          <p:cNvPicPr>
            <a:picLocks noChangeAspect="1"/>
          </p:cNvPicPr>
          <p:nvPr userDrawn="1"/>
        </p:nvPicPr>
        <p:blipFill rotWithShape="1">
          <a:blip r:embed="rId3">
            <a:extLst>
              <a:ext uri="{BEBA8EAE-BF5A-486C-A8C5-ECC9F3942E4B}">
                <a14:imgProps xmlns:a14="http://schemas.microsoft.com/office/drawing/2010/main">
                  <a14:imgLayer r:embed="rId4">
                    <a14:imgEffect>
                      <a14:artisticBlur radius="27"/>
                    </a14:imgEffect>
                  </a14:imgLayer>
                </a14:imgProps>
              </a:ext>
              <a:ext uri="{28A0092B-C50C-407E-A947-70E740481C1C}">
                <a14:useLocalDpi xmlns:a14="http://schemas.microsoft.com/office/drawing/2010/main" val="0"/>
              </a:ext>
            </a:extLst>
          </a:blip>
          <a:srcRect/>
          <a:stretch/>
        </p:blipFill>
        <p:spPr>
          <a:xfrm>
            <a:off x="565149" y="2422965"/>
            <a:ext cx="8534400" cy="2012073"/>
          </a:xfrm>
          <a:prstGeom prst="roundRect">
            <a:avLst>
              <a:gd name="adj" fmla="val 12880"/>
            </a:avLst>
          </a:prstGeom>
        </p:spPr>
      </p:pic>
      <p:sp>
        <p:nvSpPr>
          <p:cNvPr id="4" name="Rectangle: Rounded Corners 3">
            <a:extLst>
              <a:ext uri="{FF2B5EF4-FFF2-40B4-BE49-F238E27FC236}">
                <a16:creationId xmlns:a16="http://schemas.microsoft.com/office/drawing/2014/main" id="{08F5EDB2-62CD-FCD3-37F1-2EA7B51C3CF8}"/>
              </a:ext>
            </a:extLst>
          </p:cNvPr>
          <p:cNvSpPr/>
          <p:nvPr userDrawn="1"/>
        </p:nvSpPr>
        <p:spPr>
          <a:xfrm>
            <a:off x="565151" y="2422049"/>
            <a:ext cx="8534400" cy="2012073"/>
          </a:xfrm>
          <a:prstGeom prst="roundRect">
            <a:avLst>
              <a:gd name="adj" fmla="val 12640"/>
            </a:avLst>
          </a:prstGeom>
          <a:gradFill flip="none" rotWithShape="1">
            <a:gsLst>
              <a:gs pos="89000">
                <a:schemeClr val="bg1">
                  <a:alpha val="21000"/>
                </a:schemeClr>
              </a:gs>
              <a:gs pos="100000">
                <a:schemeClr val="bg1">
                  <a:alpha val="58000"/>
                </a:schemeClr>
              </a:gs>
            </a:gsLst>
            <a:path path="rect">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sp>
        <p:nvSpPr>
          <p:cNvPr id="5" name="Rectangle: Rounded Corners 4">
            <a:extLst>
              <a:ext uri="{FF2B5EF4-FFF2-40B4-BE49-F238E27FC236}">
                <a16:creationId xmlns:a16="http://schemas.microsoft.com/office/drawing/2014/main" id="{54C02737-1995-7747-7303-F1115CC1989C}"/>
              </a:ext>
            </a:extLst>
          </p:cNvPr>
          <p:cNvSpPr/>
          <p:nvPr userDrawn="1"/>
        </p:nvSpPr>
        <p:spPr>
          <a:xfrm>
            <a:off x="1026037" y="2844799"/>
            <a:ext cx="7552812" cy="1223846"/>
          </a:xfrm>
          <a:prstGeom prst="roundRect">
            <a:avLst>
              <a:gd name="adj" fmla="val 10377"/>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sp>
        <p:nvSpPr>
          <p:cNvPr id="9" name="Text Placeholder 8">
            <a:extLst>
              <a:ext uri="{FF2B5EF4-FFF2-40B4-BE49-F238E27FC236}">
                <a16:creationId xmlns:a16="http://schemas.microsoft.com/office/drawing/2014/main" id="{16E714C5-EE7A-4758-F77D-9AD34E9A3868}"/>
              </a:ext>
            </a:extLst>
          </p:cNvPr>
          <p:cNvSpPr>
            <a:spLocks noGrp="1"/>
          </p:cNvSpPr>
          <p:nvPr>
            <p:ph type="body" sz="quarter" idx="10"/>
          </p:nvPr>
        </p:nvSpPr>
        <p:spPr>
          <a:xfrm>
            <a:off x="1255714" y="3241279"/>
            <a:ext cx="7097257" cy="430887"/>
          </a:xfrm>
        </p:spPr>
        <p:txBody>
          <a:bodyPr anchor="ctr" anchorCtr="0"/>
          <a:lstStyle>
            <a:lvl1pPr marL="631825" indent="-631825">
              <a:defRPr kumimoji="0" lang="en-US" sz="2800" b="0" i="0" u="none" strike="noStrike" kern="1200" cap="none" spc="-50" normalizeH="0" baseline="0" dirty="0" smtClean="0">
                <a:ln w="3175">
                  <a:noFill/>
                </a:ln>
                <a:gradFill>
                  <a:gsLst>
                    <a:gs pos="21000">
                      <a:srgbClr val="0078D4"/>
                    </a:gs>
                    <a:gs pos="100000">
                      <a:srgbClr val="C03BC4"/>
                    </a:gs>
                  </a:gsLst>
                  <a:lin ang="2400000" scaled="0"/>
                </a:gradFill>
                <a:effectLst/>
                <a:uLnTx/>
                <a:uFillTx/>
                <a:latin typeface="+mj-lt"/>
                <a:ea typeface="+mn-ea"/>
                <a:cs typeface="Segoe UI Semibold" panose="020B0702040204020203" pitchFamily="34" charset="0"/>
              </a:defRPr>
            </a:lvl1pPr>
          </a:lstStyle>
          <a:p>
            <a:pPr lvl="0"/>
            <a:r>
              <a:rPr lang="en-US"/>
              <a:t>Click to edit Master text styles</a:t>
            </a:r>
          </a:p>
        </p:txBody>
      </p:sp>
    </p:spTree>
    <p:extLst>
      <p:ext uri="{BB962C8B-B14F-4D97-AF65-F5344CB8AC3E}">
        <p14:creationId xmlns:p14="http://schemas.microsoft.com/office/powerpoint/2010/main" val="39818451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Divider_2">
    <p:spTree>
      <p:nvGrpSpPr>
        <p:cNvPr id="1" name=""/>
        <p:cNvGrpSpPr/>
        <p:nvPr/>
      </p:nvGrpSpPr>
      <p:grpSpPr>
        <a:xfrm>
          <a:off x="0" y="0"/>
          <a:ext cx="0" cy="0"/>
          <a:chOff x="0" y="0"/>
          <a:chExt cx="0" cy="0"/>
        </a:xfrm>
      </p:grpSpPr>
      <p:pic>
        <p:nvPicPr>
          <p:cNvPr id="3" name="Picture 2" descr="A close up of a glass object&#10;&#10;Description automatically generated">
            <a:extLst>
              <a:ext uri="{FF2B5EF4-FFF2-40B4-BE49-F238E27FC236}">
                <a16:creationId xmlns:a16="http://schemas.microsoft.com/office/drawing/2014/main" id="{7FA841F1-8E81-2937-76CC-2118FF3FC43A}"/>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0" y="2"/>
            <a:ext cx="12192000" cy="6858000"/>
          </a:xfrm>
          <a:prstGeom prst="rect">
            <a:avLst/>
          </a:prstGeom>
        </p:spPr>
      </p:pic>
      <p:sp>
        <p:nvSpPr>
          <p:cNvPr id="4" name="Freeform: Shape 3">
            <a:extLst>
              <a:ext uri="{FF2B5EF4-FFF2-40B4-BE49-F238E27FC236}">
                <a16:creationId xmlns:a16="http://schemas.microsoft.com/office/drawing/2014/main" id="{F3CCB3F9-433B-EA43-176B-A9B99587601E}"/>
              </a:ext>
            </a:extLst>
          </p:cNvPr>
          <p:cNvSpPr/>
          <p:nvPr userDrawn="1"/>
        </p:nvSpPr>
        <p:spPr bwMode="auto">
          <a:xfrm>
            <a:off x="0" y="2006602"/>
            <a:ext cx="7977243" cy="2844799"/>
          </a:xfrm>
          <a:custGeom>
            <a:avLst/>
            <a:gdLst>
              <a:gd name="connsiteX0" fmla="*/ 0 w 7977243"/>
              <a:gd name="connsiteY0" fmla="*/ 0 h 2844800"/>
              <a:gd name="connsiteX1" fmla="*/ 6554843 w 7977243"/>
              <a:gd name="connsiteY1" fmla="*/ 0 h 2844800"/>
              <a:gd name="connsiteX2" fmla="*/ 7977243 w 7977243"/>
              <a:gd name="connsiteY2" fmla="*/ 1422400 h 2844800"/>
              <a:gd name="connsiteX3" fmla="*/ 6554843 w 7977243"/>
              <a:gd name="connsiteY3" fmla="*/ 2844800 h 2844800"/>
              <a:gd name="connsiteX4" fmla="*/ 0 w 7977243"/>
              <a:gd name="connsiteY4" fmla="*/ 2844800 h 2844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77243" h="2844800">
                <a:moveTo>
                  <a:pt x="0" y="0"/>
                </a:moveTo>
                <a:lnTo>
                  <a:pt x="6554843" y="0"/>
                </a:lnTo>
                <a:cubicBezTo>
                  <a:pt x="7340413" y="0"/>
                  <a:pt x="7977243" y="636830"/>
                  <a:pt x="7977243" y="1422400"/>
                </a:cubicBezTo>
                <a:cubicBezTo>
                  <a:pt x="7977243" y="2207970"/>
                  <a:pt x="7340413" y="2844800"/>
                  <a:pt x="6554843" y="2844800"/>
                </a:cubicBezTo>
                <a:lnTo>
                  <a:pt x="0" y="2844800"/>
                </a:lnTo>
                <a:close/>
              </a:path>
            </a:pathLst>
          </a:custGeom>
          <a:gradFill flip="none" rotWithShape="1">
            <a:gsLst>
              <a:gs pos="89000">
                <a:schemeClr val="bg1">
                  <a:alpha val="69000"/>
                </a:schemeClr>
              </a:gs>
              <a:gs pos="100000">
                <a:schemeClr val="bg1">
                  <a:alpha val="92000"/>
                </a:schemeClr>
              </a:gs>
            </a:gsLst>
            <a:path path="rect">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sz="749" err="1"/>
          </a:p>
        </p:txBody>
      </p:sp>
      <p:sp>
        <p:nvSpPr>
          <p:cNvPr id="5" name="Title 1">
            <a:extLst>
              <a:ext uri="{FF2B5EF4-FFF2-40B4-BE49-F238E27FC236}">
                <a16:creationId xmlns:a16="http://schemas.microsoft.com/office/drawing/2014/main" id="{45FBEF05-44CE-10D3-01F5-40B6347F4A39}"/>
              </a:ext>
            </a:extLst>
          </p:cNvPr>
          <p:cNvSpPr>
            <a:spLocks noGrp="1"/>
          </p:cNvSpPr>
          <p:nvPr>
            <p:ph type="title" hasCustomPrompt="1"/>
          </p:nvPr>
        </p:nvSpPr>
        <p:spPr>
          <a:xfrm>
            <a:off x="1248938" y="3182780"/>
            <a:ext cx="5229922" cy="492443"/>
          </a:xfrm>
        </p:spPr>
        <p:txBody>
          <a:bodyPr wrap="square" rIns="0" anchor="ctr" anchorCtr="0">
            <a:spAutoFit/>
          </a:bodyPr>
          <a:lstStyle>
            <a:lvl1pPr>
              <a:lnSpc>
                <a:spcPct val="100000"/>
              </a:lnSpc>
              <a:defRPr sz="3200" b="0" spc="-49" baseline="0">
                <a:solidFill>
                  <a:srgbClr val="000000"/>
                </a:solidFill>
                <a:latin typeface="+mj-lt"/>
                <a:cs typeface="Segoe UI Semilight" panose="020B0402040204020203" pitchFamily="34" charset="0"/>
              </a:defRPr>
            </a:lvl1pPr>
          </a:lstStyle>
          <a:p>
            <a:r>
              <a:rPr lang="en-US"/>
              <a:t>Divider slide</a:t>
            </a:r>
          </a:p>
        </p:txBody>
      </p:sp>
    </p:spTree>
    <p:extLst>
      <p:ext uri="{BB962C8B-B14F-4D97-AF65-F5344CB8AC3E}">
        <p14:creationId xmlns:p14="http://schemas.microsoft.com/office/powerpoint/2010/main" val="1775875868"/>
      </p:ext>
    </p:extLst>
  </p:cSld>
  <p:clrMapOvr>
    <a:masterClrMapping/>
  </p:clrMapOvr>
  <p:transition>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8DF1E218-2AA9-E59E-CD79-58EC82F9A527}"/>
              </a:ext>
            </a:extLst>
          </p:cNvPr>
          <p:cNvGrpSpPr/>
          <p:nvPr userDrawn="1"/>
        </p:nvGrpSpPr>
        <p:grpSpPr>
          <a:xfrm>
            <a:off x="0" y="2"/>
            <a:ext cx="12192000" cy="6858000"/>
            <a:chOff x="0" y="0"/>
            <a:chExt cx="12192000" cy="6858000"/>
          </a:xfrm>
        </p:grpSpPr>
        <p:pic>
          <p:nvPicPr>
            <p:cNvPr id="2" name="Picture 1" descr="A blurry image of a person's hand&#10;&#10;Description automatically generated">
              <a:extLst>
                <a:ext uri="{FF2B5EF4-FFF2-40B4-BE49-F238E27FC236}">
                  <a16:creationId xmlns:a16="http://schemas.microsoft.com/office/drawing/2014/main" id="{D5AAD626-0FF6-FBA0-BA7F-1E92B7248346}"/>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artisticBlur radius="75"/>
                      </a14:imgEffect>
                    </a14:imgLayer>
                  </a14:imgProps>
                </a:ext>
                <a:ext uri="{28A0092B-C50C-407E-A947-70E740481C1C}">
                  <a14:useLocalDpi xmlns:a14="http://schemas.microsoft.com/office/drawing/2010/main" val="0"/>
                </a:ext>
              </a:extLst>
            </a:blip>
            <a:srcRect t="2407"/>
            <a:stretch/>
          </p:blipFill>
          <p:spPr>
            <a:xfrm>
              <a:off x="0" y="0"/>
              <a:ext cx="12192000" cy="6692900"/>
            </a:xfrm>
            <a:prstGeom prst="rect">
              <a:avLst/>
            </a:prstGeom>
          </p:spPr>
        </p:pic>
        <p:sp>
          <p:nvSpPr>
            <p:cNvPr id="5" name="Rectangle 4">
              <a:extLst>
                <a:ext uri="{FF2B5EF4-FFF2-40B4-BE49-F238E27FC236}">
                  <a16:creationId xmlns:a16="http://schemas.microsoft.com/office/drawing/2014/main" id="{9664BF0F-965B-5914-4627-2C9273E020F2}"/>
                </a:ext>
              </a:extLst>
            </p:cNvPr>
            <p:cNvSpPr/>
            <p:nvPr userDrawn="1"/>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grpSp>
      <p:sp>
        <p:nvSpPr>
          <p:cNvPr id="3" name="Title 2">
            <a:extLst>
              <a:ext uri="{FF2B5EF4-FFF2-40B4-BE49-F238E27FC236}">
                <a16:creationId xmlns:a16="http://schemas.microsoft.com/office/drawing/2014/main" id="{3A2DD64C-91AA-0F9F-782C-C9626477CBF5}"/>
              </a:ext>
            </a:extLst>
          </p:cNvPr>
          <p:cNvSpPr>
            <a:spLocks noGrp="1"/>
          </p:cNvSpPr>
          <p:nvPr>
            <p:ph type="title"/>
          </p:nvPr>
        </p:nvSpPr>
        <p:spPr/>
        <p:txBody>
          <a:bodyPr/>
          <a:lstStyle/>
          <a:p>
            <a:r>
              <a:rPr lang="en-US"/>
              <a:t>Click to edit Master title style</a:t>
            </a:r>
          </a:p>
        </p:txBody>
      </p:sp>
      <p:sp>
        <p:nvSpPr>
          <p:cNvPr id="6" name="Text Placeholder 5">
            <a:extLst>
              <a:ext uri="{FF2B5EF4-FFF2-40B4-BE49-F238E27FC236}">
                <a16:creationId xmlns:a16="http://schemas.microsoft.com/office/drawing/2014/main" id="{B9DAEE96-3FBA-ED5E-8648-B6963189A336}"/>
              </a:ext>
            </a:extLst>
          </p:cNvPr>
          <p:cNvSpPr>
            <a:spLocks noGrp="1"/>
          </p:cNvSpPr>
          <p:nvPr>
            <p:ph type="body" sz="quarter" idx="10"/>
          </p:nvPr>
        </p:nvSpPr>
        <p:spPr>
          <a:xfrm>
            <a:off x="584202" y="1435102"/>
            <a:ext cx="11025188" cy="14865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10">
            <a:extLst>
              <a:ext uri="{FF2B5EF4-FFF2-40B4-BE49-F238E27FC236}">
                <a16:creationId xmlns:a16="http://schemas.microsoft.com/office/drawing/2014/main" id="{DD1BEEC7-5874-1E48-8B60-B1E5D9779C29}"/>
              </a:ext>
            </a:extLst>
          </p:cNvPr>
          <p:cNvSpPr>
            <a:spLocks noGrp="1"/>
          </p:cNvSpPr>
          <p:nvPr>
            <p:ph type="ftr" sz="quarter" idx="3"/>
          </p:nvPr>
        </p:nvSpPr>
        <p:spPr>
          <a:xfrm>
            <a:off x="584202" y="6441203"/>
            <a:ext cx="11025188" cy="123111"/>
          </a:xfrm>
          <a:prstGeom prst="rect">
            <a:avLst/>
          </a:prstGeom>
        </p:spPr>
        <p:txBody>
          <a:bodyPr lIns="0" tIns="0" rIns="0" bIns="0" anchor="b" anchorCtr="0">
            <a:spAutoFit/>
          </a:bodyPr>
          <a:lstStyle>
            <a:lvl1pPr>
              <a:defRPr sz="800">
                <a:solidFill>
                  <a:srgbClr val="000000"/>
                </a:solidFill>
              </a:defRPr>
            </a:lvl1pPr>
          </a:lstStyle>
          <a:p>
            <a:pPr>
              <a:tabLst>
                <a:tab pos="11029950" algn="r"/>
              </a:tabLst>
            </a:pPr>
            <a:endParaRPr lang="en-US"/>
          </a:p>
        </p:txBody>
      </p:sp>
    </p:spTree>
    <p:extLst>
      <p:ext uri="{BB962C8B-B14F-4D97-AF65-F5344CB8AC3E}">
        <p14:creationId xmlns:p14="http://schemas.microsoft.com/office/powerpoint/2010/main" val="294060469"/>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7">
          <p15:clr>
            <a:srgbClr val="5ACBF0"/>
          </p15:clr>
        </p15:guide>
        <p15:guide id="5" orient="horz" pos="905">
          <p15:clr>
            <a:srgbClr val="5ACBF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and intro text">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A30D0933-331C-20E6-8B54-189E355842BD}"/>
              </a:ext>
            </a:extLst>
          </p:cNvPr>
          <p:cNvGrpSpPr/>
          <p:nvPr userDrawn="1"/>
        </p:nvGrpSpPr>
        <p:grpSpPr>
          <a:xfrm>
            <a:off x="0" y="2"/>
            <a:ext cx="12192000" cy="6858000"/>
            <a:chOff x="0" y="0"/>
            <a:chExt cx="12192000" cy="6858000"/>
          </a:xfrm>
        </p:grpSpPr>
        <p:pic>
          <p:nvPicPr>
            <p:cNvPr id="7" name="Picture 6" descr="A blurry image of a person's hand&#10;&#10;Description automatically generated">
              <a:extLst>
                <a:ext uri="{FF2B5EF4-FFF2-40B4-BE49-F238E27FC236}">
                  <a16:creationId xmlns:a16="http://schemas.microsoft.com/office/drawing/2014/main" id="{309D89FB-9578-9875-2B29-70D7CE5F7AB2}"/>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artisticBlur radius="75"/>
                      </a14:imgEffect>
                    </a14:imgLayer>
                  </a14:imgProps>
                </a:ext>
                <a:ext uri="{28A0092B-C50C-407E-A947-70E740481C1C}">
                  <a14:useLocalDpi xmlns:a14="http://schemas.microsoft.com/office/drawing/2010/main" val="0"/>
                </a:ext>
              </a:extLst>
            </a:blip>
            <a:srcRect t="2407"/>
            <a:stretch/>
          </p:blipFill>
          <p:spPr>
            <a:xfrm>
              <a:off x="0" y="0"/>
              <a:ext cx="12192000" cy="6692900"/>
            </a:xfrm>
            <a:prstGeom prst="rect">
              <a:avLst/>
            </a:prstGeom>
          </p:spPr>
        </p:pic>
        <p:sp>
          <p:nvSpPr>
            <p:cNvPr id="8" name="Rectangle 7">
              <a:extLst>
                <a:ext uri="{FF2B5EF4-FFF2-40B4-BE49-F238E27FC236}">
                  <a16:creationId xmlns:a16="http://schemas.microsoft.com/office/drawing/2014/main" id="{C5BE598B-F121-F2AE-9B69-D8971CDF6C99}"/>
                </a:ext>
              </a:extLst>
            </p:cNvPr>
            <p:cNvSpPr/>
            <p:nvPr userDrawn="1"/>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grpSp>
      <p:sp>
        <p:nvSpPr>
          <p:cNvPr id="3" name="Title 2">
            <a:extLst>
              <a:ext uri="{FF2B5EF4-FFF2-40B4-BE49-F238E27FC236}">
                <a16:creationId xmlns:a16="http://schemas.microsoft.com/office/drawing/2014/main" id="{3A2DD64C-91AA-0F9F-782C-C9626477CBF5}"/>
              </a:ext>
            </a:extLst>
          </p:cNvPr>
          <p:cNvSpPr>
            <a:spLocks noGrp="1"/>
          </p:cNvSpPr>
          <p:nvPr>
            <p:ph type="title"/>
          </p:nvPr>
        </p:nvSpPr>
        <p:spPr/>
        <p:txBody>
          <a:bodyPr/>
          <a:lstStyle/>
          <a:p>
            <a:r>
              <a:rPr lang="en-US"/>
              <a:t>Click to edit Master title style</a:t>
            </a:r>
          </a:p>
        </p:txBody>
      </p:sp>
      <p:sp>
        <p:nvSpPr>
          <p:cNvPr id="6" name="Text Placeholder 5">
            <a:extLst>
              <a:ext uri="{FF2B5EF4-FFF2-40B4-BE49-F238E27FC236}">
                <a16:creationId xmlns:a16="http://schemas.microsoft.com/office/drawing/2014/main" id="{B9DAEE96-3FBA-ED5E-8648-B6963189A336}"/>
              </a:ext>
            </a:extLst>
          </p:cNvPr>
          <p:cNvSpPr>
            <a:spLocks noGrp="1"/>
          </p:cNvSpPr>
          <p:nvPr>
            <p:ph type="body" sz="quarter" idx="10"/>
          </p:nvPr>
        </p:nvSpPr>
        <p:spPr>
          <a:xfrm>
            <a:off x="584202" y="1206502"/>
            <a:ext cx="10204449" cy="615553"/>
          </a:xfrm>
        </p:spPr>
        <p:txBody>
          <a:bodyPr/>
          <a:lstStyle>
            <a:lvl1pPr>
              <a:defRPr sz="1400">
                <a:latin typeface="+mn-lt"/>
              </a:defRPr>
            </a:lvl1pPr>
            <a:lvl2pPr>
              <a:defRPr sz="1600"/>
            </a:lvl2pPr>
          </a:lstStyle>
          <a:p>
            <a:pPr lvl="0"/>
            <a:r>
              <a:rPr lang="en-US"/>
              <a:t>Click to edit Master text styles</a:t>
            </a:r>
          </a:p>
          <a:p>
            <a:pPr lvl="1"/>
            <a:endParaRPr lang="en-US"/>
          </a:p>
        </p:txBody>
      </p:sp>
      <p:sp>
        <p:nvSpPr>
          <p:cNvPr id="2" name="Text Placeholder 5">
            <a:extLst>
              <a:ext uri="{FF2B5EF4-FFF2-40B4-BE49-F238E27FC236}">
                <a16:creationId xmlns:a16="http://schemas.microsoft.com/office/drawing/2014/main" id="{A29CF6A1-2A54-EAFF-779A-CAFDF3C03C38}"/>
              </a:ext>
            </a:extLst>
          </p:cNvPr>
          <p:cNvSpPr>
            <a:spLocks noGrp="1"/>
          </p:cNvSpPr>
          <p:nvPr>
            <p:ph type="body" sz="quarter" idx="11"/>
          </p:nvPr>
        </p:nvSpPr>
        <p:spPr>
          <a:xfrm>
            <a:off x="584202" y="2412169"/>
            <a:ext cx="11025188" cy="1455783"/>
          </a:xfrm>
        </p:spPr>
        <p:txBody>
          <a:bodyPr/>
          <a:lstStyle>
            <a:lvl1pPr>
              <a:defRPr sz="1600"/>
            </a:lvl1pPr>
            <a:lvl2pPr>
              <a:defRPr sz="16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10">
            <a:extLst>
              <a:ext uri="{FF2B5EF4-FFF2-40B4-BE49-F238E27FC236}">
                <a16:creationId xmlns:a16="http://schemas.microsoft.com/office/drawing/2014/main" id="{D0DB0521-F5C1-19DD-E8E1-A51202BCEF01}"/>
              </a:ext>
            </a:extLst>
          </p:cNvPr>
          <p:cNvSpPr>
            <a:spLocks noGrp="1"/>
          </p:cNvSpPr>
          <p:nvPr>
            <p:ph type="ftr" sz="quarter" idx="3"/>
          </p:nvPr>
        </p:nvSpPr>
        <p:spPr>
          <a:xfrm>
            <a:off x="584202" y="6441203"/>
            <a:ext cx="11025188" cy="123111"/>
          </a:xfrm>
          <a:prstGeom prst="rect">
            <a:avLst/>
          </a:prstGeom>
        </p:spPr>
        <p:txBody>
          <a:bodyPr lIns="0" tIns="0" rIns="0" bIns="0" anchor="b" anchorCtr="0">
            <a:spAutoFit/>
          </a:bodyPr>
          <a:lstStyle>
            <a:lvl1pPr>
              <a:defRPr sz="800">
                <a:solidFill>
                  <a:srgbClr val="000000"/>
                </a:solidFill>
              </a:defRPr>
            </a:lvl1pPr>
          </a:lstStyle>
          <a:p>
            <a:pPr>
              <a:tabLst>
                <a:tab pos="11029950" algn="r"/>
              </a:tabLst>
            </a:pPr>
            <a:endParaRPr lang="en-US"/>
          </a:p>
        </p:txBody>
      </p:sp>
    </p:spTree>
    <p:extLst>
      <p:ext uri="{BB962C8B-B14F-4D97-AF65-F5344CB8AC3E}">
        <p14:creationId xmlns:p14="http://schemas.microsoft.com/office/powerpoint/2010/main" val="3201308161"/>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7">
          <p15:clr>
            <a:srgbClr val="5ACBF0"/>
          </p15:clr>
        </p15:guide>
        <p15:guide id="5" orient="horz" pos="905">
          <p15:clr>
            <a:srgbClr val="5ACBF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1B337E0A-AA0A-563E-746F-88DFDBD46F6A}"/>
              </a:ext>
            </a:extLst>
          </p:cNvPr>
          <p:cNvGrpSpPr/>
          <p:nvPr userDrawn="1"/>
        </p:nvGrpSpPr>
        <p:grpSpPr>
          <a:xfrm>
            <a:off x="0" y="2"/>
            <a:ext cx="12192000" cy="6858000"/>
            <a:chOff x="0" y="0"/>
            <a:chExt cx="12192000" cy="6858000"/>
          </a:xfrm>
        </p:grpSpPr>
        <p:pic>
          <p:nvPicPr>
            <p:cNvPr id="4" name="Picture 3" descr="A blurry image of a person's hand&#10;&#10;Description automatically generated">
              <a:extLst>
                <a:ext uri="{FF2B5EF4-FFF2-40B4-BE49-F238E27FC236}">
                  <a16:creationId xmlns:a16="http://schemas.microsoft.com/office/drawing/2014/main" id="{981B8DF7-34EC-6688-A88F-ED8C3597D696}"/>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artisticBlur radius="75"/>
                      </a14:imgEffect>
                    </a14:imgLayer>
                  </a14:imgProps>
                </a:ext>
                <a:ext uri="{28A0092B-C50C-407E-A947-70E740481C1C}">
                  <a14:useLocalDpi xmlns:a14="http://schemas.microsoft.com/office/drawing/2010/main" val="0"/>
                </a:ext>
              </a:extLst>
            </a:blip>
            <a:srcRect t="2407"/>
            <a:stretch/>
          </p:blipFill>
          <p:spPr>
            <a:xfrm>
              <a:off x="0" y="0"/>
              <a:ext cx="12192000" cy="6692900"/>
            </a:xfrm>
            <a:prstGeom prst="rect">
              <a:avLst/>
            </a:prstGeom>
          </p:spPr>
        </p:pic>
        <p:sp>
          <p:nvSpPr>
            <p:cNvPr id="6" name="Rectangle 5">
              <a:extLst>
                <a:ext uri="{FF2B5EF4-FFF2-40B4-BE49-F238E27FC236}">
                  <a16:creationId xmlns:a16="http://schemas.microsoft.com/office/drawing/2014/main" id="{7F178E1B-908A-F34D-06CD-1931EB203ECF}"/>
                </a:ext>
              </a:extLst>
            </p:cNvPr>
            <p:cNvSpPr/>
            <p:nvPr userDrawn="1"/>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grpSp>
      <p:sp>
        <p:nvSpPr>
          <p:cNvPr id="5" name="Title 4">
            <a:extLst>
              <a:ext uri="{FF2B5EF4-FFF2-40B4-BE49-F238E27FC236}">
                <a16:creationId xmlns:a16="http://schemas.microsoft.com/office/drawing/2014/main" id="{90A9B380-75A5-7CED-05A1-1EC949DF36A8}"/>
              </a:ext>
            </a:extLst>
          </p:cNvPr>
          <p:cNvSpPr>
            <a:spLocks noGrp="1"/>
          </p:cNvSpPr>
          <p:nvPr>
            <p:ph type="title"/>
          </p:nvPr>
        </p:nvSpPr>
        <p:spPr/>
        <p:txBody>
          <a:bodyPr/>
          <a:lstStyle/>
          <a:p>
            <a:r>
              <a:rPr lang="en-US"/>
              <a:t>Click to edit Master title style</a:t>
            </a:r>
          </a:p>
        </p:txBody>
      </p:sp>
      <p:sp>
        <p:nvSpPr>
          <p:cNvPr id="2" name="Footer Placeholder 10">
            <a:extLst>
              <a:ext uri="{FF2B5EF4-FFF2-40B4-BE49-F238E27FC236}">
                <a16:creationId xmlns:a16="http://schemas.microsoft.com/office/drawing/2014/main" id="{2F0B32A3-39CB-22FB-7D7C-4A7C773B0A95}"/>
              </a:ext>
            </a:extLst>
          </p:cNvPr>
          <p:cNvSpPr>
            <a:spLocks noGrp="1"/>
          </p:cNvSpPr>
          <p:nvPr>
            <p:ph type="ftr" sz="quarter" idx="3"/>
          </p:nvPr>
        </p:nvSpPr>
        <p:spPr>
          <a:xfrm>
            <a:off x="584202" y="6441203"/>
            <a:ext cx="11025188" cy="123111"/>
          </a:xfrm>
          <a:prstGeom prst="rect">
            <a:avLst/>
          </a:prstGeom>
        </p:spPr>
        <p:txBody>
          <a:bodyPr lIns="0" tIns="0" rIns="0" bIns="0" anchor="b" anchorCtr="0">
            <a:spAutoFit/>
          </a:bodyPr>
          <a:lstStyle>
            <a:lvl1pPr>
              <a:defRPr sz="800">
                <a:solidFill>
                  <a:srgbClr val="000000"/>
                </a:solidFill>
              </a:defRPr>
            </a:lvl1pPr>
          </a:lstStyle>
          <a:p>
            <a:pPr>
              <a:tabLst>
                <a:tab pos="11029950" algn="r"/>
              </a:tabLst>
            </a:pPr>
            <a:endParaRPr lang="en-US"/>
          </a:p>
        </p:txBody>
      </p:sp>
    </p:spTree>
    <p:extLst>
      <p:ext uri="{BB962C8B-B14F-4D97-AF65-F5344CB8AC3E}">
        <p14:creationId xmlns:p14="http://schemas.microsoft.com/office/powerpoint/2010/main" val="2195099559"/>
      </p:ext>
    </p:extLst>
  </p:cSld>
  <p:clrMapOvr>
    <a:masterClrMapping/>
  </p:clrMapOvr>
  <p:transition>
    <p:fade/>
  </p:transition>
  <p:extLst>
    <p:ext uri="{DCECCB84-F9BA-43D5-87BE-67443E8EF086}">
      <p15:sldGuideLst xmlns:p15="http://schemas.microsoft.com/office/powerpoint/2012/main">
        <p15:guide id="3" orient="horz" pos="899">
          <p15:clr>
            <a:srgbClr val="5ACBF0"/>
          </p15:clr>
        </p15:guide>
        <p15:guide id="4" orient="horz" pos="1275">
          <p15:clr>
            <a:srgbClr val="5ACBF0"/>
          </p15:clr>
        </p15:guide>
        <p15:guide id="5" orient="horz" pos="287">
          <p15:clr>
            <a:srgbClr val="5ACBF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2_No backgound - title only">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F178E1B-908A-F34D-06CD-1931EB203ECF}"/>
              </a:ext>
            </a:extLst>
          </p:cNvPr>
          <p:cNvSpPr/>
          <p:nvPr userDrawn="1"/>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sp>
        <p:nvSpPr>
          <p:cNvPr id="5" name="Title 4">
            <a:extLst>
              <a:ext uri="{FF2B5EF4-FFF2-40B4-BE49-F238E27FC236}">
                <a16:creationId xmlns:a16="http://schemas.microsoft.com/office/drawing/2014/main" id="{90A9B380-75A5-7CED-05A1-1EC949DF36A8}"/>
              </a:ext>
            </a:extLst>
          </p:cNvPr>
          <p:cNvSpPr>
            <a:spLocks noGrp="1"/>
          </p:cNvSpPr>
          <p:nvPr>
            <p:ph type="title"/>
          </p:nvPr>
        </p:nvSpPr>
        <p:spPr/>
        <p:txBody>
          <a:bodyPr/>
          <a:lstStyle/>
          <a:p>
            <a:r>
              <a:rPr lang="en-US"/>
              <a:t>Click to edit Master title style</a:t>
            </a:r>
          </a:p>
        </p:txBody>
      </p:sp>
      <p:sp>
        <p:nvSpPr>
          <p:cNvPr id="2" name="Footer Placeholder 10">
            <a:extLst>
              <a:ext uri="{FF2B5EF4-FFF2-40B4-BE49-F238E27FC236}">
                <a16:creationId xmlns:a16="http://schemas.microsoft.com/office/drawing/2014/main" id="{2F0B32A3-39CB-22FB-7D7C-4A7C773B0A95}"/>
              </a:ext>
            </a:extLst>
          </p:cNvPr>
          <p:cNvSpPr>
            <a:spLocks noGrp="1"/>
          </p:cNvSpPr>
          <p:nvPr>
            <p:ph type="ftr" sz="quarter" idx="3"/>
          </p:nvPr>
        </p:nvSpPr>
        <p:spPr>
          <a:xfrm>
            <a:off x="584202" y="6441203"/>
            <a:ext cx="11025188" cy="123111"/>
          </a:xfrm>
          <a:prstGeom prst="rect">
            <a:avLst/>
          </a:prstGeom>
        </p:spPr>
        <p:txBody>
          <a:bodyPr lIns="0" tIns="0" rIns="0" bIns="0" anchor="b" anchorCtr="0">
            <a:spAutoFit/>
          </a:bodyPr>
          <a:lstStyle>
            <a:lvl1pPr>
              <a:defRPr sz="800">
                <a:solidFill>
                  <a:srgbClr val="000000"/>
                </a:solidFill>
              </a:defRPr>
            </a:lvl1pPr>
          </a:lstStyle>
          <a:p>
            <a:pPr>
              <a:tabLst>
                <a:tab pos="11029950" algn="r"/>
              </a:tabLst>
            </a:pPr>
            <a:endParaRPr lang="en-US"/>
          </a:p>
        </p:txBody>
      </p:sp>
    </p:spTree>
    <p:extLst>
      <p:ext uri="{BB962C8B-B14F-4D97-AF65-F5344CB8AC3E}">
        <p14:creationId xmlns:p14="http://schemas.microsoft.com/office/powerpoint/2010/main" val="502077732"/>
      </p:ext>
    </p:extLst>
  </p:cSld>
  <p:clrMapOvr>
    <a:masterClrMapping/>
  </p:clrMapOvr>
  <p:transition>
    <p:fade/>
  </p:transition>
  <p:extLst>
    <p:ext uri="{DCECCB84-F9BA-43D5-87BE-67443E8EF086}">
      <p15:sldGuideLst xmlns:p15="http://schemas.microsoft.com/office/powerpoint/2012/main">
        <p15:guide id="3" orient="horz" pos="899">
          <p15:clr>
            <a:srgbClr val="5ACBF0"/>
          </p15:clr>
        </p15:guide>
        <p15:guide id="4" orient="horz" pos="1275">
          <p15:clr>
            <a:srgbClr val="5ACBF0"/>
          </p15:clr>
        </p15:guide>
        <p15:guide id="5" orient="horz" pos="287">
          <p15:clr>
            <a:srgbClr val="5ACBF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Alternate backgound - title only">
    <p:spTree>
      <p:nvGrpSpPr>
        <p:cNvPr id="1" name=""/>
        <p:cNvGrpSpPr/>
        <p:nvPr/>
      </p:nvGrpSpPr>
      <p:grpSpPr>
        <a:xfrm>
          <a:off x="0" y="0"/>
          <a:ext cx="0" cy="0"/>
          <a:chOff x="0" y="0"/>
          <a:chExt cx="0" cy="0"/>
        </a:xfrm>
      </p:grpSpPr>
      <p:pic>
        <p:nvPicPr>
          <p:cNvPr id="3" name="Picture 2" descr="A close-up of a ribbon&#10;&#10;Description automatically generated">
            <a:extLst>
              <a:ext uri="{FF2B5EF4-FFF2-40B4-BE49-F238E27FC236}">
                <a16:creationId xmlns:a16="http://schemas.microsoft.com/office/drawing/2014/main" id="{2D01368F-CBC2-3A98-51E0-572AB45136C9}"/>
              </a:ext>
            </a:extLst>
          </p:cNvPr>
          <p:cNvPicPr>
            <a:picLocks noChangeAspect="1"/>
          </p:cNvPicPr>
          <p:nvPr userDrawn="1"/>
        </p:nvPicPr>
        <p:blipFill rotWithShape="1">
          <a:blip r:embed="rId2">
            <a:alphaModFix amt="50000"/>
            <a:extLst>
              <a:ext uri="{28A0092B-C50C-407E-A947-70E740481C1C}">
                <a14:useLocalDpi xmlns:a14="http://schemas.microsoft.com/office/drawing/2010/main" val="0"/>
              </a:ext>
            </a:extLst>
          </a:blip>
          <a:srcRect/>
          <a:stretch/>
        </p:blipFill>
        <p:spPr>
          <a:xfrm>
            <a:off x="0" y="2"/>
            <a:ext cx="12192000" cy="6858000"/>
          </a:xfrm>
          <a:prstGeom prst="rect">
            <a:avLst/>
          </a:prstGeom>
        </p:spPr>
      </p:pic>
      <p:sp>
        <p:nvSpPr>
          <p:cNvPr id="4" name="Rectangle 3">
            <a:extLst>
              <a:ext uri="{FF2B5EF4-FFF2-40B4-BE49-F238E27FC236}">
                <a16:creationId xmlns:a16="http://schemas.microsoft.com/office/drawing/2014/main" id="{D6923E10-A0DD-9107-F976-70EDBED7C272}"/>
              </a:ext>
            </a:extLst>
          </p:cNvPr>
          <p:cNvSpPr/>
          <p:nvPr userDrawn="1"/>
        </p:nvSpPr>
        <p:spPr bwMode="auto">
          <a:xfrm>
            <a:off x="0" y="4956632"/>
            <a:ext cx="12192000" cy="1901370"/>
          </a:xfrm>
          <a:prstGeom prst="rect">
            <a:avLst/>
          </a:prstGeom>
          <a:gradFill flip="none" rotWithShape="1">
            <a:gsLst>
              <a:gs pos="26000">
                <a:schemeClr val="bg1">
                  <a:alpha val="0"/>
                </a:schemeClr>
              </a:gs>
              <a:gs pos="70000">
                <a:schemeClr val="bg1">
                  <a:alpha val="60000"/>
                </a:schemeClr>
              </a:gs>
            </a:gsLst>
            <a:lin ang="54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6" name="Rectangle 5">
            <a:extLst>
              <a:ext uri="{FF2B5EF4-FFF2-40B4-BE49-F238E27FC236}">
                <a16:creationId xmlns:a16="http://schemas.microsoft.com/office/drawing/2014/main" id="{7F178E1B-908A-F34D-06CD-1931EB203ECF}"/>
              </a:ext>
            </a:extLst>
          </p:cNvPr>
          <p:cNvSpPr/>
          <p:nvPr userDrawn="1"/>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sp>
        <p:nvSpPr>
          <p:cNvPr id="5" name="Title 4">
            <a:extLst>
              <a:ext uri="{FF2B5EF4-FFF2-40B4-BE49-F238E27FC236}">
                <a16:creationId xmlns:a16="http://schemas.microsoft.com/office/drawing/2014/main" id="{90A9B380-75A5-7CED-05A1-1EC949DF36A8}"/>
              </a:ext>
            </a:extLst>
          </p:cNvPr>
          <p:cNvSpPr>
            <a:spLocks noGrp="1"/>
          </p:cNvSpPr>
          <p:nvPr>
            <p:ph type="title"/>
          </p:nvPr>
        </p:nvSpPr>
        <p:spPr/>
        <p:txBody>
          <a:bodyPr/>
          <a:lstStyle/>
          <a:p>
            <a:r>
              <a:rPr lang="en-US"/>
              <a:t>Click to edit Master title style</a:t>
            </a:r>
          </a:p>
        </p:txBody>
      </p:sp>
      <p:sp>
        <p:nvSpPr>
          <p:cNvPr id="2" name="Footer Placeholder 10">
            <a:extLst>
              <a:ext uri="{FF2B5EF4-FFF2-40B4-BE49-F238E27FC236}">
                <a16:creationId xmlns:a16="http://schemas.microsoft.com/office/drawing/2014/main" id="{2F0B32A3-39CB-22FB-7D7C-4A7C773B0A95}"/>
              </a:ext>
            </a:extLst>
          </p:cNvPr>
          <p:cNvSpPr>
            <a:spLocks noGrp="1"/>
          </p:cNvSpPr>
          <p:nvPr>
            <p:ph type="ftr" sz="quarter" idx="3"/>
          </p:nvPr>
        </p:nvSpPr>
        <p:spPr>
          <a:xfrm>
            <a:off x="584202" y="6441203"/>
            <a:ext cx="11025188" cy="123111"/>
          </a:xfrm>
          <a:prstGeom prst="rect">
            <a:avLst/>
          </a:prstGeom>
        </p:spPr>
        <p:txBody>
          <a:bodyPr lIns="0" tIns="0" rIns="0" bIns="0" anchor="b" anchorCtr="0">
            <a:spAutoFit/>
          </a:bodyPr>
          <a:lstStyle>
            <a:lvl1pPr>
              <a:defRPr sz="800">
                <a:solidFill>
                  <a:srgbClr val="000000"/>
                </a:solidFill>
              </a:defRPr>
            </a:lvl1pPr>
          </a:lstStyle>
          <a:p>
            <a:pPr>
              <a:tabLst>
                <a:tab pos="11029950" algn="r"/>
              </a:tabLst>
            </a:pPr>
            <a:endParaRPr lang="en-US"/>
          </a:p>
        </p:txBody>
      </p:sp>
    </p:spTree>
    <p:extLst>
      <p:ext uri="{BB962C8B-B14F-4D97-AF65-F5344CB8AC3E}">
        <p14:creationId xmlns:p14="http://schemas.microsoft.com/office/powerpoint/2010/main" val="2613876391"/>
      </p:ext>
    </p:extLst>
  </p:cSld>
  <p:clrMapOvr>
    <a:masterClrMapping/>
  </p:clrMapOvr>
  <p:transition>
    <p:fade/>
  </p:transition>
  <p:extLst>
    <p:ext uri="{DCECCB84-F9BA-43D5-87BE-67443E8EF086}">
      <p15:sldGuideLst xmlns:p15="http://schemas.microsoft.com/office/powerpoint/2012/main">
        <p15:guide id="3" orient="horz" pos="899">
          <p15:clr>
            <a:srgbClr val="5ACBF0"/>
          </p15:clr>
        </p15:guide>
        <p15:guide id="4" orient="horz" pos="1275">
          <p15:clr>
            <a:srgbClr val="5ACBF0"/>
          </p15:clr>
        </p15:guide>
        <p15:guide id="5" orient="horz" pos="287">
          <p15:clr>
            <a:srgbClr val="5ACBF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No background - 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664BF0F-965B-5914-4627-2C9273E020F2}"/>
              </a:ext>
            </a:extLst>
          </p:cNvPr>
          <p:cNvSpPr/>
          <p:nvPr userDrawn="1"/>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sp>
        <p:nvSpPr>
          <p:cNvPr id="3" name="Title 2">
            <a:extLst>
              <a:ext uri="{FF2B5EF4-FFF2-40B4-BE49-F238E27FC236}">
                <a16:creationId xmlns:a16="http://schemas.microsoft.com/office/drawing/2014/main" id="{3A2DD64C-91AA-0F9F-782C-C9626477CBF5}"/>
              </a:ext>
            </a:extLst>
          </p:cNvPr>
          <p:cNvSpPr>
            <a:spLocks noGrp="1"/>
          </p:cNvSpPr>
          <p:nvPr>
            <p:ph type="title"/>
          </p:nvPr>
        </p:nvSpPr>
        <p:spPr/>
        <p:txBody>
          <a:bodyPr/>
          <a:lstStyle/>
          <a:p>
            <a:r>
              <a:rPr lang="en-US"/>
              <a:t>Click to edit Master title style</a:t>
            </a:r>
          </a:p>
        </p:txBody>
      </p:sp>
      <p:sp>
        <p:nvSpPr>
          <p:cNvPr id="6" name="Text Placeholder 5">
            <a:extLst>
              <a:ext uri="{FF2B5EF4-FFF2-40B4-BE49-F238E27FC236}">
                <a16:creationId xmlns:a16="http://schemas.microsoft.com/office/drawing/2014/main" id="{B9DAEE96-3FBA-ED5E-8648-B6963189A336}"/>
              </a:ext>
            </a:extLst>
          </p:cNvPr>
          <p:cNvSpPr>
            <a:spLocks noGrp="1"/>
          </p:cNvSpPr>
          <p:nvPr>
            <p:ph type="body" sz="quarter" idx="10"/>
          </p:nvPr>
        </p:nvSpPr>
        <p:spPr>
          <a:xfrm>
            <a:off x="584202" y="1435102"/>
            <a:ext cx="11025188" cy="14865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10">
            <a:extLst>
              <a:ext uri="{FF2B5EF4-FFF2-40B4-BE49-F238E27FC236}">
                <a16:creationId xmlns:a16="http://schemas.microsoft.com/office/drawing/2014/main" id="{DD1BEEC7-5874-1E48-8B60-B1E5D9779C29}"/>
              </a:ext>
            </a:extLst>
          </p:cNvPr>
          <p:cNvSpPr>
            <a:spLocks noGrp="1"/>
          </p:cNvSpPr>
          <p:nvPr>
            <p:ph type="ftr" sz="quarter" idx="3"/>
          </p:nvPr>
        </p:nvSpPr>
        <p:spPr>
          <a:xfrm>
            <a:off x="584202" y="6441203"/>
            <a:ext cx="11025188" cy="123111"/>
          </a:xfrm>
          <a:prstGeom prst="rect">
            <a:avLst/>
          </a:prstGeom>
        </p:spPr>
        <p:txBody>
          <a:bodyPr lIns="0" tIns="0" rIns="0" bIns="0" anchor="b" anchorCtr="0">
            <a:spAutoFit/>
          </a:bodyPr>
          <a:lstStyle>
            <a:lvl1pPr>
              <a:defRPr sz="800">
                <a:solidFill>
                  <a:srgbClr val="000000"/>
                </a:solidFill>
              </a:defRPr>
            </a:lvl1pPr>
          </a:lstStyle>
          <a:p>
            <a:pPr>
              <a:tabLst>
                <a:tab pos="11029950" algn="r"/>
              </a:tabLst>
            </a:pPr>
            <a:endParaRPr lang="en-US"/>
          </a:p>
        </p:txBody>
      </p:sp>
    </p:spTree>
    <p:extLst>
      <p:ext uri="{BB962C8B-B14F-4D97-AF65-F5344CB8AC3E}">
        <p14:creationId xmlns:p14="http://schemas.microsoft.com/office/powerpoint/2010/main" val="1861831330"/>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7">
          <p15:clr>
            <a:srgbClr val="5ACBF0"/>
          </p15:clr>
        </p15:guide>
        <p15:guide id="5" orient="horz" pos="905">
          <p15:clr>
            <a:srgbClr val="5ACBF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No background - Two Columns">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F2852273-B857-20CA-59FC-EB5BE3F44C92}"/>
              </a:ext>
            </a:extLst>
          </p:cNvPr>
          <p:cNvSpPr>
            <a:spLocks noGrp="1"/>
          </p:cNvSpPr>
          <p:nvPr>
            <p:ph type="title"/>
          </p:nvPr>
        </p:nvSpPr>
        <p:spPr/>
        <p:txBody>
          <a:bodyPr/>
          <a:lstStyle/>
          <a:p>
            <a:r>
              <a:rPr lang="en-US"/>
              <a:t>Click to edit Master title style</a:t>
            </a:r>
          </a:p>
        </p:txBody>
      </p:sp>
      <p:sp>
        <p:nvSpPr>
          <p:cNvPr id="5" name="Text Placeholder 4">
            <a:extLst>
              <a:ext uri="{FF2B5EF4-FFF2-40B4-BE49-F238E27FC236}">
                <a16:creationId xmlns:a16="http://schemas.microsoft.com/office/drawing/2014/main" id="{B240255C-FB5A-E644-85A2-27A97D45B42A}"/>
              </a:ext>
            </a:extLst>
          </p:cNvPr>
          <p:cNvSpPr>
            <a:spLocks noGrp="1"/>
          </p:cNvSpPr>
          <p:nvPr>
            <p:ph type="body" sz="quarter" idx="13"/>
          </p:nvPr>
        </p:nvSpPr>
        <p:spPr>
          <a:xfrm>
            <a:off x="584201" y="1435101"/>
            <a:ext cx="5214937" cy="14865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4">
            <a:extLst>
              <a:ext uri="{FF2B5EF4-FFF2-40B4-BE49-F238E27FC236}">
                <a16:creationId xmlns:a16="http://schemas.microsoft.com/office/drawing/2014/main" id="{699D8670-E78C-69F4-3EAE-0C5C4F91711F}"/>
              </a:ext>
            </a:extLst>
          </p:cNvPr>
          <p:cNvSpPr>
            <a:spLocks noGrp="1"/>
          </p:cNvSpPr>
          <p:nvPr>
            <p:ph type="body" sz="quarter" idx="14"/>
          </p:nvPr>
        </p:nvSpPr>
        <p:spPr>
          <a:xfrm>
            <a:off x="6394452" y="1435101"/>
            <a:ext cx="5214937" cy="14865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10">
            <a:extLst>
              <a:ext uri="{FF2B5EF4-FFF2-40B4-BE49-F238E27FC236}">
                <a16:creationId xmlns:a16="http://schemas.microsoft.com/office/drawing/2014/main" id="{22BDE9B7-BF0F-DF45-BCD0-D6165D547D13}"/>
              </a:ext>
            </a:extLst>
          </p:cNvPr>
          <p:cNvSpPr>
            <a:spLocks noGrp="1"/>
          </p:cNvSpPr>
          <p:nvPr>
            <p:ph type="ftr" sz="quarter" idx="3"/>
          </p:nvPr>
        </p:nvSpPr>
        <p:spPr>
          <a:xfrm>
            <a:off x="584202" y="6456458"/>
            <a:ext cx="11025188" cy="107855"/>
          </a:xfrm>
          <a:prstGeom prst="rect">
            <a:avLst/>
          </a:prstGeom>
        </p:spPr>
        <p:txBody>
          <a:bodyPr/>
          <a:lstStyle>
            <a:lvl1pPr>
              <a:defRPr sz="800">
                <a:solidFill>
                  <a:srgbClr val="000000"/>
                </a:solidFill>
              </a:defRPr>
            </a:lvl1pPr>
          </a:lstStyle>
          <a:p>
            <a:endParaRPr lang="en-US"/>
          </a:p>
        </p:txBody>
      </p:sp>
      <p:sp>
        <p:nvSpPr>
          <p:cNvPr id="3" name="Rectangle 2">
            <a:extLst>
              <a:ext uri="{FF2B5EF4-FFF2-40B4-BE49-F238E27FC236}">
                <a16:creationId xmlns:a16="http://schemas.microsoft.com/office/drawing/2014/main" id="{714C1368-183A-6A5B-98F3-79A3F801C10B}"/>
              </a:ext>
            </a:extLst>
          </p:cNvPr>
          <p:cNvSpPr/>
          <p:nvPr userDrawn="1"/>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spTree>
    <p:extLst>
      <p:ext uri="{BB962C8B-B14F-4D97-AF65-F5344CB8AC3E}">
        <p14:creationId xmlns:p14="http://schemas.microsoft.com/office/powerpoint/2010/main" val="3795810258"/>
      </p:ext>
    </p:extLst>
  </p:cSld>
  <p:clrMapOvr>
    <a:masterClrMapping/>
  </p:clrMapOvr>
  <p:transition>
    <p:fade/>
  </p:transition>
  <p:extLst>
    <p:ext uri="{DCECCB84-F9BA-43D5-87BE-67443E8EF086}">
      <p15:sldGuideLst xmlns:p15="http://schemas.microsoft.com/office/powerpoint/2012/main">
        <p15:guide id="1" orient="horz" pos="287">
          <p15:clr>
            <a:srgbClr val="5ACBF0"/>
          </p15:clr>
        </p15:guide>
        <p15:guide id="2" orient="horz" pos="1272">
          <p15:clr>
            <a:srgbClr val="5ACBF0"/>
          </p15:clr>
        </p15:guide>
        <p15:guide id="3" orient="horz" pos="905">
          <p15:clr>
            <a:srgbClr val="5ACBF0"/>
          </p15:clr>
        </p15:guide>
        <p15:guide id="4" pos="3653">
          <p15:clr>
            <a:srgbClr val="FBAE40"/>
          </p15:clr>
        </p15:guide>
        <p15:guide id="5" pos="4027">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_No background - Two Columns">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59C7A637-9C83-8E2C-B673-0817ED3CE231}"/>
              </a:ext>
            </a:extLst>
          </p:cNvPr>
          <p:cNvGrpSpPr/>
          <p:nvPr userDrawn="1"/>
        </p:nvGrpSpPr>
        <p:grpSpPr>
          <a:xfrm>
            <a:off x="0" y="2"/>
            <a:ext cx="12192000" cy="6858000"/>
            <a:chOff x="0" y="0"/>
            <a:chExt cx="12192000" cy="6858000"/>
          </a:xfrm>
        </p:grpSpPr>
        <p:pic>
          <p:nvPicPr>
            <p:cNvPr id="4" name="Picture 3" descr="A blurry image of a person's hand&#10;&#10;Description automatically generated">
              <a:extLst>
                <a:ext uri="{FF2B5EF4-FFF2-40B4-BE49-F238E27FC236}">
                  <a16:creationId xmlns:a16="http://schemas.microsoft.com/office/drawing/2014/main" id="{4B2161EF-6401-91A8-EFC2-CEF94AC79EE9}"/>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artisticBlur radius="75"/>
                      </a14:imgEffect>
                    </a14:imgLayer>
                  </a14:imgProps>
                </a:ext>
                <a:ext uri="{28A0092B-C50C-407E-A947-70E740481C1C}">
                  <a14:useLocalDpi xmlns:a14="http://schemas.microsoft.com/office/drawing/2010/main" val="0"/>
                </a:ext>
              </a:extLst>
            </a:blip>
            <a:srcRect t="2407"/>
            <a:stretch/>
          </p:blipFill>
          <p:spPr>
            <a:xfrm>
              <a:off x="0" y="0"/>
              <a:ext cx="12192000" cy="6692900"/>
            </a:xfrm>
            <a:prstGeom prst="rect">
              <a:avLst/>
            </a:prstGeom>
          </p:spPr>
        </p:pic>
        <p:sp>
          <p:nvSpPr>
            <p:cNvPr id="6" name="Rectangle 5">
              <a:extLst>
                <a:ext uri="{FF2B5EF4-FFF2-40B4-BE49-F238E27FC236}">
                  <a16:creationId xmlns:a16="http://schemas.microsoft.com/office/drawing/2014/main" id="{4A542778-2116-B763-7B8E-64EDCA14B275}"/>
                </a:ext>
              </a:extLst>
            </p:cNvPr>
            <p:cNvSpPr/>
            <p:nvPr userDrawn="1"/>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grpSp>
      <p:sp>
        <p:nvSpPr>
          <p:cNvPr id="9" name="Title 8">
            <a:extLst>
              <a:ext uri="{FF2B5EF4-FFF2-40B4-BE49-F238E27FC236}">
                <a16:creationId xmlns:a16="http://schemas.microsoft.com/office/drawing/2014/main" id="{F2852273-B857-20CA-59FC-EB5BE3F44C92}"/>
              </a:ext>
            </a:extLst>
          </p:cNvPr>
          <p:cNvSpPr>
            <a:spLocks noGrp="1"/>
          </p:cNvSpPr>
          <p:nvPr>
            <p:ph type="title"/>
          </p:nvPr>
        </p:nvSpPr>
        <p:spPr/>
        <p:txBody>
          <a:bodyPr/>
          <a:lstStyle/>
          <a:p>
            <a:r>
              <a:rPr lang="en-US"/>
              <a:t>Click to edit Master title style</a:t>
            </a:r>
          </a:p>
        </p:txBody>
      </p:sp>
      <p:sp>
        <p:nvSpPr>
          <p:cNvPr id="5" name="Text Placeholder 4">
            <a:extLst>
              <a:ext uri="{FF2B5EF4-FFF2-40B4-BE49-F238E27FC236}">
                <a16:creationId xmlns:a16="http://schemas.microsoft.com/office/drawing/2014/main" id="{B240255C-FB5A-E644-85A2-27A97D45B42A}"/>
              </a:ext>
            </a:extLst>
          </p:cNvPr>
          <p:cNvSpPr>
            <a:spLocks noGrp="1"/>
          </p:cNvSpPr>
          <p:nvPr>
            <p:ph type="body" sz="quarter" idx="13"/>
          </p:nvPr>
        </p:nvSpPr>
        <p:spPr>
          <a:xfrm>
            <a:off x="584201" y="1435101"/>
            <a:ext cx="5214937" cy="14865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4">
            <a:extLst>
              <a:ext uri="{FF2B5EF4-FFF2-40B4-BE49-F238E27FC236}">
                <a16:creationId xmlns:a16="http://schemas.microsoft.com/office/drawing/2014/main" id="{699D8670-E78C-69F4-3EAE-0C5C4F91711F}"/>
              </a:ext>
            </a:extLst>
          </p:cNvPr>
          <p:cNvSpPr>
            <a:spLocks noGrp="1"/>
          </p:cNvSpPr>
          <p:nvPr>
            <p:ph type="body" sz="quarter" idx="14"/>
          </p:nvPr>
        </p:nvSpPr>
        <p:spPr>
          <a:xfrm>
            <a:off x="6394452" y="1435101"/>
            <a:ext cx="5214937" cy="14865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10">
            <a:extLst>
              <a:ext uri="{FF2B5EF4-FFF2-40B4-BE49-F238E27FC236}">
                <a16:creationId xmlns:a16="http://schemas.microsoft.com/office/drawing/2014/main" id="{22BDE9B7-BF0F-DF45-BCD0-D6165D547D13}"/>
              </a:ext>
            </a:extLst>
          </p:cNvPr>
          <p:cNvSpPr>
            <a:spLocks noGrp="1"/>
          </p:cNvSpPr>
          <p:nvPr>
            <p:ph type="ftr" sz="quarter" idx="3"/>
          </p:nvPr>
        </p:nvSpPr>
        <p:spPr>
          <a:xfrm>
            <a:off x="584202" y="6456458"/>
            <a:ext cx="11025188" cy="107855"/>
          </a:xfrm>
          <a:prstGeom prst="rect">
            <a:avLst/>
          </a:prstGeom>
        </p:spPr>
        <p:txBody>
          <a:bodyPr/>
          <a:lstStyle>
            <a:lvl1pPr>
              <a:defRPr sz="800">
                <a:solidFill>
                  <a:srgbClr val="000000"/>
                </a:solidFill>
              </a:defRPr>
            </a:lvl1pPr>
          </a:lstStyle>
          <a:p>
            <a:endParaRPr lang="en-US"/>
          </a:p>
        </p:txBody>
      </p:sp>
      <p:sp>
        <p:nvSpPr>
          <p:cNvPr id="3" name="Rectangle 2">
            <a:extLst>
              <a:ext uri="{FF2B5EF4-FFF2-40B4-BE49-F238E27FC236}">
                <a16:creationId xmlns:a16="http://schemas.microsoft.com/office/drawing/2014/main" id="{714C1368-183A-6A5B-98F3-79A3F801C10B}"/>
              </a:ext>
            </a:extLst>
          </p:cNvPr>
          <p:cNvSpPr/>
          <p:nvPr userDrawn="1"/>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spTree>
    <p:extLst>
      <p:ext uri="{BB962C8B-B14F-4D97-AF65-F5344CB8AC3E}">
        <p14:creationId xmlns:p14="http://schemas.microsoft.com/office/powerpoint/2010/main" val="367380192"/>
      </p:ext>
    </p:extLst>
  </p:cSld>
  <p:clrMapOvr>
    <a:masterClrMapping/>
  </p:clrMapOvr>
  <p:transition>
    <p:fade/>
  </p:transition>
  <p:extLst>
    <p:ext uri="{DCECCB84-F9BA-43D5-87BE-67443E8EF086}">
      <p15:sldGuideLst xmlns:p15="http://schemas.microsoft.com/office/powerpoint/2012/main">
        <p15:guide id="1" orient="horz" pos="287">
          <p15:clr>
            <a:srgbClr val="5ACBF0"/>
          </p15:clr>
        </p15:guide>
        <p15:guide id="2" orient="horz" pos="1272">
          <p15:clr>
            <a:srgbClr val="5ACBF0"/>
          </p15:clr>
        </p15:guide>
        <p15:guide id="3" orient="horz" pos="905">
          <p15:clr>
            <a:srgbClr val="5ACBF0"/>
          </p15:clr>
        </p15:guide>
        <p15:guide id="4" pos="3653">
          <p15:clr>
            <a:srgbClr val="FBAE40"/>
          </p15:clr>
        </p15:guide>
        <p15:guide id="5" pos="4027">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9DEF4037-A609-A9B8-078B-CE087FCC2FBE}"/>
              </a:ext>
            </a:extLst>
          </p:cNvPr>
          <p:cNvGrpSpPr/>
          <p:nvPr userDrawn="1"/>
        </p:nvGrpSpPr>
        <p:grpSpPr>
          <a:xfrm>
            <a:off x="0" y="2"/>
            <a:ext cx="12192000" cy="6858000"/>
            <a:chOff x="0" y="0"/>
            <a:chExt cx="12192000" cy="6858000"/>
          </a:xfrm>
        </p:grpSpPr>
        <p:pic>
          <p:nvPicPr>
            <p:cNvPr id="5" name="Picture 4" descr="A blurry image of a person's hand&#10;&#10;Description automatically generated">
              <a:extLst>
                <a:ext uri="{FF2B5EF4-FFF2-40B4-BE49-F238E27FC236}">
                  <a16:creationId xmlns:a16="http://schemas.microsoft.com/office/drawing/2014/main" id="{BCB1914C-784C-0230-3C4C-01B077CCF6D0}"/>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artisticBlur radius="75"/>
                      </a14:imgEffect>
                    </a14:imgLayer>
                  </a14:imgProps>
                </a:ext>
                <a:ext uri="{28A0092B-C50C-407E-A947-70E740481C1C}">
                  <a14:useLocalDpi xmlns:a14="http://schemas.microsoft.com/office/drawing/2010/main" val="0"/>
                </a:ext>
              </a:extLst>
            </a:blip>
            <a:srcRect t="2407"/>
            <a:stretch/>
          </p:blipFill>
          <p:spPr>
            <a:xfrm>
              <a:off x="0" y="0"/>
              <a:ext cx="12192000" cy="6692900"/>
            </a:xfrm>
            <a:prstGeom prst="rect">
              <a:avLst/>
            </a:prstGeom>
          </p:spPr>
        </p:pic>
        <p:sp>
          <p:nvSpPr>
            <p:cNvPr id="8" name="Rectangle 7">
              <a:extLst>
                <a:ext uri="{FF2B5EF4-FFF2-40B4-BE49-F238E27FC236}">
                  <a16:creationId xmlns:a16="http://schemas.microsoft.com/office/drawing/2014/main" id="{A9938F55-19E6-E840-1084-01B2A085047D}"/>
                </a:ext>
              </a:extLst>
            </p:cNvPr>
            <p:cNvSpPr/>
            <p:nvPr userDrawn="1"/>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grpSp>
      <p:sp>
        <p:nvSpPr>
          <p:cNvPr id="7" name="Title 6">
            <a:extLst>
              <a:ext uri="{FF2B5EF4-FFF2-40B4-BE49-F238E27FC236}">
                <a16:creationId xmlns:a16="http://schemas.microsoft.com/office/drawing/2014/main" id="{94584EB2-E663-4E79-1330-9D1AE176D89B}"/>
              </a:ext>
            </a:extLst>
          </p:cNvPr>
          <p:cNvSpPr>
            <a:spLocks noGrp="1"/>
          </p:cNvSpPr>
          <p:nvPr>
            <p:ph type="title"/>
          </p:nvPr>
        </p:nvSpPr>
        <p:spPr/>
        <p:txBody>
          <a:bodyPr/>
          <a:lstStyle/>
          <a:p>
            <a:r>
              <a:rPr lang="en-US"/>
              <a:t>Click to edit Master title style</a:t>
            </a:r>
          </a:p>
        </p:txBody>
      </p:sp>
      <p:sp>
        <p:nvSpPr>
          <p:cNvPr id="3" name="Text Placeholder 2">
            <a:extLst>
              <a:ext uri="{FF2B5EF4-FFF2-40B4-BE49-F238E27FC236}">
                <a16:creationId xmlns:a16="http://schemas.microsoft.com/office/drawing/2014/main" id="{47054975-9B72-B5D8-DC2C-2A1B1887D311}"/>
              </a:ext>
            </a:extLst>
          </p:cNvPr>
          <p:cNvSpPr>
            <a:spLocks noGrp="1"/>
          </p:cNvSpPr>
          <p:nvPr>
            <p:ph type="body" sz="quarter" idx="11" hasCustomPrompt="1"/>
          </p:nvPr>
        </p:nvSpPr>
        <p:spPr>
          <a:xfrm>
            <a:off x="574676" y="941387"/>
            <a:ext cx="11018521" cy="341632"/>
          </a:xfrm>
        </p:spPr>
        <p:txBody>
          <a:bodyPr tIns="64008"/>
          <a:lstStyle>
            <a:lvl1pPr>
              <a:defRPr sz="1800">
                <a:solidFill>
                  <a:schemeClr val="tx1"/>
                </a:solidFill>
                <a:latin typeface="+mn-lt"/>
              </a:defRPr>
            </a:lvl1pPr>
          </a:lstStyle>
          <a:p>
            <a:pPr lvl="0"/>
            <a:r>
              <a:rPr lang="en-US"/>
              <a:t>Subtitle</a:t>
            </a:r>
          </a:p>
        </p:txBody>
      </p:sp>
      <p:sp>
        <p:nvSpPr>
          <p:cNvPr id="6" name="Text Placeholder 5">
            <a:extLst>
              <a:ext uri="{FF2B5EF4-FFF2-40B4-BE49-F238E27FC236}">
                <a16:creationId xmlns:a16="http://schemas.microsoft.com/office/drawing/2014/main" id="{B9DAEE96-3FBA-ED5E-8648-B6963189A336}"/>
              </a:ext>
            </a:extLst>
          </p:cNvPr>
          <p:cNvSpPr>
            <a:spLocks noGrp="1"/>
          </p:cNvSpPr>
          <p:nvPr>
            <p:ph type="body" sz="quarter" idx="10"/>
          </p:nvPr>
        </p:nvSpPr>
        <p:spPr>
          <a:xfrm>
            <a:off x="584202" y="2019301"/>
            <a:ext cx="11025188" cy="14865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0">
            <a:extLst>
              <a:ext uri="{FF2B5EF4-FFF2-40B4-BE49-F238E27FC236}">
                <a16:creationId xmlns:a16="http://schemas.microsoft.com/office/drawing/2014/main" id="{8522C0CB-7CA6-6339-77AF-EA5B1984FA00}"/>
              </a:ext>
            </a:extLst>
          </p:cNvPr>
          <p:cNvSpPr>
            <a:spLocks noGrp="1"/>
          </p:cNvSpPr>
          <p:nvPr>
            <p:ph type="ftr" sz="quarter" idx="3"/>
          </p:nvPr>
        </p:nvSpPr>
        <p:spPr>
          <a:xfrm>
            <a:off x="584202" y="6441203"/>
            <a:ext cx="11025188" cy="123111"/>
          </a:xfrm>
          <a:prstGeom prst="rect">
            <a:avLst/>
          </a:prstGeom>
        </p:spPr>
        <p:txBody>
          <a:bodyPr lIns="0" tIns="0" rIns="0" bIns="0" anchor="b" anchorCtr="0">
            <a:spAutoFit/>
          </a:bodyPr>
          <a:lstStyle>
            <a:lvl1pPr>
              <a:defRPr sz="800">
                <a:solidFill>
                  <a:srgbClr val="000000"/>
                </a:solidFill>
              </a:defRPr>
            </a:lvl1pPr>
          </a:lstStyle>
          <a:p>
            <a:pPr>
              <a:tabLst>
                <a:tab pos="11029950" algn="r"/>
              </a:tabLst>
            </a:pPr>
            <a:endParaRPr lang="en-US"/>
          </a:p>
        </p:txBody>
      </p:sp>
    </p:spTree>
    <p:extLst>
      <p:ext uri="{BB962C8B-B14F-4D97-AF65-F5344CB8AC3E}">
        <p14:creationId xmlns:p14="http://schemas.microsoft.com/office/powerpoint/2010/main" val="3592145710"/>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7">
          <p15:clr>
            <a:srgbClr val="5ACBF0"/>
          </p15:clr>
        </p15:guide>
        <p15:guide id="5" orient="horz" pos="905">
          <p15:clr>
            <a:srgbClr val="5ACBF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itle and eyebrow and content">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525B0F14-1D8E-05BE-E630-B3456823C547}"/>
              </a:ext>
            </a:extLst>
          </p:cNvPr>
          <p:cNvGrpSpPr/>
          <p:nvPr userDrawn="1"/>
        </p:nvGrpSpPr>
        <p:grpSpPr>
          <a:xfrm>
            <a:off x="0" y="2"/>
            <a:ext cx="12192000" cy="6858000"/>
            <a:chOff x="0" y="0"/>
            <a:chExt cx="12192000" cy="6858000"/>
          </a:xfrm>
        </p:grpSpPr>
        <p:pic>
          <p:nvPicPr>
            <p:cNvPr id="5" name="Picture 4" descr="A blurry image of a person's hand&#10;&#10;Description automatically generated">
              <a:extLst>
                <a:ext uri="{FF2B5EF4-FFF2-40B4-BE49-F238E27FC236}">
                  <a16:creationId xmlns:a16="http://schemas.microsoft.com/office/drawing/2014/main" id="{30EA2969-34DD-DAA8-1D7E-246D83F08671}"/>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artisticBlur radius="75"/>
                      </a14:imgEffect>
                    </a14:imgLayer>
                  </a14:imgProps>
                </a:ext>
                <a:ext uri="{28A0092B-C50C-407E-A947-70E740481C1C}">
                  <a14:useLocalDpi xmlns:a14="http://schemas.microsoft.com/office/drawing/2010/main" val="0"/>
                </a:ext>
              </a:extLst>
            </a:blip>
            <a:srcRect t="2407"/>
            <a:stretch/>
          </p:blipFill>
          <p:spPr>
            <a:xfrm>
              <a:off x="0" y="0"/>
              <a:ext cx="12192000" cy="6692900"/>
            </a:xfrm>
            <a:prstGeom prst="rect">
              <a:avLst/>
            </a:prstGeom>
          </p:spPr>
        </p:pic>
        <p:sp>
          <p:nvSpPr>
            <p:cNvPr id="7" name="Rectangle 6">
              <a:extLst>
                <a:ext uri="{FF2B5EF4-FFF2-40B4-BE49-F238E27FC236}">
                  <a16:creationId xmlns:a16="http://schemas.microsoft.com/office/drawing/2014/main" id="{81DED292-DED9-217C-A2C7-706F1148EA12}"/>
                </a:ext>
              </a:extLst>
            </p:cNvPr>
            <p:cNvSpPr/>
            <p:nvPr userDrawn="1"/>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grpSp>
      <p:sp>
        <p:nvSpPr>
          <p:cNvPr id="2" name="Title 1">
            <a:extLst>
              <a:ext uri="{FF2B5EF4-FFF2-40B4-BE49-F238E27FC236}">
                <a16:creationId xmlns:a16="http://schemas.microsoft.com/office/drawing/2014/main" id="{75C45BD7-3F2C-830D-5256-48E37AFC511B}"/>
              </a:ext>
            </a:extLst>
          </p:cNvPr>
          <p:cNvSpPr>
            <a:spLocks noGrp="1"/>
          </p:cNvSpPr>
          <p:nvPr>
            <p:ph type="title"/>
          </p:nvPr>
        </p:nvSpPr>
        <p:spPr>
          <a:xfrm>
            <a:off x="574817" y="510989"/>
            <a:ext cx="11018521" cy="430887"/>
          </a:xfrm>
        </p:spPr>
        <p:txBody>
          <a:bodyPr/>
          <a:lstStyle/>
          <a:p>
            <a:r>
              <a:rPr lang="en-US"/>
              <a:t>Click to edit Master title style</a:t>
            </a:r>
          </a:p>
        </p:txBody>
      </p:sp>
      <p:sp>
        <p:nvSpPr>
          <p:cNvPr id="6" name="Eyebrow placeholder">
            <a:extLst>
              <a:ext uri="{FF2B5EF4-FFF2-40B4-BE49-F238E27FC236}">
                <a16:creationId xmlns:a16="http://schemas.microsoft.com/office/drawing/2014/main" id="{48B9C26C-7246-D5C5-B758-D000638734BF}"/>
              </a:ext>
            </a:extLst>
          </p:cNvPr>
          <p:cNvSpPr>
            <a:spLocks noGrp="1"/>
          </p:cNvSpPr>
          <p:nvPr>
            <p:ph type="body" sz="quarter" idx="10"/>
          </p:nvPr>
        </p:nvSpPr>
        <p:spPr>
          <a:xfrm>
            <a:off x="574816" y="246888"/>
            <a:ext cx="11018839" cy="246221"/>
          </a:xfrm>
        </p:spPr>
        <p:txBody>
          <a:bodyPr/>
          <a:lstStyle>
            <a:lvl1pPr marL="0" indent="0">
              <a:buNone/>
              <a:defRPr sz="1600">
                <a:solidFill>
                  <a:schemeClr val="accent2"/>
                </a:solidFill>
                <a:latin typeface="+mj-lt"/>
              </a:defRPr>
            </a:lvl1pPr>
          </a:lstStyle>
          <a:p>
            <a:pPr lvl="0"/>
            <a:r>
              <a:rPr lang="en-US"/>
              <a:t>Click to edit Master text styles</a:t>
            </a:r>
          </a:p>
        </p:txBody>
      </p:sp>
      <p:sp>
        <p:nvSpPr>
          <p:cNvPr id="3" name="Text Placeholder 5">
            <a:extLst>
              <a:ext uri="{FF2B5EF4-FFF2-40B4-BE49-F238E27FC236}">
                <a16:creationId xmlns:a16="http://schemas.microsoft.com/office/drawing/2014/main" id="{9726B72F-F30C-C802-754B-00F8619DF7CF}"/>
              </a:ext>
            </a:extLst>
          </p:cNvPr>
          <p:cNvSpPr>
            <a:spLocks noGrp="1"/>
          </p:cNvSpPr>
          <p:nvPr>
            <p:ph type="body" sz="quarter" idx="11"/>
          </p:nvPr>
        </p:nvSpPr>
        <p:spPr>
          <a:xfrm>
            <a:off x="584202" y="2019301"/>
            <a:ext cx="11025188" cy="14865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47119961"/>
      </p:ext>
    </p:extLst>
  </p:cSld>
  <p:clrMapOvr>
    <a:masterClrMapping/>
  </p:clrMapOvr>
  <p:transition>
    <p:fade/>
  </p:transition>
  <p:extLst>
    <p:ext uri="{DCECCB84-F9BA-43D5-87BE-67443E8EF086}">
      <p15:sldGuideLst xmlns:p15="http://schemas.microsoft.com/office/powerpoint/2012/main">
        <p15:guide id="3" orient="horz" pos="899">
          <p15:clr>
            <a:srgbClr val="5ACBF0"/>
          </p15:clr>
        </p15:guide>
        <p15:guide id="4" orient="horz" pos="1275">
          <p15:clr>
            <a:srgbClr val="5ACBF0"/>
          </p15:clr>
        </p15:guide>
        <p15:guide id="5" orient="horz" pos="287">
          <p15:clr>
            <a:srgbClr val="5ACBF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Eyebrow title and subtitle">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F5979E47-BD7E-F57A-4D56-BEEC52979CA6}"/>
              </a:ext>
            </a:extLst>
          </p:cNvPr>
          <p:cNvGrpSpPr/>
          <p:nvPr userDrawn="1"/>
        </p:nvGrpSpPr>
        <p:grpSpPr>
          <a:xfrm>
            <a:off x="0" y="2"/>
            <a:ext cx="12192000" cy="6858000"/>
            <a:chOff x="0" y="0"/>
            <a:chExt cx="12192000" cy="6858000"/>
          </a:xfrm>
        </p:grpSpPr>
        <p:pic>
          <p:nvPicPr>
            <p:cNvPr id="7" name="Picture 6" descr="A blurry image of a person's hand&#10;&#10;Description automatically generated">
              <a:extLst>
                <a:ext uri="{FF2B5EF4-FFF2-40B4-BE49-F238E27FC236}">
                  <a16:creationId xmlns:a16="http://schemas.microsoft.com/office/drawing/2014/main" id="{FAFCF619-AC26-2E4C-2904-F86EAFD2B3CE}"/>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artisticBlur radius="75"/>
                      </a14:imgEffect>
                    </a14:imgLayer>
                  </a14:imgProps>
                </a:ext>
                <a:ext uri="{28A0092B-C50C-407E-A947-70E740481C1C}">
                  <a14:useLocalDpi xmlns:a14="http://schemas.microsoft.com/office/drawing/2010/main" val="0"/>
                </a:ext>
              </a:extLst>
            </a:blip>
            <a:srcRect t="2407"/>
            <a:stretch/>
          </p:blipFill>
          <p:spPr>
            <a:xfrm>
              <a:off x="0" y="0"/>
              <a:ext cx="12192000" cy="6692900"/>
            </a:xfrm>
            <a:prstGeom prst="rect">
              <a:avLst/>
            </a:prstGeom>
          </p:spPr>
        </p:pic>
        <p:sp>
          <p:nvSpPr>
            <p:cNvPr id="8" name="Rectangle 7">
              <a:extLst>
                <a:ext uri="{FF2B5EF4-FFF2-40B4-BE49-F238E27FC236}">
                  <a16:creationId xmlns:a16="http://schemas.microsoft.com/office/drawing/2014/main" id="{06D6185B-31C8-DCA6-A9FA-7806DF771DD8}"/>
                </a:ext>
              </a:extLst>
            </p:cNvPr>
            <p:cNvSpPr/>
            <p:nvPr userDrawn="1"/>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grpSp>
      <p:sp>
        <p:nvSpPr>
          <p:cNvPr id="2" name="Title 1">
            <a:extLst>
              <a:ext uri="{FF2B5EF4-FFF2-40B4-BE49-F238E27FC236}">
                <a16:creationId xmlns:a16="http://schemas.microsoft.com/office/drawing/2014/main" id="{75C45BD7-3F2C-830D-5256-48E37AFC511B}"/>
              </a:ext>
            </a:extLst>
          </p:cNvPr>
          <p:cNvSpPr>
            <a:spLocks noGrp="1"/>
          </p:cNvSpPr>
          <p:nvPr>
            <p:ph type="title"/>
          </p:nvPr>
        </p:nvSpPr>
        <p:spPr>
          <a:xfrm>
            <a:off x="574817" y="510989"/>
            <a:ext cx="11018521" cy="430887"/>
          </a:xfrm>
        </p:spPr>
        <p:txBody>
          <a:bodyPr/>
          <a:lstStyle/>
          <a:p>
            <a:r>
              <a:rPr lang="en-US"/>
              <a:t>Click to edit Master title style</a:t>
            </a:r>
          </a:p>
        </p:txBody>
      </p:sp>
      <p:sp>
        <p:nvSpPr>
          <p:cNvPr id="5" name="Text Placeholder 2">
            <a:extLst>
              <a:ext uri="{FF2B5EF4-FFF2-40B4-BE49-F238E27FC236}">
                <a16:creationId xmlns:a16="http://schemas.microsoft.com/office/drawing/2014/main" id="{3ABDF8D8-0F08-FD6F-E5FE-7EE6DC72BE9E}"/>
              </a:ext>
            </a:extLst>
          </p:cNvPr>
          <p:cNvSpPr>
            <a:spLocks noGrp="1"/>
          </p:cNvSpPr>
          <p:nvPr>
            <p:ph type="body" sz="quarter" idx="11" hasCustomPrompt="1"/>
          </p:nvPr>
        </p:nvSpPr>
        <p:spPr>
          <a:xfrm>
            <a:off x="574676" y="941387"/>
            <a:ext cx="11018521" cy="341632"/>
          </a:xfrm>
        </p:spPr>
        <p:txBody>
          <a:bodyPr tIns="64008"/>
          <a:lstStyle>
            <a:lvl1pPr>
              <a:defRPr sz="1800">
                <a:solidFill>
                  <a:schemeClr val="tx1"/>
                </a:solidFill>
                <a:latin typeface="+mn-lt"/>
              </a:defRPr>
            </a:lvl1pPr>
          </a:lstStyle>
          <a:p>
            <a:pPr lvl="0"/>
            <a:r>
              <a:rPr lang="en-US"/>
              <a:t>Subtitle</a:t>
            </a:r>
          </a:p>
        </p:txBody>
      </p:sp>
      <p:sp>
        <p:nvSpPr>
          <p:cNvPr id="3" name="Eyebrow placeholder">
            <a:extLst>
              <a:ext uri="{FF2B5EF4-FFF2-40B4-BE49-F238E27FC236}">
                <a16:creationId xmlns:a16="http://schemas.microsoft.com/office/drawing/2014/main" id="{7A979B28-27F8-3F49-0EE7-BF83B791B93D}"/>
              </a:ext>
            </a:extLst>
          </p:cNvPr>
          <p:cNvSpPr>
            <a:spLocks noGrp="1"/>
          </p:cNvSpPr>
          <p:nvPr>
            <p:ph type="body" sz="quarter" idx="10"/>
          </p:nvPr>
        </p:nvSpPr>
        <p:spPr>
          <a:xfrm>
            <a:off x="574816" y="246888"/>
            <a:ext cx="11018839" cy="246221"/>
          </a:xfrm>
        </p:spPr>
        <p:txBody>
          <a:bodyPr/>
          <a:lstStyle>
            <a:lvl1pPr marL="0" indent="0">
              <a:buNone/>
              <a:defRPr sz="1600">
                <a:solidFill>
                  <a:schemeClr val="accent2"/>
                </a:solidFill>
                <a:latin typeface="+mj-lt"/>
              </a:defRPr>
            </a:lvl1pPr>
          </a:lstStyle>
          <a:p>
            <a:pPr lvl="0"/>
            <a:r>
              <a:rPr lang="en-US"/>
              <a:t>Click to edit Master text styles</a:t>
            </a:r>
          </a:p>
        </p:txBody>
      </p:sp>
    </p:spTree>
    <p:extLst>
      <p:ext uri="{BB962C8B-B14F-4D97-AF65-F5344CB8AC3E}">
        <p14:creationId xmlns:p14="http://schemas.microsoft.com/office/powerpoint/2010/main" val="1027311631"/>
      </p:ext>
    </p:extLst>
  </p:cSld>
  <p:clrMapOvr>
    <a:masterClrMapping/>
  </p:clrMapOvr>
  <p:transition>
    <p:fade/>
  </p:transition>
  <p:extLst>
    <p:ext uri="{DCECCB84-F9BA-43D5-87BE-67443E8EF086}">
      <p15:sldGuideLst xmlns:p15="http://schemas.microsoft.com/office/powerpoint/2012/main">
        <p15:guide id="3" orient="horz" pos="899">
          <p15:clr>
            <a:srgbClr val="5ACBF0"/>
          </p15:clr>
        </p15:guide>
        <p15:guide id="4" orient="horz" pos="1275">
          <p15:clr>
            <a:srgbClr val="5ACBF0"/>
          </p15:clr>
        </p15:guide>
        <p15:guide id="5" orient="horz" pos="287">
          <p15:clr>
            <a:srgbClr val="5ACBF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1_TItle and subtitle only ">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2C4A7036-07F3-B266-6945-ADE081D4B86C}"/>
              </a:ext>
            </a:extLst>
          </p:cNvPr>
          <p:cNvGrpSpPr/>
          <p:nvPr userDrawn="1"/>
        </p:nvGrpSpPr>
        <p:grpSpPr>
          <a:xfrm>
            <a:off x="0" y="2"/>
            <a:ext cx="12192000" cy="6858000"/>
            <a:chOff x="0" y="0"/>
            <a:chExt cx="12192000" cy="6858000"/>
          </a:xfrm>
        </p:grpSpPr>
        <p:pic>
          <p:nvPicPr>
            <p:cNvPr id="4" name="Picture 3" descr="A blurry image of a person's hand&#10;&#10;Description automatically generated">
              <a:extLst>
                <a:ext uri="{FF2B5EF4-FFF2-40B4-BE49-F238E27FC236}">
                  <a16:creationId xmlns:a16="http://schemas.microsoft.com/office/drawing/2014/main" id="{F5C40B06-A260-9D9D-4EAD-700D31A9650F}"/>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artisticBlur radius="75"/>
                      </a14:imgEffect>
                    </a14:imgLayer>
                  </a14:imgProps>
                </a:ext>
                <a:ext uri="{28A0092B-C50C-407E-A947-70E740481C1C}">
                  <a14:useLocalDpi xmlns:a14="http://schemas.microsoft.com/office/drawing/2010/main" val="0"/>
                </a:ext>
              </a:extLst>
            </a:blip>
            <a:srcRect t="2407"/>
            <a:stretch/>
          </p:blipFill>
          <p:spPr>
            <a:xfrm>
              <a:off x="0" y="0"/>
              <a:ext cx="12192000" cy="6692900"/>
            </a:xfrm>
            <a:prstGeom prst="rect">
              <a:avLst/>
            </a:prstGeom>
          </p:spPr>
        </p:pic>
        <p:sp>
          <p:nvSpPr>
            <p:cNvPr id="5" name="Rectangle 4">
              <a:extLst>
                <a:ext uri="{FF2B5EF4-FFF2-40B4-BE49-F238E27FC236}">
                  <a16:creationId xmlns:a16="http://schemas.microsoft.com/office/drawing/2014/main" id="{ADC6D69F-71B6-0477-FC5D-60C21E517FCC}"/>
                </a:ext>
              </a:extLst>
            </p:cNvPr>
            <p:cNvSpPr/>
            <p:nvPr userDrawn="1"/>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grpSp>
      <p:sp>
        <p:nvSpPr>
          <p:cNvPr id="7" name="Title 6">
            <a:extLst>
              <a:ext uri="{FF2B5EF4-FFF2-40B4-BE49-F238E27FC236}">
                <a16:creationId xmlns:a16="http://schemas.microsoft.com/office/drawing/2014/main" id="{94584EB2-E663-4E79-1330-9D1AE176D89B}"/>
              </a:ext>
            </a:extLst>
          </p:cNvPr>
          <p:cNvSpPr>
            <a:spLocks noGrp="1"/>
          </p:cNvSpPr>
          <p:nvPr>
            <p:ph type="title"/>
          </p:nvPr>
        </p:nvSpPr>
        <p:spPr/>
        <p:txBody>
          <a:bodyPr/>
          <a:lstStyle/>
          <a:p>
            <a:r>
              <a:rPr lang="en-US"/>
              <a:t>Click to edit Master title style</a:t>
            </a:r>
          </a:p>
        </p:txBody>
      </p:sp>
      <p:sp>
        <p:nvSpPr>
          <p:cNvPr id="3" name="Text Placeholder 2">
            <a:extLst>
              <a:ext uri="{FF2B5EF4-FFF2-40B4-BE49-F238E27FC236}">
                <a16:creationId xmlns:a16="http://schemas.microsoft.com/office/drawing/2014/main" id="{47054975-9B72-B5D8-DC2C-2A1B1887D311}"/>
              </a:ext>
            </a:extLst>
          </p:cNvPr>
          <p:cNvSpPr>
            <a:spLocks noGrp="1"/>
          </p:cNvSpPr>
          <p:nvPr>
            <p:ph type="body" sz="quarter" idx="11" hasCustomPrompt="1"/>
          </p:nvPr>
        </p:nvSpPr>
        <p:spPr>
          <a:xfrm>
            <a:off x="574676" y="941387"/>
            <a:ext cx="11018521" cy="341632"/>
          </a:xfrm>
        </p:spPr>
        <p:txBody>
          <a:bodyPr tIns="64008"/>
          <a:lstStyle>
            <a:lvl1pPr>
              <a:defRPr sz="1800">
                <a:solidFill>
                  <a:schemeClr val="tx1"/>
                </a:solidFill>
                <a:latin typeface="+mn-lt"/>
              </a:defRPr>
            </a:lvl1pPr>
          </a:lstStyle>
          <a:p>
            <a:pPr lvl="0"/>
            <a:r>
              <a:rPr lang="en-US"/>
              <a:t>Subtitle</a:t>
            </a:r>
          </a:p>
        </p:txBody>
      </p:sp>
    </p:spTree>
    <p:extLst>
      <p:ext uri="{BB962C8B-B14F-4D97-AF65-F5344CB8AC3E}">
        <p14:creationId xmlns:p14="http://schemas.microsoft.com/office/powerpoint/2010/main" val="2919388759"/>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7">
          <p15:clr>
            <a:srgbClr val="5ACBF0"/>
          </p15:clr>
        </p15:guide>
        <p15:guide id="5" orient="horz" pos="905">
          <p15:clr>
            <a:srgbClr val="5ACBF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Eyebrow and title only">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BFDF0EE6-10BF-3375-600E-D7D82456A675}"/>
              </a:ext>
            </a:extLst>
          </p:cNvPr>
          <p:cNvGrpSpPr/>
          <p:nvPr userDrawn="1"/>
        </p:nvGrpSpPr>
        <p:grpSpPr>
          <a:xfrm>
            <a:off x="0" y="2"/>
            <a:ext cx="12192000" cy="6858000"/>
            <a:chOff x="0" y="0"/>
            <a:chExt cx="12192000" cy="6858000"/>
          </a:xfrm>
        </p:grpSpPr>
        <p:pic>
          <p:nvPicPr>
            <p:cNvPr id="5" name="Picture 4" descr="A blurry image of a person's hand&#10;&#10;Description automatically generated">
              <a:extLst>
                <a:ext uri="{FF2B5EF4-FFF2-40B4-BE49-F238E27FC236}">
                  <a16:creationId xmlns:a16="http://schemas.microsoft.com/office/drawing/2014/main" id="{5594B1F8-FC13-CF06-C949-7E92A50B1644}"/>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artisticBlur radius="75"/>
                      </a14:imgEffect>
                    </a14:imgLayer>
                  </a14:imgProps>
                </a:ext>
                <a:ext uri="{28A0092B-C50C-407E-A947-70E740481C1C}">
                  <a14:useLocalDpi xmlns:a14="http://schemas.microsoft.com/office/drawing/2010/main" val="0"/>
                </a:ext>
              </a:extLst>
            </a:blip>
            <a:srcRect t="2407"/>
            <a:stretch/>
          </p:blipFill>
          <p:spPr>
            <a:xfrm>
              <a:off x="0" y="0"/>
              <a:ext cx="12192000" cy="6692900"/>
            </a:xfrm>
            <a:prstGeom prst="rect">
              <a:avLst/>
            </a:prstGeom>
          </p:spPr>
        </p:pic>
        <p:sp>
          <p:nvSpPr>
            <p:cNvPr id="7" name="Rectangle 6">
              <a:extLst>
                <a:ext uri="{FF2B5EF4-FFF2-40B4-BE49-F238E27FC236}">
                  <a16:creationId xmlns:a16="http://schemas.microsoft.com/office/drawing/2014/main" id="{F3218ED4-3869-4937-C6A4-76DB2C1B9A43}"/>
                </a:ext>
              </a:extLst>
            </p:cNvPr>
            <p:cNvSpPr/>
            <p:nvPr userDrawn="1"/>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grpSp>
      <p:sp>
        <p:nvSpPr>
          <p:cNvPr id="2" name="Title 1">
            <a:extLst>
              <a:ext uri="{FF2B5EF4-FFF2-40B4-BE49-F238E27FC236}">
                <a16:creationId xmlns:a16="http://schemas.microsoft.com/office/drawing/2014/main" id="{75C45BD7-3F2C-830D-5256-48E37AFC511B}"/>
              </a:ext>
            </a:extLst>
          </p:cNvPr>
          <p:cNvSpPr>
            <a:spLocks noGrp="1"/>
          </p:cNvSpPr>
          <p:nvPr>
            <p:ph type="title"/>
          </p:nvPr>
        </p:nvSpPr>
        <p:spPr>
          <a:xfrm>
            <a:off x="574817" y="510989"/>
            <a:ext cx="11018521" cy="430887"/>
          </a:xfrm>
        </p:spPr>
        <p:txBody>
          <a:bodyPr/>
          <a:lstStyle/>
          <a:p>
            <a:r>
              <a:rPr lang="en-US"/>
              <a:t>Click to edit Master title style</a:t>
            </a:r>
          </a:p>
        </p:txBody>
      </p:sp>
      <p:sp>
        <p:nvSpPr>
          <p:cNvPr id="3" name="Eyebrow placeholder">
            <a:extLst>
              <a:ext uri="{FF2B5EF4-FFF2-40B4-BE49-F238E27FC236}">
                <a16:creationId xmlns:a16="http://schemas.microsoft.com/office/drawing/2014/main" id="{23E98592-EE2D-456F-76E2-F8BED7A0F24B}"/>
              </a:ext>
            </a:extLst>
          </p:cNvPr>
          <p:cNvSpPr>
            <a:spLocks noGrp="1"/>
          </p:cNvSpPr>
          <p:nvPr>
            <p:ph type="body" sz="quarter" idx="10"/>
          </p:nvPr>
        </p:nvSpPr>
        <p:spPr>
          <a:xfrm>
            <a:off x="574816" y="246888"/>
            <a:ext cx="11018839" cy="246221"/>
          </a:xfrm>
        </p:spPr>
        <p:txBody>
          <a:bodyPr/>
          <a:lstStyle>
            <a:lvl1pPr marL="0" indent="0">
              <a:buNone/>
              <a:defRPr sz="1600">
                <a:solidFill>
                  <a:schemeClr val="accent2"/>
                </a:solidFill>
                <a:latin typeface="+mj-lt"/>
              </a:defRPr>
            </a:lvl1pPr>
          </a:lstStyle>
          <a:p>
            <a:pPr lvl="0"/>
            <a:r>
              <a:rPr lang="en-US"/>
              <a:t>Click to edit Master text styles</a:t>
            </a:r>
          </a:p>
        </p:txBody>
      </p:sp>
    </p:spTree>
    <p:extLst>
      <p:ext uri="{BB962C8B-B14F-4D97-AF65-F5344CB8AC3E}">
        <p14:creationId xmlns:p14="http://schemas.microsoft.com/office/powerpoint/2010/main" val="987910407"/>
      </p:ext>
    </p:extLst>
  </p:cSld>
  <p:clrMapOvr>
    <a:masterClrMapping/>
  </p:clrMapOvr>
  <p:transition>
    <p:fade/>
  </p:transition>
  <p:extLst>
    <p:ext uri="{DCECCB84-F9BA-43D5-87BE-67443E8EF086}">
      <p15:sldGuideLst xmlns:p15="http://schemas.microsoft.com/office/powerpoint/2012/main">
        <p15:guide id="3" orient="horz" pos="899">
          <p15:clr>
            <a:srgbClr val="5ACBF0"/>
          </p15:clr>
        </p15:guide>
        <p15:guide id="4" orient="horz" pos="1275">
          <p15:clr>
            <a:srgbClr val="5ACBF0"/>
          </p15:clr>
        </p15:guide>
        <p15:guide id="5" orient="horz" pos="287">
          <p15:clr>
            <a:srgbClr val="5ACBF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itle and Content half width">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8DF1E218-2AA9-E59E-CD79-58EC82F9A527}"/>
              </a:ext>
            </a:extLst>
          </p:cNvPr>
          <p:cNvGrpSpPr/>
          <p:nvPr userDrawn="1"/>
        </p:nvGrpSpPr>
        <p:grpSpPr>
          <a:xfrm>
            <a:off x="0" y="2"/>
            <a:ext cx="12192000" cy="6858000"/>
            <a:chOff x="0" y="0"/>
            <a:chExt cx="12192000" cy="6858000"/>
          </a:xfrm>
        </p:grpSpPr>
        <p:pic>
          <p:nvPicPr>
            <p:cNvPr id="2" name="Picture 1" descr="A blurry image of a person's hand&#10;&#10;Description automatically generated">
              <a:extLst>
                <a:ext uri="{FF2B5EF4-FFF2-40B4-BE49-F238E27FC236}">
                  <a16:creationId xmlns:a16="http://schemas.microsoft.com/office/drawing/2014/main" id="{D5AAD626-0FF6-FBA0-BA7F-1E92B7248346}"/>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artisticBlur radius="75"/>
                      </a14:imgEffect>
                    </a14:imgLayer>
                  </a14:imgProps>
                </a:ext>
                <a:ext uri="{28A0092B-C50C-407E-A947-70E740481C1C}">
                  <a14:useLocalDpi xmlns:a14="http://schemas.microsoft.com/office/drawing/2010/main" val="0"/>
                </a:ext>
              </a:extLst>
            </a:blip>
            <a:srcRect t="2407"/>
            <a:stretch/>
          </p:blipFill>
          <p:spPr>
            <a:xfrm>
              <a:off x="0" y="0"/>
              <a:ext cx="12192000" cy="6692900"/>
            </a:xfrm>
            <a:prstGeom prst="rect">
              <a:avLst/>
            </a:prstGeom>
          </p:spPr>
        </p:pic>
        <p:sp>
          <p:nvSpPr>
            <p:cNvPr id="5" name="Rectangle 4">
              <a:extLst>
                <a:ext uri="{FF2B5EF4-FFF2-40B4-BE49-F238E27FC236}">
                  <a16:creationId xmlns:a16="http://schemas.microsoft.com/office/drawing/2014/main" id="{9664BF0F-965B-5914-4627-2C9273E020F2}"/>
                </a:ext>
              </a:extLst>
            </p:cNvPr>
            <p:cNvSpPr/>
            <p:nvPr userDrawn="1"/>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grpSp>
      <p:sp>
        <p:nvSpPr>
          <p:cNvPr id="3" name="Title 2">
            <a:extLst>
              <a:ext uri="{FF2B5EF4-FFF2-40B4-BE49-F238E27FC236}">
                <a16:creationId xmlns:a16="http://schemas.microsoft.com/office/drawing/2014/main" id="{3A2DD64C-91AA-0F9F-782C-C9626477CBF5}"/>
              </a:ext>
            </a:extLst>
          </p:cNvPr>
          <p:cNvSpPr>
            <a:spLocks noGrp="1"/>
          </p:cNvSpPr>
          <p:nvPr>
            <p:ph type="title" hasCustomPrompt="1"/>
          </p:nvPr>
        </p:nvSpPr>
        <p:spPr>
          <a:xfrm>
            <a:off x="574817" y="510987"/>
            <a:ext cx="5573742" cy="861774"/>
          </a:xfrm>
        </p:spPr>
        <p:txBody>
          <a:bodyPr/>
          <a:lstStyle>
            <a:lvl1pPr>
              <a:defRPr/>
            </a:lvl1pPr>
          </a:lstStyle>
          <a:p>
            <a:r>
              <a:rPr lang="en-US"/>
              <a:t>Click to edit Master </a:t>
            </a:r>
            <a:br>
              <a:rPr lang="en-US"/>
            </a:br>
            <a:r>
              <a:rPr lang="en-US"/>
              <a:t>title style</a:t>
            </a:r>
          </a:p>
        </p:txBody>
      </p:sp>
      <p:sp>
        <p:nvSpPr>
          <p:cNvPr id="6" name="Text Placeholder 5">
            <a:extLst>
              <a:ext uri="{FF2B5EF4-FFF2-40B4-BE49-F238E27FC236}">
                <a16:creationId xmlns:a16="http://schemas.microsoft.com/office/drawing/2014/main" id="{B9DAEE96-3FBA-ED5E-8648-B6963189A336}"/>
              </a:ext>
            </a:extLst>
          </p:cNvPr>
          <p:cNvSpPr>
            <a:spLocks noGrp="1"/>
          </p:cNvSpPr>
          <p:nvPr>
            <p:ph type="body" sz="quarter" idx="10"/>
          </p:nvPr>
        </p:nvSpPr>
        <p:spPr>
          <a:xfrm>
            <a:off x="584202" y="1908970"/>
            <a:ext cx="5577114" cy="14865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10">
            <a:extLst>
              <a:ext uri="{FF2B5EF4-FFF2-40B4-BE49-F238E27FC236}">
                <a16:creationId xmlns:a16="http://schemas.microsoft.com/office/drawing/2014/main" id="{DD1BEEC7-5874-1E48-8B60-B1E5D9779C29}"/>
              </a:ext>
            </a:extLst>
          </p:cNvPr>
          <p:cNvSpPr>
            <a:spLocks noGrp="1"/>
          </p:cNvSpPr>
          <p:nvPr>
            <p:ph type="ftr" sz="quarter" idx="3"/>
          </p:nvPr>
        </p:nvSpPr>
        <p:spPr>
          <a:xfrm>
            <a:off x="584202" y="6441203"/>
            <a:ext cx="11025188" cy="123111"/>
          </a:xfrm>
          <a:prstGeom prst="rect">
            <a:avLst/>
          </a:prstGeom>
        </p:spPr>
        <p:txBody>
          <a:bodyPr lIns="0" tIns="0" rIns="0" bIns="0" anchor="b" anchorCtr="0">
            <a:spAutoFit/>
          </a:bodyPr>
          <a:lstStyle>
            <a:lvl1pPr>
              <a:defRPr sz="800">
                <a:solidFill>
                  <a:srgbClr val="000000"/>
                </a:solidFill>
              </a:defRPr>
            </a:lvl1pPr>
          </a:lstStyle>
          <a:p>
            <a:pPr>
              <a:tabLst>
                <a:tab pos="11029950" algn="r"/>
              </a:tabLst>
            </a:pPr>
            <a:endParaRPr lang="en-US"/>
          </a:p>
        </p:txBody>
      </p:sp>
    </p:spTree>
    <p:extLst>
      <p:ext uri="{BB962C8B-B14F-4D97-AF65-F5344CB8AC3E}">
        <p14:creationId xmlns:p14="http://schemas.microsoft.com/office/powerpoint/2010/main" val="2033536788"/>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7">
          <p15:clr>
            <a:srgbClr val="5ACBF0"/>
          </p15:clr>
        </p15:guide>
        <p15:guide id="5" orient="horz" pos="905">
          <p15:clr>
            <a:srgbClr val="5ACBF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1_Half white half gradien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93B630B-98F0-A558-44D6-C08F95FB3C1E}"/>
              </a:ext>
              <a:ext uri="{C183D7F6-B498-43B3-948B-1728B52AA6E4}">
                <adec:decorative xmlns:adec="http://schemas.microsoft.com/office/drawing/2017/decorative" val="1"/>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artisticBlur radius="75"/>
                    </a14:imgEffect>
                  </a14:imgLayer>
                </a14:imgProps>
              </a:ext>
              <a:ext uri="{28A0092B-C50C-407E-A947-70E740481C1C}">
                <a14:useLocalDpi xmlns:a14="http://schemas.microsoft.com/office/drawing/2010/main" val="0"/>
              </a:ext>
            </a:extLst>
          </a:blip>
          <a:srcRect t="2407"/>
          <a:stretch/>
        </p:blipFill>
        <p:spPr>
          <a:xfrm>
            <a:off x="0" y="2"/>
            <a:ext cx="12192000" cy="6692900"/>
          </a:xfrm>
          <a:prstGeom prst="rect">
            <a:avLst/>
          </a:prstGeom>
        </p:spPr>
      </p:pic>
      <p:sp>
        <p:nvSpPr>
          <p:cNvPr id="2" name="Rectangle 1">
            <a:extLst>
              <a:ext uri="{FF2B5EF4-FFF2-40B4-BE49-F238E27FC236}">
                <a16:creationId xmlns:a16="http://schemas.microsoft.com/office/drawing/2014/main" id="{173B2449-29BC-FA3D-8E8C-DCCEE8B99D26}"/>
              </a:ext>
              <a:ext uri="{C183D7F6-B498-43B3-948B-1728B52AA6E4}">
                <adec:decorative xmlns:adec="http://schemas.microsoft.com/office/drawing/2017/decorative" val="1"/>
              </a:ext>
            </a:extLst>
          </p:cNvPr>
          <p:cNvSpPr/>
          <p:nvPr userDrawn="1"/>
        </p:nvSpPr>
        <p:spPr>
          <a:xfrm>
            <a:off x="-5080" y="2"/>
            <a:ext cx="5883366" cy="677545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sp>
        <p:nvSpPr>
          <p:cNvPr id="3" name="Text Placeholder 2"/>
          <p:cNvSpPr>
            <a:spLocks noGrp="1"/>
          </p:cNvSpPr>
          <p:nvPr>
            <p:ph type="body" sz="quarter" idx="10"/>
          </p:nvPr>
        </p:nvSpPr>
        <p:spPr>
          <a:xfrm>
            <a:off x="574817" y="1828803"/>
            <a:ext cx="4599528" cy="4171948"/>
          </a:xfrm>
        </p:spPr>
        <p:txBody>
          <a:bodyPr>
            <a:noAutofit/>
          </a:bodyPr>
          <a:lstStyle>
            <a:lvl1pPr marL="0" indent="0">
              <a:lnSpc>
                <a:spcPct val="100000"/>
              </a:lnSpc>
              <a:spcBef>
                <a:spcPts val="1600"/>
              </a:spcBef>
              <a:buNone/>
              <a:defRPr sz="1600">
                <a:solidFill>
                  <a:schemeClr val="accent2"/>
                </a:solidFill>
                <a:latin typeface="+mj-lt"/>
              </a:defRPr>
            </a:lvl1pPr>
            <a:lvl2pPr marL="0" indent="0">
              <a:lnSpc>
                <a:spcPct val="100000"/>
              </a:lnSpc>
              <a:spcBef>
                <a:spcPts val="900"/>
              </a:spcBef>
              <a:buNone/>
              <a:defRPr sz="1400">
                <a:solidFill>
                  <a:srgbClr val="000000"/>
                </a:solidFill>
              </a:defRPr>
            </a:lvl2pPr>
            <a:lvl3pPr>
              <a:lnSpc>
                <a:spcPct val="100000"/>
              </a:lnSpc>
              <a:defRPr sz="1401">
                <a:solidFill>
                  <a:srgbClr val="000000"/>
                </a:solidFill>
              </a:defRPr>
            </a:lvl3pPr>
            <a:lvl4pPr>
              <a:lnSpc>
                <a:spcPct val="100000"/>
              </a:lnSpc>
              <a:defRPr sz="1200">
                <a:solidFill>
                  <a:srgbClr val="000000"/>
                </a:solidFill>
              </a:defRPr>
            </a:lvl4pPr>
            <a:lvl5pPr>
              <a:lnSpc>
                <a:spcPct val="100000"/>
              </a:lnSpc>
              <a:defRPr sz="1001">
                <a:solidFill>
                  <a:srgbClr val="00000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
            <a:extLst>
              <a:ext uri="{FF2B5EF4-FFF2-40B4-BE49-F238E27FC236}">
                <a16:creationId xmlns:a16="http://schemas.microsoft.com/office/drawing/2014/main" id="{4321A61E-DF9E-F052-06B1-83ADA07FFD3F}"/>
              </a:ext>
              <a:ext uri="{C183D7F6-B498-43B3-948B-1728B52AA6E4}">
                <adec:decorative xmlns:adec="http://schemas.microsoft.com/office/drawing/2017/decorative" val="1"/>
              </a:ext>
            </a:extLst>
          </p:cNvPr>
          <p:cNvSpPr/>
          <p:nvPr userDrawn="1"/>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sp>
        <p:nvSpPr>
          <p:cNvPr id="6" name="Title 5">
            <a:extLst>
              <a:ext uri="{FF2B5EF4-FFF2-40B4-BE49-F238E27FC236}">
                <a16:creationId xmlns:a16="http://schemas.microsoft.com/office/drawing/2014/main" id="{A0B9A94C-F8F8-2A22-B125-7808DDC912F3}"/>
              </a:ext>
            </a:extLst>
          </p:cNvPr>
          <p:cNvSpPr>
            <a:spLocks noGrp="1"/>
          </p:cNvSpPr>
          <p:nvPr>
            <p:ph type="title"/>
          </p:nvPr>
        </p:nvSpPr>
        <p:spPr>
          <a:xfrm>
            <a:off x="574817" y="510987"/>
            <a:ext cx="4744671" cy="430887"/>
          </a:xfrm>
        </p:spPr>
        <p:txBody>
          <a:bodyPr/>
          <a:lstStyle/>
          <a:p>
            <a:r>
              <a:rPr lang="en-US"/>
              <a:t>Click to edit Master title style</a:t>
            </a:r>
          </a:p>
        </p:txBody>
      </p:sp>
    </p:spTree>
    <p:extLst>
      <p:ext uri="{BB962C8B-B14F-4D97-AF65-F5344CB8AC3E}">
        <p14:creationId xmlns:p14="http://schemas.microsoft.com/office/powerpoint/2010/main" val="1524542363"/>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7">
          <p15:clr>
            <a:srgbClr val="5ACBF0"/>
          </p15:clr>
        </p15:guide>
        <p15:guide id="5" orient="horz" pos="905">
          <p15:clr>
            <a:srgbClr val="5ACBF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pic>
        <p:nvPicPr>
          <p:cNvPr id="9" name="Picture 8" descr="A close-up of a ribbon&#10;&#10;Description automatically generated">
            <a:extLst>
              <a:ext uri="{FF2B5EF4-FFF2-40B4-BE49-F238E27FC236}">
                <a16:creationId xmlns:a16="http://schemas.microsoft.com/office/drawing/2014/main" id="{3DFB8910-004E-5257-D4F0-2E102B05E2EA}"/>
              </a:ext>
            </a:extLst>
          </p:cNvPr>
          <p:cNvPicPr>
            <a:picLocks noChangeAspect="1"/>
          </p:cNvPicPr>
          <p:nvPr userDrawn="1"/>
        </p:nvPicPr>
        <p:blipFill rotWithShape="1">
          <a:blip r:embed="rId2">
            <a:alphaModFix amt="50000"/>
            <a:extLst>
              <a:ext uri="{28A0092B-C50C-407E-A947-70E740481C1C}">
                <a14:useLocalDpi xmlns:a14="http://schemas.microsoft.com/office/drawing/2010/main" val="0"/>
              </a:ext>
            </a:extLst>
          </a:blip>
          <a:srcRect/>
          <a:stretch/>
        </p:blipFill>
        <p:spPr>
          <a:xfrm>
            <a:off x="0" y="2"/>
            <a:ext cx="12192000" cy="6858000"/>
          </a:xfrm>
          <a:prstGeom prst="rect">
            <a:avLst/>
          </a:prstGeom>
        </p:spPr>
      </p:pic>
      <p:sp>
        <p:nvSpPr>
          <p:cNvPr id="10" name="Rectangle 9">
            <a:extLst>
              <a:ext uri="{FF2B5EF4-FFF2-40B4-BE49-F238E27FC236}">
                <a16:creationId xmlns:a16="http://schemas.microsoft.com/office/drawing/2014/main" id="{50721EC1-7566-DFFB-C03A-C7A44D51FCFF}"/>
              </a:ext>
            </a:extLst>
          </p:cNvPr>
          <p:cNvSpPr/>
          <p:nvPr userDrawn="1"/>
        </p:nvSpPr>
        <p:spPr bwMode="auto">
          <a:xfrm>
            <a:off x="0" y="4956632"/>
            <a:ext cx="12192000" cy="1901370"/>
          </a:xfrm>
          <a:prstGeom prst="rect">
            <a:avLst/>
          </a:prstGeom>
          <a:gradFill flip="none" rotWithShape="1">
            <a:gsLst>
              <a:gs pos="26000">
                <a:schemeClr val="bg1">
                  <a:alpha val="0"/>
                </a:schemeClr>
              </a:gs>
              <a:gs pos="70000">
                <a:schemeClr val="bg1">
                  <a:alpha val="60000"/>
                </a:schemeClr>
              </a:gs>
            </a:gsLst>
            <a:lin ang="54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11" name="Rectangle 10">
            <a:extLst>
              <a:ext uri="{FF2B5EF4-FFF2-40B4-BE49-F238E27FC236}">
                <a16:creationId xmlns:a16="http://schemas.microsoft.com/office/drawing/2014/main" id="{F4893ABC-107F-B31B-E972-89AFC69CADE6}"/>
              </a:ext>
            </a:extLst>
          </p:cNvPr>
          <p:cNvSpPr/>
          <p:nvPr userDrawn="1"/>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sp>
        <p:nvSpPr>
          <p:cNvPr id="6" name="Rectangle: Rounded Corners 30">
            <a:extLst>
              <a:ext uri="{FF2B5EF4-FFF2-40B4-BE49-F238E27FC236}">
                <a16:creationId xmlns:a16="http://schemas.microsoft.com/office/drawing/2014/main" id="{84B0C639-5BCA-0F37-5E23-B3B0DB2F85DC}"/>
              </a:ext>
              <a:ext uri="{C183D7F6-B498-43B3-948B-1728B52AA6E4}">
                <adec:decorative xmlns:adec="http://schemas.microsoft.com/office/drawing/2017/decorative" val="1"/>
              </a:ext>
            </a:extLst>
          </p:cNvPr>
          <p:cNvSpPr/>
          <p:nvPr userDrawn="1"/>
        </p:nvSpPr>
        <p:spPr bwMode="auto">
          <a:xfrm>
            <a:off x="333830" y="1083368"/>
            <a:ext cx="11575143" cy="4741400"/>
          </a:xfrm>
          <a:prstGeom prst="roundRect">
            <a:avLst>
              <a:gd name="adj" fmla="val 3266"/>
            </a:avLst>
          </a:prstGeom>
          <a:solidFill>
            <a:schemeClr val="bg1">
              <a:alpha val="53000"/>
            </a:schemeClr>
          </a:solid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400">
              <a:lnSpc>
                <a:spcPct val="90000"/>
              </a:lnSpc>
              <a:spcBef>
                <a:spcPts val="600"/>
              </a:spcBef>
              <a:spcAft>
                <a:spcPts val="600"/>
              </a:spcAft>
              <a:buClr>
                <a:srgbClr val="243A5E"/>
              </a:buClr>
              <a:buSzPct val="110000"/>
            </a:pPr>
            <a:endParaRPr lang="en-US" sz="1200">
              <a:solidFill>
                <a:srgbClr val="000000"/>
              </a:solidFill>
              <a:latin typeface="Segoe UI" panose="020B0502040204020203" pitchFamily="34" charset="0"/>
              <a:cs typeface="Segoe UI Semibold" panose="020B0702040204020203" pitchFamily="34" charset="0"/>
            </a:endParaRPr>
          </a:p>
        </p:txBody>
      </p:sp>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5217" y="1789349"/>
            <a:ext cx="2631321" cy="430887"/>
          </a:xfrm>
        </p:spPr>
        <p:txBody>
          <a:bodyPr anchor="t"/>
          <a:lstStyle>
            <a:lvl1pPr>
              <a:defRPr sz="2800" b="1" i="0">
                <a:solidFill>
                  <a:schemeClr val="accent2"/>
                </a:solidFill>
                <a:latin typeface="+mj-lt"/>
                <a:cs typeface="Segoe UI Semibold" panose="020B0502040204020203" pitchFamily="34" charset="0"/>
              </a:defRPr>
            </a:lvl1pPr>
          </a:lstStyle>
          <a:p>
            <a:r>
              <a:rPr lang="en-US"/>
              <a:t>Title</a:t>
            </a:r>
          </a:p>
        </p:txBody>
      </p:sp>
      <p:sp>
        <p:nvSpPr>
          <p:cNvPr id="7" name="Text Placeholder 2">
            <a:extLst>
              <a:ext uri="{FF2B5EF4-FFF2-40B4-BE49-F238E27FC236}">
                <a16:creationId xmlns:a16="http://schemas.microsoft.com/office/drawing/2014/main" id="{7E9DBFD9-3E1E-4F19-AF15-56780F9C7927}"/>
              </a:ext>
            </a:extLst>
          </p:cNvPr>
          <p:cNvSpPr>
            <a:spLocks noGrp="1"/>
          </p:cNvSpPr>
          <p:nvPr>
            <p:ph type="body" sz="quarter" idx="11"/>
          </p:nvPr>
        </p:nvSpPr>
        <p:spPr>
          <a:xfrm>
            <a:off x="3593056" y="1789349"/>
            <a:ext cx="8016334" cy="353943"/>
          </a:xfrm>
        </p:spPr>
        <p:txBody>
          <a:bodyPr numCol="2" anchor="t"/>
          <a:lstStyle>
            <a:lvl1pPr marL="231775" indent="-231775">
              <a:spcBef>
                <a:spcPts val="600"/>
              </a:spcBef>
              <a:spcAft>
                <a:spcPts val="600"/>
              </a:spcAft>
              <a:buFont typeface="Wingdings" panose="05000000000000000000" pitchFamily="2" charset="2"/>
              <a:buChar char=""/>
              <a:defRPr>
                <a:solidFill>
                  <a:schemeClr val="tx1"/>
                </a:solidFill>
                <a:latin typeface="+mn-lt"/>
              </a:defRPr>
            </a:lvl1pPr>
          </a:lstStyle>
          <a:p>
            <a:pPr lvl="0"/>
            <a:r>
              <a:rPr lang="en-US"/>
              <a:t>Click to edit Master text styles</a:t>
            </a:r>
          </a:p>
        </p:txBody>
      </p:sp>
      <p:cxnSp>
        <p:nvCxnSpPr>
          <p:cNvPr id="8" name="Straight Connector 7">
            <a:extLst>
              <a:ext uri="{FF2B5EF4-FFF2-40B4-BE49-F238E27FC236}">
                <a16:creationId xmlns:a16="http://schemas.microsoft.com/office/drawing/2014/main" id="{DF1A9F7D-F14E-4BCE-9EB4-D9EF47B67809}"/>
              </a:ext>
              <a:ext uri="{C183D7F6-B498-43B3-948B-1728B52AA6E4}">
                <adec:decorative xmlns:adec="http://schemas.microsoft.com/office/drawing/2017/decorative" val="1"/>
              </a:ext>
            </a:extLst>
          </p:cNvPr>
          <p:cNvCxnSpPr>
            <a:cxnSpLocks/>
          </p:cNvCxnSpPr>
          <p:nvPr userDrawn="1"/>
        </p:nvCxnSpPr>
        <p:spPr>
          <a:xfrm>
            <a:off x="3593056" y="1498836"/>
            <a:ext cx="8016334" cy="0"/>
          </a:xfrm>
          <a:prstGeom prst="line">
            <a:avLst/>
          </a:prstGeom>
          <a:ln w="19050">
            <a:solidFill>
              <a:schemeClr val="tx1">
                <a:alpha val="3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a:cxnSpLocks/>
          </p:cNvCxnSpPr>
          <p:nvPr userDrawn="1"/>
        </p:nvCxnSpPr>
        <p:spPr>
          <a:xfrm>
            <a:off x="585217" y="1498836"/>
            <a:ext cx="2631321" cy="0"/>
          </a:xfrm>
          <a:prstGeom prst="line">
            <a:avLst/>
          </a:prstGeom>
          <a:ln w="28575">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5787509"/>
      </p:ext>
    </p:extLst>
  </p:cSld>
  <p:clrMapOvr>
    <a:masterClrMapping/>
  </p:clrMapOvr>
  <p:transition>
    <p:fade/>
  </p:transition>
  <p:extLst>
    <p:ext uri="{DCECCB84-F9BA-43D5-87BE-67443E8EF086}">
      <p15:sldGuideLst xmlns:p15="http://schemas.microsoft.com/office/powerpoint/2012/main">
        <p15:guide id="13" pos="2745">
          <p15:clr>
            <a:srgbClr val="5ACBF0"/>
          </p15:clr>
        </p15:guide>
        <p15:guide id="29" orient="horz" pos="1272">
          <p15:clr>
            <a:srgbClr val="5ACBF0"/>
          </p15:clr>
        </p15:guide>
        <p15:guide id="30" pos="2375">
          <p15:clr>
            <a:srgbClr val="5ACBF0"/>
          </p15:clr>
        </p15:guide>
        <p15:guide id="32" orient="horz" pos="1455">
          <p15:clr>
            <a:srgbClr val="5ACBF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1_Divider">
    <p:bg>
      <p:bgPr>
        <a:solidFill>
          <a:schemeClr val="accent1"/>
        </a:solidFill>
        <a:effectLst/>
      </p:bgPr>
    </p:bg>
    <p:spTree>
      <p:nvGrpSpPr>
        <p:cNvPr id="1" name=""/>
        <p:cNvGrpSpPr/>
        <p:nvPr/>
      </p:nvGrpSpPr>
      <p:grpSpPr>
        <a:xfrm>
          <a:off x="0" y="0"/>
          <a:ext cx="0" cy="0"/>
          <a:chOff x="0" y="0"/>
          <a:chExt cx="0" cy="0"/>
        </a:xfrm>
      </p:grpSpPr>
      <p:pic>
        <p:nvPicPr>
          <p:cNvPr id="7" name="Picture 6" descr="A close up of a glass object&#10;&#10;Description automatically generated">
            <a:extLst>
              <a:ext uri="{FF2B5EF4-FFF2-40B4-BE49-F238E27FC236}">
                <a16:creationId xmlns:a16="http://schemas.microsoft.com/office/drawing/2014/main" id="{202B506A-483A-ADB6-D6D1-C736D738F185}"/>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0" y="2"/>
            <a:ext cx="12192000" cy="6858000"/>
          </a:xfrm>
          <a:prstGeom prst="rect">
            <a:avLst/>
          </a:prstGeom>
        </p:spPr>
      </p:pic>
      <p:sp>
        <p:nvSpPr>
          <p:cNvPr id="5" name="Freeform: Shape 4">
            <a:extLst>
              <a:ext uri="{FF2B5EF4-FFF2-40B4-BE49-F238E27FC236}">
                <a16:creationId xmlns:a16="http://schemas.microsoft.com/office/drawing/2014/main" id="{DEBD55BF-62EF-ED92-3650-C400F8B9569D}"/>
              </a:ext>
            </a:extLst>
          </p:cNvPr>
          <p:cNvSpPr/>
          <p:nvPr userDrawn="1"/>
        </p:nvSpPr>
        <p:spPr bwMode="auto">
          <a:xfrm>
            <a:off x="0" y="2006602"/>
            <a:ext cx="7977243" cy="2844799"/>
          </a:xfrm>
          <a:custGeom>
            <a:avLst/>
            <a:gdLst>
              <a:gd name="connsiteX0" fmla="*/ 0 w 7977243"/>
              <a:gd name="connsiteY0" fmla="*/ 0 h 2844800"/>
              <a:gd name="connsiteX1" fmla="*/ 6554843 w 7977243"/>
              <a:gd name="connsiteY1" fmla="*/ 0 h 2844800"/>
              <a:gd name="connsiteX2" fmla="*/ 7977243 w 7977243"/>
              <a:gd name="connsiteY2" fmla="*/ 1422400 h 2844800"/>
              <a:gd name="connsiteX3" fmla="*/ 6554843 w 7977243"/>
              <a:gd name="connsiteY3" fmla="*/ 2844800 h 2844800"/>
              <a:gd name="connsiteX4" fmla="*/ 0 w 7977243"/>
              <a:gd name="connsiteY4" fmla="*/ 2844800 h 2844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77243" h="2844800">
                <a:moveTo>
                  <a:pt x="0" y="0"/>
                </a:moveTo>
                <a:lnTo>
                  <a:pt x="6554843" y="0"/>
                </a:lnTo>
                <a:cubicBezTo>
                  <a:pt x="7340413" y="0"/>
                  <a:pt x="7977243" y="636830"/>
                  <a:pt x="7977243" y="1422400"/>
                </a:cubicBezTo>
                <a:cubicBezTo>
                  <a:pt x="7977243" y="2207970"/>
                  <a:pt x="7340413" y="2844800"/>
                  <a:pt x="6554843" y="2844800"/>
                </a:cubicBezTo>
                <a:lnTo>
                  <a:pt x="0" y="2844800"/>
                </a:lnTo>
                <a:close/>
              </a:path>
            </a:pathLst>
          </a:custGeom>
          <a:gradFill flip="none" rotWithShape="1">
            <a:gsLst>
              <a:gs pos="89000">
                <a:schemeClr val="bg1">
                  <a:alpha val="69000"/>
                </a:schemeClr>
              </a:gs>
              <a:gs pos="100000">
                <a:schemeClr val="bg1">
                  <a:alpha val="92000"/>
                </a:schemeClr>
              </a:gs>
            </a:gsLst>
            <a:path path="rect">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sz="749" err="1"/>
          </a:p>
        </p:txBody>
      </p:sp>
      <p:sp>
        <p:nvSpPr>
          <p:cNvPr id="2" name="Title 1"/>
          <p:cNvSpPr>
            <a:spLocks noGrp="1"/>
          </p:cNvSpPr>
          <p:nvPr>
            <p:ph type="title" hasCustomPrompt="1"/>
          </p:nvPr>
        </p:nvSpPr>
        <p:spPr>
          <a:xfrm>
            <a:off x="1248938" y="3182780"/>
            <a:ext cx="5229922" cy="492443"/>
          </a:xfrm>
        </p:spPr>
        <p:txBody>
          <a:bodyPr wrap="square" rIns="0" anchor="ctr" anchorCtr="0">
            <a:spAutoFit/>
          </a:bodyPr>
          <a:lstStyle>
            <a:lvl1pPr>
              <a:lnSpc>
                <a:spcPct val="100000"/>
              </a:lnSpc>
              <a:defRPr sz="3200" b="0" spc="-49" baseline="0">
                <a:solidFill>
                  <a:srgbClr val="000000"/>
                </a:solidFill>
                <a:latin typeface="+mj-lt"/>
                <a:cs typeface="Segoe UI Semilight" panose="020B0402040204020203" pitchFamily="34" charset="0"/>
              </a:defRPr>
            </a:lvl1pPr>
          </a:lstStyle>
          <a:p>
            <a:r>
              <a:rPr lang="en-US"/>
              <a:t>Divider slide</a:t>
            </a:r>
          </a:p>
        </p:txBody>
      </p:sp>
    </p:spTree>
    <p:extLst>
      <p:ext uri="{BB962C8B-B14F-4D97-AF65-F5344CB8AC3E}">
        <p14:creationId xmlns:p14="http://schemas.microsoft.com/office/powerpoint/2010/main" val="4200612321"/>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5" orient="horz" pos="2160">
          <p15:clr>
            <a:srgbClr val="FBAE40"/>
          </p15:clr>
        </p15:guide>
        <p15:guide id="6" pos="2991">
          <p15:clr>
            <a:srgbClr val="5ACBF0"/>
          </p15:clr>
        </p15:guide>
        <p15:guide id="7" pos="3727">
          <p15:clr>
            <a:srgbClr val="C35EA4"/>
          </p15:clr>
        </p15:guide>
        <p15:guide id="8" pos="3545">
          <p15:clr>
            <a:srgbClr val="A4A3A4"/>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Closing logo slide">
    <p:bg>
      <p:bgPr>
        <a:solidFill>
          <a:schemeClr val="accent1"/>
        </a:solidFill>
        <a:effectLst/>
      </p:bgPr>
    </p:bg>
    <p:spTree>
      <p:nvGrpSpPr>
        <p:cNvPr id="1" name=""/>
        <p:cNvGrpSpPr/>
        <p:nvPr/>
      </p:nvGrpSpPr>
      <p:grpSpPr>
        <a:xfrm>
          <a:off x="0" y="0"/>
          <a:ext cx="0" cy="0"/>
          <a:chOff x="0" y="0"/>
          <a:chExt cx="0" cy="0"/>
        </a:xfrm>
      </p:grpSpPr>
      <p:pic>
        <p:nvPicPr>
          <p:cNvPr id="3" name="Picture 2" descr="A close up of a glass&#10;&#10;Description automatically generated">
            <a:extLst>
              <a:ext uri="{FF2B5EF4-FFF2-40B4-BE49-F238E27FC236}">
                <a16:creationId xmlns:a16="http://schemas.microsoft.com/office/drawing/2014/main" id="{4F5CE529-272F-D619-67D6-09FCFE939A7A}"/>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0" y="2"/>
            <a:ext cx="12192000" cy="6858000"/>
          </a:xfrm>
          <a:prstGeom prst="rect">
            <a:avLst/>
          </a:prstGeom>
        </p:spPr>
      </p:pic>
      <p:sp>
        <p:nvSpPr>
          <p:cNvPr id="2" name="Text Box 3"/>
          <p:cNvSpPr txBox="1">
            <a:spLocks noChangeArrowheads="1"/>
          </p:cNvSpPr>
          <p:nvPr userDrawn="1"/>
        </p:nvSpPr>
        <p:spPr bwMode="blackWhite">
          <a:xfrm>
            <a:off x="584202" y="6161317"/>
            <a:ext cx="4482123"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a:solidFill>
                  <a:schemeClr val="bg1"/>
                </a:solidFill>
                <a:cs typeface="Segoe UI" pitchFamily="34" charset="0"/>
              </a:rPr>
              <a:t>© Copyright Microsoft Corporation. All rights reserved. </a:t>
            </a:r>
          </a:p>
        </p:txBody>
      </p:sp>
    </p:spTree>
    <p:extLst>
      <p:ext uri="{BB962C8B-B14F-4D97-AF65-F5344CB8AC3E}">
        <p14:creationId xmlns:p14="http://schemas.microsoft.com/office/powerpoint/2010/main" val="3688127557"/>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bwMode="white">
          <a:xfrm>
            <a:off x="588264" y="510989"/>
            <a:ext cx="11018521" cy="430887"/>
          </a:xfrm>
        </p:spPr>
        <p:txBody>
          <a:bodyPr/>
          <a:lstStyle>
            <a:lvl1pPr>
              <a:defRPr b="0">
                <a:gradFill>
                  <a:gsLst>
                    <a:gs pos="1250">
                      <a:schemeClr val="tx1"/>
                    </a:gs>
                    <a:gs pos="100000">
                      <a:schemeClr val="tx1"/>
                    </a:gs>
                  </a:gsLst>
                  <a:lin ang="5400000" scaled="0"/>
                </a:gradFill>
                <a:latin typeface="+mj-lt"/>
                <a:ea typeface="Segoe UI" pitchFamily="34" charset="0"/>
                <a:cs typeface="Segoe UI" pitchFamily="34" charset="0"/>
              </a:defRPr>
            </a:lvl1pPr>
          </a:lstStyle>
          <a:p>
            <a:r>
              <a:rPr lang="en-US"/>
              <a:t>Click to edit Master title style</a:t>
            </a:r>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199" y="1436690"/>
            <a:ext cx="11018839" cy="2286780"/>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Next slide"/>
          <p:cNvSpPr>
            <a:spLocks noGrp="1"/>
          </p:cNvSpPr>
          <p:nvPr>
            <p:ph type="body" sz="quarter" idx="11" hasCustomPrompt="1"/>
          </p:nvPr>
        </p:nvSpPr>
        <p:spPr>
          <a:xfrm>
            <a:off x="2" y="6269039"/>
            <a:ext cx="12192000" cy="588965"/>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a:t>Next:</a:t>
            </a:r>
          </a:p>
        </p:txBody>
      </p:sp>
    </p:spTree>
    <p:extLst>
      <p:ext uri="{BB962C8B-B14F-4D97-AF65-F5344CB8AC3E}">
        <p14:creationId xmlns:p14="http://schemas.microsoft.com/office/powerpoint/2010/main" val="2843395596"/>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5">
          <p15:clr>
            <a:srgbClr val="5ACBF0"/>
          </p15:clr>
        </p15:guide>
        <p15:guide id="2" orient="horz" pos="287">
          <p15:clr>
            <a:srgbClr val="5ACBF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userDrawn="1">
  <p:cSld name="Soft background only">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7DA21B3-4424-4158-4F74-C7F196263C20}"/>
              </a:ext>
            </a:extLst>
          </p:cNvPr>
          <p:cNvSpPr/>
          <p:nvPr userDrawn="1"/>
        </p:nvSpPr>
        <p:spPr bwMode="auto">
          <a:xfrm>
            <a:off x="0" y="4956632"/>
            <a:ext cx="12192000" cy="1901370"/>
          </a:xfrm>
          <a:prstGeom prst="rect">
            <a:avLst/>
          </a:prstGeom>
          <a:gradFill flip="none" rotWithShape="1">
            <a:gsLst>
              <a:gs pos="26000">
                <a:schemeClr val="bg1">
                  <a:alpha val="0"/>
                </a:schemeClr>
              </a:gs>
              <a:gs pos="70000">
                <a:schemeClr val="bg1">
                  <a:alpha val="60000"/>
                </a:schemeClr>
              </a:gs>
            </a:gsLst>
            <a:lin ang="54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grpSp>
        <p:nvGrpSpPr>
          <p:cNvPr id="3" name="Group 2">
            <a:extLst>
              <a:ext uri="{FF2B5EF4-FFF2-40B4-BE49-F238E27FC236}">
                <a16:creationId xmlns:a16="http://schemas.microsoft.com/office/drawing/2014/main" id="{55F9204C-3F26-4B75-3C9A-C84670D7A3BF}"/>
              </a:ext>
            </a:extLst>
          </p:cNvPr>
          <p:cNvGrpSpPr/>
          <p:nvPr userDrawn="1"/>
        </p:nvGrpSpPr>
        <p:grpSpPr>
          <a:xfrm>
            <a:off x="0" y="2"/>
            <a:ext cx="12192000" cy="6858000"/>
            <a:chOff x="0" y="0"/>
            <a:chExt cx="12192000" cy="6858000"/>
          </a:xfrm>
        </p:grpSpPr>
        <p:pic>
          <p:nvPicPr>
            <p:cNvPr id="5" name="Picture 4" descr="A blurry image of a person's hand&#10;&#10;Description automatically generated">
              <a:extLst>
                <a:ext uri="{FF2B5EF4-FFF2-40B4-BE49-F238E27FC236}">
                  <a16:creationId xmlns:a16="http://schemas.microsoft.com/office/drawing/2014/main" id="{B890A04F-278F-1602-9E64-8C8C5A93D3AB}"/>
                </a:ext>
              </a:extLst>
            </p:cNvPr>
            <p:cNvPicPr>
              <a:picLocks noChangeAspect="1"/>
            </p:cNvPicPr>
            <p:nvPr userDrawn="1"/>
          </p:nvPicPr>
          <p:blipFill rotWithShape="1">
            <a:blip r:embed="rId2" cstate="screen">
              <a:extLst>
                <a:ext uri="{BEBA8EAE-BF5A-486C-A8C5-ECC9F3942E4B}">
                  <a14:imgProps xmlns:a14="http://schemas.microsoft.com/office/drawing/2010/main">
                    <a14:imgLayer r:embed="rId3">
                      <a14:imgEffect>
                        <a14:artisticBlur radius="75"/>
                      </a14:imgEffect>
                    </a14:imgLayer>
                  </a14:imgProps>
                </a:ext>
                <a:ext uri="{28A0092B-C50C-407E-A947-70E740481C1C}">
                  <a14:useLocalDpi xmlns:a14="http://schemas.microsoft.com/office/drawing/2010/main"/>
                </a:ext>
              </a:extLst>
            </a:blip>
            <a:srcRect t="2407"/>
            <a:stretch/>
          </p:blipFill>
          <p:spPr>
            <a:xfrm>
              <a:off x="0" y="0"/>
              <a:ext cx="12192000" cy="6692900"/>
            </a:xfrm>
            <a:prstGeom prst="rect">
              <a:avLst/>
            </a:prstGeom>
          </p:spPr>
        </p:pic>
        <p:sp>
          <p:nvSpPr>
            <p:cNvPr id="7" name="Rectangle 6">
              <a:extLst>
                <a:ext uri="{FF2B5EF4-FFF2-40B4-BE49-F238E27FC236}">
                  <a16:creationId xmlns:a16="http://schemas.microsoft.com/office/drawing/2014/main" id="{E16343BD-8AB7-4C7A-F9EE-B2FBF358D3A6}"/>
                </a:ext>
              </a:extLst>
            </p:cNvPr>
            <p:cNvSpPr/>
            <p:nvPr userDrawn="1"/>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grpSp>
    </p:spTree>
    <p:extLst>
      <p:ext uri="{BB962C8B-B14F-4D97-AF65-F5344CB8AC3E}">
        <p14:creationId xmlns:p14="http://schemas.microsoft.com/office/powerpoint/2010/main" val="22905822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1">
          <p15:clr>
            <a:srgbClr val="5ACBF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userDrawn="1">
  <p:cSld name="5_Title and Conten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BAD58F4-D255-D330-4E5D-A82F308095F3}"/>
              </a:ext>
            </a:extLst>
          </p:cNvPr>
          <p:cNvSpPr/>
          <p:nvPr userDrawn="1"/>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pic>
        <p:nvPicPr>
          <p:cNvPr id="5" name="Picture 4" descr="A close-up of a ribbon&#10;&#10;Description automatically generated">
            <a:extLst>
              <a:ext uri="{FF2B5EF4-FFF2-40B4-BE49-F238E27FC236}">
                <a16:creationId xmlns:a16="http://schemas.microsoft.com/office/drawing/2014/main" id="{0C8AED29-A2C9-D869-28FB-33C34244EB25}"/>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 y="2"/>
            <a:ext cx="5755005" cy="6718302"/>
          </a:xfrm>
          <a:prstGeom prst="rect">
            <a:avLst/>
          </a:prstGeom>
        </p:spPr>
      </p:pic>
      <p:sp>
        <p:nvSpPr>
          <p:cNvPr id="6" name="Title 5">
            <a:extLst>
              <a:ext uri="{FF2B5EF4-FFF2-40B4-BE49-F238E27FC236}">
                <a16:creationId xmlns:a16="http://schemas.microsoft.com/office/drawing/2014/main" id="{D36FB7E5-87C4-6FBF-8057-6A49387F3931}"/>
              </a:ext>
            </a:extLst>
          </p:cNvPr>
          <p:cNvSpPr>
            <a:spLocks noGrp="1"/>
          </p:cNvSpPr>
          <p:nvPr>
            <p:ph type="title"/>
          </p:nvPr>
        </p:nvSpPr>
        <p:spPr>
          <a:xfrm>
            <a:off x="6161089" y="472441"/>
            <a:ext cx="5477403" cy="1292662"/>
          </a:xfrm>
        </p:spPr>
        <p:txBody>
          <a:bodyPr/>
          <a:lstStyle>
            <a:lvl1pPr>
              <a:defRPr sz="4200"/>
            </a:lvl1pPr>
          </a:lstStyle>
          <a:p>
            <a:r>
              <a:rPr lang="en-US"/>
              <a:t>Click to edit Master title style</a:t>
            </a:r>
          </a:p>
        </p:txBody>
      </p:sp>
      <p:sp>
        <p:nvSpPr>
          <p:cNvPr id="8" name="Content Placeholder 7">
            <a:extLst>
              <a:ext uri="{FF2B5EF4-FFF2-40B4-BE49-F238E27FC236}">
                <a16:creationId xmlns:a16="http://schemas.microsoft.com/office/drawing/2014/main" id="{6507EF33-243D-F899-378F-5B2E5E1462AF}"/>
              </a:ext>
            </a:extLst>
          </p:cNvPr>
          <p:cNvSpPr>
            <a:spLocks noGrp="1"/>
          </p:cNvSpPr>
          <p:nvPr>
            <p:ph sz="quarter" idx="10"/>
          </p:nvPr>
        </p:nvSpPr>
        <p:spPr>
          <a:xfrm>
            <a:off x="6161087" y="1638300"/>
            <a:ext cx="5481637" cy="1486561"/>
          </a:xfrm>
        </p:spPr>
        <p:txBody>
          <a:bodyPr/>
          <a:lstStyle>
            <a:lvl1pPr>
              <a:defRPr>
                <a:solidFill>
                  <a:schemeClr val="accent2"/>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6FBA23A4-F1C1-BC53-6BDE-D0642CBCD4BB}"/>
              </a:ext>
            </a:extLst>
          </p:cNvPr>
          <p:cNvSpPr>
            <a:spLocks noGrp="1"/>
          </p:cNvSpPr>
          <p:nvPr>
            <p:ph type="ftr" sz="quarter" idx="11"/>
          </p:nvPr>
        </p:nvSpPr>
        <p:spPr>
          <a:xfrm>
            <a:off x="549276" y="6341191"/>
            <a:ext cx="4892619" cy="246223"/>
          </a:xfrm>
        </p:spPr>
        <p:txBody>
          <a:bodyPr/>
          <a:lstStyle>
            <a:lvl1pPr>
              <a:defRPr>
                <a:solidFill>
                  <a:schemeClr val="bg1"/>
                </a:solidFill>
              </a:defRPr>
            </a:lvl1pPr>
          </a:lstStyle>
          <a:p>
            <a:pPr defTabSz="914400">
              <a:defRPr/>
            </a:pPr>
            <a:r>
              <a:rPr lang="en-US" sz="1000">
                <a:solidFill>
                  <a:prstClr val="white"/>
                </a:solidFill>
                <a:latin typeface="Segoe UI"/>
              </a:rPr>
              <a:t>Data Security and Information Protection</a:t>
            </a:r>
          </a:p>
        </p:txBody>
      </p:sp>
      <p:sp>
        <p:nvSpPr>
          <p:cNvPr id="10" name="Slide Number Placeholder 9">
            <a:extLst>
              <a:ext uri="{FF2B5EF4-FFF2-40B4-BE49-F238E27FC236}">
                <a16:creationId xmlns:a16="http://schemas.microsoft.com/office/drawing/2014/main" id="{A6AF72F4-0DE1-2DD9-3037-A847E28315EB}"/>
              </a:ext>
            </a:extLst>
          </p:cNvPr>
          <p:cNvSpPr>
            <a:spLocks noGrp="1"/>
          </p:cNvSpPr>
          <p:nvPr>
            <p:ph type="sldNum" sz="quarter" idx="12"/>
          </p:nvPr>
        </p:nvSpPr>
        <p:spPr/>
        <p:txBody>
          <a:bodyPr/>
          <a:lstStyle/>
          <a:p>
            <a:pPr algn="r" defTabSz="914400">
              <a:defRPr/>
            </a:pPr>
            <a:fld id="{C67CA0B0-04EF-433A-8113-67BC344D39D3}" type="slidenum">
              <a:rPr lang="en-US" sz="1000" smtClean="0">
                <a:solidFill>
                  <a:prstClr val="black">
                    <a:lumMod val="50000"/>
                    <a:lumOff val="50000"/>
                  </a:prstClr>
                </a:solidFill>
                <a:latin typeface="Segoe UI"/>
              </a:rPr>
              <a:pPr algn="r" defTabSz="914400">
                <a:defRPr/>
              </a:pPr>
              <a:t>‹#›</a:t>
            </a:fld>
            <a:endParaRPr lang="en-US" sz="1000">
              <a:solidFill>
                <a:prstClr val="black">
                  <a:lumMod val="50000"/>
                  <a:lumOff val="50000"/>
                </a:prstClr>
              </a:solidFill>
              <a:latin typeface="Segoe UI"/>
            </a:endParaRPr>
          </a:p>
        </p:txBody>
      </p:sp>
    </p:spTree>
    <p:extLst>
      <p:ext uri="{BB962C8B-B14F-4D97-AF65-F5344CB8AC3E}">
        <p14:creationId xmlns:p14="http://schemas.microsoft.com/office/powerpoint/2010/main" val="419098289"/>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userDrawn="1">
  <p:cSld name="2_Title Only">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1B337E0A-AA0A-563E-746F-88DFDBD46F6A}"/>
              </a:ext>
            </a:extLst>
          </p:cNvPr>
          <p:cNvGrpSpPr/>
          <p:nvPr userDrawn="1"/>
        </p:nvGrpSpPr>
        <p:grpSpPr>
          <a:xfrm>
            <a:off x="0" y="2"/>
            <a:ext cx="12192000" cy="6858000"/>
            <a:chOff x="0" y="0"/>
            <a:chExt cx="12192000" cy="6858000"/>
          </a:xfrm>
        </p:grpSpPr>
        <p:pic>
          <p:nvPicPr>
            <p:cNvPr id="4" name="Picture 3" descr="A blurry image of a person's hand&#10;&#10;Description automatically generated">
              <a:extLst>
                <a:ext uri="{FF2B5EF4-FFF2-40B4-BE49-F238E27FC236}">
                  <a16:creationId xmlns:a16="http://schemas.microsoft.com/office/drawing/2014/main" id="{981B8DF7-34EC-6688-A88F-ED8C3597D696}"/>
                </a:ext>
              </a:extLst>
            </p:cNvPr>
            <p:cNvPicPr>
              <a:picLocks noChangeAspect="1"/>
            </p:cNvPicPr>
            <p:nvPr userDrawn="1"/>
          </p:nvPicPr>
          <p:blipFill rotWithShape="1">
            <a:blip r:embed="rId2" cstate="screen">
              <a:extLst>
                <a:ext uri="{BEBA8EAE-BF5A-486C-A8C5-ECC9F3942E4B}">
                  <a14:imgProps xmlns:a14="http://schemas.microsoft.com/office/drawing/2010/main">
                    <a14:imgLayer r:embed="rId3">
                      <a14:imgEffect>
                        <a14:artisticBlur radius="75"/>
                      </a14:imgEffect>
                    </a14:imgLayer>
                  </a14:imgProps>
                </a:ext>
                <a:ext uri="{28A0092B-C50C-407E-A947-70E740481C1C}">
                  <a14:useLocalDpi xmlns:a14="http://schemas.microsoft.com/office/drawing/2010/main"/>
                </a:ext>
              </a:extLst>
            </a:blip>
            <a:srcRect t="2407"/>
            <a:stretch/>
          </p:blipFill>
          <p:spPr>
            <a:xfrm>
              <a:off x="0" y="0"/>
              <a:ext cx="12192000" cy="6692900"/>
            </a:xfrm>
            <a:prstGeom prst="rect">
              <a:avLst/>
            </a:prstGeom>
          </p:spPr>
        </p:pic>
        <p:sp>
          <p:nvSpPr>
            <p:cNvPr id="6" name="Rectangle 5">
              <a:extLst>
                <a:ext uri="{FF2B5EF4-FFF2-40B4-BE49-F238E27FC236}">
                  <a16:creationId xmlns:a16="http://schemas.microsoft.com/office/drawing/2014/main" id="{7F178E1B-908A-F34D-06CD-1931EB203ECF}"/>
                </a:ext>
              </a:extLst>
            </p:cNvPr>
            <p:cNvSpPr/>
            <p:nvPr userDrawn="1"/>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grpSp>
      <p:sp>
        <p:nvSpPr>
          <p:cNvPr id="5" name="Title 4">
            <a:extLst>
              <a:ext uri="{FF2B5EF4-FFF2-40B4-BE49-F238E27FC236}">
                <a16:creationId xmlns:a16="http://schemas.microsoft.com/office/drawing/2014/main" id="{90A9B380-75A5-7CED-05A1-1EC949DF36A8}"/>
              </a:ext>
            </a:extLst>
          </p:cNvPr>
          <p:cNvSpPr>
            <a:spLocks noGrp="1"/>
          </p:cNvSpPr>
          <p:nvPr>
            <p:ph type="title"/>
          </p:nvPr>
        </p:nvSpPr>
        <p:spPr>
          <a:xfrm>
            <a:off x="574817" y="510989"/>
            <a:ext cx="11018521" cy="430887"/>
          </a:xfrm>
        </p:spPr>
        <p:txBody>
          <a:bodyPr/>
          <a:lstStyle/>
          <a:p>
            <a:r>
              <a:rPr lang="en-US"/>
              <a:t>Click to edit Master title style</a:t>
            </a:r>
          </a:p>
        </p:txBody>
      </p:sp>
      <p:sp>
        <p:nvSpPr>
          <p:cNvPr id="7" name="!!Rectangle: Rounded Corners 5">
            <a:extLst>
              <a:ext uri="{FF2B5EF4-FFF2-40B4-BE49-F238E27FC236}">
                <a16:creationId xmlns:a16="http://schemas.microsoft.com/office/drawing/2014/main" id="{1AA36030-2EFC-F7BC-0E57-DEE9AF686297}"/>
              </a:ext>
              <a:ext uri="{C183D7F6-B498-43B3-948B-1728B52AA6E4}">
                <adec:decorative xmlns:adec="http://schemas.microsoft.com/office/drawing/2017/decorative" val="1"/>
              </a:ext>
            </a:extLst>
          </p:cNvPr>
          <p:cNvSpPr>
            <a:spLocks/>
          </p:cNvSpPr>
          <p:nvPr userDrawn="1"/>
        </p:nvSpPr>
        <p:spPr>
          <a:xfrm>
            <a:off x="584202" y="1672592"/>
            <a:ext cx="2637483" cy="4687570"/>
          </a:xfrm>
          <a:prstGeom prst="roundRect">
            <a:avLst>
              <a:gd name="adj" fmla="val 3204"/>
            </a:avLst>
          </a:prstGeom>
          <a:solidFill>
            <a:schemeClr val="bg1">
              <a:alpha val="53000"/>
            </a:schemeClr>
          </a:solidFill>
          <a:ln w="1270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90000"/>
              </a:lnSpc>
              <a:spcBef>
                <a:spcPts val="300"/>
              </a:spcBef>
              <a:spcAft>
                <a:spcPts val="600"/>
              </a:spcAft>
              <a:buClr>
                <a:srgbClr val="243A5E"/>
              </a:buClr>
              <a:buSzPct val="110000"/>
              <a:buFontTx/>
              <a:buNone/>
              <a:tabLst/>
              <a:defRPr/>
            </a:pPr>
            <a:endParaRPr kumimoji="0" lang="en-US" sz="1600" b="0" i="0" u="none" strike="noStrike" kern="1200" cap="none" spc="0" normalizeH="0" baseline="0" noProof="0">
              <a:ln>
                <a:noFill/>
              </a:ln>
              <a:solidFill>
                <a:srgbClr val="7030A0"/>
              </a:solidFill>
              <a:effectLst/>
              <a:uLnTx/>
              <a:uFillTx/>
              <a:latin typeface="Segoe Sans Display Semibold"/>
              <a:ea typeface="+mn-ea"/>
              <a:cs typeface="Segoe UI" panose="020B0502040204020203" pitchFamily="34" charset="0"/>
            </a:endParaRPr>
          </a:p>
        </p:txBody>
      </p:sp>
      <p:sp>
        <p:nvSpPr>
          <p:cNvPr id="10" name="!!Rectangle: Rounded Corners 5">
            <a:extLst>
              <a:ext uri="{FF2B5EF4-FFF2-40B4-BE49-F238E27FC236}">
                <a16:creationId xmlns:a16="http://schemas.microsoft.com/office/drawing/2014/main" id="{4D8E68CF-84CA-B8E7-9A71-0C8D0C00E44B}"/>
              </a:ext>
              <a:ext uri="{C183D7F6-B498-43B3-948B-1728B52AA6E4}">
                <adec:decorative xmlns:adec="http://schemas.microsoft.com/office/drawing/2017/decorative" val="1"/>
              </a:ext>
            </a:extLst>
          </p:cNvPr>
          <p:cNvSpPr>
            <a:spLocks/>
          </p:cNvSpPr>
          <p:nvPr userDrawn="1"/>
        </p:nvSpPr>
        <p:spPr>
          <a:xfrm>
            <a:off x="3374752" y="1672592"/>
            <a:ext cx="2637483" cy="4687570"/>
          </a:xfrm>
          <a:prstGeom prst="roundRect">
            <a:avLst>
              <a:gd name="adj" fmla="val 3204"/>
            </a:avLst>
          </a:prstGeom>
          <a:solidFill>
            <a:schemeClr val="bg1">
              <a:alpha val="53000"/>
            </a:schemeClr>
          </a:solidFill>
          <a:ln w="1270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90000"/>
              </a:lnSpc>
              <a:spcBef>
                <a:spcPts val="300"/>
              </a:spcBef>
              <a:spcAft>
                <a:spcPts val="600"/>
              </a:spcAft>
              <a:buClr>
                <a:srgbClr val="243A5E"/>
              </a:buClr>
              <a:buSzPct val="110000"/>
              <a:buFontTx/>
              <a:buNone/>
              <a:tabLst/>
              <a:defRPr/>
            </a:pPr>
            <a:endParaRPr kumimoji="0" lang="en-US" sz="1600" b="0" i="0" u="none" strike="noStrike" kern="1200" cap="none" spc="0" normalizeH="0" baseline="0" noProof="0">
              <a:ln>
                <a:noFill/>
              </a:ln>
              <a:solidFill>
                <a:srgbClr val="7030A0"/>
              </a:solidFill>
              <a:effectLst/>
              <a:uLnTx/>
              <a:uFillTx/>
              <a:latin typeface="Segoe Sans Display Semibold"/>
              <a:ea typeface="+mn-ea"/>
              <a:cs typeface="Segoe UI" panose="020B0502040204020203" pitchFamily="34" charset="0"/>
            </a:endParaRPr>
          </a:p>
        </p:txBody>
      </p:sp>
      <p:sp>
        <p:nvSpPr>
          <p:cNvPr id="11" name="!!Rectangle: Rounded Corners 5">
            <a:extLst>
              <a:ext uri="{FF2B5EF4-FFF2-40B4-BE49-F238E27FC236}">
                <a16:creationId xmlns:a16="http://schemas.microsoft.com/office/drawing/2014/main" id="{32B064D2-AE97-A947-10A8-DC12852C7462}"/>
              </a:ext>
              <a:ext uri="{C183D7F6-B498-43B3-948B-1728B52AA6E4}">
                <adec:decorative xmlns:adec="http://schemas.microsoft.com/office/drawing/2017/decorative" val="1"/>
              </a:ext>
            </a:extLst>
          </p:cNvPr>
          <p:cNvSpPr>
            <a:spLocks/>
          </p:cNvSpPr>
          <p:nvPr userDrawn="1"/>
        </p:nvSpPr>
        <p:spPr>
          <a:xfrm>
            <a:off x="6165302" y="1672592"/>
            <a:ext cx="2637483" cy="4687570"/>
          </a:xfrm>
          <a:prstGeom prst="roundRect">
            <a:avLst>
              <a:gd name="adj" fmla="val 3204"/>
            </a:avLst>
          </a:prstGeom>
          <a:solidFill>
            <a:schemeClr val="bg1">
              <a:alpha val="53000"/>
            </a:schemeClr>
          </a:solidFill>
          <a:ln w="1270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90000"/>
              </a:lnSpc>
              <a:spcBef>
                <a:spcPts val="300"/>
              </a:spcBef>
              <a:spcAft>
                <a:spcPts val="600"/>
              </a:spcAft>
              <a:buClr>
                <a:srgbClr val="243A5E"/>
              </a:buClr>
              <a:buSzPct val="110000"/>
              <a:buFontTx/>
              <a:buNone/>
              <a:tabLst/>
              <a:defRPr/>
            </a:pPr>
            <a:endParaRPr kumimoji="0" lang="en-US" sz="1600" b="0" i="0" u="none" strike="noStrike" kern="1200" cap="none" spc="0" normalizeH="0" baseline="0" noProof="0">
              <a:ln>
                <a:noFill/>
              </a:ln>
              <a:solidFill>
                <a:srgbClr val="7030A0"/>
              </a:solidFill>
              <a:effectLst/>
              <a:uLnTx/>
              <a:uFillTx/>
              <a:latin typeface="Segoe Sans Display Semibold"/>
              <a:ea typeface="+mn-ea"/>
              <a:cs typeface="Segoe UI" panose="020B0502040204020203" pitchFamily="34" charset="0"/>
            </a:endParaRPr>
          </a:p>
        </p:txBody>
      </p:sp>
      <p:sp>
        <p:nvSpPr>
          <p:cNvPr id="13" name="!!Rectangle: Rounded Corners 5">
            <a:extLst>
              <a:ext uri="{FF2B5EF4-FFF2-40B4-BE49-F238E27FC236}">
                <a16:creationId xmlns:a16="http://schemas.microsoft.com/office/drawing/2014/main" id="{29460811-B3CD-4FC2-8523-33502A6608E0}"/>
              </a:ext>
              <a:ext uri="{C183D7F6-B498-43B3-948B-1728B52AA6E4}">
                <adec:decorative xmlns:adec="http://schemas.microsoft.com/office/drawing/2017/decorative" val="1"/>
              </a:ext>
            </a:extLst>
          </p:cNvPr>
          <p:cNvSpPr>
            <a:spLocks/>
          </p:cNvSpPr>
          <p:nvPr userDrawn="1"/>
        </p:nvSpPr>
        <p:spPr>
          <a:xfrm>
            <a:off x="8955853" y="1672592"/>
            <a:ext cx="2637483" cy="4687570"/>
          </a:xfrm>
          <a:prstGeom prst="roundRect">
            <a:avLst>
              <a:gd name="adj" fmla="val 3204"/>
            </a:avLst>
          </a:prstGeom>
          <a:solidFill>
            <a:schemeClr val="bg1">
              <a:alpha val="53000"/>
            </a:schemeClr>
          </a:solidFill>
          <a:ln w="1270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90000"/>
              </a:lnSpc>
              <a:spcBef>
                <a:spcPts val="300"/>
              </a:spcBef>
              <a:spcAft>
                <a:spcPts val="600"/>
              </a:spcAft>
              <a:buClr>
                <a:srgbClr val="243A5E"/>
              </a:buClr>
              <a:buSzPct val="110000"/>
              <a:buFontTx/>
              <a:buNone/>
              <a:tabLst/>
              <a:defRPr/>
            </a:pPr>
            <a:endParaRPr kumimoji="0" lang="en-US" sz="1600" b="0" i="0" u="none" strike="noStrike" kern="1200" cap="none" spc="0" normalizeH="0" baseline="0" noProof="0">
              <a:ln>
                <a:noFill/>
              </a:ln>
              <a:solidFill>
                <a:srgbClr val="7030A0"/>
              </a:solidFill>
              <a:effectLst/>
              <a:uLnTx/>
              <a:uFillTx/>
              <a:latin typeface="Segoe Sans Display Semibold"/>
              <a:ea typeface="+mn-ea"/>
              <a:cs typeface="Segoe UI" panose="020B0502040204020203" pitchFamily="34" charset="0"/>
            </a:endParaRPr>
          </a:p>
        </p:txBody>
      </p:sp>
      <p:sp>
        <p:nvSpPr>
          <p:cNvPr id="8" name="Picture Placeholder 7">
            <a:extLst>
              <a:ext uri="{FF2B5EF4-FFF2-40B4-BE49-F238E27FC236}">
                <a16:creationId xmlns:a16="http://schemas.microsoft.com/office/drawing/2014/main" id="{D61F64DC-A7DF-105D-5C8E-9AC3F7AAA01E}"/>
              </a:ext>
            </a:extLst>
          </p:cNvPr>
          <p:cNvSpPr>
            <a:spLocks noGrp="1"/>
          </p:cNvSpPr>
          <p:nvPr>
            <p:ph type="pic" sz="quarter" idx="10"/>
          </p:nvPr>
        </p:nvSpPr>
        <p:spPr>
          <a:xfrm>
            <a:off x="959190" y="1914375"/>
            <a:ext cx="1887508" cy="1887508"/>
          </a:xfrm>
          <a:prstGeom prst="ellipse">
            <a:avLst/>
          </a:prstGeom>
          <a:effectLst>
            <a:outerShdw blurRad="139700" algn="ctr" rotWithShape="0">
              <a:prstClr val="black">
                <a:alpha val="40000"/>
              </a:prstClr>
            </a:outerShdw>
          </a:effectLst>
        </p:spPr>
        <p:txBody>
          <a:bodyPr anchor="ctr">
            <a:noAutofit/>
          </a:bodyPr>
          <a:lstStyle>
            <a:lvl1pPr algn="ctr">
              <a:defRPr/>
            </a:lvl1pPr>
          </a:lstStyle>
          <a:p>
            <a:endParaRPr lang="en-US"/>
          </a:p>
        </p:txBody>
      </p:sp>
      <p:sp>
        <p:nvSpPr>
          <p:cNvPr id="12" name="Picture Placeholder 7">
            <a:extLst>
              <a:ext uri="{FF2B5EF4-FFF2-40B4-BE49-F238E27FC236}">
                <a16:creationId xmlns:a16="http://schemas.microsoft.com/office/drawing/2014/main" id="{C23470F8-9AB1-6470-3C40-61250E2D0A6A}"/>
              </a:ext>
            </a:extLst>
          </p:cNvPr>
          <p:cNvSpPr>
            <a:spLocks noGrp="1"/>
          </p:cNvSpPr>
          <p:nvPr>
            <p:ph type="pic" sz="quarter" idx="11"/>
          </p:nvPr>
        </p:nvSpPr>
        <p:spPr>
          <a:xfrm>
            <a:off x="3749739" y="1914375"/>
            <a:ext cx="1887508" cy="1887508"/>
          </a:xfrm>
          <a:prstGeom prst="ellipse">
            <a:avLst/>
          </a:prstGeom>
          <a:effectLst>
            <a:outerShdw blurRad="139700" algn="ctr" rotWithShape="0">
              <a:prstClr val="black">
                <a:alpha val="40000"/>
              </a:prstClr>
            </a:outerShdw>
          </a:effectLst>
        </p:spPr>
        <p:txBody>
          <a:bodyPr anchor="ctr">
            <a:noAutofit/>
          </a:bodyPr>
          <a:lstStyle>
            <a:lvl1pPr algn="ctr">
              <a:defRPr/>
            </a:lvl1pPr>
          </a:lstStyle>
          <a:p>
            <a:endParaRPr lang="en-US"/>
          </a:p>
        </p:txBody>
      </p:sp>
      <p:sp>
        <p:nvSpPr>
          <p:cNvPr id="14" name="Picture Placeholder 7">
            <a:extLst>
              <a:ext uri="{FF2B5EF4-FFF2-40B4-BE49-F238E27FC236}">
                <a16:creationId xmlns:a16="http://schemas.microsoft.com/office/drawing/2014/main" id="{08B355D2-EC24-5978-F34B-2CF4EA1536C8}"/>
              </a:ext>
            </a:extLst>
          </p:cNvPr>
          <p:cNvSpPr>
            <a:spLocks noGrp="1"/>
          </p:cNvSpPr>
          <p:nvPr>
            <p:ph type="pic" sz="quarter" idx="12"/>
          </p:nvPr>
        </p:nvSpPr>
        <p:spPr>
          <a:xfrm>
            <a:off x="6540289" y="1914375"/>
            <a:ext cx="1887508" cy="1887508"/>
          </a:xfrm>
          <a:prstGeom prst="ellipse">
            <a:avLst/>
          </a:prstGeom>
          <a:effectLst>
            <a:outerShdw blurRad="139700" algn="ctr" rotWithShape="0">
              <a:prstClr val="black">
                <a:alpha val="40000"/>
              </a:prstClr>
            </a:outerShdw>
          </a:effectLst>
        </p:spPr>
        <p:txBody>
          <a:bodyPr anchor="ctr">
            <a:noAutofit/>
          </a:bodyPr>
          <a:lstStyle>
            <a:lvl1pPr algn="ctr">
              <a:defRPr/>
            </a:lvl1pPr>
          </a:lstStyle>
          <a:p>
            <a:endParaRPr lang="en-US"/>
          </a:p>
        </p:txBody>
      </p:sp>
      <p:sp>
        <p:nvSpPr>
          <p:cNvPr id="15" name="Picture Placeholder 7">
            <a:extLst>
              <a:ext uri="{FF2B5EF4-FFF2-40B4-BE49-F238E27FC236}">
                <a16:creationId xmlns:a16="http://schemas.microsoft.com/office/drawing/2014/main" id="{925EE363-54E2-1AC9-B00B-AC5B2D03EBFD}"/>
              </a:ext>
            </a:extLst>
          </p:cNvPr>
          <p:cNvSpPr>
            <a:spLocks noGrp="1"/>
          </p:cNvSpPr>
          <p:nvPr>
            <p:ph type="pic" sz="quarter" idx="13"/>
          </p:nvPr>
        </p:nvSpPr>
        <p:spPr>
          <a:xfrm>
            <a:off x="9330841" y="1914375"/>
            <a:ext cx="1887508" cy="1887508"/>
          </a:xfrm>
          <a:prstGeom prst="ellipse">
            <a:avLst/>
          </a:prstGeom>
          <a:effectLst>
            <a:outerShdw blurRad="139700" algn="ctr" rotWithShape="0">
              <a:prstClr val="black">
                <a:alpha val="40000"/>
              </a:prstClr>
            </a:outerShdw>
          </a:effectLst>
        </p:spPr>
        <p:txBody>
          <a:bodyPr anchor="ctr">
            <a:noAutofit/>
          </a:bodyPr>
          <a:lstStyle>
            <a:lvl1pPr algn="ctr">
              <a:defRPr/>
            </a:lvl1pPr>
          </a:lstStyle>
          <a:p>
            <a:endParaRPr lang="en-US"/>
          </a:p>
        </p:txBody>
      </p:sp>
      <p:sp>
        <p:nvSpPr>
          <p:cNvPr id="17" name="Text Placeholder 16">
            <a:extLst>
              <a:ext uri="{FF2B5EF4-FFF2-40B4-BE49-F238E27FC236}">
                <a16:creationId xmlns:a16="http://schemas.microsoft.com/office/drawing/2014/main" id="{244C1742-A0D1-F02B-7F27-A5BAE99ACD4C}"/>
              </a:ext>
            </a:extLst>
          </p:cNvPr>
          <p:cNvSpPr>
            <a:spLocks noGrp="1"/>
          </p:cNvSpPr>
          <p:nvPr>
            <p:ph type="body" sz="quarter" idx="14"/>
          </p:nvPr>
        </p:nvSpPr>
        <p:spPr>
          <a:xfrm>
            <a:off x="783387" y="4337491"/>
            <a:ext cx="2239114" cy="1849948"/>
          </a:xfrm>
        </p:spPr>
        <p:txBody>
          <a:bodyPr>
            <a:noAutofit/>
          </a:bodyPr>
          <a:lstStyle>
            <a:lvl1pPr>
              <a:defRPr sz="1400">
                <a:latin typeface="+mn-lt"/>
              </a:defRPr>
            </a:lvl1pPr>
          </a:lstStyle>
          <a:p>
            <a:pPr lvl="0"/>
            <a:r>
              <a:rPr lang="en-US"/>
              <a:t>Click to edit Master text styles</a:t>
            </a:r>
          </a:p>
        </p:txBody>
      </p:sp>
      <p:sp>
        <p:nvSpPr>
          <p:cNvPr id="18" name="Text Placeholder 16">
            <a:extLst>
              <a:ext uri="{FF2B5EF4-FFF2-40B4-BE49-F238E27FC236}">
                <a16:creationId xmlns:a16="http://schemas.microsoft.com/office/drawing/2014/main" id="{F829F7D7-0C89-EAB3-BD65-9B7FFD20E636}"/>
              </a:ext>
            </a:extLst>
          </p:cNvPr>
          <p:cNvSpPr>
            <a:spLocks noGrp="1"/>
          </p:cNvSpPr>
          <p:nvPr>
            <p:ph type="body" sz="quarter" idx="15"/>
          </p:nvPr>
        </p:nvSpPr>
        <p:spPr>
          <a:xfrm>
            <a:off x="3573936" y="4337491"/>
            <a:ext cx="2239114" cy="1849948"/>
          </a:xfrm>
        </p:spPr>
        <p:txBody>
          <a:bodyPr>
            <a:noAutofit/>
          </a:bodyPr>
          <a:lstStyle>
            <a:lvl1pPr>
              <a:defRPr sz="1400">
                <a:latin typeface="+mn-lt"/>
              </a:defRPr>
            </a:lvl1pPr>
          </a:lstStyle>
          <a:p>
            <a:pPr lvl="0"/>
            <a:r>
              <a:rPr lang="en-US"/>
              <a:t>Click to edit Master text styles</a:t>
            </a:r>
          </a:p>
        </p:txBody>
      </p:sp>
      <p:sp>
        <p:nvSpPr>
          <p:cNvPr id="19" name="Text Placeholder 16">
            <a:extLst>
              <a:ext uri="{FF2B5EF4-FFF2-40B4-BE49-F238E27FC236}">
                <a16:creationId xmlns:a16="http://schemas.microsoft.com/office/drawing/2014/main" id="{F89F0A84-B0CA-FA9E-4A54-B7483EC3857D}"/>
              </a:ext>
            </a:extLst>
          </p:cNvPr>
          <p:cNvSpPr>
            <a:spLocks noGrp="1"/>
          </p:cNvSpPr>
          <p:nvPr>
            <p:ph type="body" sz="quarter" idx="16"/>
          </p:nvPr>
        </p:nvSpPr>
        <p:spPr>
          <a:xfrm>
            <a:off x="6364486" y="4337491"/>
            <a:ext cx="2239114" cy="1849948"/>
          </a:xfrm>
        </p:spPr>
        <p:txBody>
          <a:bodyPr>
            <a:noAutofit/>
          </a:bodyPr>
          <a:lstStyle>
            <a:lvl1pPr>
              <a:defRPr sz="1400">
                <a:latin typeface="+mn-lt"/>
              </a:defRPr>
            </a:lvl1pPr>
          </a:lstStyle>
          <a:p>
            <a:pPr lvl="0"/>
            <a:r>
              <a:rPr lang="en-US"/>
              <a:t>Click to edit Master text styles</a:t>
            </a:r>
          </a:p>
        </p:txBody>
      </p:sp>
      <p:sp>
        <p:nvSpPr>
          <p:cNvPr id="20" name="Text Placeholder 16">
            <a:extLst>
              <a:ext uri="{FF2B5EF4-FFF2-40B4-BE49-F238E27FC236}">
                <a16:creationId xmlns:a16="http://schemas.microsoft.com/office/drawing/2014/main" id="{047C8B0A-158E-87F6-0048-38FB0DD87749}"/>
              </a:ext>
            </a:extLst>
          </p:cNvPr>
          <p:cNvSpPr>
            <a:spLocks noGrp="1"/>
          </p:cNvSpPr>
          <p:nvPr>
            <p:ph type="body" sz="quarter" idx="17"/>
          </p:nvPr>
        </p:nvSpPr>
        <p:spPr>
          <a:xfrm>
            <a:off x="9155038" y="4337491"/>
            <a:ext cx="2239114" cy="1849948"/>
          </a:xfrm>
        </p:spPr>
        <p:txBody>
          <a:bodyPr>
            <a:noAutofit/>
          </a:bodyPr>
          <a:lstStyle>
            <a:lvl1pPr>
              <a:defRPr sz="1400">
                <a:latin typeface="+mn-lt"/>
              </a:defRPr>
            </a:lvl1pPr>
          </a:lstStyle>
          <a:p>
            <a:pPr lvl="0"/>
            <a:r>
              <a:rPr lang="en-US"/>
              <a:t>Click to edit Master text styles</a:t>
            </a:r>
          </a:p>
        </p:txBody>
      </p:sp>
      <p:sp>
        <p:nvSpPr>
          <p:cNvPr id="21" name="Rectangle: Top Corners Rounded 20">
            <a:extLst>
              <a:ext uri="{FF2B5EF4-FFF2-40B4-BE49-F238E27FC236}">
                <a16:creationId xmlns:a16="http://schemas.microsoft.com/office/drawing/2014/main" id="{A4D0286E-7ACD-709F-792D-38E7E5575F03}"/>
              </a:ext>
            </a:extLst>
          </p:cNvPr>
          <p:cNvSpPr/>
          <p:nvPr userDrawn="1"/>
        </p:nvSpPr>
        <p:spPr bwMode="auto">
          <a:xfrm rot="5400000" flipH="1">
            <a:off x="1878158" y="3163280"/>
            <a:ext cx="49576" cy="1883085"/>
          </a:xfrm>
          <a:prstGeom prst="round2SameRect">
            <a:avLst>
              <a:gd name="adj1" fmla="val 50000"/>
              <a:gd name="adj2" fmla="val 50000"/>
            </a:avLst>
          </a:prstGeom>
          <a:gradFill flip="none" rotWithShape="1">
            <a:gsLst>
              <a:gs pos="0">
                <a:schemeClr val="accent4"/>
              </a:gs>
              <a:gs pos="100000">
                <a:schemeClr val="accent2"/>
              </a:gs>
            </a:gsLst>
            <a:lin ang="162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Sans Display"/>
              <a:ea typeface="Segoe UI" pitchFamily="34" charset="0"/>
              <a:cs typeface="Segoe UI" pitchFamily="34" charset="0"/>
            </a:endParaRPr>
          </a:p>
        </p:txBody>
      </p:sp>
      <p:sp>
        <p:nvSpPr>
          <p:cNvPr id="22" name="Rectangle: Top Corners Rounded 21">
            <a:extLst>
              <a:ext uri="{FF2B5EF4-FFF2-40B4-BE49-F238E27FC236}">
                <a16:creationId xmlns:a16="http://schemas.microsoft.com/office/drawing/2014/main" id="{A497D684-C702-7F2D-5874-A7A95E0D6BB4}"/>
              </a:ext>
            </a:extLst>
          </p:cNvPr>
          <p:cNvSpPr/>
          <p:nvPr userDrawn="1"/>
        </p:nvSpPr>
        <p:spPr bwMode="auto">
          <a:xfrm rot="5400000" flipH="1">
            <a:off x="4674057" y="3163280"/>
            <a:ext cx="49576" cy="1883085"/>
          </a:xfrm>
          <a:prstGeom prst="round2SameRect">
            <a:avLst>
              <a:gd name="adj1" fmla="val 50000"/>
              <a:gd name="adj2" fmla="val 50000"/>
            </a:avLst>
          </a:prstGeom>
          <a:gradFill flip="none" rotWithShape="1">
            <a:gsLst>
              <a:gs pos="0">
                <a:schemeClr val="accent4"/>
              </a:gs>
              <a:gs pos="100000">
                <a:schemeClr val="accent2"/>
              </a:gs>
            </a:gsLst>
            <a:lin ang="162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Sans Display"/>
              <a:ea typeface="Segoe UI" pitchFamily="34" charset="0"/>
              <a:cs typeface="Segoe UI" pitchFamily="34" charset="0"/>
            </a:endParaRPr>
          </a:p>
        </p:txBody>
      </p:sp>
      <p:sp>
        <p:nvSpPr>
          <p:cNvPr id="23" name="Rectangle: Top Corners Rounded 22">
            <a:extLst>
              <a:ext uri="{FF2B5EF4-FFF2-40B4-BE49-F238E27FC236}">
                <a16:creationId xmlns:a16="http://schemas.microsoft.com/office/drawing/2014/main" id="{07C271D0-1620-837F-239A-A0673A7506AB}"/>
              </a:ext>
            </a:extLst>
          </p:cNvPr>
          <p:cNvSpPr/>
          <p:nvPr userDrawn="1"/>
        </p:nvSpPr>
        <p:spPr bwMode="auto">
          <a:xfrm rot="5400000" flipH="1">
            <a:off x="7469959" y="3163280"/>
            <a:ext cx="49576" cy="1883085"/>
          </a:xfrm>
          <a:prstGeom prst="round2SameRect">
            <a:avLst>
              <a:gd name="adj1" fmla="val 50000"/>
              <a:gd name="adj2" fmla="val 50000"/>
            </a:avLst>
          </a:prstGeom>
          <a:gradFill flip="none" rotWithShape="1">
            <a:gsLst>
              <a:gs pos="0">
                <a:schemeClr val="accent4"/>
              </a:gs>
              <a:gs pos="100000">
                <a:schemeClr val="accent2"/>
              </a:gs>
            </a:gsLst>
            <a:lin ang="162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Sans Display"/>
              <a:ea typeface="Segoe UI" pitchFamily="34" charset="0"/>
              <a:cs typeface="Segoe UI" pitchFamily="34" charset="0"/>
            </a:endParaRPr>
          </a:p>
        </p:txBody>
      </p:sp>
      <p:sp>
        <p:nvSpPr>
          <p:cNvPr id="24" name="Rectangle: Top Corners Rounded 23">
            <a:extLst>
              <a:ext uri="{FF2B5EF4-FFF2-40B4-BE49-F238E27FC236}">
                <a16:creationId xmlns:a16="http://schemas.microsoft.com/office/drawing/2014/main" id="{77EA4304-1259-82AF-9FCC-C49DE1BBA8F5}"/>
              </a:ext>
            </a:extLst>
          </p:cNvPr>
          <p:cNvSpPr/>
          <p:nvPr userDrawn="1"/>
        </p:nvSpPr>
        <p:spPr bwMode="auto">
          <a:xfrm rot="5400000" flipH="1">
            <a:off x="10265860" y="3163280"/>
            <a:ext cx="49576" cy="1883085"/>
          </a:xfrm>
          <a:prstGeom prst="round2SameRect">
            <a:avLst>
              <a:gd name="adj1" fmla="val 50000"/>
              <a:gd name="adj2" fmla="val 50000"/>
            </a:avLst>
          </a:prstGeom>
          <a:gradFill flip="none" rotWithShape="1">
            <a:gsLst>
              <a:gs pos="0">
                <a:schemeClr val="accent4"/>
              </a:gs>
              <a:gs pos="100000">
                <a:schemeClr val="accent2"/>
              </a:gs>
            </a:gsLst>
            <a:lin ang="162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Sans Display"/>
              <a:ea typeface="Segoe UI" pitchFamily="34" charset="0"/>
              <a:cs typeface="Segoe UI" pitchFamily="34" charset="0"/>
            </a:endParaRPr>
          </a:p>
        </p:txBody>
      </p:sp>
    </p:spTree>
    <p:extLst>
      <p:ext uri="{BB962C8B-B14F-4D97-AF65-F5344CB8AC3E}">
        <p14:creationId xmlns:p14="http://schemas.microsoft.com/office/powerpoint/2010/main" val="3276508699"/>
      </p:ext>
    </p:extLst>
  </p:cSld>
  <p:clrMapOvr>
    <a:masterClrMapping/>
  </p:clrMapOvr>
  <p:transition>
    <p:fade/>
  </p:transition>
  <p:extLst>
    <p:ext uri="{DCECCB84-F9BA-43D5-87BE-67443E8EF086}">
      <p15:sldGuideLst xmlns:p15="http://schemas.microsoft.com/office/powerpoint/2012/main">
        <p15:guide id="3" orient="horz" pos="899">
          <p15:clr>
            <a:srgbClr val="5ACBF0"/>
          </p15:clr>
        </p15:guide>
        <p15:guide id="4" orient="horz" pos="1275">
          <p15:clr>
            <a:srgbClr val="5ACBF0"/>
          </p15:clr>
        </p15:guide>
        <p15:guide id="5" orient="horz" pos="287">
          <p15:clr>
            <a:srgbClr val="5ACBF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userDrawn="1">
  <p:cSld name="3_Title Only">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1B337E0A-AA0A-563E-746F-88DFDBD46F6A}"/>
              </a:ext>
            </a:extLst>
          </p:cNvPr>
          <p:cNvGrpSpPr/>
          <p:nvPr userDrawn="1"/>
        </p:nvGrpSpPr>
        <p:grpSpPr>
          <a:xfrm>
            <a:off x="0" y="2"/>
            <a:ext cx="12192000" cy="6858000"/>
            <a:chOff x="0" y="0"/>
            <a:chExt cx="12192000" cy="6858000"/>
          </a:xfrm>
        </p:grpSpPr>
        <p:pic>
          <p:nvPicPr>
            <p:cNvPr id="4" name="Picture 3" descr="A blurry image of a person's hand&#10;&#10;Description automatically generated">
              <a:extLst>
                <a:ext uri="{FF2B5EF4-FFF2-40B4-BE49-F238E27FC236}">
                  <a16:creationId xmlns:a16="http://schemas.microsoft.com/office/drawing/2014/main" id="{981B8DF7-34EC-6688-A88F-ED8C3597D696}"/>
                </a:ext>
              </a:extLst>
            </p:cNvPr>
            <p:cNvPicPr>
              <a:picLocks noChangeAspect="1"/>
            </p:cNvPicPr>
            <p:nvPr userDrawn="1"/>
          </p:nvPicPr>
          <p:blipFill rotWithShape="1">
            <a:blip r:embed="rId2" cstate="screen">
              <a:extLst>
                <a:ext uri="{BEBA8EAE-BF5A-486C-A8C5-ECC9F3942E4B}">
                  <a14:imgProps xmlns:a14="http://schemas.microsoft.com/office/drawing/2010/main">
                    <a14:imgLayer r:embed="rId3">
                      <a14:imgEffect>
                        <a14:artisticBlur radius="75"/>
                      </a14:imgEffect>
                    </a14:imgLayer>
                  </a14:imgProps>
                </a:ext>
                <a:ext uri="{28A0092B-C50C-407E-A947-70E740481C1C}">
                  <a14:useLocalDpi xmlns:a14="http://schemas.microsoft.com/office/drawing/2010/main"/>
                </a:ext>
              </a:extLst>
            </a:blip>
            <a:srcRect t="2407"/>
            <a:stretch/>
          </p:blipFill>
          <p:spPr>
            <a:xfrm>
              <a:off x="0" y="0"/>
              <a:ext cx="12192000" cy="6692900"/>
            </a:xfrm>
            <a:prstGeom prst="rect">
              <a:avLst/>
            </a:prstGeom>
          </p:spPr>
        </p:pic>
        <p:sp>
          <p:nvSpPr>
            <p:cNvPr id="6" name="Rectangle 5">
              <a:extLst>
                <a:ext uri="{FF2B5EF4-FFF2-40B4-BE49-F238E27FC236}">
                  <a16:creationId xmlns:a16="http://schemas.microsoft.com/office/drawing/2014/main" id="{7F178E1B-908A-F34D-06CD-1931EB203ECF}"/>
                </a:ext>
              </a:extLst>
            </p:cNvPr>
            <p:cNvSpPr/>
            <p:nvPr userDrawn="1"/>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grpSp>
      <p:sp>
        <p:nvSpPr>
          <p:cNvPr id="5" name="Title 4">
            <a:extLst>
              <a:ext uri="{FF2B5EF4-FFF2-40B4-BE49-F238E27FC236}">
                <a16:creationId xmlns:a16="http://schemas.microsoft.com/office/drawing/2014/main" id="{90A9B380-75A5-7CED-05A1-1EC949DF36A8}"/>
              </a:ext>
            </a:extLst>
          </p:cNvPr>
          <p:cNvSpPr>
            <a:spLocks noGrp="1"/>
          </p:cNvSpPr>
          <p:nvPr>
            <p:ph type="title"/>
          </p:nvPr>
        </p:nvSpPr>
        <p:spPr>
          <a:xfrm>
            <a:off x="574817" y="510989"/>
            <a:ext cx="11018521" cy="430887"/>
          </a:xfrm>
        </p:spPr>
        <p:txBody>
          <a:bodyPr/>
          <a:lstStyle/>
          <a:p>
            <a:r>
              <a:rPr lang="en-US"/>
              <a:t>Click to edit Master title style</a:t>
            </a:r>
          </a:p>
        </p:txBody>
      </p:sp>
      <p:sp>
        <p:nvSpPr>
          <p:cNvPr id="7" name="!!Rectangle: Rounded Corners 5">
            <a:extLst>
              <a:ext uri="{FF2B5EF4-FFF2-40B4-BE49-F238E27FC236}">
                <a16:creationId xmlns:a16="http://schemas.microsoft.com/office/drawing/2014/main" id="{6E7D73A1-CC68-CDD9-3A42-BC2E9689EC20}"/>
              </a:ext>
              <a:ext uri="{C183D7F6-B498-43B3-948B-1728B52AA6E4}">
                <adec:decorative xmlns:adec="http://schemas.microsoft.com/office/drawing/2017/decorative" val="1"/>
              </a:ext>
            </a:extLst>
          </p:cNvPr>
          <p:cNvSpPr>
            <a:spLocks/>
          </p:cNvSpPr>
          <p:nvPr userDrawn="1"/>
        </p:nvSpPr>
        <p:spPr>
          <a:xfrm>
            <a:off x="1290257" y="1672592"/>
            <a:ext cx="2637483" cy="4687570"/>
          </a:xfrm>
          <a:prstGeom prst="roundRect">
            <a:avLst>
              <a:gd name="adj" fmla="val 3204"/>
            </a:avLst>
          </a:prstGeom>
          <a:solidFill>
            <a:schemeClr val="bg1">
              <a:alpha val="53000"/>
            </a:schemeClr>
          </a:solidFill>
          <a:ln w="1270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90000"/>
              </a:lnSpc>
              <a:spcBef>
                <a:spcPts val="300"/>
              </a:spcBef>
              <a:spcAft>
                <a:spcPts val="600"/>
              </a:spcAft>
              <a:buClr>
                <a:srgbClr val="243A5E"/>
              </a:buClr>
              <a:buSzPct val="110000"/>
              <a:buFontTx/>
              <a:buNone/>
              <a:tabLst/>
              <a:defRPr/>
            </a:pPr>
            <a:endParaRPr kumimoji="0" lang="en-US" sz="1600" b="0" i="0" u="none" strike="noStrike" kern="1200" cap="none" spc="0" normalizeH="0" baseline="0" noProof="0">
              <a:ln>
                <a:noFill/>
              </a:ln>
              <a:solidFill>
                <a:srgbClr val="7030A0"/>
              </a:solidFill>
              <a:effectLst/>
              <a:uLnTx/>
              <a:uFillTx/>
              <a:latin typeface="Segoe Sans Display Semibold"/>
              <a:ea typeface="+mn-ea"/>
              <a:cs typeface="Segoe UI" panose="020B0502040204020203" pitchFamily="34" charset="0"/>
            </a:endParaRPr>
          </a:p>
        </p:txBody>
      </p:sp>
      <p:sp>
        <p:nvSpPr>
          <p:cNvPr id="9" name="!!Rectangle: Rounded Corners 5">
            <a:extLst>
              <a:ext uri="{FF2B5EF4-FFF2-40B4-BE49-F238E27FC236}">
                <a16:creationId xmlns:a16="http://schemas.microsoft.com/office/drawing/2014/main" id="{B17704B4-7BAA-2073-EFE5-D29CD8A186E6}"/>
              </a:ext>
              <a:ext uri="{C183D7F6-B498-43B3-948B-1728B52AA6E4}">
                <adec:decorative xmlns:adec="http://schemas.microsoft.com/office/drawing/2017/decorative" val="1"/>
              </a:ext>
            </a:extLst>
          </p:cNvPr>
          <p:cNvSpPr>
            <a:spLocks/>
          </p:cNvSpPr>
          <p:nvPr userDrawn="1"/>
        </p:nvSpPr>
        <p:spPr>
          <a:xfrm>
            <a:off x="4786928" y="1672592"/>
            <a:ext cx="2637483" cy="4687570"/>
          </a:xfrm>
          <a:prstGeom prst="roundRect">
            <a:avLst>
              <a:gd name="adj" fmla="val 3204"/>
            </a:avLst>
          </a:prstGeom>
          <a:solidFill>
            <a:schemeClr val="bg1">
              <a:alpha val="53000"/>
            </a:schemeClr>
          </a:solidFill>
          <a:ln w="1270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90000"/>
              </a:lnSpc>
              <a:spcBef>
                <a:spcPts val="300"/>
              </a:spcBef>
              <a:spcAft>
                <a:spcPts val="600"/>
              </a:spcAft>
              <a:buClr>
                <a:srgbClr val="243A5E"/>
              </a:buClr>
              <a:buSzPct val="110000"/>
              <a:buFontTx/>
              <a:buNone/>
              <a:tabLst/>
              <a:defRPr/>
            </a:pPr>
            <a:endParaRPr kumimoji="0" lang="en-US" sz="1600" b="0" i="0" u="none" strike="noStrike" kern="1200" cap="none" spc="0" normalizeH="0" baseline="0" noProof="0">
              <a:ln>
                <a:noFill/>
              </a:ln>
              <a:solidFill>
                <a:srgbClr val="7030A0"/>
              </a:solidFill>
              <a:effectLst/>
              <a:uLnTx/>
              <a:uFillTx/>
              <a:latin typeface="Segoe Sans Display Semibold"/>
              <a:ea typeface="+mn-ea"/>
              <a:cs typeface="Segoe UI" panose="020B0502040204020203" pitchFamily="34" charset="0"/>
            </a:endParaRPr>
          </a:p>
        </p:txBody>
      </p:sp>
      <p:sp>
        <p:nvSpPr>
          <p:cNvPr id="10" name="!!Rectangle: Rounded Corners 5">
            <a:extLst>
              <a:ext uri="{FF2B5EF4-FFF2-40B4-BE49-F238E27FC236}">
                <a16:creationId xmlns:a16="http://schemas.microsoft.com/office/drawing/2014/main" id="{E5ACD919-D680-CEB8-159B-C634EE07CB13}"/>
              </a:ext>
              <a:ext uri="{C183D7F6-B498-43B3-948B-1728B52AA6E4}">
                <adec:decorative xmlns:adec="http://schemas.microsoft.com/office/drawing/2017/decorative" val="1"/>
              </a:ext>
            </a:extLst>
          </p:cNvPr>
          <p:cNvSpPr>
            <a:spLocks/>
          </p:cNvSpPr>
          <p:nvPr userDrawn="1"/>
        </p:nvSpPr>
        <p:spPr>
          <a:xfrm>
            <a:off x="8283597" y="1672592"/>
            <a:ext cx="2637483" cy="4687570"/>
          </a:xfrm>
          <a:prstGeom prst="roundRect">
            <a:avLst>
              <a:gd name="adj" fmla="val 3204"/>
            </a:avLst>
          </a:prstGeom>
          <a:solidFill>
            <a:schemeClr val="bg1">
              <a:alpha val="53000"/>
            </a:schemeClr>
          </a:solidFill>
          <a:ln w="1270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90000"/>
              </a:lnSpc>
              <a:spcBef>
                <a:spcPts val="300"/>
              </a:spcBef>
              <a:spcAft>
                <a:spcPts val="600"/>
              </a:spcAft>
              <a:buClr>
                <a:srgbClr val="243A5E"/>
              </a:buClr>
              <a:buSzPct val="110000"/>
              <a:buFontTx/>
              <a:buNone/>
              <a:tabLst/>
              <a:defRPr/>
            </a:pPr>
            <a:endParaRPr kumimoji="0" lang="en-US" sz="1600" b="0" i="0" u="none" strike="noStrike" kern="1200" cap="none" spc="0" normalizeH="0" baseline="0" noProof="0">
              <a:ln>
                <a:noFill/>
              </a:ln>
              <a:solidFill>
                <a:srgbClr val="7030A0"/>
              </a:solidFill>
              <a:effectLst/>
              <a:uLnTx/>
              <a:uFillTx/>
              <a:latin typeface="Segoe Sans Display Semibold"/>
              <a:ea typeface="+mn-ea"/>
              <a:cs typeface="Segoe UI" panose="020B0502040204020203" pitchFamily="34" charset="0"/>
            </a:endParaRPr>
          </a:p>
        </p:txBody>
      </p:sp>
      <p:sp>
        <p:nvSpPr>
          <p:cNvPr id="13" name="Picture Placeholder 7">
            <a:extLst>
              <a:ext uri="{FF2B5EF4-FFF2-40B4-BE49-F238E27FC236}">
                <a16:creationId xmlns:a16="http://schemas.microsoft.com/office/drawing/2014/main" id="{8A8695A8-BF42-A059-EC59-A0D9F6009D5E}"/>
              </a:ext>
            </a:extLst>
          </p:cNvPr>
          <p:cNvSpPr>
            <a:spLocks noGrp="1"/>
          </p:cNvSpPr>
          <p:nvPr>
            <p:ph type="pic" sz="quarter" idx="10"/>
          </p:nvPr>
        </p:nvSpPr>
        <p:spPr>
          <a:xfrm>
            <a:off x="1665245" y="1914375"/>
            <a:ext cx="1887508" cy="1887508"/>
          </a:xfrm>
          <a:prstGeom prst="ellipse">
            <a:avLst/>
          </a:prstGeom>
          <a:effectLst>
            <a:outerShdw blurRad="139700" algn="ctr" rotWithShape="0">
              <a:prstClr val="black">
                <a:alpha val="40000"/>
              </a:prstClr>
            </a:outerShdw>
          </a:effectLst>
        </p:spPr>
        <p:txBody>
          <a:bodyPr anchor="ctr">
            <a:noAutofit/>
          </a:bodyPr>
          <a:lstStyle>
            <a:lvl1pPr algn="ctr">
              <a:defRPr/>
            </a:lvl1pPr>
          </a:lstStyle>
          <a:p>
            <a:endParaRPr lang="en-US"/>
          </a:p>
        </p:txBody>
      </p:sp>
      <p:sp>
        <p:nvSpPr>
          <p:cNvPr id="16" name="Picture Placeholder 7">
            <a:extLst>
              <a:ext uri="{FF2B5EF4-FFF2-40B4-BE49-F238E27FC236}">
                <a16:creationId xmlns:a16="http://schemas.microsoft.com/office/drawing/2014/main" id="{C141EA98-B316-2F10-F358-D11A31DC5028}"/>
              </a:ext>
            </a:extLst>
          </p:cNvPr>
          <p:cNvSpPr>
            <a:spLocks noGrp="1"/>
          </p:cNvSpPr>
          <p:nvPr>
            <p:ph type="pic" sz="quarter" idx="11"/>
          </p:nvPr>
        </p:nvSpPr>
        <p:spPr>
          <a:xfrm>
            <a:off x="5161914" y="1914375"/>
            <a:ext cx="1887508" cy="1887508"/>
          </a:xfrm>
          <a:prstGeom prst="ellipse">
            <a:avLst/>
          </a:prstGeom>
          <a:effectLst>
            <a:outerShdw blurRad="139700" algn="ctr" rotWithShape="0">
              <a:prstClr val="black">
                <a:alpha val="40000"/>
              </a:prstClr>
            </a:outerShdw>
          </a:effectLst>
        </p:spPr>
        <p:txBody>
          <a:bodyPr anchor="ctr">
            <a:noAutofit/>
          </a:bodyPr>
          <a:lstStyle>
            <a:lvl1pPr algn="ctr">
              <a:defRPr/>
            </a:lvl1pPr>
          </a:lstStyle>
          <a:p>
            <a:endParaRPr lang="en-US"/>
          </a:p>
        </p:txBody>
      </p:sp>
      <p:sp>
        <p:nvSpPr>
          <p:cNvPr id="21" name="Picture Placeholder 7">
            <a:extLst>
              <a:ext uri="{FF2B5EF4-FFF2-40B4-BE49-F238E27FC236}">
                <a16:creationId xmlns:a16="http://schemas.microsoft.com/office/drawing/2014/main" id="{395B9D1D-5182-52C9-08B5-2FAB1607170B}"/>
              </a:ext>
            </a:extLst>
          </p:cNvPr>
          <p:cNvSpPr>
            <a:spLocks noGrp="1"/>
          </p:cNvSpPr>
          <p:nvPr>
            <p:ph type="pic" sz="quarter" idx="12"/>
          </p:nvPr>
        </p:nvSpPr>
        <p:spPr>
          <a:xfrm>
            <a:off x="8658584" y="1914375"/>
            <a:ext cx="1887508" cy="1887508"/>
          </a:xfrm>
          <a:prstGeom prst="ellipse">
            <a:avLst/>
          </a:prstGeom>
          <a:effectLst>
            <a:outerShdw blurRad="139700" algn="ctr" rotWithShape="0">
              <a:prstClr val="black">
                <a:alpha val="40000"/>
              </a:prstClr>
            </a:outerShdw>
          </a:effectLst>
        </p:spPr>
        <p:txBody>
          <a:bodyPr anchor="ctr">
            <a:noAutofit/>
          </a:bodyPr>
          <a:lstStyle>
            <a:lvl1pPr algn="ctr">
              <a:defRPr/>
            </a:lvl1pPr>
          </a:lstStyle>
          <a:p>
            <a:endParaRPr lang="en-US"/>
          </a:p>
        </p:txBody>
      </p:sp>
      <p:sp>
        <p:nvSpPr>
          <p:cNvPr id="23" name="Text Placeholder 16">
            <a:extLst>
              <a:ext uri="{FF2B5EF4-FFF2-40B4-BE49-F238E27FC236}">
                <a16:creationId xmlns:a16="http://schemas.microsoft.com/office/drawing/2014/main" id="{14A8E37E-FC06-5AB5-5DAD-300CFC5E9974}"/>
              </a:ext>
            </a:extLst>
          </p:cNvPr>
          <p:cNvSpPr>
            <a:spLocks noGrp="1"/>
          </p:cNvSpPr>
          <p:nvPr>
            <p:ph type="body" sz="quarter" idx="14"/>
          </p:nvPr>
        </p:nvSpPr>
        <p:spPr>
          <a:xfrm>
            <a:off x="1489442" y="4337491"/>
            <a:ext cx="2239114" cy="1849948"/>
          </a:xfrm>
        </p:spPr>
        <p:txBody>
          <a:bodyPr>
            <a:noAutofit/>
          </a:bodyPr>
          <a:lstStyle>
            <a:lvl1pPr>
              <a:defRPr sz="1400">
                <a:latin typeface="+mn-lt"/>
              </a:defRPr>
            </a:lvl1pPr>
          </a:lstStyle>
          <a:p>
            <a:pPr lvl="0"/>
            <a:r>
              <a:rPr lang="en-US"/>
              <a:t>Click to edit Master text styles</a:t>
            </a:r>
          </a:p>
        </p:txBody>
      </p:sp>
      <p:sp>
        <p:nvSpPr>
          <p:cNvPr id="24" name="Text Placeholder 16">
            <a:extLst>
              <a:ext uri="{FF2B5EF4-FFF2-40B4-BE49-F238E27FC236}">
                <a16:creationId xmlns:a16="http://schemas.microsoft.com/office/drawing/2014/main" id="{58AAD40C-9609-F1AB-1FD2-020941D4930E}"/>
              </a:ext>
            </a:extLst>
          </p:cNvPr>
          <p:cNvSpPr>
            <a:spLocks noGrp="1"/>
          </p:cNvSpPr>
          <p:nvPr>
            <p:ph type="body" sz="quarter" idx="15"/>
          </p:nvPr>
        </p:nvSpPr>
        <p:spPr>
          <a:xfrm>
            <a:off x="4986113" y="4337491"/>
            <a:ext cx="2239114" cy="1849948"/>
          </a:xfrm>
        </p:spPr>
        <p:txBody>
          <a:bodyPr>
            <a:noAutofit/>
          </a:bodyPr>
          <a:lstStyle>
            <a:lvl1pPr>
              <a:defRPr sz="1400">
                <a:latin typeface="+mn-lt"/>
              </a:defRPr>
            </a:lvl1pPr>
          </a:lstStyle>
          <a:p>
            <a:pPr lvl="0"/>
            <a:r>
              <a:rPr lang="en-US"/>
              <a:t>Click to edit Master text styles</a:t>
            </a:r>
          </a:p>
        </p:txBody>
      </p:sp>
      <p:sp>
        <p:nvSpPr>
          <p:cNvPr id="25" name="Text Placeholder 16">
            <a:extLst>
              <a:ext uri="{FF2B5EF4-FFF2-40B4-BE49-F238E27FC236}">
                <a16:creationId xmlns:a16="http://schemas.microsoft.com/office/drawing/2014/main" id="{6A4D71A4-2023-1C8F-11AC-90B25526FF65}"/>
              </a:ext>
            </a:extLst>
          </p:cNvPr>
          <p:cNvSpPr>
            <a:spLocks noGrp="1"/>
          </p:cNvSpPr>
          <p:nvPr>
            <p:ph type="body" sz="quarter" idx="16"/>
          </p:nvPr>
        </p:nvSpPr>
        <p:spPr>
          <a:xfrm>
            <a:off x="8482781" y="4337491"/>
            <a:ext cx="2239114" cy="1849948"/>
          </a:xfrm>
        </p:spPr>
        <p:txBody>
          <a:bodyPr>
            <a:noAutofit/>
          </a:bodyPr>
          <a:lstStyle>
            <a:lvl1pPr>
              <a:defRPr sz="1400">
                <a:latin typeface="+mn-lt"/>
              </a:defRPr>
            </a:lvl1pPr>
          </a:lstStyle>
          <a:p>
            <a:pPr lvl="0"/>
            <a:r>
              <a:rPr lang="en-US"/>
              <a:t>Click to edit Master text styles</a:t>
            </a:r>
          </a:p>
        </p:txBody>
      </p:sp>
      <p:sp>
        <p:nvSpPr>
          <p:cNvPr id="27" name="Rectangle: Top Corners Rounded 26">
            <a:extLst>
              <a:ext uri="{FF2B5EF4-FFF2-40B4-BE49-F238E27FC236}">
                <a16:creationId xmlns:a16="http://schemas.microsoft.com/office/drawing/2014/main" id="{CC27D28B-030E-A19C-00FC-C40703AA4F09}"/>
              </a:ext>
            </a:extLst>
          </p:cNvPr>
          <p:cNvSpPr/>
          <p:nvPr userDrawn="1"/>
        </p:nvSpPr>
        <p:spPr bwMode="auto">
          <a:xfrm rot="5400000" flipH="1">
            <a:off x="2584213" y="3163280"/>
            <a:ext cx="49576" cy="1883085"/>
          </a:xfrm>
          <a:prstGeom prst="round2SameRect">
            <a:avLst>
              <a:gd name="adj1" fmla="val 50000"/>
              <a:gd name="adj2" fmla="val 50000"/>
            </a:avLst>
          </a:prstGeom>
          <a:gradFill flip="none" rotWithShape="1">
            <a:gsLst>
              <a:gs pos="0">
                <a:schemeClr val="accent4"/>
              </a:gs>
              <a:gs pos="100000">
                <a:schemeClr val="accent2"/>
              </a:gs>
            </a:gsLst>
            <a:lin ang="162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Sans Display"/>
              <a:ea typeface="Segoe UI" pitchFamily="34" charset="0"/>
              <a:cs typeface="Segoe UI" pitchFamily="34" charset="0"/>
            </a:endParaRPr>
          </a:p>
        </p:txBody>
      </p:sp>
      <p:sp>
        <p:nvSpPr>
          <p:cNvPr id="28" name="Rectangle: Top Corners Rounded 27">
            <a:extLst>
              <a:ext uri="{FF2B5EF4-FFF2-40B4-BE49-F238E27FC236}">
                <a16:creationId xmlns:a16="http://schemas.microsoft.com/office/drawing/2014/main" id="{9175E04D-460A-1047-315E-813094F0AEFA}"/>
              </a:ext>
            </a:extLst>
          </p:cNvPr>
          <p:cNvSpPr/>
          <p:nvPr userDrawn="1"/>
        </p:nvSpPr>
        <p:spPr bwMode="auto">
          <a:xfrm rot="5400000" flipH="1">
            <a:off x="6086234" y="3163280"/>
            <a:ext cx="49576" cy="1883085"/>
          </a:xfrm>
          <a:prstGeom prst="round2SameRect">
            <a:avLst>
              <a:gd name="adj1" fmla="val 50000"/>
              <a:gd name="adj2" fmla="val 50000"/>
            </a:avLst>
          </a:prstGeom>
          <a:gradFill flip="none" rotWithShape="1">
            <a:gsLst>
              <a:gs pos="0">
                <a:schemeClr val="accent4"/>
              </a:gs>
              <a:gs pos="100000">
                <a:schemeClr val="accent2"/>
              </a:gs>
            </a:gsLst>
            <a:lin ang="162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Sans Display"/>
              <a:ea typeface="Segoe UI" pitchFamily="34" charset="0"/>
              <a:cs typeface="Segoe UI" pitchFamily="34" charset="0"/>
            </a:endParaRPr>
          </a:p>
        </p:txBody>
      </p:sp>
      <p:sp>
        <p:nvSpPr>
          <p:cNvPr id="29" name="Rectangle: Top Corners Rounded 28">
            <a:extLst>
              <a:ext uri="{FF2B5EF4-FFF2-40B4-BE49-F238E27FC236}">
                <a16:creationId xmlns:a16="http://schemas.microsoft.com/office/drawing/2014/main" id="{E4909B20-1614-F54F-D68D-8D4B92F1C149}"/>
              </a:ext>
            </a:extLst>
          </p:cNvPr>
          <p:cNvSpPr/>
          <p:nvPr userDrawn="1"/>
        </p:nvSpPr>
        <p:spPr bwMode="auto">
          <a:xfrm rot="5400000" flipH="1">
            <a:off x="9588254" y="3163280"/>
            <a:ext cx="49576" cy="1883085"/>
          </a:xfrm>
          <a:prstGeom prst="round2SameRect">
            <a:avLst>
              <a:gd name="adj1" fmla="val 50000"/>
              <a:gd name="adj2" fmla="val 50000"/>
            </a:avLst>
          </a:prstGeom>
          <a:gradFill flip="none" rotWithShape="1">
            <a:gsLst>
              <a:gs pos="0">
                <a:schemeClr val="accent4"/>
              </a:gs>
              <a:gs pos="100000">
                <a:schemeClr val="accent2"/>
              </a:gs>
            </a:gsLst>
            <a:lin ang="162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Sans Display"/>
              <a:ea typeface="Segoe UI" pitchFamily="34" charset="0"/>
              <a:cs typeface="Segoe UI" pitchFamily="34" charset="0"/>
            </a:endParaRPr>
          </a:p>
        </p:txBody>
      </p:sp>
    </p:spTree>
    <p:extLst>
      <p:ext uri="{BB962C8B-B14F-4D97-AF65-F5344CB8AC3E}">
        <p14:creationId xmlns:p14="http://schemas.microsoft.com/office/powerpoint/2010/main" val="242273510"/>
      </p:ext>
    </p:extLst>
  </p:cSld>
  <p:clrMapOvr>
    <a:masterClrMapping/>
  </p:clrMapOvr>
  <p:transition>
    <p:fade/>
  </p:transition>
  <p:extLst>
    <p:ext uri="{DCECCB84-F9BA-43D5-87BE-67443E8EF086}">
      <p15:sldGuideLst xmlns:p15="http://schemas.microsoft.com/office/powerpoint/2012/main">
        <p15:guide id="3" orient="horz" pos="899">
          <p15:clr>
            <a:srgbClr val="5ACBF0"/>
          </p15:clr>
        </p15:guide>
        <p15:guide id="4" orient="horz" pos="1275">
          <p15:clr>
            <a:srgbClr val="5ACBF0"/>
          </p15:clr>
        </p15:guide>
        <p15:guide id="5" orient="horz" pos="287">
          <p15:clr>
            <a:srgbClr val="5ACBF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userDrawn="1">
  <p:cSld name="2_Divider">
    <p:bg>
      <p:bgPr>
        <a:solidFill>
          <a:schemeClr val="accent1"/>
        </a:solidFill>
        <a:effectLst/>
      </p:bgPr>
    </p:bg>
    <p:spTree>
      <p:nvGrpSpPr>
        <p:cNvPr id="1" name=""/>
        <p:cNvGrpSpPr/>
        <p:nvPr/>
      </p:nvGrpSpPr>
      <p:grpSpPr>
        <a:xfrm>
          <a:off x="0" y="0"/>
          <a:ext cx="0" cy="0"/>
          <a:chOff x="0" y="0"/>
          <a:chExt cx="0" cy="0"/>
        </a:xfrm>
      </p:grpSpPr>
      <p:pic>
        <p:nvPicPr>
          <p:cNvPr id="7" name="Picture 6" descr="A close up of a glass object&#10;&#10;Description automatically generated">
            <a:extLst>
              <a:ext uri="{FF2B5EF4-FFF2-40B4-BE49-F238E27FC236}">
                <a16:creationId xmlns:a16="http://schemas.microsoft.com/office/drawing/2014/main" id="{202B506A-483A-ADB6-D6D1-C736D738F185}"/>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2"/>
            <a:ext cx="12192000" cy="6858000"/>
          </a:xfrm>
          <a:prstGeom prst="rect">
            <a:avLst/>
          </a:prstGeom>
        </p:spPr>
      </p:pic>
      <p:pic>
        <p:nvPicPr>
          <p:cNvPr id="11" name="Picture 10" descr="A close up of a glass object&#10;&#10;Description automatically generated">
            <a:extLst>
              <a:ext uri="{FF2B5EF4-FFF2-40B4-BE49-F238E27FC236}">
                <a16:creationId xmlns:a16="http://schemas.microsoft.com/office/drawing/2014/main" id="{25A20842-B0F3-33B4-B5FB-75ED20351C43}"/>
              </a:ext>
            </a:extLst>
          </p:cNvPr>
          <p:cNvPicPr>
            <a:picLocks/>
          </p:cNvPicPr>
          <p:nvPr userDrawn="1"/>
        </p:nvPicPr>
        <p:blipFill rotWithShape="1">
          <a:blip r:embed="rId3" cstate="screen">
            <a:extLst>
              <a:ext uri="{BEBA8EAE-BF5A-486C-A8C5-ECC9F3942E4B}">
                <a14:imgProps xmlns:a14="http://schemas.microsoft.com/office/drawing/2010/main">
                  <a14:imgLayer r:embed="rId4">
                    <a14:imgEffect>
                      <a14:artisticBlur radius="27"/>
                    </a14:imgEffect>
                  </a14:imgLayer>
                </a14:imgProps>
              </a:ext>
              <a:ext uri="{28A0092B-C50C-407E-A947-70E740481C1C}">
                <a14:useLocalDpi xmlns:a14="http://schemas.microsoft.com/office/drawing/2010/main"/>
              </a:ext>
            </a:extLst>
          </a:blip>
          <a:srcRect/>
          <a:stretch/>
        </p:blipFill>
        <p:spPr>
          <a:xfrm>
            <a:off x="1828800" y="1595692"/>
            <a:ext cx="8534400" cy="3643471"/>
          </a:xfrm>
          <a:prstGeom prst="roundRect">
            <a:avLst>
              <a:gd name="adj" fmla="val 12880"/>
            </a:avLst>
          </a:prstGeom>
        </p:spPr>
      </p:pic>
      <p:sp>
        <p:nvSpPr>
          <p:cNvPr id="12" name="Rectangle: Rounded Corners 11">
            <a:extLst>
              <a:ext uri="{FF2B5EF4-FFF2-40B4-BE49-F238E27FC236}">
                <a16:creationId xmlns:a16="http://schemas.microsoft.com/office/drawing/2014/main" id="{44B3C7CA-FBC1-2F83-BBAD-4410888E8606}"/>
              </a:ext>
            </a:extLst>
          </p:cNvPr>
          <p:cNvSpPr>
            <a:spLocks/>
          </p:cNvSpPr>
          <p:nvPr userDrawn="1"/>
        </p:nvSpPr>
        <p:spPr>
          <a:xfrm>
            <a:off x="1828800" y="1595692"/>
            <a:ext cx="8534400" cy="3643471"/>
          </a:xfrm>
          <a:prstGeom prst="roundRect">
            <a:avLst>
              <a:gd name="adj" fmla="val 12757"/>
            </a:avLst>
          </a:prstGeom>
          <a:gradFill flip="none" rotWithShape="1">
            <a:gsLst>
              <a:gs pos="89000">
                <a:schemeClr val="bg1">
                  <a:alpha val="21000"/>
                </a:schemeClr>
              </a:gs>
              <a:gs pos="100000">
                <a:schemeClr val="bg1">
                  <a:alpha val="58000"/>
                </a:schemeClr>
              </a:gs>
            </a:gsLst>
            <a:path path="rect">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sp>
        <p:nvSpPr>
          <p:cNvPr id="13" name="Rectangle: Rounded Corners 12">
            <a:extLst>
              <a:ext uri="{FF2B5EF4-FFF2-40B4-BE49-F238E27FC236}">
                <a16:creationId xmlns:a16="http://schemas.microsoft.com/office/drawing/2014/main" id="{D1592146-89FF-D4E4-AE53-15DF889C9CBA}"/>
              </a:ext>
            </a:extLst>
          </p:cNvPr>
          <p:cNvSpPr/>
          <p:nvPr userDrawn="1"/>
        </p:nvSpPr>
        <p:spPr>
          <a:xfrm>
            <a:off x="2319594" y="2413489"/>
            <a:ext cx="7552812" cy="2007877"/>
          </a:xfrm>
          <a:prstGeom prst="roundRect">
            <a:avLst>
              <a:gd name="adj" fmla="val 10377"/>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sp>
        <p:nvSpPr>
          <p:cNvPr id="14" name="Text Placeholder 8">
            <a:extLst>
              <a:ext uri="{FF2B5EF4-FFF2-40B4-BE49-F238E27FC236}">
                <a16:creationId xmlns:a16="http://schemas.microsoft.com/office/drawing/2014/main" id="{040D7A70-23D2-BE33-369E-E877BE321F93}"/>
              </a:ext>
            </a:extLst>
          </p:cNvPr>
          <p:cNvSpPr>
            <a:spLocks noGrp="1"/>
          </p:cNvSpPr>
          <p:nvPr>
            <p:ph type="body" sz="quarter" idx="10"/>
          </p:nvPr>
        </p:nvSpPr>
        <p:spPr>
          <a:xfrm>
            <a:off x="2519365" y="3225136"/>
            <a:ext cx="7097257" cy="430887"/>
          </a:xfrm>
        </p:spPr>
        <p:txBody>
          <a:bodyPr anchor="ctr" anchorCtr="0"/>
          <a:lstStyle>
            <a:lvl1pPr marL="0" indent="0" algn="ctr">
              <a:defRPr kumimoji="0" lang="en-US" sz="2800" b="0" i="0" u="none" strike="noStrike" kern="1200" cap="none" spc="-50" normalizeH="0" baseline="0" dirty="0" smtClean="0">
                <a:ln w="3175">
                  <a:noFill/>
                </a:ln>
                <a:gradFill>
                  <a:gsLst>
                    <a:gs pos="21000">
                      <a:srgbClr val="0078D4"/>
                    </a:gs>
                    <a:gs pos="100000">
                      <a:srgbClr val="C03BC4"/>
                    </a:gs>
                  </a:gsLst>
                  <a:lin ang="2400000" scaled="0"/>
                </a:gradFill>
                <a:effectLst/>
                <a:uLnTx/>
                <a:uFillTx/>
                <a:latin typeface="+mj-lt"/>
                <a:ea typeface="+mn-ea"/>
                <a:cs typeface="Segoe UI Semibold" panose="020B0702040204020203" pitchFamily="34" charset="0"/>
              </a:defRPr>
            </a:lvl1pPr>
          </a:lstStyle>
          <a:p>
            <a:pPr lvl="0"/>
            <a:r>
              <a:rPr lang="en-US"/>
              <a:t>Click to edit Master text styles</a:t>
            </a:r>
          </a:p>
        </p:txBody>
      </p:sp>
    </p:spTree>
    <p:extLst>
      <p:ext uri="{BB962C8B-B14F-4D97-AF65-F5344CB8AC3E}">
        <p14:creationId xmlns:p14="http://schemas.microsoft.com/office/powerpoint/2010/main" val="2707148236"/>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5" orient="horz" pos="2160">
          <p15:clr>
            <a:srgbClr val="FBAE40"/>
          </p15:clr>
        </p15:guide>
        <p15:guide id="6" pos="2991">
          <p15:clr>
            <a:srgbClr val="5ACBF0"/>
          </p15:clr>
        </p15:guide>
        <p15:guide id="7" pos="3727">
          <p15:clr>
            <a:srgbClr val="C35EA4"/>
          </p15:clr>
        </p15:guide>
        <p15:guide id="8" pos="3545">
          <p15:clr>
            <a:srgbClr val="A4A3A4"/>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type="obj">
  <p:cSld name="2_Title and Content">
    <p:spTree>
      <p:nvGrpSpPr>
        <p:cNvPr id="1" name=""/>
        <p:cNvGrpSpPr/>
        <p:nvPr/>
      </p:nvGrpSpPr>
      <p:grpSpPr>
        <a:xfrm>
          <a:off x="0" y="0"/>
          <a:ext cx="0" cy="0"/>
          <a:chOff x="0" y="0"/>
          <a:chExt cx="0" cy="0"/>
        </a:xfrm>
      </p:grpSpPr>
      <p:pic>
        <p:nvPicPr>
          <p:cNvPr id="8" name="Picture 7" descr="A blurry image of a person's hand&#10;&#10;Description automatically generated">
            <a:extLst>
              <a:ext uri="{FF2B5EF4-FFF2-40B4-BE49-F238E27FC236}">
                <a16:creationId xmlns:a16="http://schemas.microsoft.com/office/drawing/2014/main" id="{29C3C374-A664-D7F0-45D0-045009139052}"/>
              </a:ext>
            </a:extLst>
          </p:cNvPr>
          <p:cNvPicPr>
            <a:picLocks noChangeAspect="1"/>
          </p:cNvPicPr>
          <p:nvPr userDrawn="1"/>
        </p:nvPicPr>
        <p:blipFill rotWithShape="1">
          <a:blip r:embed="rId2" cstate="screen">
            <a:extLst>
              <a:ext uri="{BEBA8EAE-BF5A-486C-A8C5-ECC9F3942E4B}">
                <a14:imgProps xmlns:a14="http://schemas.microsoft.com/office/drawing/2010/main">
                  <a14:imgLayer r:embed="rId3">
                    <a14:imgEffect>
                      <a14:artisticBlur radius="75"/>
                    </a14:imgEffect>
                  </a14:imgLayer>
                </a14:imgProps>
              </a:ext>
              <a:ext uri="{28A0092B-C50C-407E-A947-70E740481C1C}">
                <a14:useLocalDpi xmlns:a14="http://schemas.microsoft.com/office/drawing/2010/main"/>
              </a:ext>
            </a:extLst>
          </a:blip>
          <a:srcRect t="2407"/>
          <a:stretch/>
        </p:blipFill>
        <p:spPr>
          <a:xfrm>
            <a:off x="0" y="2"/>
            <a:ext cx="12192000" cy="6692900"/>
          </a:xfrm>
          <a:prstGeom prst="rect">
            <a:avLst/>
          </a:prstGeom>
        </p:spPr>
      </p:pic>
      <p:sp>
        <p:nvSpPr>
          <p:cNvPr id="2" name="Title 1">
            <a:extLst>
              <a:ext uri="{FF2B5EF4-FFF2-40B4-BE49-F238E27FC236}">
                <a16:creationId xmlns:a16="http://schemas.microsoft.com/office/drawing/2014/main" id="{B34784F0-D959-7D20-3CA8-6E0D5AAE22B1}"/>
              </a:ext>
            </a:extLst>
          </p:cNvPr>
          <p:cNvSpPr>
            <a:spLocks noGrp="1"/>
          </p:cNvSpPr>
          <p:nvPr>
            <p:ph type="title"/>
          </p:nvPr>
        </p:nvSpPr>
        <p:spPr>
          <a:xfrm>
            <a:off x="381002" y="250828"/>
            <a:ext cx="10515600" cy="430887"/>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F8EFE1D8-1E7C-8A86-A01A-514505B427DD}"/>
              </a:ext>
            </a:extLst>
          </p:cNvPr>
          <p:cNvSpPr>
            <a:spLocks noGrp="1"/>
          </p:cNvSpPr>
          <p:nvPr>
            <p:ph idx="1"/>
          </p:nvPr>
        </p:nvSpPr>
        <p:spPr>
          <a:xfrm>
            <a:off x="381002" y="1711326"/>
            <a:ext cx="10515600" cy="14865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03734CD-7B05-0092-D5B9-837ACCA63BCE}"/>
              </a:ext>
            </a:extLst>
          </p:cNvPr>
          <p:cNvSpPr>
            <a:spLocks noGrp="1"/>
          </p:cNvSpPr>
          <p:nvPr>
            <p:ph type="dt" sz="half" idx="10"/>
          </p:nvPr>
        </p:nvSpPr>
        <p:spPr>
          <a:xfrm>
            <a:off x="380999" y="6242051"/>
            <a:ext cx="2743200" cy="365126"/>
          </a:xfrm>
          <a:prstGeom prst="rect">
            <a:avLst/>
          </a:prstGeom>
        </p:spPr>
        <p:txBody>
          <a:bodyPr/>
          <a:lstStyle/>
          <a:p>
            <a:pPr defTabSz="914400">
              <a:defRPr/>
            </a:pPr>
            <a:endParaRPr lang="en-US">
              <a:solidFill>
                <a:prstClr val="black"/>
              </a:solidFill>
              <a:latin typeface="Segoe UI"/>
            </a:endParaRPr>
          </a:p>
        </p:txBody>
      </p:sp>
      <p:sp>
        <p:nvSpPr>
          <p:cNvPr id="5" name="Footer Placeholder 4">
            <a:extLst>
              <a:ext uri="{FF2B5EF4-FFF2-40B4-BE49-F238E27FC236}">
                <a16:creationId xmlns:a16="http://schemas.microsoft.com/office/drawing/2014/main" id="{4B58CC31-DAE6-D4D7-A480-A8D61B236742}"/>
              </a:ext>
            </a:extLst>
          </p:cNvPr>
          <p:cNvSpPr>
            <a:spLocks noGrp="1"/>
          </p:cNvSpPr>
          <p:nvPr>
            <p:ph type="ftr" sz="quarter" idx="11"/>
          </p:nvPr>
        </p:nvSpPr>
        <p:spPr>
          <a:xfrm>
            <a:off x="3581402" y="6242051"/>
            <a:ext cx="4114800" cy="365126"/>
          </a:xfrm>
        </p:spPr>
        <p:txBody>
          <a:bodyPr/>
          <a:lstStyle/>
          <a:p>
            <a:pPr defTabSz="914400">
              <a:defRPr/>
            </a:pPr>
            <a:r>
              <a:rPr lang="en-US" sz="1000">
                <a:solidFill>
                  <a:prstClr val="black">
                    <a:lumMod val="50000"/>
                    <a:lumOff val="50000"/>
                  </a:prstClr>
                </a:solidFill>
                <a:latin typeface="Segoe UI"/>
              </a:rPr>
              <a:t>Data Security and Information Protection</a:t>
            </a:r>
          </a:p>
        </p:txBody>
      </p:sp>
      <p:sp>
        <p:nvSpPr>
          <p:cNvPr id="6" name="Slide Number Placeholder 5">
            <a:extLst>
              <a:ext uri="{FF2B5EF4-FFF2-40B4-BE49-F238E27FC236}">
                <a16:creationId xmlns:a16="http://schemas.microsoft.com/office/drawing/2014/main" id="{B3A909B1-270B-7393-59C8-6EE9EFCA0D99}"/>
              </a:ext>
            </a:extLst>
          </p:cNvPr>
          <p:cNvSpPr>
            <a:spLocks noGrp="1"/>
          </p:cNvSpPr>
          <p:nvPr>
            <p:ph type="sldNum" sz="quarter" idx="12"/>
          </p:nvPr>
        </p:nvSpPr>
        <p:spPr>
          <a:xfrm>
            <a:off x="8153401" y="6242051"/>
            <a:ext cx="2743200" cy="365126"/>
          </a:xfrm>
        </p:spPr>
        <p:txBody>
          <a:bodyPr/>
          <a:lstStyle/>
          <a:p>
            <a:pPr algn="r" defTabSz="914400">
              <a:defRPr/>
            </a:pPr>
            <a:fld id="{C67CA0B0-04EF-433A-8113-67BC344D39D3}" type="slidenum">
              <a:rPr lang="en-US" sz="1000" smtClean="0">
                <a:solidFill>
                  <a:prstClr val="black">
                    <a:lumMod val="50000"/>
                    <a:lumOff val="50000"/>
                  </a:prstClr>
                </a:solidFill>
                <a:latin typeface="Segoe UI"/>
              </a:rPr>
              <a:pPr algn="r" defTabSz="914400">
                <a:defRPr/>
              </a:pPr>
              <a:t>‹#›</a:t>
            </a:fld>
            <a:endParaRPr lang="en-US" sz="1000">
              <a:solidFill>
                <a:prstClr val="black">
                  <a:lumMod val="50000"/>
                  <a:lumOff val="50000"/>
                </a:prstClr>
              </a:solidFill>
              <a:latin typeface="Segoe UI"/>
            </a:endParaRPr>
          </a:p>
        </p:txBody>
      </p:sp>
      <p:sp>
        <p:nvSpPr>
          <p:cNvPr id="7" name="Rectangle 6">
            <a:extLst>
              <a:ext uri="{FF2B5EF4-FFF2-40B4-BE49-F238E27FC236}">
                <a16:creationId xmlns:a16="http://schemas.microsoft.com/office/drawing/2014/main" id="{12118B41-A307-0DD1-5000-30B9B4FBE2D6}"/>
              </a:ext>
            </a:extLst>
          </p:cNvPr>
          <p:cNvSpPr/>
          <p:nvPr userDrawn="1"/>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Tree>
    <p:extLst>
      <p:ext uri="{BB962C8B-B14F-4D97-AF65-F5344CB8AC3E}">
        <p14:creationId xmlns:p14="http://schemas.microsoft.com/office/powerpoint/2010/main" val="1593809248"/>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userDrawn="1">
  <p:cSld name="1_Closing logo slide">
    <p:bg>
      <p:bgPr>
        <a:solidFill>
          <a:schemeClr val="accent1"/>
        </a:solidFill>
        <a:effectLst/>
      </p:bgPr>
    </p:bg>
    <p:spTree>
      <p:nvGrpSpPr>
        <p:cNvPr id="1" name=""/>
        <p:cNvGrpSpPr/>
        <p:nvPr/>
      </p:nvGrpSpPr>
      <p:grpSpPr>
        <a:xfrm>
          <a:off x="0" y="0"/>
          <a:ext cx="0" cy="0"/>
          <a:chOff x="0" y="0"/>
          <a:chExt cx="0" cy="0"/>
        </a:xfrm>
      </p:grpSpPr>
      <p:pic>
        <p:nvPicPr>
          <p:cNvPr id="3" name="Picture 2" descr="A close up of a glass&#10;&#10;Description automatically generated">
            <a:extLst>
              <a:ext uri="{FF2B5EF4-FFF2-40B4-BE49-F238E27FC236}">
                <a16:creationId xmlns:a16="http://schemas.microsoft.com/office/drawing/2014/main" id="{4F5CE529-272F-D619-67D6-09FCFE939A7A}"/>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2"/>
            <a:ext cx="12192000" cy="6858000"/>
          </a:xfrm>
          <a:prstGeom prst="rect">
            <a:avLst/>
          </a:prstGeom>
        </p:spPr>
      </p:pic>
      <p:sp>
        <p:nvSpPr>
          <p:cNvPr id="2" name="Text Box 3"/>
          <p:cNvSpPr txBox="1">
            <a:spLocks noChangeArrowheads="1"/>
          </p:cNvSpPr>
          <p:nvPr userDrawn="1"/>
        </p:nvSpPr>
        <p:spPr bwMode="blackWhite">
          <a:xfrm>
            <a:off x="584202" y="6161317"/>
            <a:ext cx="4482123"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a:solidFill>
                  <a:schemeClr val="bg1"/>
                </a:solidFill>
                <a:cs typeface="Segoe UI" pitchFamily="34" charset="0"/>
              </a:rPr>
              <a:t>© Copyright Microsoft Corporation. All rights reserved. </a:t>
            </a:r>
          </a:p>
        </p:txBody>
      </p:sp>
      <p:sp>
        <p:nvSpPr>
          <p:cNvPr id="4" name="Title 2">
            <a:extLst>
              <a:ext uri="{FF2B5EF4-FFF2-40B4-BE49-F238E27FC236}">
                <a16:creationId xmlns:a16="http://schemas.microsoft.com/office/drawing/2014/main" id="{93542229-5950-782A-DC44-AA56DDDD77EE}"/>
              </a:ext>
            </a:extLst>
          </p:cNvPr>
          <p:cNvSpPr>
            <a:spLocks noGrp="1"/>
          </p:cNvSpPr>
          <p:nvPr>
            <p:ph type="title" idx="4294967295"/>
          </p:nvPr>
        </p:nvSpPr>
        <p:spPr>
          <a:xfrm>
            <a:off x="601885" y="3060763"/>
            <a:ext cx="4162425" cy="492443"/>
          </a:xfrm>
        </p:spPr>
        <p:txBody>
          <a:bodyPr/>
          <a:lstStyle/>
          <a:p>
            <a:r>
              <a:rPr lang="en-US" sz="3200"/>
              <a:t>Thank you.</a:t>
            </a:r>
          </a:p>
        </p:txBody>
      </p:sp>
    </p:spTree>
    <p:extLst>
      <p:ext uri="{BB962C8B-B14F-4D97-AF65-F5344CB8AC3E}">
        <p14:creationId xmlns:p14="http://schemas.microsoft.com/office/powerpoint/2010/main" val="562136767"/>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userDrawn="1">
  <p:cSld name="Ribbon full page">
    <p:spTree>
      <p:nvGrpSpPr>
        <p:cNvPr id="1" name=""/>
        <p:cNvGrpSpPr/>
        <p:nvPr/>
      </p:nvGrpSpPr>
      <p:grpSpPr>
        <a:xfrm>
          <a:off x="0" y="0"/>
          <a:ext cx="0" cy="0"/>
          <a:chOff x="0" y="0"/>
          <a:chExt cx="0" cy="0"/>
        </a:xfrm>
      </p:grpSpPr>
      <p:pic>
        <p:nvPicPr>
          <p:cNvPr id="5" name="Picture 4" descr="A close-up of a ribbon&#10;&#10;Description automatically generated">
            <a:extLst>
              <a:ext uri="{FF2B5EF4-FFF2-40B4-BE49-F238E27FC236}">
                <a16:creationId xmlns:a16="http://schemas.microsoft.com/office/drawing/2014/main" id="{AC871D7A-C89B-F090-4E20-507E04C5B408}"/>
              </a:ext>
            </a:extLst>
          </p:cNvPr>
          <p:cNvPicPr>
            <a:picLocks noChangeAspect="1"/>
          </p:cNvPicPr>
          <p:nvPr userDrawn="1"/>
        </p:nvPicPr>
        <p:blipFill rotWithShape="1">
          <a:blip r:embed="rId2">
            <a:alphaModFix amt="50000"/>
            <a:extLst>
              <a:ext uri="{28A0092B-C50C-407E-A947-70E740481C1C}">
                <a14:useLocalDpi xmlns:a14="http://schemas.microsoft.com/office/drawing/2010/main" val="0"/>
              </a:ext>
            </a:extLst>
          </a:blip>
          <a:srcRect/>
          <a:stretch/>
        </p:blipFill>
        <p:spPr>
          <a:xfrm>
            <a:off x="0" y="2"/>
            <a:ext cx="12192000" cy="6858000"/>
          </a:xfrm>
          <a:prstGeom prst="rect">
            <a:avLst/>
          </a:prstGeom>
        </p:spPr>
      </p:pic>
      <p:sp>
        <p:nvSpPr>
          <p:cNvPr id="4" name="Rectangle 3">
            <a:extLst>
              <a:ext uri="{FF2B5EF4-FFF2-40B4-BE49-F238E27FC236}">
                <a16:creationId xmlns:a16="http://schemas.microsoft.com/office/drawing/2014/main" id="{47DA21B3-4424-4158-4F74-C7F196263C20}"/>
              </a:ext>
            </a:extLst>
          </p:cNvPr>
          <p:cNvSpPr/>
          <p:nvPr userDrawn="1"/>
        </p:nvSpPr>
        <p:spPr bwMode="auto">
          <a:xfrm>
            <a:off x="0" y="4956632"/>
            <a:ext cx="12192000" cy="1901370"/>
          </a:xfrm>
          <a:prstGeom prst="rect">
            <a:avLst/>
          </a:prstGeom>
          <a:gradFill flip="none" rotWithShape="1">
            <a:gsLst>
              <a:gs pos="26000">
                <a:schemeClr val="bg1">
                  <a:alpha val="0"/>
                </a:schemeClr>
              </a:gs>
              <a:gs pos="70000">
                <a:schemeClr val="bg1">
                  <a:alpha val="60000"/>
                </a:schemeClr>
              </a:gs>
            </a:gsLst>
            <a:lin ang="54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2" name="Rectangle 1">
            <a:extLst>
              <a:ext uri="{FF2B5EF4-FFF2-40B4-BE49-F238E27FC236}">
                <a16:creationId xmlns:a16="http://schemas.microsoft.com/office/drawing/2014/main" id="{86E5E574-4E42-141C-4AB8-1E2942A7E153}"/>
              </a:ext>
            </a:extLst>
          </p:cNvPr>
          <p:cNvSpPr/>
          <p:nvPr userDrawn="1"/>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sp>
        <p:nvSpPr>
          <p:cNvPr id="3" name="Title 2">
            <a:extLst>
              <a:ext uri="{FF2B5EF4-FFF2-40B4-BE49-F238E27FC236}">
                <a16:creationId xmlns:a16="http://schemas.microsoft.com/office/drawing/2014/main" id="{5CBD6267-AAA4-722E-4EC2-FA9E067F554F}"/>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2219188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1">
          <p15:clr>
            <a:srgbClr val="5ACBF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userDrawn="1">
  <p:cSld name="1_Soft background only">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7DA21B3-4424-4158-4F74-C7F196263C20}"/>
              </a:ext>
            </a:extLst>
          </p:cNvPr>
          <p:cNvSpPr/>
          <p:nvPr userDrawn="1"/>
        </p:nvSpPr>
        <p:spPr bwMode="auto">
          <a:xfrm>
            <a:off x="0" y="4956632"/>
            <a:ext cx="12192000" cy="1901370"/>
          </a:xfrm>
          <a:prstGeom prst="rect">
            <a:avLst/>
          </a:prstGeom>
          <a:gradFill flip="none" rotWithShape="1">
            <a:gsLst>
              <a:gs pos="26000">
                <a:schemeClr val="bg1">
                  <a:alpha val="0"/>
                </a:schemeClr>
              </a:gs>
              <a:gs pos="70000">
                <a:schemeClr val="bg1">
                  <a:alpha val="60000"/>
                </a:schemeClr>
              </a:gs>
            </a:gsLst>
            <a:lin ang="54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grpSp>
        <p:nvGrpSpPr>
          <p:cNvPr id="3" name="Group 2">
            <a:extLst>
              <a:ext uri="{FF2B5EF4-FFF2-40B4-BE49-F238E27FC236}">
                <a16:creationId xmlns:a16="http://schemas.microsoft.com/office/drawing/2014/main" id="{55F9204C-3F26-4B75-3C9A-C84670D7A3BF}"/>
              </a:ext>
            </a:extLst>
          </p:cNvPr>
          <p:cNvGrpSpPr/>
          <p:nvPr userDrawn="1"/>
        </p:nvGrpSpPr>
        <p:grpSpPr>
          <a:xfrm>
            <a:off x="0" y="2"/>
            <a:ext cx="12192000" cy="6858000"/>
            <a:chOff x="0" y="0"/>
            <a:chExt cx="12192000" cy="6858000"/>
          </a:xfrm>
        </p:grpSpPr>
        <p:pic>
          <p:nvPicPr>
            <p:cNvPr id="5" name="Picture 4" descr="A blurry image of a person's hand&#10;&#10;Description automatically generated">
              <a:extLst>
                <a:ext uri="{FF2B5EF4-FFF2-40B4-BE49-F238E27FC236}">
                  <a16:creationId xmlns:a16="http://schemas.microsoft.com/office/drawing/2014/main" id="{B890A04F-278F-1602-9E64-8C8C5A93D3AB}"/>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artisticBlur radius="75"/>
                      </a14:imgEffect>
                    </a14:imgLayer>
                  </a14:imgProps>
                </a:ext>
                <a:ext uri="{28A0092B-C50C-407E-A947-70E740481C1C}">
                  <a14:useLocalDpi xmlns:a14="http://schemas.microsoft.com/office/drawing/2010/main" val="0"/>
                </a:ext>
              </a:extLst>
            </a:blip>
            <a:srcRect t="2407"/>
            <a:stretch/>
          </p:blipFill>
          <p:spPr>
            <a:xfrm>
              <a:off x="0" y="0"/>
              <a:ext cx="12192000" cy="6692900"/>
            </a:xfrm>
            <a:prstGeom prst="rect">
              <a:avLst/>
            </a:prstGeom>
          </p:spPr>
        </p:pic>
        <p:sp>
          <p:nvSpPr>
            <p:cNvPr id="7" name="Rectangle 6">
              <a:extLst>
                <a:ext uri="{FF2B5EF4-FFF2-40B4-BE49-F238E27FC236}">
                  <a16:creationId xmlns:a16="http://schemas.microsoft.com/office/drawing/2014/main" id="{E16343BD-8AB7-4C7A-F9EE-B2FBF358D3A6}"/>
                </a:ext>
              </a:extLst>
            </p:cNvPr>
            <p:cNvSpPr/>
            <p:nvPr userDrawn="1"/>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grpSp>
    </p:spTree>
    <p:extLst>
      <p:ext uri="{BB962C8B-B14F-4D97-AF65-F5344CB8AC3E}">
        <p14:creationId xmlns:p14="http://schemas.microsoft.com/office/powerpoint/2010/main" val="22596915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1">
          <p15:clr>
            <a:srgbClr val="5ACBF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userDrawn="1">
  <p:cSld name="Title subtitle on softer backgroun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D9B8D5D-8099-AA72-3D38-457B1AD8BBB7}"/>
              </a:ext>
            </a:extLst>
          </p:cNvPr>
          <p:cNvPicPr>
            <a:picLocks noChangeAspect="1"/>
          </p:cNvPicPr>
          <p:nvPr userDrawn="1"/>
        </p:nvPicPr>
        <p:blipFill rotWithShape="1">
          <a:blip r:embed="rId2">
            <a:alphaModFix amt="46000"/>
          </a:blip>
          <a:srcRect l="10595" t="987" r="10595"/>
          <a:stretch/>
        </p:blipFill>
        <p:spPr>
          <a:xfrm>
            <a:off x="0" y="2"/>
            <a:ext cx="12192000" cy="6858000"/>
          </a:xfrm>
          <a:prstGeom prst="rect">
            <a:avLst/>
          </a:prstGeom>
        </p:spPr>
      </p:pic>
      <p:sp>
        <p:nvSpPr>
          <p:cNvPr id="4" name="Rectangle 3">
            <a:extLst>
              <a:ext uri="{FF2B5EF4-FFF2-40B4-BE49-F238E27FC236}">
                <a16:creationId xmlns:a16="http://schemas.microsoft.com/office/drawing/2014/main" id="{47DA21B3-4424-4158-4F74-C7F196263C20}"/>
              </a:ext>
            </a:extLst>
          </p:cNvPr>
          <p:cNvSpPr/>
          <p:nvPr userDrawn="1"/>
        </p:nvSpPr>
        <p:spPr bwMode="auto">
          <a:xfrm>
            <a:off x="0" y="4956632"/>
            <a:ext cx="12192000" cy="1901370"/>
          </a:xfrm>
          <a:prstGeom prst="rect">
            <a:avLst/>
          </a:prstGeom>
          <a:gradFill flip="none" rotWithShape="1">
            <a:gsLst>
              <a:gs pos="26000">
                <a:schemeClr val="bg1">
                  <a:alpha val="0"/>
                </a:schemeClr>
              </a:gs>
              <a:gs pos="70000">
                <a:schemeClr val="bg1">
                  <a:alpha val="60000"/>
                </a:schemeClr>
              </a:gs>
            </a:gsLst>
            <a:lin ang="54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2" name="Rectangle 1">
            <a:extLst>
              <a:ext uri="{FF2B5EF4-FFF2-40B4-BE49-F238E27FC236}">
                <a16:creationId xmlns:a16="http://schemas.microsoft.com/office/drawing/2014/main" id="{86E5E574-4E42-141C-4AB8-1E2942A7E153}"/>
              </a:ext>
            </a:extLst>
          </p:cNvPr>
          <p:cNvSpPr/>
          <p:nvPr userDrawn="1"/>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sp>
        <p:nvSpPr>
          <p:cNvPr id="3" name="Title 2">
            <a:extLst>
              <a:ext uri="{FF2B5EF4-FFF2-40B4-BE49-F238E27FC236}">
                <a16:creationId xmlns:a16="http://schemas.microsoft.com/office/drawing/2014/main" id="{5CBD6267-AAA4-722E-4EC2-FA9E067F554F}"/>
              </a:ext>
            </a:extLst>
          </p:cNvPr>
          <p:cNvSpPr>
            <a:spLocks noGrp="1"/>
          </p:cNvSpPr>
          <p:nvPr>
            <p:ph type="title"/>
          </p:nvPr>
        </p:nvSpPr>
        <p:spPr/>
        <p:txBody>
          <a:bodyPr/>
          <a:lstStyle/>
          <a:p>
            <a:r>
              <a:rPr lang="en-US"/>
              <a:t>Click to edit Master title style</a:t>
            </a:r>
          </a:p>
        </p:txBody>
      </p:sp>
      <p:sp>
        <p:nvSpPr>
          <p:cNvPr id="7" name="Text Placeholder 2">
            <a:extLst>
              <a:ext uri="{FF2B5EF4-FFF2-40B4-BE49-F238E27FC236}">
                <a16:creationId xmlns:a16="http://schemas.microsoft.com/office/drawing/2014/main" id="{695BB0A4-0465-8375-17C6-6AC6C5A8BCEF}"/>
              </a:ext>
            </a:extLst>
          </p:cNvPr>
          <p:cNvSpPr>
            <a:spLocks noGrp="1"/>
          </p:cNvSpPr>
          <p:nvPr>
            <p:ph type="body" sz="quarter" idx="11" hasCustomPrompt="1"/>
          </p:nvPr>
        </p:nvSpPr>
        <p:spPr>
          <a:xfrm>
            <a:off x="574676" y="941387"/>
            <a:ext cx="11018521" cy="341632"/>
          </a:xfrm>
        </p:spPr>
        <p:txBody>
          <a:bodyPr tIns="64008"/>
          <a:lstStyle>
            <a:lvl1pPr>
              <a:defRPr sz="1800">
                <a:solidFill>
                  <a:schemeClr val="tx1"/>
                </a:solidFill>
                <a:latin typeface="+mn-lt"/>
              </a:defRPr>
            </a:lvl1pPr>
          </a:lstStyle>
          <a:p>
            <a:pPr lvl="0"/>
            <a:r>
              <a:rPr lang="en-US"/>
              <a:t>Subtitle</a:t>
            </a:r>
          </a:p>
        </p:txBody>
      </p:sp>
    </p:spTree>
    <p:extLst>
      <p:ext uri="{BB962C8B-B14F-4D97-AF65-F5344CB8AC3E}">
        <p14:creationId xmlns:p14="http://schemas.microsoft.com/office/powerpoint/2010/main" val="4874829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1">
          <p15:clr>
            <a:srgbClr val="5ACBF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userDrawn="1">
  <p:cSld name="Highlighted text layout blue">
    <p:bg>
      <p:bgPr>
        <a:solidFill>
          <a:schemeClr val="accent1"/>
        </a:solidFill>
        <a:effectLst/>
      </p:bgPr>
    </p:bg>
    <p:spTree>
      <p:nvGrpSpPr>
        <p:cNvPr id="1" name=""/>
        <p:cNvGrpSpPr/>
        <p:nvPr/>
      </p:nvGrpSpPr>
      <p:grpSpPr>
        <a:xfrm>
          <a:off x="0" y="0"/>
          <a:ext cx="0" cy="0"/>
          <a:chOff x="0" y="0"/>
          <a:chExt cx="0" cy="0"/>
        </a:xfrm>
      </p:grpSpPr>
      <p:pic>
        <p:nvPicPr>
          <p:cNvPr id="7" name="Picture 6" descr="A close up of a glass object&#10;&#10;Description automatically generated">
            <a:extLst>
              <a:ext uri="{FF2B5EF4-FFF2-40B4-BE49-F238E27FC236}">
                <a16:creationId xmlns:a16="http://schemas.microsoft.com/office/drawing/2014/main" id="{202B506A-483A-ADB6-D6D1-C736D738F185}"/>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0" y="2"/>
            <a:ext cx="12192000" cy="6858000"/>
          </a:xfrm>
          <a:prstGeom prst="rect">
            <a:avLst/>
          </a:prstGeom>
        </p:spPr>
      </p:pic>
      <p:sp>
        <p:nvSpPr>
          <p:cNvPr id="5" name="Freeform: Shape 4">
            <a:extLst>
              <a:ext uri="{FF2B5EF4-FFF2-40B4-BE49-F238E27FC236}">
                <a16:creationId xmlns:a16="http://schemas.microsoft.com/office/drawing/2014/main" id="{DEBD55BF-62EF-ED92-3650-C400F8B9569D}"/>
              </a:ext>
            </a:extLst>
          </p:cNvPr>
          <p:cNvSpPr/>
          <p:nvPr userDrawn="1"/>
        </p:nvSpPr>
        <p:spPr bwMode="auto">
          <a:xfrm>
            <a:off x="0" y="2006602"/>
            <a:ext cx="7977243" cy="2844799"/>
          </a:xfrm>
          <a:custGeom>
            <a:avLst/>
            <a:gdLst>
              <a:gd name="connsiteX0" fmla="*/ 0 w 7977243"/>
              <a:gd name="connsiteY0" fmla="*/ 0 h 2844800"/>
              <a:gd name="connsiteX1" fmla="*/ 6554843 w 7977243"/>
              <a:gd name="connsiteY1" fmla="*/ 0 h 2844800"/>
              <a:gd name="connsiteX2" fmla="*/ 7977243 w 7977243"/>
              <a:gd name="connsiteY2" fmla="*/ 1422400 h 2844800"/>
              <a:gd name="connsiteX3" fmla="*/ 6554843 w 7977243"/>
              <a:gd name="connsiteY3" fmla="*/ 2844800 h 2844800"/>
              <a:gd name="connsiteX4" fmla="*/ 0 w 7977243"/>
              <a:gd name="connsiteY4" fmla="*/ 2844800 h 2844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77243" h="2844800">
                <a:moveTo>
                  <a:pt x="0" y="0"/>
                </a:moveTo>
                <a:lnTo>
                  <a:pt x="6554843" y="0"/>
                </a:lnTo>
                <a:cubicBezTo>
                  <a:pt x="7340413" y="0"/>
                  <a:pt x="7977243" y="636830"/>
                  <a:pt x="7977243" y="1422400"/>
                </a:cubicBezTo>
                <a:cubicBezTo>
                  <a:pt x="7977243" y="2207970"/>
                  <a:pt x="7340413" y="2844800"/>
                  <a:pt x="6554843" y="2844800"/>
                </a:cubicBezTo>
                <a:lnTo>
                  <a:pt x="0" y="2844800"/>
                </a:lnTo>
                <a:close/>
              </a:path>
            </a:pathLst>
          </a:custGeom>
          <a:gradFill flip="none" rotWithShape="1">
            <a:gsLst>
              <a:gs pos="89000">
                <a:schemeClr val="bg1">
                  <a:alpha val="69000"/>
                </a:schemeClr>
              </a:gs>
              <a:gs pos="100000">
                <a:schemeClr val="bg1">
                  <a:alpha val="92000"/>
                </a:schemeClr>
              </a:gs>
            </a:gsLst>
            <a:path path="rect">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sz="749" err="1"/>
          </a:p>
        </p:txBody>
      </p:sp>
      <p:sp>
        <p:nvSpPr>
          <p:cNvPr id="2" name="Title 1"/>
          <p:cNvSpPr>
            <a:spLocks noGrp="1"/>
          </p:cNvSpPr>
          <p:nvPr>
            <p:ph type="title" hasCustomPrompt="1"/>
          </p:nvPr>
        </p:nvSpPr>
        <p:spPr>
          <a:xfrm>
            <a:off x="1248938" y="3182781"/>
            <a:ext cx="5229922" cy="492443"/>
          </a:xfrm>
        </p:spPr>
        <p:txBody>
          <a:bodyPr wrap="square" rIns="0" anchor="ctr" anchorCtr="0">
            <a:spAutoFit/>
          </a:bodyPr>
          <a:lstStyle>
            <a:lvl1pPr>
              <a:lnSpc>
                <a:spcPct val="100000"/>
              </a:lnSpc>
              <a:defRPr sz="3200" b="0" spc="-49" baseline="0">
                <a:solidFill>
                  <a:srgbClr val="000000"/>
                </a:solidFill>
                <a:latin typeface="+mj-lt"/>
                <a:cs typeface="Segoe UI Semilight" panose="020B0402040204020203" pitchFamily="34" charset="0"/>
              </a:defRPr>
            </a:lvl1pPr>
          </a:lstStyle>
          <a:p>
            <a:r>
              <a:rPr lang="en-US"/>
              <a:t>Highlighted text layout blue</a:t>
            </a:r>
          </a:p>
        </p:txBody>
      </p:sp>
    </p:spTree>
    <p:extLst>
      <p:ext uri="{BB962C8B-B14F-4D97-AF65-F5344CB8AC3E}">
        <p14:creationId xmlns:p14="http://schemas.microsoft.com/office/powerpoint/2010/main" val="3564749281"/>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5" orient="horz" pos="2160">
          <p15:clr>
            <a:srgbClr val="FBAE40"/>
          </p15:clr>
        </p15:guide>
        <p15:guide id="6" pos="2991">
          <p15:clr>
            <a:srgbClr val="5ACBF0"/>
          </p15:clr>
        </p15:guide>
        <p15:guide id="7" pos="3727">
          <p15:clr>
            <a:srgbClr val="C35EA4"/>
          </p15:clr>
        </p15:guide>
        <p15:guide id="8" pos="3545">
          <p15:clr>
            <a:srgbClr val="A4A3A4"/>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userDrawn="1">
  <p:cSld name="Section Tit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9018571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guide id="4" orient="horz" pos="2506">
          <p15:clr>
            <a:srgbClr val="5ACBF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cSld name="1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7669909"/>
      </p:ext>
    </p:extLst>
  </p:cSld>
  <p:clrMapOvr>
    <a:masterClrMapping/>
  </p:clrMapOvr>
  <p:transition>
    <p:fade/>
  </p:transition>
  <p:hf sldNum="0" hdr="0" ftr="0" dt="0"/>
  <p:extLst>
    <p:ext uri="{DCECCB84-F9BA-43D5-87BE-67443E8EF086}">
      <p15:sldGuideLst xmlns:p15="http://schemas.microsoft.com/office/powerpoint/2012/main">
        <p15:guide id="6" pos="779">
          <p15:clr>
            <a:srgbClr val="A4A3A4"/>
          </p15:clr>
        </p15:guide>
        <p15:guide id="7" pos="962">
          <p15:clr>
            <a:srgbClr val="A4A3A4"/>
          </p15:clr>
        </p15:guide>
        <p15:guide id="8" pos="1372">
          <p15:clr>
            <a:srgbClr val="A4A3A4"/>
          </p15:clr>
        </p15:guide>
        <p15:guide id="9" pos="1557">
          <p15:clr>
            <a:srgbClr val="A4A3A4"/>
          </p15:clr>
        </p15:guide>
        <p15:guide id="10" pos="1967">
          <p15:clr>
            <a:srgbClr val="A4A3A4"/>
          </p15:clr>
        </p15:guide>
        <p15:guide id="11" pos="2150">
          <p15:clr>
            <a:srgbClr val="A4A3A4"/>
          </p15:clr>
        </p15:guide>
        <p15:guide id="12" pos="2560">
          <p15:clr>
            <a:srgbClr val="A4A3A4"/>
          </p15:clr>
        </p15:guide>
        <p15:guide id="13" pos="2745">
          <p15:clr>
            <a:srgbClr val="A4A3A4"/>
          </p15:clr>
        </p15:guide>
        <p15:guide id="14" pos="3161">
          <p15:clr>
            <a:srgbClr val="A4A3A4"/>
          </p15:clr>
        </p15:guide>
        <p15:guide id="15" pos="3348">
          <p15:clr>
            <a:srgbClr val="A4A3A4"/>
          </p15:clr>
        </p15:guide>
        <p15:guide id="16" pos="3754">
          <p15:clr>
            <a:srgbClr val="A4A3A4"/>
          </p15:clr>
        </p15:guide>
        <p15:guide id="17" pos="3930">
          <p15:clr>
            <a:srgbClr val="A4A3A4"/>
          </p15:clr>
        </p15:guide>
        <p15:guide id="18" pos="4343">
          <p15:clr>
            <a:srgbClr val="A4A3A4"/>
          </p15:clr>
        </p15:guide>
        <p15:guide id="19" pos="4531">
          <p15:clr>
            <a:srgbClr val="A4A3A4"/>
          </p15:clr>
        </p15:guide>
        <p15:guide id="20" pos="4937">
          <p15:clr>
            <a:srgbClr val="A4A3A4"/>
          </p15:clr>
        </p15:guide>
        <p15:guide id="21" pos="5120">
          <p15:clr>
            <a:srgbClr val="A4A3A4"/>
          </p15:clr>
        </p15:guide>
        <p15:guide id="22" pos="5528">
          <p15:clr>
            <a:srgbClr val="A4A3A4"/>
          </p15:clr>
        </p15:guide>
        <p15:guide id="23" pos="5715">
          <p15:clr>
            <a:srgbClr val="A4A3A4"/>
          </p15:clr>
        </p15:guide>
        <p15:guide id="24" pos="6123">
          <p15:clr>
            <a:srgbClr val="A4A3A4"/>
          </p15:clr>
        </p15:guide>
        <p15:guide id="25" pos="6308">
          <p15:clr>
            <a:srgbClr val="A4A3A4"/>
          </p15:clr>
        </p15:guide>
        <p15:guide id="26" pos="6718">
          <p15:clr>
            <a:srgbClr val="A4A3A4"/>
          </p15:clr>
        </p15:guide>
        <p15:guide id="27" pos="6901">
          <p15:clr>
            <a:srgbClr val="A4A3A4"/>
          </p15:clr>
        </p15:guide>
        <p15:guide id="28" orient="horz" pos="905">
          <p15:clr>
            <a:srgbClr val="5ACBF0"/>
          </p15:clr>
        </p15:guide>
        <p15:guide id="29" orient="horz" pos="1272">
          <p15:clr>
            <a:srgbClr val="5ACBF0"/>
          </p15:clr>
        </p15:guide>
        <p15:guide id="30" orient="horz" pos="287">
          <p15:clr>
            <a:srgbClr val="5ACBF0"/>
          </p15:clr>
        </p15:guide>
        <p15:guide id="31" pos="3840">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userDrawn="1">
  <p:cSld name="2_Ribbon full page">
    <p:spTree>
      <p:nvGrpSpPr>
        <p:cNvPr id="1" name=""/>
        <p:cNvGrpSpPr/>
        <p:nvPr/>
      </p:nvGrpSpPr>
      <p:grpSpPr>
        <a:xfrm>
          <a:off x="0" y="0"/>
          <a:ext cx="0" cy="0"/>
          <a:chOff x="0" y="0"/>
          <a:chExt cx="0" cy="0"/>
        </a:xfrm>
      </p:grpSpPr>
      <p:pic>
        <p:nvPicPr>
          <p:cNvPr id="2" name="Picture 1" descr="A close up of a glass object&#10;&#10;Description automatically generated">
            <a:extLst>
              <a:ext uri="{FF2B5EF4-FFF2-40B4-BE49-F238E27FC236}">
                <a16:creationId xmlns:a16="http://schemas.microsoft.com/office/drawing/2014/main" id="{E4EAFBEA-2574-08F5-7DC9-59F584D2A310}"/>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2"/>
            <a:ext cx="12192000" cy="6858000"/>
          </a:xfrm>
          <a:prstGeom prst="rect">
            <a:avLst/>
          </a:prstGeom>
        </p:spPr>
      </p:pic>
      <p:sp>
        <p:nvSpPr>
          <p:cNvPr id="4" name="Rectangle: Top Corners Rounded 3">
            <a:extLst>
              <a:ext uri="{FF2B5EF4-FFF2-40B4-BE49-F238E27FC236}">
                <a16:creationId xmlns:a16="http://schemas.microsoft.com/office/drawing/2014/main" id="{E3305C83-1C45-7907-6FE5-D4BCFB3E8276}"/>
              </a:ext>
            </a:extLst>
          </p:cNvPr>
          <p:cNvSpPr/>
          <p:nvPr userDrawn="1"/>
        </p:nvSpPr>
        <p:spPr bwMode="auto">
          <a:xfrm rot="5400000">
            <a:off x="1527174" y="1133475"/>
            <a:ext cx="1650997" cy="4705350"/>
          </a:xfrm>
          <a:prstGeom prst="round2SameRect">
            <a:avLst>
              <a:gd name="adj1" fmla="val 50000"/>
              <a:gd name="adj2" fmla="val 0"/>
            </a:avLst>
          </a:prstGeom>
          <a:gradFill flip="none" rotWithShape="1">
            <a:gsLst>
              <a:gs pos="89000">
                <a:schemeClr val="bg1">
                  <a:alpha val="69000"/>
                </a:schemeClr>
              </a:gs>
              <a:gs pos="100000">
                <a:schemeClr val="bg1">
                  <a:alpha val="92000"/>
                </a:schemeClr>
              </a:gs>
            </a:gsLst>
            <a:path path="rect">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sz="749" err="1"/>
          </a:p>
        </p:txBody>
      </p:sp>
      <p:sp>
        <p:nvSpPr>
          <p:cNvPr id="6" name="Rectangle 5">
            <a:extLst>
              <a:ext uri="{FF2B5EF4-FFF2-40B4-BE49-F238E27FC236}">
                <a16:creationId xmlns:a16="http://schemas.microsoft.com/office/drawing/2014/main" id="{89301F92-A51A-5A32-7363-3D4F5A4EE877}"/>
              </a:ext>
            </a:extLst>
          </p:cNvPr>
          <p:cNvSpPr/>
          <p:nvPr userDrawn="1"/>
        </p:nvSpPr>
        <p:spPr bwMode="auto">
          <a:xfrm>
            <a:off x="5645152" y="2"/>
            <a:ext cx="6546849" cy="6858000"/>
          </a:xfrm>
          <a:prstGeom prst="rect">
            <a:avLst/>
          </a:prstGeom>
          <a:gradFill flip="none" rotWithShape="1">
            <a:gsLst>
              <a:gs pos="20000">
                <a:srgbClr val="8661C5"/>
              </a:gs>
              <a:gs pos="100000">
                <a:srgbClr val="C03BC4"/>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182880" rtlCol="0" anchor="ctr"/>
          <a:lstStyle/>
          <a:p>
            <a:pPr algn="ctr" defTabSz="914400"/>
            <a:endParaRPr lang="en-US" sz="1200" err="1">
              <a:solidFill>
                <a:prstClr val="white"/>
              </a:solidFill>
              <a:latin typeface="Segoe Sans Display Semibold"/>
            </a:endParaRPr>
          </a:p>
        </p:txBody>
      </p:sp>
      <p:sp>
        <p:nvSpPr>
          <p:cNvPr id="10" name="TextBox 9">
            <a:extLst>
              <a:ext uri="{FF2B5EF4-FFF2-40B4-BE49-F238E27FC236}">
                <a16:creationId xmlns:a16="http://schemas.microsoft.com/office/drawing/2014/main" id="{D60A9A13-CFF1-D36F-13A3-967874123A78}"/>
              </a:ext>
            </a:extLst>
          </p:cNvPr>
          <p:cNvSpPr txBox="1"/>
          <p:nvPr userDrawn="1"/>
        </p:nvSpPr>
        <p:spPr>
          <a:xfrm>
            <a:off x="574817" y="3084611"/>
            <a:ext cx="2498018" cy="307777"/>
          </a:xfrm>
          <a:prstGeom prst="rect">
            <a:avLst/>
          </a:prstGeom>
          <a:noFill/>
        </p:spPr>
        <p:txBody>
          <a:bodyPr wrap="square" lIns="0" anchor="ctr">
            <a:spAutoFit/>
          </a:bodyPr>
          <a:lstStyle/>
          <a:p>
            <a:pPr algn="l" defTabSz="914400">
              <a:defRPr/>
            </a:pPr>
            <a:r>
              <a:rPr lang="en-US" sz="1400">
                <a:latin typeface="+mj-lt"/>
              </a:rPr>
              <a:t>Microsoft 365 Copilot</a:t>
            </a:r>
          </a:p>
        </p:txBody>
      </p:sp>
      <p:sp>
        <p:nvSpPr>
          <p:cNvPr id="3" name="Title 2">
            <a:extLst>
              <a:ext uri="{FF2B5EF4-FFF2-40B4-BE49-F238E27FC236}">
                <a16:creationId xmlns:a16="http://schemas.microsoft.com/office/drawing/2014/main" id="{5CBD6267-AAA4-722E-4EC2-FA9E067F554F}"/>
              </a:ext>
            </a:extLst>
          </p:cNvPr>
          <p:cNvSpPr>
            <a:spLocks noGrp="1"/>
          </p:cNvSpPr>
          <p:nvPr>
            <p:ph type="title" hasCustomPrompt="1"/>
          </p:nvPr>
        </p:nvSpPr>
        <p:spPr>
          <a:xfrm>
            <a:off x="574816" y="3392391"/>
            <a:ext cx="3125424" cy="430887"/>
          </a:xfrm>
        </p:spPr>
        <p:txBody>
          <a:bodyPr anchor="t"/>
          <a:lstStyle>
            <a:lvl1pPr>
              <a:defRPr>
                <a:solidFill>
                  <a:schemeClr val="accent2"/>
                </a:solidFill>
              </a:defRPr>
            </a:lvl1pPr>
          </a:lstStyle>
          <a:p>
            <a:r>
              <a:rPr lang="en-US"/>
              <a:t>Title here</a:t>
            </a:r>
          </a:p>
        </p:txBody>
      </p:sp>
    </p:spTree>
    <p:extLst>
      <p:ext uri="{BB962C8B-B14F-4D97-AF65-F5344CB8AC3E}">
        <p14:creationId xmlns:p14="http://schemas.microsoft.com/office/powerpoint/2010/main" val="1503458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3" orient="horz" pos="1911">
          <p15:clr>
            <a:srgbClr val="5ACBF0"/>
          </p15:clr>
        </p15:guide>
        <p15:guide id="4" pos="5616">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userDrawn="1">
  <p:cSld name="Divider 3+ lines with eyebrow">
    <p:bg>
      <p:bgPr>
        <a:solidFill>
          <a:schemeClr val="accent1"/>
        </a:solidFill>
        <a:effectLst/>
      </p:bgPr>
    </p:bg>
    <p:spTree>
      <p:nvGrpSpPr>
        <p:cNvPr id="1" name=""/>
        <p:cNvGrpSpPr/>
        <p:nvPr/>
      </p:nvGrpSpPr>
      <p:grpSpPr>
        <a:xfrm>
          <a:off x="0" y="0"/>
          <a:ext cx="0" cy="0"/>
          <a:chOff x="0" y="0"/>
          <a:chExt cx="0" cy="0"/>
        </a:xfrm>
      </p:grpSpPr>
      <p:pic>
        <p:nvPicPr>
          <p:cNvPr id="7" name="Picture 6" descr="A close up of a glass object&#10;&#10;Description automatically generated">
            <a:extLst>
              <a:ext uri="{FF2B5EF4-FFF2-40B4-BE49-F238E27FC236}">
                <a16:creationId xmlns:a16="http://schemas.microsoft.com/office/drawing/2014/main" id="{202B506A-483A-ADB6-D6D1-C736D738F185}"/>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2"/>
            <a:ext cx="12192000" cy="6858000"/>
          </a:xfrm>
          <a:prstGeom prst="rect">
            <a:avLst/>
          </a:prstGeom>
        </p:spPr>
      </p:pic>
      <p:sp>
        <p:nvSpPr>
          <p:cNvPr id="5" name="Freeform: Shape 4">
            <a:extLst>
              <a:ext uri="{FF2B5EF4-FFF2-40B4-BE49-F238E27FC236}">
                <a16:creationId xmlns:a16="http://schemas.microsoft.com/office/drawing/2014/main" id="{DEBD55BF-62EF-ED92-3650-C400F8B9569D}"/>
              </a:ext>
            </a:extLst>
          </p:cNvPr>
          <p:cNvSpPr/>
          <p:nvPr userDrawn="1"/>
        </p:nvSpPr>
        <p:spPr bwMode="auto">
          <a:xfrm>
            <a:off x="0" y="2006602"/>
            <a:ext cx="7977243" cy="2844799"/>
          </a:xfrm>
          <a:custGeom>
            <a:avLst/>
            <a:gdLst>
              <a:gd name="connsiteX0" fmla="*/ 0 w 7977243"/>
              <a:gd name="connsiteY0" fmla="*/ 0 h 2844800"/>
              <a:gd name="connsiteX1" fmla="*/ 6554843 w 7977243"/>
              <a:gd name="connsiteY1" fmla="*/ 0 h 2844800"/>
              <a:gd name="connsiteX2" fmla="*/ 7977243 w 7977243"/>
              <a:gd name="connsiteY2" fmla="*/ 1422400 h 2844800"/>
              <a:gd name="connsiteX3" fmla="*/ 6554843 w 7977243"/>
              <a:gd name="connsiteY3" fmla="*/ 2844800 h 2844800"/>
              <a:gd name="connsiteX4" fmla="*/ 0 w 7977243"/>
              <a:gd name="connsiteY4" fmla="*/ 2844800 h 2844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77243" h="2844800">
                <a:moveTo>
                  <a:pt x="0" y="0"/>
                </a:moveTo>
                <a:lnTo>
                  <a:pt x="6554843" y="0"/>
                </a:lnTo>
                <a:cubicBezTo>
                  <a:pt x="7340413" y="0"/>
                  <a:pt x="7977243" y="636830"/>
                  <a:pt x="7977243" y="1422400"/>
                </a:cubicBezTo>
                <a:cubicBezTo>
                  <a:pt x="7977243" y="2207970"/>
                  <a:pt x="7340413" y="2844800"/>
                  <a:pt x="6554843" y="2844800"/>
                </a:cubicBezTo>
                <a:lnTo>
                  <a:pt x="0" y="2844800"/>
                </a:lnTo>
                <a:close/>
              </a:path>
            </a:pathLst>
          </a:custGeom>
          <a:gradFill flip="none" rotWithShape="1">
            <a:gsLst>
              <a:gs pos="89000">
                <a:schemeClr val="bg1">
                  <a:alpha val="69000"/>
                </a:schemeClr>
              </a:gs>
              <a:gs pos="100000">
                <a:schemeClr val="bg1">
                  <a:alpha val="92000"/>
                </a:schemeClr>
              </a:gs>
            </a:gsLst>
            <a:path path="rect">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sz="749" err="1"/>
          </a:p>
        </p:txBody>
      </p:sp>
      <p:sp>
        <p:nvSpPr>
          <p:cNvPr id="2" name="Title 1"/>
          <p:cNvSpPr>
            <a:spLocks noGrp="1"/>
          </p:cNvSpPr>
          <p:nvPr>
            <p:ph type="title" hasCustomPrompt="1"/>
          </p:nvPr>
        </p:nvSpPr>
        <p:spPr>
          <a:xfrm>
            <a:off x="1248938" y="2835111"/>
            <a:ext cx="5528101" cy="430887"/>
          </a:xfrm>
        </p:spPr>
        <p:txBody>
          <a:bodyPr wrap="square" rIns="0" anchor="t" anchorCtr="0">
            <a:spAutoFit/>
          </a:bodyPr>
          <a:lstStyle>
            <a:lvl1pPr>
              <a:lnSpc>
                <a:spcPct val="100000"/>
              </a:lnSpc>
              <a:defRPr sz="2800" b="0" spc="-49" baseline="0">
                <a:solidFill>
                  <a:srgbClr val="000000"/>
                </a:solidFill>
                <a:latin typeface="+mj-lt"/>
                <a:cs typeface="Segoe UI Semilight" panose="020B0402040204020203" pitchFamily="34" charset="0"/>
              </a:defRPr>
            </a:lvl1pPr>
          </a:lstStyle>
          <a:p>
            <a:r>
              <a:rPr lang="en-US"/>
              <a:t>Divider slide</a:t>
            </a:r>
          </a:p>
        </p:txBody>
      </p:sp>
      <p:sp>
        <p:nvSpPr>
          <p:cNvPr id="4" name="Text Placeholder 3">
            <a:extLst>
              <a:ext uri="{FF2B5EF4-FFF2-40B4-BE49-F238E27FC236}">
                <a16:creationId xmlns:a16="http://schemas.microsoft.com/office/drawing/2014/main" id="{28FBA670-3255-B519-B113-2AE45BA5B8C9}"/>
              </a:ext>
            </a:extLst>
          </p:cNvPr>
          <p:cNvSpPr>
            <a:spLocks noGrp="1"/>
          </p:cNvSpPr>
          <p:nvPr>
            <p:ph type="body" sz="quarter" idx="10"/>
          </p:nvPr>
        </p:nvSpPr>
        <p:spPr>
          <a:xfrm>
            <a:off x="1249364" y="2510213"/>
            <a:ext cx="4808537" cy="276999"/>
          </a:xfrm>
        </p:spPr>
        <p:txBody>
          <a:bodyPr anchor="b"/>
          <a:lstStyle>
            <a:lvl1pPr>
              <a:defRPr sz="1800" cap="none" baseline="0">
                <a:solidFill>
                  <a:schemeClr val="accent2"/>
                </a:solidFill>
              </a:defRPr>
            </a:lvl1pPr>
          </a:lstStyle>
          <a:p>
            <a:pPr lvl="0"/>
            <a:r>
              <a:rPr lang="en-US"/>
              <a:t>Click to edit Master text styles</a:t>
            </a:r>
          </a:p>
        </p:txBody>
      </p:sp>
    </p:spTree>
    <p:extLst>
      <p:ext uri="{BB962C8B-B14F-4D97-AF65-F5344CB8AC3E}">
        <p14:creationId xmlns:p14="http://schemas.microsoft.com/office/powerpoint/2010/main" val="533810839"/>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5" orient="horz" pos="2160">
          <p15:clr>
            <a:srgbClr val="FBAE40"/>
          </p15:clr>
        </p15:guide>
        <p15:guide id="6" pos="2991">
          <p15:clr>
            <a:srgbClr val="5ACBF0"/>
          </p15:clr>
        </p15:guide>
        <p15:guide id="7" pos="3727">
          <p15:clr>
            <a:srgbClr val="C35EA4"/>
          </p15:clr>
        </p15:guide>
        <p15:guide id="8" pos="3545">
          <p15:clr>
            <a:srgbClr val="A4A3A4"/>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userDrawn="1">
  <p:cSld name="Demo">
    <p:spTree>
      <p:nvGrpSpPr>
        <p:cNvPr id="1" name=""/>
        <p:cNvGrpSpPr/>
        <p:nvPr/>
      </p:nvGrpSpPr>
      <p:grpSpPr>
        <a:xfrm>
          <a:off x="0" y="0"/>
          <a:ext cx="0" cy="0"/>
          <a:chOff x="0" y="0"/>
          <a:chExt cx="0" cy="0"/>
        </a:xfrm>
      </p:grpSpPr>
      <p:pic>
        <p:nvPicPr>
          <p:cNvPr id="2" name="Picture 1" descr="A close up of a glass object&#10;&#10;Description automatically generated">
            <a:extLst>
              <a:ext uri="{FF2B5EF4-FFF2-40B4-BE49-F238E27FC236}">
                <a16:creationId xmlns:a16="http://schemas.microsoft.com/office/drawing/2014/main" id="{2AAB10B9-A5B4-8EE9-A35E-0DD6619B87F7}"/>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2"/>
            <a:ext cx="12192000" cy="6858000"/>
          </a:xfrm>
          <a:prstGeom prst="rect">
            <a:avLst/>
          </a:prstGeom>
        </p:spPr>
      </p:pic>
      <p:pic>
        <p:nvPicPr>
          <p:cNvPr id="6" name="Picture 5" descr="A close up of a glass object&#10;&#10;Description automatically generated">
            <a:extLst>
              <a:ext uri="{FF2B5EF4-FFF2-40B4-BE49-F238E27FC236}">
                <a16:creationId xmlns:a16="http://schemas.microsoft.com/office/drawing/2014/main" id="{721E07E1-FDEA-E098-17EA-259DC8625F11}"/>
              </a:ext>
            </a:extLst>
          </p:cNvPr>
          <p:cNvPicPr>
            <a:picLocks/>
          </p:cNvPicPr>
          <p:nvPr userDrawn="1"/>
        </p:nvPicPr>
        <p:blipFill rotWithShape="1">
          <a:blip r:embed="rId3" cstate="screen">
            <a:extLst>
              <a:ext uri="{BEBA8EAE-BF5A-486C-A8C5-ECC9F3942E4B}">
                <a14:imgProps xmlns:a14="http://schemas.microsoft.com/office/drawing/2010/main">
                  <a14:imgLayer r:embed="rId4">
                    <a14:imgEffect>
                      <a14:artisticBlur radius="27"/>
                    </a14:imgEffect>
                  </a14:imgLayer>
                </a14:imgProps>
              </a:ext>
              <a:ext uri="{28A0092B-C50C-407E-A947-70E740481C1C}">
                <a14:useLocalDpi xmlns:a14="http://schemas.microsoft.com/office/drawing/2010/main"/>
              </a:ext>
            </a:extLst>
          </a:blip>
          <a:srcRect/>
          <a:stretch/>
        </p:blipFill>
        <p:spPr>
          <a:xfrm>
            <a:off x="1828800" y="1595692"/>
            <a:ext cx="8534400" cy="3643471"/>
          </a:xfrm>
          <a:prstGeom prst="roundRect">
            <a:avLst>
              <a:gd name="adj" fmla="val 12880"/>
            </a:avLst>
          </a:prstGeom>
        </p:spPr>
      </p:pic>
      <p:sp>
        <p:nvSpPr>
          <p:cNvPr id="7" name="Rectangle: Rounded Corners 6">
            <a:extLst>
              <a:ext uri="{FF2B5EF4-FFF2-40B4-BE49-F238E27FC236}">
                <a16:creationId xmlns:a16="http://schemas.microsoft.com/office/drawing/2014/main" id="{204E1BCB-6588-0B8E-9627-FD6B4D7A00A4}"/>
              </a:ext>
            </a:extLst>
          </p:cNvPr>
          <p:cNvSpPr>
            <a:spLocks/>
          </p:cNvSpPr>
          <p:nvPr userDrawn="1"/>
        </p:nvSpPr>
        <p:spPr>
          <a:xfrm>
            <a:off x="1828800" y="1595692"/>
            <a:ext cx="8534400" cy="3643471"/>
          </a:xfrm>
          <a:prstGeom prst="roundRect">
            <a:avLst>
              <a:gd name="adj" fmla="val 12757"/>
            </a:avLst>
          </a:prstGeom>
          <a:gradFill flip="none" rotWithShape="1">
            <a:gsLst>
              <a:gs pos="89000">
                <a:schemeClr val="bg1">
                  <a:alpha val="21000"/>
                </a:schemeClr>
              </a:gs>
              <a:gs pos="100000">
                <a:schemeClr val="bg1">
                  <a:alpha val="58000"/>
                </a:schemeClr>
              </a:gs>
            </a:gsLst>
            <a:path path="rect">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sp>
        <p:nvSpPr>
          <p:cNvPr id="8" name="Rectangle: Rounded Corners 7">
            <a:extLst>
              <a:ext uri="{FF2B5EF4-FFF2-40B4-BE49-F238E27FC236}">
                <a16:creationId xmlns:a16="http://schemas.microsoft.com/office/drawing/2014/main" id="{C8D4E2A7-BED1-DAE7-84FF-B449A467D5CB}"/>
              </a:ext>
            </a:extLst>
          </p:cNvPr>
          <p:cNvSpPr/>
          <p:nvPr userDrawn="1"/>
        </p:nvSpPr>
        <p:spPr>
          <a:xfrm>
            <a:off x="2319594" y="2413489"/>
            <a:ext cx="7552812" cy="2007877"/>
          </a:xfrm>
          <a:prstGeom prst="roundRect">
            <a:avLst>
              <a:gd name="adj" fmla="val 10377"/>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sp>
        <p:nvSpPr>
          <p:cNvPr id="10" name="Text Placeholder 8">
            <a:extLst>
              <a:ext uri="{FF2B5EF4-FFF2-40B4-BE49-F238E27FC236}">
                <a16:creationId xmlns:a16="http://schemas.microsoft.com/office/drawing/2014/main" id="{EBC5F7F6-3787-662E-0880-F9E0EACD252D}"/>
              </a:ext>
            </a:extLst>
          </p:cNvPr>
          <p:cNvSpPr>
            <a:spLocks noGrp="1"/>
          </p:cNvSpPr>
          <p:nvPr>
            <p:ph type="body" sz="quarter" idx="10"/>
          </p:nvPr>
        </p:nvSpPr>
        <p:spPr>
          <a:xfrm>
            <a:off x="2519365" y="3225132"/>
            <a:ext cx="7097257" cy="430887"/>
          </a:xfrm>
        </p:spPr>
        <p:txBody>
          <a:bodyPr anchor="ctr" anchorCtr="0"/>
          <a:lstStyle>
            <a:lvl1pPr marL="0" indent="0" algn="l">
              <a:defRPr kumimoji="0" lang="en-US" sz="2800" b="0" i="0" u="none" strike="noStrike" kern="1200" cap="none" spc="-50" normalizeH="0" baseline="0" dirty="0" smtClean="0">
                <a:ln w="3175">
                  <a:noFill/>
                </a:ln>
                <a:gradFill>
                  <a:gsLst>
                    <a:gs pos="21000">
                      <a:srgbClr val="0078D4"/>
                    </a:gs>
                    <a:gs pos="100000">
                      <a:srgbClr val="C03BC4"/>
                    </a:gs>
                  </a:gsLst>
                  <a:lin ang="2400000" scaled="0"/>
                </a:gradFill>
                <a:effectLst/>
                <a:uLnTx/>
                <a:uFillTx/>
                <a:latin typeface="+mj-lt"/>
                <a:ea typeface="+mn-ea"/>
                <a:cs typeface="Segoe Sans Display Semibold" pitchFamily="2" charset="0"/>
              </a:defRPr>
            </a:lvl1pPr>
          </a:lstStyle>
          <a:p>
            <a:pPr lvl="0"/>
            <a:r>
              <a:rPr lang="en-US"/>
              <a:t>Click to edit Master text styles</a:t>
            </a:r>
          </a:p>
        </p:txBody>
      </p:sp>
    </p:spTree>
    <p:extLst>
      <p:ext uri="{BB962C8B-B14F-4D97-AF65-F5344CB8AC3E}">
        <p14:creationId xmlns:p14="http://schemas.microsoft.com/office/powerpoint/2010/main" val="33904254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userDrawn="1">
  <p:cSld name="Divider1-2 lines with eyebrow">
    <p:bg>
      <p:bgPr>
        <a:solidFill>
          <a:schemeClr val="accent1"/>
        </a:solidFill>
        <a:effectLst/>
      </p:bgPr>
    </p:bg>
    <p:spTree>
      <p:nvGrpSpPr>
        <p:cNvPr id="1" name=""/>
        <p:cNvGrpSpPr/>
        <p:nvPr/>
      </p:nvGrpSpPr>
      <p:grpSpPr>
        <a:xfrm>
          <a:off x="0" y="0"/>
          <a:ext cx="0" cy="0"/>
          <a:chOff x="0" y="0"/>
          <a:chExt cx="0" cy="0"/>
        </a:xfrm>
      </p:grpSpPr>
      <p:pic>
        <p:nvPicPr>
          <p:cNvPr id="7" name="Picture 6" descr="A close up of a glass object&#10;&#10;Description automatically generated">
            <a:extLst>
              <a:ext uri="{FF2B5EF4-FFF2-40B4-BE49-F238E27FC236}">
                <a16:creationId xmlns:a16="http://schemas.microsoft.com/office/drawing/2014/main" id="{202B506A-483A-ADB6-D6D1-C736D738F185}"/>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2"/>
            <a:ext cx="12192000" cy="6858000"/>
          </a:xfrm>
          <a:prstGeom prst="rect">
            <a:avLst/>
          </a:prstGeom>
        </p:spPr>
      </p:pic>
      <p:sp>
        <p:nvSpPr>
          <p:cNvPr id="5" name="Freeform: Shape 4">
            <a:extLst>
              <a:ext uri="{FF2B5EF4-FFF2-40B4-BE49-F238E27FC236}">
                <a16:creationId xmlns:a16="http://schemas.microsoft.com/office/drawing/2014/main" id="{DEBD55BF-62EF-ED92-3650-C400F8B9569D}"/>
              </a:ext>
            </a:extLst>
          </p:cNvPr>
          <p:cNvSpPr/>
          <p:nvPr userDrawn="1"/>
        </p:nvSpPr>
        <p:spPr bwMode="auto">
          <a:xfrm>
            <a:off x="0" y="2006602"/>
            <a:ext cx="7977243" cy="2844799"/>
          </a:xfrm>
          <a:custGeom>
            <a:avLst/>
            <a:gdLst>
              <a:gd name="connsiteX0" fmla="*/ 0 w 7977243"/>
              <a:gd name="connsiteY0" fmla="*/ 0 h 2844800"/>
              <a:gd name="connsiteX1" fmla="*/ 6554843 w 7977243"/>
              <a:gd name="connsiteY1" fmla="*/ 0 h 2844800"/>
              <a:gd name="connsiteX2" fmla="*/ 7977243 w 7977243"/>
              <a:gd name="connsiteY2" fmla="*/ 1422400 h 2844800"/>
              <a:gd name="connsiteX3" fmla="*/ 6554843 w 7977243"/>
              <a:gd name="connsiteY3" fmla="*/ 2844800 h 2844800"/>
              <a:gd name="connsiteX4" fmla="*/ 0 w 7977243"/>
              <a:gd name="connsiteY4" fmla="*/ 2844800 h 2844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77243" h="2844800">
                <a:moveTo>
                  <a:pt x="0" y="0"/>
                </a:moveTo>
                <a:lnTo>
                  <a:pt x="6554843" y="0"/>
                </a:lnTo>
                <a:cubicBezTo>
                  <a:pt x="7340413" y="0"/>
                  <a:pt x="7977243" y="636830"/>
                  <a:pt x="7977243" y="1422400"/>
                </a:cubicBezTo>
                <a:cubicBezTo>
                  <a:pt x="7977243" y="2207970"/>
                  <a:pt x="7340413" y="2844800"/>
                  <a:pt x="6554843" y="2844800"/>
                </a:cubicBezTo>
                <a:lnTo>
                  <a:pt x="0" y="2844800"/>
                </a:lnTo>
                <a:close/>
              </a:path>
            </a:pathLst>
          </a:custGeom>
          <a:gradFill flip="none" rotWithShape="1">
            <a:gsLst>
              <a:gs pos="89000">
                <a:schemeClr val="bg1">
                  <a:alpha val="69000"/>
                </a:schemeClr>
              </a:gs>
              <a:gs pos="100000">
                <a:schemeClr val="bg1">
                  <a:alpha val="92000"/>
                </a:schemeClr>
              </a:gs>
            </a:gsLst>
            <a:path path="rect">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sz="749" err="1"/>
          </a:p>
        </p:txBody>
      </p:sp>
      <p:sp>
        <p:nvSpPr>
          <p:cNvPr id="2" name="Title 1"/>
          <p:cNvSpPr>
            <a:spLocks noGrp="1"/>
          </p:cNvSpPr>
          <p:nvPr>
            <p:ph type="title" hasCustomPrompt="1"/>
          </p:nvPr>
        </p:nvSpPr>
        <p:spPr>
          <a:xfrm>
            <a:off x="1248938" y="3107084"/>
            <a:ext cx="5528101" cy="430887"/>
          </a:xfrm>
        </p:spPr>
        <p:txBody>
          <a:bodyPr wrap="square" rIns="0" anchor="t" anchorCtr="0">
            <a:spAutoFit/>
          </a:bodyPr>
          <a:lstStyle>
            <a:lvl1pPr>
              <a:lnSpc>
                <a:spcPct val="100000"/>
              </a:lnSpc>
              <a:defRPr sz="2800" b="0" spc="-49" baseline="0">
                <a:solidFill>
                  <a:srgbClr val="000000"/>
                </a:solidFill>
                <a:latin typeface="+mj-lt"/>
                <a:cs typeface="Segoe UI Semilight" panose="020B0402040204020203" pitchFamily="34" charset="0"/>
              </a:defRPr>
            </a:lvl1pPr>
          </a:lstStyle>
          <a:p>
            <a:r>
              <a:rPr lang="en-US"/>
              <a:t>Divider slide</a:t>
            </a:r>
          </a:p>
        </p:txBody>
      </p:sp>
      <p:sp>
        <p:nvSpPr>
          <p:cNvPr id="4" name="Text Placeholder 3">
            <a:extLst>
              <a:ext uri="{FF2B5EF4-FFF2-40B4-BE49-F238E27FC236}">
                <a16:creationId xmlns:a16="http://schemas.microsoft.com/office/drawing/2014/main" id="{28FBA670-3255-B519-B113-2AE45BA5B8C9}"/>
              </a:ext>
            </a:extLst>
          </p:cNvPr>
          <p:cNvSpPr>
            <a:spLocks noGrp="1"/>
          </p:cNvSpPr>
          <p:nvPr>
            <p:ph type="body" sz="quarter" idx="10"/>
          </p:nvPr>
        </p:nvSpPr>
        <p:spPr>
          <a:xfrm>
            <a:off x="1249364" y="2782190"/>
            <a:ext cx="4808537" cy="276999"/>
          </a:xfrm>
        </p:spPr>
        <p:txBody>
          <a:bodyPr anchor="b"/>
          <a:lstStyle>
            <a:lvl1pPr>
              <a:defRPr sz="1800" cap="none" baseline="0">
                <a:solidFill>
                  <a:schemeClr val="accent2"/>
                </a:solidFill>
              </a:defRPr>
            </a:lvl1pPr>
          </a:lstStyle>
          <a:p>
            <a:pPr lvl="0"/>
            <a:r>
              <a:rPr lang="en-US"/>
              <a:t>Click to edit Master text styles</a:t>
            </a:r>
          </a:p>
        </p:txBody>
      </p:sp>
    </p:spTree>
    <p:extLst>
      <p:ext uri="{BB962C8B-B14F-4D97-AF65-F5344CB8AC3E}">
        <p14:creationId xmlns:p14="http://schemas.microsoft.com/office/powerpoint/2010/main" val="1674272761"/>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5" orient="horz" pos="2160">
          <p15:clr>
            <a:srgbClr val="FBAE40"/>
          </p15:clr>
        </p15:guide>
        <p15:guide id="6" pos="2991">
          <p15:clr>
            <a:srgbClr val="5ACBF0"/>
          </p15:clr>
        </p15:guide>
        <p15:guide id="7" pos="3727">
          <p15:clr>
            <a:srgbClr val="C35EA4"/>
          </p15:clr>
        </p15:guide>
        <p15:guide id="8" pos="3545">
          <p15:clr>
            <a:srgbClr val="A4A3A4"/>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userDrawn="1">
  <p:cSld name="Right square Windows">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C3994F24-62A9-E62B-141E-3F8F2C5E6DE5}"/>
              </a:ext>
            </a:extLst>
          </p:cNvPr>
          <p:cNvSpPr>
            <a:spLocks noGrp="1"/>
          </p:cNvSpPr>
          <p:nvPr>
            <p:ph type="title"/>
          </p:nvPr>
        </p:nvSpPr>
        <p:spPr>
          <a:xfrm>
            <a:off x="574817" y="2293531"/>
            <a:ext cx="3647934" cy="861774"/>
          </a:xfrm>
        </p:spPr>
        <p:txBody>
          <a:bodyPr anchor="b" anchorCtr="0"/>
          <a:lstStyle>
            <a:lvl1pPr>
              <a:defRPr>
                <a:solidFill>
                  <a:schemeClr val="tx2"/>
                </a:solidFill>
              </a:defRPr>
            </a:lvl1pPr>
          </a:lstStyle>
          <a:p>
            <a:r>
              <a:rPr lang="en-US"/>
              <a:t>Click to edit Master title style</a:t>
            </a:r>
          </a:p>
        </p:txBody>
      </p:sp>
      <p:sp>
        <p:nvSpPr>
          <p:cNvPr id="4" name="Eyebrow placeholder">
            <a:extLst>
              <a:ext uri="{FF2B5EF4-FFF2-40B4-BE49-F238E27FC236}">
                <a16:creationId xmlns:a16="http://schemas.microsoft.com/office/drawing/2014/main" id="{C22EE292-45FF-74B6-ACAD-CA4A4A14007E}"/>
              </a:ext>
            </a:extLst>
          </p:cNvPr>
          <p:cNvSpPr>
            <a:spLocks noGrp="1"/>
          </p:cNvSpPr>
          <p:nvPr>
            <p:ph type="body" sz="quarter" idx="10"/>
          </p:nvPr>
        </p:nvSpPr>
        <p:spPr>
          <a:xfrm>
            <a:off x="574816" y="3290504"/>
            <a:ext cx="3182113" cy="276999"/>
          </a:xfrm>
        </p:spPr>
        <p:txBody>
          <a:bodyPr/>
          <a:lstStyle>
            <a:lvl1pPr marL="0" indent="0">
              <a:buNone/>
              <a:defRPr sz="1800">
                <a:solidFill>
                  <a:srgbClr val="5D5BD4"/>
                </a:solidFill>
                <a:latin typeface="+mj-lt"/>
              </a:defRPr>
            </a:lvl1pPr>
          </a:lstStyle>
          <a:p>
            <a:pPr lvl="0"/>
            <a:r>
              <a:rPr lang="en-US"/>
              <a:t>Click to edit Master text styles</a:t>
            </a:r>
          </a:p>
        </p:txBody>
      </p:sp>
      <p:pic>
        <p:nvPicPr>
          <p:cNvPr id="6" name="Picture 5">
            <a:extLst>
              <a:ext uri="{FF2B5EF4-FFF2-40B4-BE49-F238E27FC236}">
                <a16:creationId xmlns:a16="http://schemas.microsoft.com/office/drawing/2014/main" id="{5F69EDB4-5BB2-2855-97BC-D0767CC314A5}"/>
              </a:ext>
              <a:ext uri="{C183D7F6-B498-43B3-948B-1728B52AA6E4}">
                <adec:decorative xmlns:adec="http://schemas.microsoft.com/office/drawing/2017/decorative" val="1"/>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artisticBlur radius="75"/>
                    </a14:imgEffect>
                  </a14:imgLayer>
                </a14:imgProps>
              </a:ext>
              <a:ext uri="{28A0092B-C50C-407E-A947-70E740481C1C}">
                <a14:useLocalDpi xmlns:a14="http://schemas.microsoft.com/office/drawing/2010/main" val="0"/>
              </a:ext>
            </a:extLst>
          </a:blip>
          <a:srcRect r="-2"/>
          <a:stretch/>
        </p:blipFill>
        <p:spPr>
          <a:xfrm>
            <a:off x="4724401" y="2"/>
            <a:ext cx="7467600" cy="6692900"/>
          </a:xfrm>
          <a:prstGeom prst="rect">
            <a:avLst/>
          </a:prstGeom>
        </p:spPr>
      </p:pic>
      <p:sp>
        <p:nvSpPr>
          <p:cNvPr id="7" name="Rectangle 6">
            <a:extLst>
              <a:ext uri="{FF2B5EF4-FFF2-40B4-BE49-F238E27FC236}">
                <a16:creationId xmlns:a16="http://schemas.microsoft.com/office/drawing/2014/main" id="{BE1BE1E1-50DD-1273-EBD2-ACB59BAE82D8}"/>
              </a:ext>
            </a:extLst>
          </p:cNvPr>
          <p:cNvSpPr/>
          <p:nvPr userDrawn="1"/>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spTree>
    <p:extLst>
      <p:ext uri="{BB962C8B-B14F-4D97-AF65-F5344CB8AC3E}">
        <p14:creationId xmlns:p14="http://schemas.microsoft.com/office/powerpoint/2010/main" val="2286820122"/>
      </p:ext>
    </p:extLst>
  </p:cSld>
  <p:clrMapOvr>
    <a:masterClrMapping/>
  </p:clrMapOvr>
  <p:transition>
    <p:fade/>
  </p:transition>
  <p:extLst>
    <p:ext uri="{DCECCB84-F9BA-43D5-87BE-67443E8EF086}">
      <p15:sldGuideLst xmlns:p15="http://schemas.microsoft.com/office/powerpoint/2012/main">
        <p15:guide id="1" orient="horz" pos="287">
          <p15:clr>
            <a:srgbClr val="5ACBF0"/>
          </p15:clr>
        </p15:guide>
        <p15:guide id="2" orient="horz" pos="905">
          <p15:clr>
            <a:srgbClr val="5ACBF0"/>
          </p15:clr>
        </p15:guide>
        <p15:guide id="4" orient="horz" pos="1272">
          <p15:clr>
            <a:srgbClr val="5ACBF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userDrawn="1">
  <p:cSld name="Title on gradient content on white">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5F69EDB4-5BB2-2855-97BC-D0767CC314A5}"/>
              </a:ext>
              <a:ext uri="{C183D7F6-B498-43B3-948B-1728B52AA6E4}">
                <adec:decorative xmlns:adec="http://schemas.microsoft.com/office/drawing/2017/decorative" val="1"/>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artisticBlur radius="75"/>
                    </a14:imgEffect>
                  </a14:imgLayer>
                </a14:imgProps>
              </a:ext>
              <a:ext uri="{28A0092B-C50C-407E-A947-70E740481C1C}">
                <a14:useLocalDpi xmlns:a14="http://schemas.microsoft.com/office/drawing/2010/main" val="0"/>
              </a:ext>
            </a:extLst>
          </a:blip>
          <a:srcRect t="2407" r="61250"/>
          <a:stretch/>
        </p:blipFill>
        <p:spPr>
          <a:xfrm>
            <a:off x="1" y="2"/>
            <a:ext cx="4724400" cy="6692900"/>
          </a:xfrm>
          <a:prstGeom prst="rect">
            <a:avLst/>
          </a:prstGeom>
        </p:spPr>
      </p:pic>
      <p:sp>
        <p:nvSpPr>
          <p:cNvPr id="2" name="Title 2">
            <a:extLst>
              <a:ext uri="{FF2B5EF4-FFF2-40B4-BE49-F238E27FC236}">
                <a16:creationId xmlns:a16="http://schemas.microsoft.com/office/drawing/2014/main" id="{C3994F24-62A9-E62B-141E-3F8F2C5E6DE5}"/>
              </a:ext>
            </a:extLst>
          </p:cNvPr>
          <p:cNvSpPr>
            <a:spLocks noGrp="1"/>
          </p:cNvSpPr>
          <p:nvPr>
            <p:ph type="title"/>
          </p:nvPr>
        </p:nvSpPr>
        <p:spPr>
          <a:xfrm>
            <a:off x="574817" y="2998118"/>
            <a:ext cx="3647934" cy="861774"/>
          </a:xfrm>
        </p:spPr>
        <p:txBody>
          <a:bodyPr anchor="ctr" anchorCtr="0"/>
          <a:lstStyle>
            <a:lvl1pPr>
              <a:defRPr>
                <a:solidFill>
                  <a:schemeClr val="tx2"/>
                </a:solidFill>
              </a:defRPr>
            </a:lvl1pPr>
          </a:lstStyle>
          <a:p>
            <a:r>
              <a:rPr lang="en-US"/>
              <a:t>Click to edit Master title style</a:t>
            </a:r>
          </a:p>
        </p:txBody>
      </p:sp>
      <p:sp>
        <p:nvSpPr>
          <p:cNvPr id="7" name="Rectangle 6">
            <a:extLst>
              <a:ext uri="{FF2B5EF4-FFF2-40B4-BE49-F238E27FC236}">
                <a16:creationId xmlns:a16="http://schemas.microsoft.com/office/drawing/2014/main" id="{BE1BE1E1-50DD-1273-EBD2-ACB59BAE82D8}"/>
              </a:ext>
            </a:extLst>
          </p:cNvPr>
          <p:cNvSpPr/>
          <p:nvPr userDrawn="1"/>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sp>
        <p:nvSpPr>
          <p:cNvPr id="5" name="Text Placeholder 4">
            <a:extLst>
              <a:ext uri="{FF2B5EF4-FFF2-40B4-BE49-F238E27FC236}">
                <a16:creationId xmlns:a16="http://schemas.microsoft.com/office/drawing/2014/main" id="{13C916D0-3271-3180-703D-A618916FDF62}"/>
              </a:ext>
            </a:extLst>
          </p:cNvPr>
          <p:cNvSpPr>
            <a:spLocks noGrp="1"/>
          </p:cNvSpPr>
          <p:nvPr>
            <p:ph type="body" sz="quarter" idx="11"/>
          </p:nvPr>
        </p:nvSpPr>
        <p:spPr>
          <a:xfrm>
            <a:off x="5314951" y="2556455"/>
            <a:ext cx="6026341" cy="1745093"/>
          </a:xfrm>
        </p:spPr>
        <p:txBody>
          <a:bodyPr anchor="ctr" anchorCtr="0"/>
          <a:lstStyle>
            <a:lvl2pPr>
              <a:spcBef>
                <a:spcPts val="1800"/>
              </a:spcBef>
              <a:defRPr sz="1600"/>
            </a:lvl2pPr>
            <a:lvl3pPr>
              <a:spcBef>
                <a:spcPts val="1200"/>
              </a:spcBef>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6120713"/>
      </p:ext>
    </p:extLst>
  </p:cSld>
  <p:clrMapOvr>
    <a:masterClrMapping/>
  </p:clrMapOvr>
  <p:transition>
    <p:fade/>
  </p:transition>
  <p:extLst>
    <p:ext uri="{DCECCB84-F9BA-43D5-87BE-67443E8EF086}">
      <p15:sldGuideLst xmlns:p15="http://schemas.microsoft.com/office/powerpoint/2012/main">
        <p15:guide id="1" orient="horz" pos="287">
          <p15:clr>
            <a:srgbClr val="5ACBF0"/>
          </p15:clr>
        </p15:guide>
        <p15:guide id="2" orient="horz" pos="905">
          <p15:clr>
            <a:srgbClr val="5ACBF0"/>
          </p15:clr>
        </p15:guide>
        <p15:guide id="4" orient="horz" pos="1272">
          <p15:clr>
            <a:srgbClr val="5ACBF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userDrawn="1">
  <p:cSld name="Title subtitle content w/half white half gradien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93B630B-98F0-A558-44D6-C08F95FB3C1E}"/>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BEBA8EAE-BF5A-486C-A8C5-ECC9F3942E4B}">
                <a14:imgProps xmlns:a14="http://schemas.microsoft.com/office/drawing/2010/main">
                  <a14:imgLayer r:embed="rId3">
                    <a14:imgEffect>
                      <a14:artisticBlur radius="75"/>
                    </a14:imgEffect>
                  </a14:imgLayer>
                </a14:imgProps>
              </a:ext>
              <a:ext uri="{28A0092B-C50C-407E-A947-70E740481C1C}">
                <a14:useLocalDpi xmlns:a14="http://schemas.microsoft.com/office/drawing/2010/main"/>
              </a:ext>
            </a:extLst>
          </a:blip>
          <a:srcRect t="2407"/>
          <a:stretch/>
        </p:blipFill>
        <p:spPr>
          <a:xfrm>
            <a:off x="0" y="2"/>
            <a:ext cx="12192000" cy="6692900"/>
          </a:xfrm>
          <a:prstGeom prst="rect">
            <a:avLst/>
          </a:prstGeom>
        </p:spPr>
      </p:pic>
      <p:sp>
        <p:nvSpPr>
          <p:cNvPr id="2" name="Rectangle 1">
            <a:extLst>
              <a:ext uri="{FF2B5EF4-FFF2-40B4-BE49-F238E27FC236}">
                <a16:creationId xmlns:a16="http://schemas.microsoft.com/office/drawing/2014/main" id="{173B2449-29BC-FA3D-8E8C-DCCEE8B99D26}"/>
              </a:ext>
              <a:ext uri="{C183D7F6-B498-43B3-948B-1728B52AA6E4}">
                <adec:decorative xmlns:adec="http://schemas.microsoft.com/office/drawing/2017/decorative" val="1"/>
              </a:ext>
            </a:extLst>
          </p:cNvPr>
          <p:cNvSpPr/>
          <p:nvPr userDrawn="1"/>
        </p:nvSpPr>
        <p:spPr>
          <a:xfrm>
            <a:off x="-5080" y="2"/>
            <a:ext cx="5883366" cy="677545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sp>
        <p:nvSpPr>
          <p:cNvPr id="3" name="Text Placeholder 2"/>
          <p:cNvSpPr>
            <a:spLocks noGrp="1"/>
          </p:cNvSpPr>
          <p:nvPr>
            <p:ph type="body" sz="quarter" idx="10"/>
          </p:nvPr>
        </p:nvSpPr>
        <p:spPr>
          <a:xfrm>
            <a:off x="574817" y="1828803"/>
            <a:ext cx="4599528" cy="4171948"/>
          </a:xfrm>
        </p:spPr>
        <p:txBody>
          <a:bodyPr>
            <a:noAutofit/>
          </a:bodyPr>
          <a:lstStyle>
            <a:lvl1pPr marL="0" indent="0">
              <a:lnSpc>
                <a:spcPct val="100000"/>
              </a:lnSpc>
              <a:spcBef>
                <a:spcPts val="1600"/>
              </a:spcBef>
              <a:buNone/>
              <a:defRPr sz="1600">
                <a:solidFill>
                  <a:schemeClr val="accent2"/>
                </a:solidFill>
                <a:latin typeface="+mj-lt"/>
              </a:defRPr>
            </a:lvl1pPr>
            <a:lvl2pPr marL="0" indent="0">
              <a:lnSpc>
                <a:spcPct val="100000"/>
              </a:lnSpc>
              <a:spcBef>
                <a:spcPts val="900"/>
              </a:spcBef>
              <a:buNone/>
              <a:defRPr sz="1400">
                <a:solidFill>
                  <a:srgbClr val="000000"/>
                </a:solidFill>
              </a:defRPr>
            </a:lvl2pPr>
            <a:lvl3pPr>
              <a:lnSpc>
                <a:spcPct val="100000"/>
              </a:lnSpc>
              <a:defRPr sz="1401">
                <a:solidFill>
                  <a:srgbClr val="000000"/>
                </a:solidFill>
              </a:defRPr>
            </a:lvl3pPr>
            <a:lvl4pPr>
              <a:lnSpc>
                <a:spcPct val="100000"/>
              </a:lnSpc>
              <a:defRPr sz="1200">
                <a:solidFill>
                  <a:srgbClr val="000000"/>
                </a:solidFill>
              </a:defRPr>
            </a:lvl4pPr>
            <a:lvl5pPr>
              <a:lnSpc>
                <a:spcPct val="100000"/>
              </a:lnSpc>
              <a:defRPr sz="1001">
                <a:solidFill>
                  <a:srgbClr val="00000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
            <a:extLst>
              <a:ext uri="{FF2B5EF4-FFF2-40B4-BE49-F238E27FC236}">
                <a16:creationId xmlns:a16="http://schemas.microsoft.com/office/drawing/2014/main" id="{4321A61E-DF9E-F052-06B1-83ADA07FFD3F}"/>
              </a:ext>
              <a:ext uri="{C183D7F6-B498-43B3-948B-1728B52AA6E4}">
                <adec:decorative xmlns:adec="http://schemas.microsoft.com/office/drawing/2017/decorative" val="1"/>
              </a:ext>
            </a:extLst>
          </p:cNvPr>
          <p:cNvSpPr/>
          <p:nvPr userDrawn="1"/>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sp>
        <p:nvSpPr>
          <p:cNvPr id="6" name="Title 5">
            <a:extLst>
              <a:ext uri="{FF2B5EF4-FFF2-40B4-BE49-F238E27FC236}">
                <a16:creationId xmlns:a16="http://schemas.microsoft.com/office/drawing/2014/main" id="{A0B9A94C-F8F8-2A22-B125-7808DDC912F3}"/>
              </a:ext>
            </a:extLst>
          </p:cNvPr>
          <p:cNvSpPr>
            <a:spLocks noGrp="1"/>
          </p:cNvSpPr>
          <p:nvPr>
            <p:ph type="title"/>
          </p:nvPr>
        </p:nvSpPr>
        <p:spPr>
          <a:xfrm>
            <a:off x="574817" y="510987"/>
            <a:ext cx="4744671" cy="430887"/>
          </a:xfrm>
        </p:spPr>
        <p:txBody>
          <a:bodyPr/>
          <a:lstStyle/>
          <a:p>
            <a:r>
              <a:rPr lang="en-US"/>
              <a:t>Click to edit Master title style</a:t>
            </a:r>
          </a:p>
        </p:txBody>
      </p:sp>
      <p:sp>
        <p:nvSpPr>
          <p:cNvPr id="5" name="Text Placeholder 2">
            <a:extLst>
              <a:ext uri="{FF2B5EF4-FFF2-40B4-BE49-F238E27FC236}">
                <a16:creationId xmlns:a16="http://schemas.microsoft.com/office/drawing/2014/main" id="{E9F873FA-F8B5-3094-F472-F4ECF93C8C7F}"/>
              </a:ext>
            </a:extLst>
          </p:cNvPr>
          <p:cNvSpPr>
            <a:spLocks noGrp="1"/>
          </p:cNvSpPr>
          <p:nvPr>
            <p:ph type="body" sz="quarter" idx="11" hasCustomPrompt="1"/>
          </p:nvPr>
        </p:nvSpPr>
        <p:spPr>
          <a:xfrm>
            <a:off x="574676" y="941387"/>
            <a:ext cx="4744671" cy="341632"/>
          </a:xfrm>
        </p:spPr>
        <p:txBody>
          <a:bodyPr tIns="64008"/>
          <a:lstStyle>
            <a:lvl1pPr>
              <a:defRPr sz="1800">
                <a:solidFill>
                  <a:schemeClr val="tx1"/>
                </a:solidFill>
                <a:latin typeface="+mn-lt"/>
              </a:defRPr>
            </a:lvl1pPr>
          </a:lstStyle>
          <a:p>
            <a:pPr lvl="0"/>
            <a:r>
              <a:rPr lang="en-US"/>
              <a:t>Subtitle</a:t>
            </a:r>
          </a:p>
        </p:txBody>
      </p:sp>
    </p:spTree>
    <p:extLst>
      <p:ext uri="{BB962C8B-B14F-4D97-AF65-F5344CB8AC3E}">
        <p14:creationId xmlns:p14="http://schemas.microsoft.com/office/powerpoint/2010/main" val="1540202803"/>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7">
          <p15:clr>
            <a:srgbClr val="5ACBF0"/>
          </p15:clr>
        </p15:guide>
        <p15:guide id="5" orient="horz" pos="905">
          <p15:clr>
            <a:srgbClr val="5ACBF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userDrawn="1">
  <p:cSld name="Title 2 lines subtitle content w/half white half gradien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93B630B-98F0-A558-44D6-C08F95FB3C1E}"/>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BEBA8EAE-BF5A-486C-A8C5-ECC9F3942E4B}">
                <a14:imgProps xmlns:a14="http://schemas.microsoft.com/office/drawing/2010/main">
                  <a14:imgLayer r:embed="rId3">
                    <a14:imgEffect>
                      <a14:artisticBlur radius="75"/>
                    </a14:imgEffect>
                  </a14:imgLayer>
                </a14:imgProps>
              </a:ext>
              <a:ext uri="{28A0092B-C50C-407E-A947-70E740481C1C}">
                <a14:useLocalDpi xmlns:a14="http://schemas.microsoft.com/office/drawing/2010/main"/>
              </a:ext>
            </a:extLst>
          </a:blip>
          <a:srcRect t="2407"/>
          <a:stretch/>
        </p:blipFill>
        <p:spPr>
          <a:xfrm>
            <a:off x="0" y="2"/>
            <a:ext cx="12192000" cy="6692900"/>
          </a:xfrm>
          <a:prstGeom prst="rect">
            <a:avLst/>
          </a:prstGeom>
        </p:spPr>
      </p:pic>
      <p:sp>
        <p:nvSpPr>
          <p:cNvPr id="2" name="Rectangle 1">
            <a:extLst>
              <a:ext uri="{FF2B5EF4-FFF2-40B4-BE49-F238E27FC236}">
                <a16:creationId xmlns:a16="http://schemas.microsoft.com/office/drawing/2014/main" id="{173B2449-29BC-FA3D-8E8C-DCCEE8B99D26}"/>
              </a:ext>
              <a:ext uri="{C183D7F6-B498-43B3-948B-1728B52AA6E4}">
                <adec:decorative xmlns:adec="http://schemas.microsoft.com/office/drawing/2017/decorative" val="1"/>
              </a:ext>
            </a:extLst>
          </p:cNvPr>
          <p:cNvSpPr/>
          <p:nvPr userDrawn="1"/>
        </p:nvSpPr>
        <p:spPr>
          <a:xfrm>
            <a:off x="-5080" y="2"/>
            <a:ext cx="6101081" cy="677545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sp>
        <p:nvSpPr>
          <p:cNvPr id="6" name="Title 5">
            <a:extLst>
              <a:ext uri="{FF2B5EF4-FFF2-40B4-BE49-F238E27FC236}">
                <a16:creationId xmlns:a16="http://schemas.microsoft.com/office/drawing/2014/main" id="{A0B9A94C-F8F8-2A22-B125-7808DDC912F3}"/>
              </a:ext>
            </a:extLst>
          </p:cNvPr>
          <p:cNvSpPr>
            <a:spLocks noGrp="1"/>
          </p:cNvSpPr>
          <p:nvPr>
            <p:ph type="title" hasCustomPrompt="1"/>
          </p:nvPr>
        </p:nvSpPr>
        <p:spPr>
          <a:xfrm>
            <a:off x="574817" y="510987"/>
            <a:ext cx="5073508" cy="861774"/>
          </a:xfrm>
        </p:spPr>
        <p:txBody>
          <a:bodyPr/>
          <a:lstStyle>
            <a:lvl1pPr>
              <a:defRPr/>
            </a:lvl1pPr>
          </a:lstStyle>
          <a:p>
            <a:r>
              <a:rPr lang="en-US"/>
              <a:t>Click to edit Master </a:t>
            </a:r>
            <a:br>
              <a:rPr lang="en-US"/>
            </a:br>
            <a:r>
              <a:rPr lang="en-US"/>
              <a:t>title style</a:t>
            </a:r>
          </a:p>
        </p:txBody>
      </p:sp>
      <p:sp>
        <p:nvSpPr>
          <p:cNvPr id="5" name="Text Placeholder 2">
            <a:extLst>
              <a:ext uri="{FF2B5EF4-FFF2-40B4-BE49-F238E27FC236}">
                <a16:creationId xmlns:a16="http://schemas.microsoft.com/office/drawing/2014/main" id="{E9F873FA-F8B5-3094-F472-F4ECF93C8C7F}"/>
              </a:ext>
            </a:extLst>
          </p:cNvPr>
          <p:cNvSpPr>
            <a:spLocks noGrp="1"/>
          </p:cNvSpPr>
          <p:nvPr>
            <p:ph type="body" sz="quarter" idx="11" hasCustomPrompt="1"/>
          </p:nvPr>
        </p:nvSpPr>
        <p:spPr>
          <a:xfrm>
            <a:off x="574676" y="1353391"/>
            <a:ext cx="5073508" cy="310854"/>
          </a:xfrm>
        </p:spPr>
        <p:txBody>
          <a:bodyPr tIns="64008"/>
          <a:lstStyle>
            <a:lvl1pPr>
              <a:defRPr sz="1600">
                <a:solidFill>
                  <a:schemeClr val="tx1"/>
                </a:solidFill>
                <a:latin typeface="+mn-lt"/>
              </a:defRPr>
            </a:lvl1pPr>
          </a:lstStyle>
          <a:p>
            <a:pPr lvl="0"/>
            <a:r>
              <a:rPr lang="en-US"/>
              <a:t>Subtitle</a:t>
            </a:r>
          </a:p>
        </p:txBody>
      </p:sp>
      <p:sp>
        <p:nvSpPr>
          <p:cNvPr id="3" name="Text Placeholder 2"/>
          <p:cNvSpPr>
            <a:spLocks noGrp="1"/>
          </p:cNvSpPr>
          <p:nvPr>
            <p:ph type="body" sz="quarter" idx="10"/>
          </p:nvPr>
        </p:nvSpPr>
        <p:spPr>
          <a:xfrm>
            <a:off x="574814" y="2019299"/>
            <a:ext cx="5073510" cy="3981450"/>
          </a:xfrm>
        </p:spPr>
        <p:txBody>
          <a:bodyPr>
            <a:noAutofit/>
          </a:bodyPr>
          <a:lstStyle>
            <a:lvl1pPr marL="0" indent="0">
              <a:lnSpc>
                <a:spcPct val="100000"/>
              </a:lnSpc>
              <a:spcBef>
                <a:spcPts val="1600"/>
              </a:spcBef>
              <a:buNone/>
              <a:defRPr sz="1600">
                <a:solidFill>
                  <a:schemeClr val="accent2"/>
                </a:solidFill>
                <a:latin typeface="+mj-lt"/>
              </a:defRPr>
            </a:lvl1pPr>
            <a:lvl2pPr marL="0" indent="0">
              <a:lnSpc>
                <a:spcPct val="100000"/>
              </a:lnSpc>
              <a:spcBef>
                <a:spcPts val="900"/>
              </a:spcBef>
              <a:buNone/>
              <a:defRPr sz="1400">
                <a:solidFill>
                  <a:srgbClr val="000000"/>
                </a:solidFill>
              </a:defRPr>
            </a:lvl2pPr>
            <a:lvl3pPr>
              <a:lnSpc>
                <a:spcPct val="100000"/>
              </a:lnSpc>
              <a:defRPr sz="1401">
                <a:solidFill>
                  <a:srgbClr val="000000"/>
                </a:solidFill>
              </a:defRPr>
            </a:lvl3pPr>
            <a:lvl4pPr>
              <a:lnSpc>
                <a:spcPct val="100000"/>
              </a:lnSpc>
              <a:defRPr sz="1200">
                <a:solidFill>
                  <a:srgbClr val="000000"/>
                </a:solidFill>
              </a:defRPr>
            </a:lvl4pPr>
            <a:lvl5pPr>
              <a:lnSpc>
                <a:spcPct val="100000"/>
              </a:lnSpc>
              <a:defRPr sz="1001">
                <a:solidFill>
                  <a:srgbClr val="00000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
            <a:extLst>
              <a:ext uri="{FF2B5EF4-FFF2-40B4-BE49-F238E27FC236}">
                <a16:creationId xmlns:a16="http://schemas.microsoft.com/office/drawing/2014/main" id="{4321A61E-DF9E-F052-06B1-83ADA07FFD3F}"/>
              </a:ext>
              <a:ext uri="{C183D7F6-B498-43B3-948B-1728B52AA6E4}">
                <adec:decorative xmlns:adec="http://schemas.microsoft.com/office/drawing/2017/decorative" val="1"/>
              </a:ext>
            </a:extLst>
          </p:cNvPr>
          <p:cNvSpPr/>
          <p:nvPr userDrawn="1"/>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spTree>
    <p:extLst>
      <p:ext uri="{BB962C8B-B14F-4D97-AF65-F5344CB8AC3E}">
        <p14:creationId xmlns:p14="http://schemas.microsoft.com/office/powerpoint/2010/main" val="2957267494"/>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7">
          <p15:clr>
            <a:srgbClr val="5ACBF0"/>
          </p15:clr>
        </p15:guide>
        <p15:guide id="5" orient="horz" pos="905">
          <p15:clr>
            <a:srgbClr val="5ACBF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userDrawn="1">
  <p:cSld name="Title - Square Photo Right">
    <p:bg>
      <p:bgPr>
        <a:solidFill>
          <a:schemeClr val="bg1"/>
        </a:solidFill>
        <a:effectLst/>
      </p:bgPr>
    </p:bg>
    <p:spTree>
      <p:nvGrpSpPr>
        <p:cNvPr id="1" name=""/>
        <p:cNvGrpSpPr/>
        <p:nvPr/>
      </p:nvGrpSpPr>
      <p:grpSpPr>
        <a:xfrm>
          <a:off x="0" y="0"/>
          <a:ext cx="0" cy="0"/>
          <a:chOff x="0" y="0"/>
          <a:chExt cx="0" cy="0"/>
        </a:xfrm>
      </p:grpSpPr>
      <p:pic>
        <p:nvPicPr>
          <p:cNvPr id="3" name="Picture 2" descr="A blurry image of a person's hand&#10;&#10;Description automatically generated">
            <a:extLst>
              <a:ext uri="{FF2B5EF4-FFF2-40B4-BE49-F238E27FC236}">
                <a16:creationId xmlns:a16="http://schemas.microsoft.com/office/drawing/2014/main" id="{EF5A5C43-7C76-6807-9619-2045D41569CB}"/>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artisticBlur radius="75"/>
                    </a14:imgEffect>
                  </a14:imgLayer>
                </a14:imgProps>
              </a:ext>
              <a:ext uri="{28A0092B-C50C-407E-A947-70E740481C1C}">
                <a14:useLocalDpi xmlns:a14="http://schemas.microsoft.com/office/drawing/2010/main" val="0"/>
              </a:ext>
            </a:extLst>
          </a:blip>
          <a:srcRect t="2407"/>
          <a:stretch/>
        </p:blipFill>
        <p:spPr>
          <a:xfrm>
            <a:off x="0" y="2"/>
            <a:ext cx="12192000" cy="6692900"/>
          </a:xfrm>
          <a:prstGeom prst="rect">
            <a:avLst/>
          </a:prstGeom>
        </p:spPr>
      </p:pic>
      <p:sp>
        <p:nvSpPr>
          <p:cNvPr id="2" name="Title 1">
            <a:extLst>
              <a:ext uri="{FF2B5EF4-FFF2-40B4-BE49-F238E27FC236}">
                <a16:creationId xmlns:a16="http://schemas.microsoft.com/office/drawing/2014/main" id="{99012F5D-DBC1-8921-28A4-A564E69C0274}"/>
              </a:ext>
            </a:extLst>
          </p:cNvPr>
          <p:cNvSpPr>
            <a:spLocks noGrp="1"/>
          </p:cNvSpPr>
          <p:nvPr>
            <p:ph type="title"/>
          </p:nvPr>
        </p:nvSpPr>
        <p:spPr>
          <a:xfrm>
            <a:off x="574817" y="510987"/>
            <a:ext cx="4211368" cy="861774"/>
          </a:xfrm>
        </p:spPr>
        <p:txBody>
          <a:bodyPr/>
          <a:lstStyle/>
          <a:p>
            <a:r>
              <a:rPr lang="en-US"/>
              <a:t>Click to edit Master title style</a:t>
            </a:r>
          </a:p>
        </p:txBody>
      </p:sp>
      <p:sp>
        <p:nvSpPr>
          <p:cNvPr id="5" name="Text Placeholder 5">
            <a:extLst>
              <a:ext uri="{FF2B5EF4-FFF2-40B4-BE49-F238E27FC236}">
                <a16:creationId xmlns:a16="http://schemas.microsoft.com/office/drawing/2014/main" id="{3F682AC5-612F-0EE5-4FDA-A422726F1AB7}"/>
              </a:ext>
            </a:extLst>
          </p:cNvPr>
          <p:cNvSpPr>
            <a:spLocks noGrp="1"/>
          </p:cNvSpPr>
          <p:nvPr>
            <p:ph type="body" sz="quarter" idx="12"/>
          </p:nvPr>
        </p:nvSpPr>
        <p:spPr>
          <a:xfrm>
            <a:off x="584202" y="1776242"/>
            <a:ext cx="4201984" cy="1486561"/>
          </a:xfrm>
        </p:spPr>
        <p:txBody>
          <a:bodyPr/>
          <a:lstStyle>
            <a:lvl1pPr>
              <a:defRPr sz="1800"/>
            </a:lvl1pPr>
            <a:lvl2pPr>
              <a:defRPr sz="16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350285C0-813F-A744-BFD3-CF358EAC839C}"/>
              </a:ext>
              <a:ext uri="{C183D7F6-B498-43B3-948B-1728B52AA6E4}">
                <adec:decorative xmlns:adec="http://schemas.microsoft.com/office/drawing/2017/decorative" val="1"/>
              </a:ext>
            </a:extLst>
          </p:cNvPr>
          <p:cNvSpPr>
            <a:spLocks noGrp="1"/>
          </p:cNvSpPr>
          <p:nvPr>
            <p:ph type="pic" sz="quarter" idx="10" hasCustomPrompt="1"/>
          </p:nvPr>
        </p:nvSpPr>
        <p:spPr>
          <a:xfrm>
            <a:off x="5299076" y="2"/>
            <a:ext cx="6892925" cy="6692900"/>
          </a:xfrm>
          <a:blipFill>
            <a:blip r:embed="rId4">
              <a:extLst>
                <a:ext uri="{28A0092B-C50C-407E-A947-70E740481C1C}">
                  <a14:useLocalDpi xmlns:a14="http://schemas.microsoft.com/office/drawing/2010/main"/>
                </a:ext>
              </a:extLst>
            </a:blip>
            <a:stretch>
              <a:fillRect/>
            </a:stretch>
          </a:blipFill>
        </p:spPr>
        <p:txBody>
          <a:bodyPr vert="horz" wrap="square" lIns="0" tIns="1280160" rIns="0" bIns="0" rtlCol="0" anchor="t" anchorCtr="0">
            <a:noAutofit/>
          </a:bodyPr>
          <a:lstStyle>
            <a:lvl1pPr algn="ctr">
              <a:defRPr lang="en-US" sz="1400" b="1"/>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6" name="Rectangle 5">
            <a:extLst>
              <a:ext uri="{FF2B5EF4-FFF2-40B4-BE49-F238E27FC236}">
                <a16:creationId xmlns:a16="http://schemas.microsoft.com/office/drawing/2014/main" id="{C287D68E-0E2A-B050-66EC-FBEC3EA140F3}"/>
              </a:ext>
            </a:extLst>
          </p:cNvPr>
          <p:cNvSpPr/>
          <p:nvPr userDrawn="1"/>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spTree>
    <p:extLst>
      <p:ext uri="{BB962C8B-B14F-4D97-AF65-F5344CB8AC3E}">
        <p14:creationId xmlns:p14="http://schemas.microsoft.com/office/powerpoint/2010/main" val="3170001216"/>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8" pos="3161">
          <p15:clr>
            <a:srgbClr val="A4A3A4"/>
          </p15:clr>
        </p15:guide>
        <p15:guide id="19" pos="3342">
          <p15:clr>
            <a:srgbClr val="A4A3A4"/>
          </p15:clr>
        </p15:guide>
        <p15:guide id="28" orient="horz" pos="905">
          <p15:clr>
            <a:srgbClr val="5ACBF0"/>
          </p15:clr>
        </p15:guide>
        <p15:guide id="30" orient="horz" pos="287">
          <p15:clr>
            <a:srgbClr val="5ACBF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userDrawn="1">
  <p:cSld name="6_Title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823DB3A-52AD-5804-E6F5-4DE010B8448A}"/>
              </a:ext>
            </a:extLst>
          </p:cNvPr>
          <p:cNvPicPr>
            <a:picLocks noChangeAspect="1"/>
          </p:cNvPicPr>
          <p:nvPr userDrawn="1"/>
        </p:nvPicPr>
        <p:blipFill rotWithShape="1">
          <a:blip r:embed="rId3">
            <a:alphaModFix amt="46000"/>
          </a:blip>
          <a:srcRect l="10595" t="987" r="10595"/>
          <a:stretch/>
        </p:blipFill>
        <p:spPr>
          <a:xfrm>
            <a:off x="0" y="2"/>
            <a:ext cx="12192000" cy="6858000"/>
          </a:xfrm>
          <a:prstGeom prst="rect">
            <a:avLst/>
          </a:prstGeom>
        </p:spPr>
      </p:pic>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048843963"/>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2">
          <p15:clr>
            <a:srgbClr val="A4A3A4"/>
          </p15:clr>
        </p15:guide>
        <p15:guide id="9" pos="1557">
          <p15:clr>
            <a:srgbClr val="A4A3A4"/>
          </p15:clr>
        </p15:guide>
        <p15:guide id="10" pos="1967">
          <p15:clr>
            <a:srgbClr val="A4A3A4"/>
          </p15:clr>
        </p15:guide>
        <p15:guide id="11" pos="2150">
          <p15:clr>
            <a:srgbClr val="A4A3A4"/>
          </p15:clr>
        </p15:guide>
        <p15:guide id="12" pos="2560">
          <p15:clr>
            <a:srgbClr val="A4A3A4"/>
          </p15:clr>
        </p15:guide>
        <p15:guide id="13" pos="2745">
          <p15:clr>
            <a:srgbClr val="A4A3A4"/>
          </p15:clr>
        </p15:guide>
        <p15:guide id="14" pos="3155">
          <p15:clr>
            <a:srgbClr val="A4A3A4"/>
          </p15:clr>
        </p15:guide>
        <p15:guide id="15" pos="3337">
          <p15:clr>
            <a:srgbClr val="A4A3A4"/>
          </p15:clr>
        </p15:guide>
        <p15:guide id="16" pos="3750">
          <p15:clr>
            <a:srgbClr val="A4A3A4"/>
          </p15:clr>
        </p15:guide>
        <p15:guide id="17" pos="3932">
          <p15:clr>
            <a:srgbClr val="A4A3A4"/>
          </p15:clr>
        </p15:guide>
        <p15:guide id="18" pos="4343">
          <p15:clr>
            <a:srgbClr val="A4A3A4"/>
          </p15:clr>
        </p15:guide>
        <p15:guide id="19" pos="4525">
          <p15:clr>
            <a:srgbClr val="A4A3A4"/>
          </p15:clr>
        </p15:guide>
        <p15:guide id="20" pos="4937">
          <p15:clr>
            <a:srgbClr val="A4A3A4"/>
          </p15:clr>
        </p15:guide>
        <p15:guide id="21" pos="5120">
          <p15:clr>
            <a:srgbClr val="A4A3A4"/>
          </p15:clr>
        </p15:guide>
        <p15:guide id="22" pos="5528">
          <p15:clr>
            <a:srgbClr val="A4A3A4"/>
          </p15:clr>
        </p15:guide>
        <p15:guide id="23" pos="5715">
          <p15:clr>
            <a:srgbClr val="A4A3A4"/>
          </p15:clr>
        </p15:guide>
        <p15:guide id="24" pos="6123">
          <p15:clr>
            <a:srgbClr val="A4A3A4"/>
          </p15:clr>
        </p15:guide>
        <p15:guide id="25" pos="6308">
          <p15:clr>
            <a:srgbClr val="A4A3A4"/>
          </p15:clr>
        </p15:guide>
        <p15:guide id="26" pos="6718">
          <p15:clr>
            <a:srgbClr val="A4A3A4"/>
          </p15:clr>
        </p15:guide>
        <p15:guide id="27" pos="6901">
          <p15:clr>
            <a:srgbClr val="A4A3A4"/>
          </p15:clr>
        </p15:guide>
        <p15:guide id="28" orient="horz" pos="905">
          <p15:clr>
            <a:srgbClr val="5ACBF0"/>
          </p15:clr>
        </p15:guide>
        <p15:guide id="29" orient="horz" pos="1272">
          <p15:clr>
            <a:srgbClr val="5ACBF0"/>
          </p15:clr>
        </p15:guide>
        <p15:guide id="30" orient="horz" pos="287">
          <p15:clr>
            <a:srgbClr val="5ACBF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1" y="1434370"/>
            <a:ext cx="11018521" cy="1486561"/>
          </a:xfrm>
        </p:spPr>
        <p:txBody>
          <a:bodyPr wrap="square">
            <a:spAutoFit/>
          </a:bodyPr>
          <a:lstStyle>
            <a:lvl1pPr marL="0" indent="0">
              <a:buNone/>
              <a:defRPr/>
            </a:lvl1pPr>
            <a:lvl2pPr marL="228556" indent="0">
              <a:buNone/>
              <a:defRPr/>
            </a:lvl2pPr>
            <a:lvl3pPr marL="457112" indent="0">
              <a:buNone/>
              <a:defRPr/>
            </a:lvl3pPr>
            <a:lvl4pPr marL="685668" indent="0">
              <a:buNone/>
              <a:defRPr/>
            </a:lvl4pPr>
            <a:lvl5pPr marL="914225"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15610037"/>
      </p:ext>
    </p:extLst>
  </p:cSld>
  <p:clrMapOvr>
    <a:masterClrMapping/>
  </p:clrMapOvr>
  <p:transition>
    <p:fade/>
  </p:transition>
  <p:extLst>
    <p:ext uri="{DCECCB84-F9BA-43D5-87BE-67443E8EF086}">
      <p15:sldGuideLst xmlns:p15="http://schemas.microsoft.com/office/powerpoint/2012/main">
        <p15:guide id="1" orient="horz" pos="283">
          <p15:clr>
            <a:srgbClr val="5ACBF0"/>
          </p15:clr>
        </p15:guide>
        <p15:guide id="2" orient="horz" pos="888">
          <p15:clr>
            <a:srgbClr val="5ACBF0"/>
          </p15:clr>
        </p15:guide>
        <p15:guide id="4" orient="horz" pos="1248">
          <p15:clr>
            <a:srgbClr val="5ACBF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765D25-8D93-1882-B375-8C6D3010ABF4}"/>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425248927"/>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userDrawn="1">
  <p:cSld name="Left Bar Windows">
    <p:bg>
      <p:bgPr>
        <a:solidFill>
          <a:schemeClr val="bg1"/>
        </a:solidFill>
        <a:effectLst/>
      </p:bgPr>
    </p:bg>
    <p:spTree>
      <p:nvGrpSpPr>
        <p:cNvPr id="1" name=""/>
        <p:cNvGrpSpPr/>
        <p:nvPr/>
      </p:nvGrpSpPr>
      <p:grpSpPr>
        <a:xfrm>
          <a:off x="0" y="0"/>
          <a:ext cx="0" cy="0"/>
          <a:chOff x="0" y="0"/>
          <a:chExt cx="0" cy="0"/>
        </a:xfrm>
      </p:grpSpPr>
      <p:pic>
        <p:nvPicPr>
          <p:cNvPr id="2" name="Picture 1" descr="A close-up of a ribbon&#10;&#10;Description automatically generated">
            <a:extLst>
              <a:ext uri="{FF2B5EF4-FFF2-40B4-BE49-F238E27FC236}">
                <a16:creationId xmlns:a16="http://schemas.microsoft.com/office/drawing/2014/main" id="{7D58299E-9AC2-FCD6-ED21-D29674FD1935}"/>
              </a:ext>
            </a:extLst>
          </p:cNvPr>
          <p:cNvPicPr>
            <a:picLocks noChangeAspect="1"/>
          </p:cNvPicPr>
          <p:nvPr userDrawn="1"/>
        </p:nvPicPr>
        <p:blipFill rotWithShape="1">
          <a:blip r:embed="rId2">
            <a:alphaModFix amt="85000"/>
            <a:extLst>
              <a:ext uri="{28A0092B-C50C-407E-A947-70E740481C1C}">
                <a14:useLocalDpi xmlns:a14="http://schemas.microsoft.com/office/drawing/2010/main" val="0"/>
              </a:ext>
            </a:extLst>
          </a:blip>
          <a:srcRect/>
          <a:stretch/>
        </p:blipFill>
        <p:spPr>
          <a:xfrm>
            <a:off x="0" y="2"/>
            <a:ext cx="6096000" cy="6858000"/>
          </a:xfrm>
          <a:prstGeom prst="rect">
            <a:avLst/>
          </a:prstGeom>
        </p:spPr>
      </p:pic>
      <p:pic>
        <p:nvPicPr>
          <p:cNvPr id="10" name="Background blur crop" descr="A close-up of a ribbon&#10;&#10;Description automatically generated">
            <a:extLst>
              <a:ext uri="{FF2B5EF4-FFF2-40B4-BE49-F238E27FC236}">
                <a16:creationId xmlns:a16="http://schemas.microsoft.com/office/drawing/2014/main" id="{735CCDD1-6D25-F844-4FE0-E4D2BFE30A7F}"/>
              </a:ext>
            </a:extLst>
          </p:cNvPr>
          <p:cNvPicPr>
            <a:picLocks noChangeAspect="1"/>
          </p:cNvPicPr>
          <p:nvPr userDrawn="1"/>
        </p:nvPicPr>
        <p:blipFill rotWithShape="1">
          <a:blip r:embed="rId3">
            <a:alphaModFix/>
            <a:extLst>
              <a:ext uri="{BEBA8EAE-BF5A-486C-A8C5-ECC9F3942E4B}">
                <a14:imgProps xmlns:a14="http://schemas.microsoft.com/office/drawing/2010/main">
                  <a14:imgLayer r:embed="rId4">
                    <a14:imgEffect>
                      <a14:sharpenSoften amount="-50000"/>
                    </a14:imgEffect>
                  </a14:imgLayer>
                </a14:imgProps>
              </a:ext>
              <a:ext uri="{28A0092B-C50C-407E-A947-70E740481C1C}">
                <a14:useLocalDpi xmlns:a14="http://schemas.microsoft.com/office/drawing/2010/main" val="0"/>
              </a:ext>
            </a:extLst>
          </a:blip>
          <a:srcRect/>
          <a:stretch/>
        </p:blipFill>
        <p:spPr>
          <a:xfrm>
            <a:off x="660401" y="2419352"/>
            <a:ext cx="4899026" cy="2019299"/>
          </a:xfrm>
          <a:prstGeom prst="roundRect">
            <a:avLst>
              <a:gd name="adj" fmla="val 8491"/>
            </a:avLst>
          </a:prstGeom>
        </p:spPr>
      </p:pic>
      <p:sp>
        <p:nvSpPr>
          <p:cNvPr id="9" name="Rectangle: Rounded Corners 8">
            <a:extLst>
              <a:ext uri="{FF2B5EF4-FFF2-40B4-BE49-F238E27FC236}">
                <a16:creationId xmlns:a16="http://schemas.microsoft.com/office/drawing/2014/main" id="{88AE7281-C62E-0DB0-56E2-6CFEC213AC04}"/>
              </a:ext>
            </a:extLst>
          </p:cNvPr>
          <p:cNvSpPr/>
          <p:nvPr userDrawn="1"/>
        </p:nvSpPr>
        <p:spPr>
          <a:xfrm>
            <a:off x="495300" y="2298701"/>
            <a:ext cx="5229227" cy="2258769"/>
          </a:xfrm>
          <a:prstGeom prst="roundRect">
            <a:avLst>
              <a:gd name="adj" fmla="val 8434"/>
            </a:avLst>
          </a:prstGeom>
          <a:gradFill flip="none" rotWithShape="1">
            <a:gsLst>
              <a:gs pos="89000">
                <a:schemeClr val="bg1">
                  <a:alpha val="21000"/>
                </a:schemeClr>
              </a:gs>
              <a:gs pos="100000">
                <a:schemeClr val="bg1">
                  <a:alpha val="58000"/>
                </a:schemeClr>
              </a:gs>
            </a:gsLst>
            <a:path path="rect">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Sans Display"/>
              <a:ea typeface="+mn-ea"/>
              <a:cs typeface="+mn-cs"/>
            </a:endParaRPr>
          </a:p>
        </p:txBody>
      </p:sp>
      <p:sp>
        <p:nvSpPr>
          <p:cNvPr id="5" name="Rectangle 4">
            <a:extLst>
              <a:ext uri="{FF2B5EF4-FFF2-40B4-BE49-F238E27FC236}">
                <a16:creationId xmlns:a16="http://schemas.microsoft.com/office/drawing/2014/main" id="{52984155-66BC-DAC5-5E10-46E1D44CF33F}"/>
              </a:ext>
            </a:extLst>
          </p:cNvPr>
          <p:cNvSpPr/>
          <p:nvPr userDrawn="1"/>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Sans Display"/>
              <a:ea typeface="+mn-ea"/>
              <a:cs typeface="+mn-cs"/>
            </a:endParaRPr>
          </a:p>
        </p:txBody>
      </p:sp>
      <p:sp>
        <p:nvSpPr>
          <p:cNvPr id="3" name="Title 2">
            <a:extLst>
              <a:ext uri="{FF2B5EF4-FFF2-40B4-BE49-F238E27FC236}">
                <a16:creationId xmlns:a16="http://schemas.microsoft.com/office/drawing/2014/main" id="{F4137BAB-C03C-A736-8E50-9B7D49E3D79F}"/>
              </a:ext>
            </a:extLst>
          </p:cNvPr>
          <p:cNvSpPr>
            <a:spLocks noGrp="1"/>
          </p:cNvSpPr>
          <p:nvPr>
            <p:ph type="title"/>
          </p:nvPr>
        </p:nvSpPr>
        <p:spPr>
          <a:xfrm>
            <a:off x="774701" y="2806713"/>
            <a:ext cx="4699001" cy="1244584"/>
          </a:xfrm>
          <a:prstGeom prst="roundRect">
            <a:avLst>
              <a:gd name="adj" fmla="val 15039"/>
            </a:avLst>
          </a:prstGeom>
          <a:solidFill>
            <a:schemeClr val="bg1"/>
          </a:solidFill>
        </p:spPr>
        <p:txBody>
          <a:bodyPr lIns="182880" tIns="182880" rIns="182880" bIns="182880" anchor="ctr" anchorCtr="0"/>
          <a:lstStyle>
            <a:lvl1pPr>
              <a:lnSpc>
                <a:spcPct val="90000"/>
              </a:lnSpc>
              <a:defRPr>
                <a:gradFill>
                  <a:gsLst>
                    <a:gs pos="21000">
                      <a:srgbClr val="0078D4"/>
                    </a:gs>
                    <a:gs pos="100000">
                      <a:srgbClr val="C03BC4"/>
                    </a:gs>
                  </a:gsLst>
                </a:gradFill>
              </a:defRPr>
            </a:lvl1pPr>
          </a:lstStyle>
          <a:p>
            <a:r>
              <a:rPr lang="en-US"/>
              <a:t>Click to edit Master title style</a:t>
            </a:r>
          </a:p>
        </p:txBody>
      </p:sp>
    </p:spTree>
    <p:extLst>
      <p:ext uri="{BB962C8B-B14F-4D97-AF65-F5344CB8AC3E}">
        <p14:creationId xmlns:p14="http://schemas.microsoft.com/office/powerpoint/2010/main" val="839955847"/>
      </p:ext>
    </p:extLst>
  </p:cSld>
  <p:clrMapOvr>
    <a:masterClrMapping/>
  </p:clrMapOvr>
  <p:transition>
    <p:fade/>
  </p:transition>
  <p:extLst>
    <p:ext uri="{DCECCB84-F9BA-43D5-87BE-67443E8EF086}">
      <p15:sldGuideLst xmlns:p15="http://schemas.microsoft.com/office/powerpoint/2012/main">
        <p15:guide id="1" orient="horz" pos="287">
          <p15:clr>
            <a:srgbClr val="5ACBF0"/>
          </p15:clr>
        </p15:guide>
        <p15:guide id="2" orient="horz" pos="905">
          <p15:clr>
            <a:srgbClr val="5ACBF0"/>
          </p15:clr>
        </p15:guide>
        <p15:guide id="4" orient="horz" pos="1272">
          <p15:clr>
            <a:srgbClr val="5ACBF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userDrawn="1">
  <p:cSld name="4_Soft background only">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7DA21B3-4424-4158-4F74-C7F196263C20}"/>
              </a:ext>
            </a:extLst>
          </p:cNvPr>
          <p:cNvSpPr/>
          <p:nvPr userDrawn="1"/>
        </p:nvSpPr>
        <p:spPr bwMode="auto">
          <a:xfrm>
            <a:off x="0" y="4956632"/>
            <a:ext cx="12192000" cy="1901370"/>
          </a:xfrm>
          <a:prstGeom prst="rect">
            <a:avLst/>
          </a:prstGeom>
          <a:gradFill flip="none" rotWithShape="1">
            <a:gsLst>
              <a:gs pos="26000">
                <a:schemeClr val="bg1">
                  <a:alpha val="0"/>
                </a:schemeClr>
              </a:gs>
              <a:gs pos="70000">
                <a:schemeClr val="bg1">
                  <a:alpha val="60000"/>
                </a:schemeClr>
              </a:gs>
            </a:gsLst>
            <a:lin ang="54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Sans Display"/>
              <a:ea typeface="Segoe UI" pitchFamily="34" charset="0"/>
              <a:cs typeface="Segoe UI" pitchFamily="34" charset="0"/>
            </a:endParaRPr>
          </a:p>
        </p:txBody>
      </p:sp>
      <p:grpSp>
        <p:nvGrpSpPr>
          <p:cNvPr id="3" name="Group 2">
            <a:extLst>
              <a:ext uri="{FF2B5EF4-FFF2-40B4-BE49-F238E27FC236}">
                <a16:creationId xmlns:a16="http://schemas.microsoft.com/office/drawing/2014/main" id="{55F9204C-3F26-4B75-3C9A-C84670D7A3BF}"/>
              </a:ext>
            </a:extLst>
          </p:cNvPr>
          <p:cNvGrpSpPr/>
          <p:nvPr userDrawn="1"/>
        </p:nvGrpSpPr>
        <p:grpSpPr>
          <a:xfrm>
            <a:off x="0" y="2"/>
            <a:ext cx="12192000" cy="6858000"/>
            <a:chOff x="0" y="0"/>
            <a:chExt cx="12192000" cy="6858000"/>
          </a:xfrm>
        </p:grpSpPr>
        <p:pic>
          <p:nvPicPr>
            <p:cNvPr id="5" name="Picture 4" descr="A blurry image of a person's hand&#10;&#10;Description automatically generated">
              <a:extLst>
                <a:ext uri="{FF2B5EF4-FFF2-40B4-BE49-F238E27FC236}">
                  <a16:creationId xmlns:a16="http://schemas.microsoft.com/office/drawing/2014/main" id="{B890A04F-278F-1602-9E64-8C8C5A93D3AB}"/>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artisticBlur radius="75"/>
                      </a14:imgEffect>
                    </a14:imgLayer>
                  </a14:imgProps>
                </a:ext>
                <a:ext uri="{28A0092B-C50C-407E-A947-70E740481C1C}">
                  <a14:useLocalDpi xmlns:a14="http://schemas.microsoft.com/office/drawing/2010/main" val="0"/>
                </a:ext>
              </a:extLst>
            </a:blip>
            <a:srcRect t="2407"/>
            <a:stretch/>
          </p:blipFill>
          <p:spPr>
            <a:xfrm>
              <a:off x="0" y="0"/>
              <a:ext cx="12192000" cy="6692900"/>
            </a:xfrm>
            <a:prstGeom prst="rect">
              <a:avLst/>
            </a:prstGeom>
          </p:spPr>
        </p:pic>
        <p:sp>
          <p:nvSpPr>
            <p:cNvPr id="7" name="Rectangle 6">
              <a:extLst>
                <a:ext uri="{FF2B5EF4-FFF2-40B4-BE49-F238E27FC236}">
                  <a16:creationId xmlns:a16="http://schemas.microsoft.com/office/drawing/2014/main" id="{E16343BD-8AB7-4C7A-F9EE-B2FBF358D3A6}"/>
                </a:ext>
              </a:extLst>
            </p:cNvPr>
            <p:cNvSpPr/>
            <p:nvPr userDrawn="1"/>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Sans Display"/>
                <a:ea typeface="+mn-ea"/>
                <a:cs typeface="+mn-cs"/>
              </a:endParaRPr>
            </a:p>
          </p:txBody>
        </p:sp>
      </p:grpSp>
    </p:spTree>
    <p:extLst>
      <p:ext uri="{BB962C8B-B14F-4D97-AF65-F5344CB8AC3E}">
        <p14:creationId xmlns:p14="http://schemas.microsoft.com/office/powerpoint/2010/main" val="35572296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1">
          <p15:clr>
            <a:srgbClr val="5ACBF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type="blank">
  <p:cSld name="2_Blank">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C1D37B89-BBEE-1D6D-0CB4-2887DAE55BF8}"/>
              </a:ext>
            </a:extLst>
          </p:cNvPr>
          <p:cNvGrpSpPr/>
          <p:nvPr userDrawn="1"/>
        </p:nvGrpSpPr>
        <p:grpSpPr>
          <a:xfrm>
            <a:off x="0" y="2"/>
            <a:ext cx="12192000" cy="6858000"/>
            <a:chOff x="0" y="0"/>
            <a:chExt cx="12192000" cy="6858000"/>
          </a:xfrm>
        </p:grpSpPr>
        <p:pic>
          <p:nvPicPr>
            <p:cNvPr id="5" name="Picture 4" descr="A blurry image of a person's hand&#10;&#10;Description automatically generated">
              <a:extLst>
                <a:ext uri="{FF2B5EF4-FFF2-40B4-BE49-F238E27FC236}">
                  <a16:creationId xmlns:a16="http://schemas.microsoft.com/office/drawing/2014/main" id="{022A6913-32FA-3175-2B8B-B7DFEEB209C0}"/>
                </a:ext>
              </a:extLst>
            </p:cNvPr>
            <p:cNvPicPr>
              <a:picLocks noChangeAspect="1"/>
            </p:cNvPicPr>
            <p:nvPr userDrawn="1"/>
          </p:nvPicPr>
          <p:blipFill rotWithShape="1">
            <a:blip r:embed="rId2" cstate="screen">
              <a:extLst>
                <a:ext uri="{BEBA8EAE-BF5A-486C-A8C5-ECC9F3942E4B}">
                  <a14:imgProps xmlns:a14="http://schemas.microsoft.com/office/drawing/2010/main">
                    <a14:imgLayer r:embed="rId3">
                      <a14:imgEffect>
                        <a14:artisticBlur radius="75"/>
                      </a14:imgEffect>
                    </a14:imgLayer>
                  </a14:imgProps>
                </a:ext>
                <a:ext uri="{28A0092B-C50C-407E-A947-70E740481C1C}">
                  <a14:useLocalDpi xmlns:a14="http://schemas.microsoft.com/office/drawing/2010/main"/>
                </a:ext>
              </a:extLst>
            </a:blip>
            <a:srcRect t="2407"/>
            <a:stretch/>
          </p:blipFill>
          <p:spPr>
            <a:xfrm>
              <a:off x="0" y="0"/>
              <a:ext cx="12192000" cy="6692900"/>
            </a:xfrm>
            <a:prstGeom prst="rect">
              <a:avLst/>
            </a:prstGeom>
          </p:spPr>
        </p:pic>
        <p:sp>
          <p:nvSpPr>
            <p:cNvPr id="6" name="Rectangle 5">
              <a:extLst>
                <a:ext uri="{FF2B5EF4-FFF2-40B4-BE49-F238E27FC236}">
                  <a16:creationId xmlns:a16="http://schemas.microsoft.com/office/drawing/2014/main" id="{FA35B21F-3F76-3A2A-3F90-8BF863B82BCA}"/>
                </a:ext>
              </a:extLst>
            </p:cNvPr>
            <p:cNvSpPr/>
            <p:nvPr userDrawn="1"/>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Sans Display"/>
                <a:ea typeface="+mn-ea"/>
                <a:cs typeface="+mn-cs"/>
              </a:endParaRPr>
            </a:p>
          </p:txBody>
        </p:sp>
      </p:grpSp>
    </p:spTree>
    <p:extLst>
      <p:ext uri="{BB962C8B-B14F-4D97-AF65-F5344CB8AC3E}">
        <p14:creationId xmlns:p14="http://schemas.microsoft.com/office/powerpoint/2010/main" val="502694308"/>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userDrawn="1">
  <p:cSld name="1_DemoSocial">
    <p:spTree>
      <p:nvGrpSpPr>
        <p:cNvPr id="1" name=""/>
        <p:cNvGrpSpPr/>
        <p:nvPr/>
      </p:nvGrpSpPr>
      <p:grpSpPr>
        <a:xfrm>
          <a:off x="0" y="0"/>
          <a:ext cx="0" cy="0"/>
          <a:chOff x="0" y="0"/>
          <a:chExt cx="0" cy="0"/>
        </a:xfrm>
      </p:grpSpPr>
      <p:pic>
        <p:nvPicPr>
          <p:cNvPr id="2" name="Picture 1" descr="A close up of a glass object&#10;&#10;Description automatically generated">
            <a:extLst>
              <a:ext uri="{FF2B5EF4-FFF2-40B4-BE49-F238E27FC236}">
                <a16:creationId xmlns:a16="http://schemas.microsoft.com/office/drawing/2014/main" id="{2AAB10B9-A5B4-8EE9-A35E-0DD6619B87F7}"/>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2"/>
            <a:ext cx="12192000" cy="6858000"/>
          </a:xfrm>
          <a:prstGeom prst="rect">
            <a:avLst/>
          </a:prstGeom>
        </p:spPr>
      </p:pic>
      <p:sp>
        <p:nvSpPr>
          <p:cNvPr id="10" name="Text Placeholder 8">
            <a:extLst>
              <a:ext uri="{FF2B5EF4-FFF2-40B4-BE49-F238E27FC236}">
                <a16:creationId xmlns:a16="http://schemas.microsoft.com/office/drawing/2014/main" id="{EBC5F7F6-3787-662E-0880-F9E0EACD252D}"/>
              </a:ext>
            </a:extLst>
          </p:cNvPr>
          <p:cNvSpPr>
            <a:spLocks noGrp="1"/>
          </p:cNvSpPr>
          <p:nvPr>
            <p:ph type="body" sz="quarter" idx="10"/>
          </p:nvPr>
        </p:nvSpPr>
        <p:spPr>
          <a:xfrm>
            <a:off x="3214917" y="3198832"/>
            <a:ext cx="5790059" cy="430887"/>
          </a:xfrm>
        </p:spPr>
        <p:txBody>
          <a:bodyPr anchor="ctr" anchorCtr="0"/>
          <a:lstStyle>
            <a:lvl1pPr marL="0" indent="0" algn="l">
              <a:defRPr kumimoji="0" lang="en-US" sz="2800" b="0" i="0" u="none" strike="noStrike" kern="1200" cap="none" spc="-50" normalizeH="0" baseline="0" dirty="0" smtClean="0">
                <a:ln w="3175">
                  <a:noFill/>
                </a:ln>
                <a:gradFill>
                  <a:gsLst>
                    <a:gs pos="21000">
                      <a:srgbClr val="0078D4"/>
                    </a:gs>
                    <a:gs pos="100000">
                      <a:srgbClr val="C03BC4"/>
                    </a:gs>
                  </a:gsLst>
                  <a:lin ang="2400000" scaled="0"/>
                </a:gradFill>
                <a:effectLst/>
                <a:uLnTx/>
                <a:uFillTx/>
                <a:latin typeface="+mj-lt"/>
                <a:ea typeface="+mn-ea"/>
                <a:cs typeface="Segoe UI Semibold" panose="020B0702040204020203" pitchFamily="34" charset="0"/>
              </a:defRPr>
            </a:lvl1pPr>
          </a:lstStyle>
          <a:p>
            <a:pPr lvl="0"/>
            <a:r>
              <a:rPr lang="en-US"/>
              <a:t>Click to edit Master text styles</a:t>
            </a:r>
          </a:p>
        </p:txBody>
      </p:sp>
    </p:spTree>
    <p:extLst>
      <p:ext uri="{BB962C8B-B14F-4D97-AF65-F5344CB8AC3E}">
        <p14:creationId xmlns:p14="http://schemas.microsoft.com/office/powerpoint/2010/main" val="6302836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5_Title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823DB3A-52AD-5804-E6F5-4DE010B8448A}"/>
              </a:ext>
            </a:extLst>
          </p:cNvPr>
          <p:cNvPicPr>
            <a:picLocks noChangeAspect="1"/>
          </p:cNvPicPr>
          <p:nvPr userDrawn="1"/>
        </p:nvPicPr>
        <p:blipFill rotWithShape="1">
          <a:blip r:embed="rId3">
            <a:alphaModFix amt="46000"/>
          </a:blip>
          <a:srcRect l="10595" t="987" r="10595"/>
          <a:stretch/>
        </p:blipFill>
        <p:spPr>
          <a:xfrm>
            <a:off x="0" y="2"/>
            <a:ext cx="12192000" cy="6858000"/>
          </a:xfrm>
          <a:prstGeom prst="rect">
            <a:avLst/>
          </a:prstGeom>
        </p:spPr>
      </p:pic>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495302" y="509157"/>
            <a:ext cx="10515600" cy="430887"/>
          </a:xfrm>
        </p:spPr>
        <p:txBody>
          <a:bodyPr lIns="0" tIns="0" rIns="0" bIns="0"/>
          <a:lstStyle/>
          <a:p>
            <a:r>
              <a:rPr lang="en-US"/>
              <a:t>Click to edit Master title style</a:t>
            </a:r>
          </a:p>
        </p:txBody>
      </p:sp>
    </p:spTree>
    <p:extLst>
      <p:ext uri="{BB962C8B-B14F-4D97-AF65-F5344CB8AC3E}">
        <p14:creationId xmlns:p14="http://schemas.microsoft.com/office/powerpoint/2010/main" val="239881648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2">
          <p15:clr>
            <a:srgbClr val="A4A3A4"/>
          </p15:clr>
        </p15:guide>
        <p15:guide id="9" pos="1557">
          <p15:clr>
            <a:srgbClr val="A4A3A4"/>
          </p15:clr>
        </p15:guide>
        <p15:guide id="10" pos="1967">
          <p15:clr>
            <a:srgbClr val="A4A3A4"/>
          </p15:clr>
        </p15:guide>
        <p15:guide id="11" pos="2150">
          <p15:clr>
            <a:srgbClr val="A4A3A4"/>
          </p15:clr>
        </p15:guide>
        <p15:guide id="12" pos="2560">
          <p15:clr>
            <a:srgbClr val="A4A3A4"/>
          </p15:clr>
        </p15:guide>
        <p15:guide id="13" pos="2745">
          <p15:clr>
            <a:srgbClr val="A4A3A4"/>
          </p15:clr>
        </p15:guide>
        <p15:guide id="14" pos="3155">
          <p15:clr>
            <a:srgbClr val="A4A3A4"/>
          </p15:clr>
        </p15:guide>
        <p15:guide id="15" pos="3337">
          <p15:clr>
            <a:srgbClr val="A4A3A4"/>
          </p15:clr>
        </p15:guide>
        <p15:guide id="16" pos="3750">
          <p15:clr>
            <a:srgbClr val="A4A3A4"/>
          </p15:clr>
        </p15:guide>
        <p15:guide id="17" pos="3932">
          <p15:clr>
            <a:srgbClr val="A4A3A4"/>
          </p15:clr>
        </p15:guide>
        <p15:guide id="18" pos="4343">
          <p15:clr>
            <a:srgbClr val="A4A3A4"/>
          </p15:clr>
        </p15:guide>
        <p15:guide id="19" pos="4525">
          <p15:clr>
            <a:srgbClr val="A4A3A4"/>
          </p15:clr>
        </p15:guide>
        <p15:guide id="20" pos="4937">
          <p15:clr>
            <a:srgbClr val="A4A3A4"/>
          </p15:clr>
        </p15:guide>
        <p15:guide id="21" pos="5120">
          <p15:clr>
            <a:srgbClr val="A4A3A4"/>
          </p15:clr>
        </p15:guide>
        <p15:guide id="22" pos="5528">
          <p15:clr>
            <a:srgbClr val="A4A3A4"/>
          </p15:clr>
        </p15:guide>
        <p15:guide id="23" pos="5715">
          <p15:clr>
            <a:srgbClr val="A4A3A4"/>
          </p15:clr>
        </p15:guide>
        <p15:guide id="24" pos="6123">
          <p15:clr>
            <a:srgbClr val="A4A3A4"/>
          </p15:clr>
        </p15:guide>
        <p15:guide id="25" pos="6308">
          <p15:clr>
            <a:srgbClr val="A4A3A4"/>
          </p15:clr>
        </p15:guide>
        <p15:guide id="26" pos="6718">
          <p15:clr>
            <a:srgbClr val="A4A3A4"/>
          </p15:clr>
        </p15:guide>
        <p15:guide id="27" pos="6901">
          <p15:clr>
            <a:srgbClr val="A4A3A4"/>
          </p15:clr>
        </p15:guide>
        <p15:guide id="28" orient="horz" pos="905">
          <p15:clr>
            <a:srgbClr val="5ACBF0"/>
          </p15:clr>
        </p15:guide>
        <p15:guide id="29" orient="horz" pos="1272">
          <p15:clr>
            <a:srgbClr val="5ACBF0"/>
          </p15:clr>
        </p15:guide>
        <p15:guide id="30" orient="horz" pos="287">
          <p15:clr>
            <a:srgbClr val="5ACBF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4_Title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7D88A8B-7381-2287-CF94-E2B0F2018AA5}"/>
              </a:ext>
            </a:extLst>
          </p:cNvPr>
          <p:cNvPicPr>
            <a:picLocks noChangeAspect="1"/>
          </p:cNvPicPr>
          <p:nvPr userDrawn="1"/>
        </p:nvPicPr>
        <p:blipFill rotWithShape="1">
          <a:blip r:embed="rId3"/>
          <a:srcRect l="10595" t="987" r="10595"/>
          <a:stretch/>
        </p:blipFill>
        <p:spPr>
          <a:xfrm>
            <a:off x="0" y="2"/>
            <a:ext cx="12192000" cy="6858000"/>
          </a:xfrm>
          <a:prstGeom prst="rect">
            <a:avLst/>
          </a:prstGeom>
        </p:spPr>
      </p:pic>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495302" y="509157"/>
            <a:ext cx="10515600" cy="430887"/>
          </a:xfrm>
        </p:spPr>
        <p:txBody>
          <a:bodyPr lIns="0" tIns="0" rIns="0" bIns="0">
            <a:spAutoFit/>
          </a:bodyPr>
          <a:lstStyle/>
          <a:p>
            <a:r>
              <a:rPr lang="en-US"/>
              <a:t>Click to edit Master title style</a:t>
            </a:r>
          </a:p>
        </p:txBody>
      </p:sp>
    </p:spTree>
    <p:extLst>
      <p:ext uri="{BB962C8B-B14F-4D97-AF65-F5344CB8AC3E}">
        <p14:creationId xmlns:p14="http://schemas.microsoft.com/office/powerpoint/2010/main" val="67852720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2">
          <p15:clr>
            <a:srgbClr val="A4A3A4"/>
          </p15:clr>
        </p15:guide>
        <p15:guide id="9" pos="1557">
          <p15:clr>
            <a:srgbClr val="A4A3A4"/>
          </p15:clr>
        </p15:guide>
        <p15:guide id="10" pos="1967">
          <p15:clr>
            <a:srgbClr val="A4A3A4"/>
          </p15:clr>
        </p15:guide>
        <p15:guide id="11" pos="2150">
          <p15:clr>
            <a:srgbClr val="A4A3A4"/>
          </p15:clr>
        </p15:guide>
        <p15:guide id="12" pos="2560">
          <p15:clr>
            <a:srgbClr val="A4A3A4"/>
          </p15:clr>
        </p15:guide>
        <p15:guide id="13" pos="2745">
          <p15:clr>
            <a:srgbClr val="A4A3A4"/>
          </p15:clr>
        </p15:guide>
        <p15:guide id="14" pos="3155">
          <p15:clr>
            <a:srgbClr val="A4A3A4"/>
          </p15:clr>
        </p15:guide>
        <p15:guide id="15" pos="3337">
          <p15:clr>
            <a:srgbClr val="A4A3A4"/>
          </p15:clr>
        </p15:guide>
        <p15:guide id="16" pos="3750">
          <p15:clr>
            <a:srgbClr val="A4A3A4"/>
          </p15:clr>
        </p15:guide>
        <p15:guide id="17" pos="3932">
          <p15:clr>
            <a:srgbClr val="A4A3A4"/>
          </p15:clr>
        </p15:guide>
        <p15:guide id="18" pos="4343">
          <p15:clr>
            <a:srgbClr val="A4A3A4"/>
          </p15:clr>
        </p15:guide>
        <p15:guide id="19" pos="4525">
          <p15:clr>
            <a:srgbClr val="A4A3A4"/>
          </p15:clr>
        </p15:guide>
        <p15:guide id="20" pos="4937">
          <p15:clr>
            <a:srgbClr val="A4A3A4"/>
          </p15:clr>
        </p15:guide>
        <p15:guide id="21" pos="5120">
          <p15:clr>
            <a:srgbClr val="A4A3A4"/>
          </p15:clr>
        </p15:guide>
        <p15:guide id="22" pos="5528">
          <p15:clr>
            <a:srgbClr val="A4A3A4"/>
          </p15:clr>
        </p15:guide>
        <p15:guide id="23" pos="5715">
          <p15:clr>
            <a:srgbClr val="A4A3A4"/>
          </p15:clr>
        </p15:guide>
        <p15:guide id="24" pos="6123">
          <p15:clr>
            <a:srgbClr val="A4A3A4"/>
          </p15:clr>
        </p15:guide>
        <p15:guide id="25" pos="6308">
          <p15:clr>
            <a:srgbClr val="A4A3A4"/>
          </p15:clr>
        </p15:guide>
        <p15:guide id="26" pos="6718">
          <p15:clr>
            <a:srgbClr val="A4A3A4"/>
          </p15:clr>
        </p15:guide>
        <p15:guide id="27" pos="6901">
          <p15:clr>
            <a:srgbClr val="A4A3A4"/>
          </p15:clr>
        </p15:guide>
        <p15:guide id="28" orient="horz" pos="905">
          <p15:clr>
            <a:srgbClr val="5ACBF0"/>
          </p15:clr>
        </p15:guide>
        <p15:guide id="29" orient="horz" pos="1272">
          <p15:clr>
            <a:srgbClr val="5ACBF0"/>
          </p15:clr>
        </p15:guide>
        <p15:guide id="30" orient="horz" pos="287">
          <p15:clr>
            <a:srgbClr val="5ACBF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p:cSld name="1_Title &amp; Non-bulleted text">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3F77DBA8-8C7E-FD96-362D-3ED0D33369AE}"/>
              </a:ext>
            </a:extLst>
          </p:cNvPr>
          <p:cNvGrpSpPr/>
          <p:nvPr userDrawn="1"/>
        </p:nvGrpSpPr>
        <p:grpSpPr>
          <a:xfrm>
            <a:off x="0" y="2"/>
            <a:ext cx="12192000" cy="6858000"/>
            <a:chOff x="0" y="0"/>
            <a:chExt cx="12192000" cy="6858000"/>
          </a:xfrm>
        </p:grpSpPr>
        <p:pic>
          <p:nvPicPr>
            <p:cNvPr id="3" name="Picture 2" descr="A blurry image of a person's hand&#10;&#10;Description automatically generated">
              <a:extLst>
                <a:ext uri="{FF2B5EF4-FFF2-40B4-BE49-F238E27FC236}">
                  <a16:creationId xmlns:a16="http://schemas.microsoft.com/office/drawing/2014/main" id="{83EB57F5-A352-975C-9B11-90D5F4E7A177}"/>
                </a:ext>
              </a:extLst>
            </p:cNvPr>
            <p:cNvPicPr>
              <a:picLocks noChangeAspect="1"/>
            </p:cNvPicPr>
            <p:nvPr userDrawn="1"/>
          </p:nvPicPr>
          <p:blipFill rotWithShape="1">
            <a:blip r:embed="rId2" cstate="screen">
              <a:extLst>
                <a:ext uri="{BEBA8EAE-BF5A-486C-A8C5-ECC9F3942E4B}">
                  <a14:imgProps xmlns:a14="http://schemas.microsoft.com/office/drawing/2010/main">
                    <a14:imgLayer r:embed="rId3">
                      <a14:imgEffect>
                        <a14:artisticBlur radius="75"/>
                      </a14:imgEffect>
                    </a14:imgLayer>
                  </a14:imgProps>
                </a:ext>
                <a:ext uri="{28A0092B-C50C-407E-A947-70E740481C1C}">
                  <a14:useLocalDpi xmlns:a14="http://schemas.microsoft.com/office/drawing/2010/main"/>
                </a:ext>
              </a:extLst>
            </a:blip>
            <a:srcRect t="2407"/>
            <a:stretch/>
          </p:blipFill>
          <p:spPr>
            <a:xfrm>
              <a:off x="0" y="0"/>
              <a:ext cx="12192000" cy="6692900"/>
            </a:xfrm>
            <a:prstGeom prst="rect">
              <a:avLst/>
            </a:prstGeom>
          </p:spPr>
        </p:pic>
        <p:sp>
          <p:nvSpPr>
            <p:cNvPr id="5" name="Rectangle 4">
              <a:extLst>
                <a:ext uri="{FF2B5EF4-FFF2-40B4-BE49-F238E27FC236}">
                  <a16:creationId xmlns:a16="http://schemas.microsoft.com/office/drawing/2014/main" id="{90C2A6CC-1176-D894-9ACE-8C8D2DF94B5A}"/>
                </a:ext>
              </a:extLst>
            </p:cNvPr>
            <p:cNvSpPr/>
            <p:nvPr userDrawn="1"/>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Sans Display"/>
                <a:ea typeface="+mn-ea"/>
                <a:cs typeface="+mn-cs"/>
              </a:endParaRPr>
            </a:p>
          </p:txBody>
        </p:sp>
      </p:grpSp>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1" y="1434370"/>
            <a:ext cx="11018521" cy="1486561"/>
          </a:xfrm>
        </p:spPr>
        <p:txBody>
          <a:bodyPr wrap="square">
            <a:spAutoFit/>
          </a:bodyPr>
          <a:lstStyle>
            <a:lvl1pPr marL="0" indent="0">
              <a:buNone/>
              <a:defRPr/>
            </a:lvl1pPr>
            <a:lvl2pPr marL="228556" indent="0">
              <a:buNone/>
              <a:defRPr/>
            </a:lvl2pPr>
            <a:lvl3pPr marL="457112" indent="0">
              <a:buNone/>
              <a:defRPr/>
            </a:lvl3pPr>
            <a:lvl4pPr marL="685668" indent="0">
              <a:buNone/>
              <a:defRPr/>
            </a:lvl4pPr>
            <a:lvl5pPr marL="914225"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92536503"/>
      </p:ext>
    </p:extLst>
  </p:cSld>
  <p:clrMapOvr>
    <a:masterClrMapping/>
  </p:clrMapOvr>
  <p:transition>
    <p:fade/>
  </p:transition>
  <p:extLst>
    <p:ext uri="{DCECCB84-F9BA-43D5-87BE-67443E8EF086}">
      <p15:sldGuideLst xmlns:p15="http://schemas.microsoft.com/office/powerpoint/2012/main">
        <p15:guide id="1" orient="horz" pos="283">
          <p15:clr>
            <a:srgbClr val="5ACBF0"/>
          </p15:clr>
        </p15:guide>
        <p15:guide id="2" orient="horz" pos="888">
          <p15:clr>
            <a:srgbClr val="5ACBF0"/>
          </p15:clr>
        </p15:guide>
        <p15:guide id="4" orient="horz" pos="1248">
          <p15:clr>
            <a:srgbClr val="5ACBF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1_Right square Windows">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A7B86C3-3070-C5B9-78CF-8959A6F56A4F}"/>
              </a:ext>
              <a:ext uri="{C183D7F6-B498-43B3-948B-1728B52AA6E4}">
                <adec:decorative xmlns:adec="http://schemas.microsoft.com/office/drawing/2017/decorative" val="1"/>
              </a:ext>
            </a:extLst>
          </p:cNvPr>
          <p:cNvSpPr/>
          <p:nvPr userDrawn="1"/>
        </p:nvSpPr>
        <p:spPr bwMode="auto">
          <a:xfrm flipH="1">
            <a:off x="4294207" y="2"/>
            <a:ext cx="7897793" cy="6858000"/>
          </a:xfrm>
          <a:prstGeom prst="rect">
            <a:avLst/>
          </a:prstGeom>
          <a:solidFill>
            <a:srgbClr val="5D5BD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 name="Title 2">
            <a:extLst>
              <a:ext uri="{FF2B5EF4-FFF2-40B4-BE49-F238E27FC236}">
                <a16:creationId xmlns:a16="http://schemas.microsoft.com/office/drawing/2014/main" id="{C3994F24-62A9-E62B-141E-3F8F2C5E6DE5}"/>
              </a:ext>
            </a:extLst>
          </p:cNvPr>
          <p:cNvSpPr>
            <a:spLocks noGrp="1"/>
          </p:cNvSpPr>
          <p:nvPr>
            <p:ph type="title"/>
          </p:nvPr>
        </p:nvSpPr>
        <p:spPr>
          <a:xfrm>
            <a:off x="574817" y="2293531"/>
            <a:ext cx="3184384" cy="861774"/>
          </a:xfrm>
        </p:spPr>
        <p:txBody>
          <a:bodyPr anchor="b" anchorCtr="0"/>
          <a:lstStyle>
            <a:lvl1pPr>
              <a:defRPr>
                <a:solidFill>
                  <a:schemeClr val="tx2"/>
                </a:solidFill>
              </a:defRPr>
            </a:lvl1pPr>
          </a:lstStyle>
          <a:p>
            <a:r>
              <a:rPr lang="en-US"/>
              <a:t>Click to edit Master title style</a:t>
            </a:r>
          </a:p>
        </p:txBody>
      </p:sp>
      <p:sp>
        <p:nvSpPr>
          <p:cNvPr id="4" name="Eyebrow placeholder">
            <a:extLst>
              <a:ext uri="{FF2B5EF4-FFF2-40B4-BE49-F238E27FC236}">
                <a16:creationId xmlns:a16="http://schemas.microsoft.com/office/drawing/2014/main" id="{C22EE292-45FF-74B6-ACAD-CA4A4A14007E}"/>
              </a:ext>
            </a:extLst>
          </p:cNvPr>
          <p:cNvSpPr>
            <a:spLocks noGrp="1"/>
          </p:cNvSpPr>
          <p:nvPr>
            <p:ph type="body" sz="quarter" idx="10"/>
          </p:nvPr>
        </p:nvSpPr>
        <p:spPr>
          <a:xfrm>
            <a:off x="574816" y="3290504"/>
            <a:ext cx="3182113" cy="276999"/>
          </a:xfrm>
        </p:spPr>
        <p:txBody>
          <a:bodyPr/>
          <a:lstStyle>
            <a:lvl1pPr marL="0" indent="0">
              <a:buNone/>
              <a:defRPr sz="1800">
                <a:solidFill>
                  <a:srgbClr val="5D5BD4"/>
                </a:solidFill>
                <a:latin typeface="+mj-lt"/>
              </a:defRPr>
            </a:lvl1pPr>
          </a:lstStyle>
          <a:p>
            <a:pPr lvl="0"/>
            <a:r>
              <a:rPr lang="en-US"/>
              <a:t>Click to edit Master text styles</a:t>
            </a:r>
          </a:p>
        </p:txBody>
      </p:sp>
      <p:pic>
        <p:nvPicPr>
          <p:cNvPr id="6" name="Picture 5">
            <a:extLst>
              <a:ext uri="{FF2B5EF4-FFF2-40B4-BE49-F238E27FC236}">
                <a16:creationId xmlns:a16="http://schemas.microsoft.com/office/drawing/2014/main" id="{5F69EDB4-5BB2-2855-97BC-D0767CC314A5}"/>
              </a:ext>
              <a:ext uri="{C183D7F6-B498-43B3-948B-1728B52AA6E4}">
                <adec:decorative xmlns:adec="http://schemas.microsoft.com/office/drawing/2017/decorative" val="1"/>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artisticBlur radius="75"/>
                    </a14:imgEffect>
                  </a14:imgLayer>
                </a14:imgProps>
              </a:ext>
              <a:ext uri="{28A0092B-C50C-407E-A947-70E740481C1C}">
                <a14:useLocalDpi xmlns:a14="http://schemas.microsoft.com/office/drawing/2010/main" val="0"/>
              </a:ext>
            </a:extLst>
          </a:blip>
          <a:srcRect/>
          <a:stretch/>
        </p:blipFill>
        <p:spPr>
          <a:xfrm>
            <a:off x="4294207" y="2"/>
            <a:ext cx="7897793" cy="6692900"/>
          </a:xfrm>
          <a:prstGeom prst="rect">
            <a:avLst/>
          </a:prstGeom>
        </p:spPr>
      </p:pic>
      <p:sp>
        <p:nvSpPr>
          <p:cNvPr id="7" name="Rectangle 6">
            <a:extLst>
              <a:ext uri="{FF2B5EF4-FFF2-40B4-BE49-F238E27FC236}">
                <a16:creationId xmlns:a16="http://schemas.microsoft.com/office/drawing/2014/main" id="{BE1BE1E1-50DD-1273-EBD2-ACB59BAE82D8}"/>
              </a:ext>
            </a:extLst>
          </p:cNvPr>
          <p:cNvSpPr/>
          <p:nvPr userDrawn="1"/>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spTree>
    <p:extLst>
      <p:ext uri="{BB962C8B-B14F-4D97-AF65-F5344CB8AC3E}">
        <p14:creationId xmlns:p14="http://schemas.microsoft.com/office/powerpoint/2010/main" val="3893008400"/>
      </p:ext>
    </p:extLst>
  </p:cSld>
  <p:clrMapOvr>
    <a:masterClrMapping/>
  </p:clrMapOvr>
  <p:transition>
    <p:fade/>
  </p:transition>
  <p:extLst>
    <p:ext uri="{DCECCB84-F9BA-43D5-87BE-67443E8EF086}">
      <p15:sldGuideLst xmlns:p15="http://schemas.microsoft.com/office/powerpoint/2012/main">
        <p15:guide id="1" orient="horz" pos="287">
          <p15:clr>
            <a:srgbClr val="5ACBF0"/>
          </p15:clr>
        </p15:guide>
        <p15:guide id="2" orient="horz" pos="905">
          <p15:clr>
            <a:srgbClr val="5ACBF0"/>
          </p15:clr>
        </p15:guide>
        <p15:guide id="4" orient="horz" pos="1272">
          <p15:clr>
            <a:srgbClr val="5ACBF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2_Soft background only">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D9B8D5D-8099-AA72-3D38-457B1AD8BBB7}"/>
              </a:ext>
            </a:extLst>
          </p:cNvPr>
          <p:cNvPicPr>
            <a:picLocks noChangeAspect="1"/>
          </p:cNvPicPr>
          <p:nvPr userDrawn="1"/>
        </p:nvPicPr>
        <p:blipFill rotWithShape="1">
          <a:blip r:embed="rId2">
            <a:alphaModFix amt="46000"/>
          </a:blip>
          <a:srcRect l="10595" t="987" r="10595"/>
          <a:stretch/>
        </p:blipFill>
        <p:spPr>
          <a:xfrm>
            <a:off x="0" y="2"/>
            <a:ext cx="12192000" cy="6858000"/>
          </a:xfrm>
          <a:prstGeom prst="rect">
            <a:avLst/>
          </a:prstGeom>
        </p:spPr>
      </p:pic>
      <p:sp>
        <p:nvSpPr>
          <p:cNvPr id="4" name="Rectangle 3">
            <a:extLst>
              <a:ext uri="{FF2B5EF4-FFF2-40B4-BE49-F238E27FC236}">
                <a16:creationId xmlns:a16="http://schemas.microsoft.com/office/drawing/2014/main" id="{47DA21B3-4424-4158-4F74-C7F196263C20}"/>
              </a:ext>
            </a:extLst>
          </p:cNvPr>
          <p:cNvSpPr/>
          <p:nvPr userDrawn="1"/>
        </p:nvSpPr>
        <p:spPr bwMode="auto">
          <a:xfrm>
            <a:off x="0" y="4956632"/>
            <a:ext cx="12192000" cy="1901370"/>
          </a:xfrm>
          <a:prstGeom prst="rect">
            <a:avLst/>
          </a:prstGeom>
          <a:gradFill flip="none" rotWithShape="1">
            <a:gsLst>
              <a:gs pos="26000">
                <a:schemeClr val="bg1">
                  <a:alpha val="0"/>
                </a:schemeClr>
              </a:gs>
              <a:gs pos="70000">
                <a:schemeClr val="bg1">
                  <a:alpha val="60000"/>
                </a:schemeClr>
              </a:gs>
            </a:gsLst>
            <a:lin ang="54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2" name="Rectangle 1">
            <a:extLst>
              <a:ext uri="{FF2B5EF4-FFF2-40B4-BE49-F238E27FC236}">
                <a16:creationId xmlns:a16="http://schemas.microsoft.com/office/drawing/2014/main" id="{86E5E574-4E42-141C-4AB8-1E2942A7E153}"/>
              </a:ext>
            </a:extLst>
          </p:cNvPr>
          <p:cNvSpPr/>
          <p:nvPr userDrawn="1"/>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spTree>
    <p:extLst>
      <p:ext uri="{BB962C8B-B14F-4D97-AF65-F5344CB8AC3E}">
        <p14:creationId xmlns:p14="http://schemas.microsoft.com/office/powerpoint/2010/main" val="27910122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1">
          <p15:clr>
            <a:srgbClr val="5ACBF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6_Title and Content">
    <p:spTree>
      <p:nvGrpSpPr>
        <p:cNvPr id="1" name=""/>
        <p:cNvGrpSpPr/>
        <p:nvPr/>
      </p:nvGrpSpPr>
      <p:grpSpPr>
        <a:xfrm>
          <a:off x="0" y="0"/>
          <a:ext cx="0" cy="0"/>
          <a:chOff x="0" y="0"/>
          <a:chExt cx="0" cy="0"/>
        </a:xfrm>
      </p:grpSpPr>
      <p:pic>
        <p:nvPicPr>
          <p:cNvPr id="5" name="Picture 4" descr="A close-up of a ribbon&#10;&#10;Description automatically generated">
            <a:extLst>
              <a:ext uri="{FF2B5EF4-FFF2-40B4-BE49-F238E27FC236}">
                <a16:creationId xmlns:a16="http://schemas.microsoft.com/office/drawing/2014/main" id="{0C8AED29-A2C9-D869-28FB-33C34244EB25}"/>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0" y="2"/>
            <a:ext cx="5540029" cy="6858000"/>
          </a:xfrm>
          <a:prstGeom prst="rect">
            <a:avLst/>
          </a:prstGeom>
        </p:spPr>
      </p:pic>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a:xfrm>
            <a:off x="5960363" y="509155"/>
            <a:ext cx="5803902" cy="430887"/>
          </a:xfrm>
        </p:spPr>
        <p:txBody>
          <a:bodyPr/>
          <a:lstStyle>
            <a:lvl1pPr>
              <a:defRPr sz="2800">
                <a:solidFill>
                  <a:srgbClr val="000000"/>
                </a:solidFill>
              </a:defRPr>
            </a:lvl1pPr>
          </a:lstStyle>
          <a:p>
            <a:r>
              <a:rPr lang="en-US"/>
              <a:t>Click to edit Master title style</a:t>
            </a:r>
          </a:p>
        </p:txBody>
      </p:sp>
      <p:sp>
        <p:nvSpPr>
          <p:cNvPr id="3" name="Text Placeholder 2"/>
          <p:cNvSpPr>
            <a:spLocks noGrp="1"/>
          </p:cNvSpPr>
          <p:nvPr>
            <p:ph type="body" sz="quarter" idx="10"/>
          </p:nvPr>
        </p:nvSpPr>
        <p:spPr>
          <a:xfrm>
            <a:off x="5956299" y="1435498"/>
            <a:ext cx="5803902" cy="1406795"/>
          </a:xfrm>
        </p:spPr>
        <p:txBody>
          <a:bodyPr/>
          <a:lstStyle>
            <a:lvl1pPr>
              <a:defRPr sz="2000">
                <a:solidFill>
                  <a:srgbClr val="000000"/>
                </a:solidFill>
                <a:latin typeface="+mn-lt"/>
              </a:defRPr>
            </a:lvl1pPr>
            <a:lvl2pPr>
              <a:defRPr sz="1600">
                <a:solidFill>
                  <a:srgbClr val="000000"/>
                </a:solidFill>
              </a:defRPr>
            </a:lvl2pPr>
            <a:lvl3pPr>
              <a:defRPr sz="1401">
                <a:solidFill>
                  <a:srgbClr val="000000"/>
                </a:solidFill>
              </a:defRPr>
            </a:lvl3pPr>
            <a:lvl4pPr>
              <a:defRPr sz="1200">
                <a:solidFill>
                  <a:srgbClr val="000000"/>
                </a:solidFill>
              </a:defRPr>
            </a:lvl4pPr>
            <a:lvl5pPr>
              <a:defRPr sz="1001">
                <a:solidFill>
                  <a:srgbClr val="00000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
            <a:extLst>
              <a:ext uri="{FF2B5EF4-FFF2-40B4-BE49-F238E27FC236}">
                <a16:creationId xmlns:a16="http://schemas.microsoft.com/office/drawing/2014/main" id="{4321A61E-DF9E-F052-06B1-83ADA07FFD3F}"/>
              </a:ext>
            </a:extLst>
          </p:cNvPr>
          <p:cNvSpPr/>
          <p:nvPr userDrawn="1"/>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spTree>
    <p:extLst>
      <p:ext uri="{BB962C8B-B14F-4D97-AF65-F5344CB8AC3E}">
        <p14:creationId xmlns:p14="http://schemas.microsoft.com/office/powerpoint/2010/main" val="1351132943"/>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7">
          <p15:clr>
            <a:srgbClr val="5ACBF0"/>
          </p15:clr>
        </p15:guide>
        <p15:guide id="5" orient="horz" pos="905">
          <p15:clr>
            <a:srgbClr val="5ACBF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2_Agenda">
    <p:spTree>
      <p:nvGrpSpPr>
        <p:cNvPr id="1" name=""/>
        <p:cNvGrpSpPr/>
        <p:nvPr/>
      </p:nvGrpSpPr>
      <p:grpSpPr>
        <a:xfrm>
          <a:off x="0" y="0"/>
          <a:ext cx="0" cy="0"/>
          <a:chOff x="0" y="0"/>
          <a:chExt cx="0" cy="0"/>
        </a:xfrm>
      </p:grpSpPr>
      <p:pic>
        <p:nvPicPr>
          <p:cNvPr id="9" name="Picture 8" descr="A close-up of a ribbon&#10;&#10;Description automatically generated">
            <a:extLst>
              <a:ext uri="{FF2B5EF4-FFF2-40B4-BE49-F238E27FC236}">
                <a16:creationId xmlns:a16="http://schemas.microsoft.com/office/drawing/2014/main" id="{3DFB8910-004E-5257-D4F0-2E102B05E2EA}"/>
              </a:ext>
            </a:extLst>
          </p:cNvPr>
          <p:cNvPicPr>
            <a:picLocks noChangeAspect="1"/>
          </p:cNvPicPr>
          <p:nvPr userDrawn="1"/>
        </p:nvPicPr>
        <p:blipFill rotWithShape="1">
          <a:blip r:embed="rId2">
            <a:alphaModFix amt="50000"/>
            <a:extLst>
              <a:ext uri="{28A0092B-C50C-407E-A947-70E740481C1C}">
                <a14:useLocalDpi xmlns:a14="http://schemas.microsoft.com/office/drawing/2010/main" val="0"/>
              </a:ext>
            </a:extLst>
          </a:blip>
          <a:srcRect/>
          <a:stretch/>
        </p:blipFill>
        <p:spPr>
          <a:xfrm>
            <a:off x="0" y="2"/>
            <a:ext cx="12192000" cy="6858000"/>
          </a:xfrm>
          <a:prstGeom prst="rect">
            <a:avLst/>
          </a:prstGeom>
        </p:spPr>
      </p:pic>
      <p:sp>
        <p:nvSpPr>
          <p:cNvPr id="10" name="Rectangle 9">
            <a:extLst>
              <a:ext uri="{FF2B5EF4-FFF2-40B4-BE49-F238E27FC236}">
                <a16:creationId xmlns:a16="http://schemas.microsoft.com/office/drawing/2014/main" id="{50721EC1-7566-DFFB-C03A-C7A44D51FCFF}"/>
              </a:ext>
            </a:extLst>
          </p:cNvPr>
          <p:cNvSpPr/>
          <p:nvPr userDrawn="1"/>
        </p:nvSpPr>
        <p:spPr bwMode="auto">
          <a:xfrm>
            <a:off x="0" y="4956632"/>
            <a:ext cx="12192000" cy="1901370"/>
          </a:xfrm>
          <a:prstGeom prst="rect">
            <a:avLst/>
          </a:prstGeom>
          <a:gradFill flip="none" rotWithShape="1">
            <a:gsLst>
              <a:gs pos="26000">
                <a:schemeClr val="bg1">
                  <a:alpha val="0"/>
                </a:schemeClr>
              </a:gs>
              <a:gs pos="70000">
                <a:schemeClr val="bg1">
                  <a:alpha val="60000"/>
                </a:schemeClr>
              </a:gs>
            </a:gsLst>
            <a:lin ang="54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11" name="Rectangle 10">
            <a:extLst>
              <a:ext uri="{FF2B5EF4-FFF2-40B4-BE49-F238E27FC236}">
                <a16:creationId xmlns:a16="http://schemas.microsoft.com/office/drawing/2014/main" id="{F4893ABC-107F-B31B-E972-89AFC69CADE6}"/>
              </a:ext>
            </a:extLst>
          </p:cNvPr>
          <p:cNvSpPr/>
          <p:nvPr userDrawn="1"/>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sp>
        <p:nvSpPr>
          <p:cNvPr id="6" name="Rectangle: Rounded Corners 30">
            <a:extLst>
              <a:ext uri="{FF2B5EF4-FFF2-40B4-BE49-F238E27FC236}">
                <a16:creationId xmlns:a16="http://schemas.microsoft.com/office/drawing/2014/main" id="{84B0C639-5BCA-0F37-5E23-B3B0DB2F85DC}"/>
              </a:ext>
              <a:ext uri="{C183D7F6-B498-43B3-948B-1728B52AA6E4}">
                <adec:decorative xmlns:adec="http://schemas.microsoft.com/office/drawing/2017/decorative" val="1"/>
              </a:ext>
            </a:extLst>
          </p:cNvPr>
          <p:cNvSpPr/>
          <p:nvPr userDrawn="1"/>
        </p:nvSpPr>
        <p:spPr bwMode="auto">
          <a:xfrm>
            <a:off x="333830" y="1603830"/>
            <a:ext cx="11575143" cy="4042227"/>
          </a:xfrm>
          <a:prstGeom prst="roundRect">
            <a:avLst>
              <a:gd name="adj" fmla="val 3266"/>
            </a:avLst>
          </a:prstGeom>
          <a:solidFill>
            <a:schemeClr val="bg1">
              <a:alpha val="53000"/>
            </a:schemeClr>
          </a:solid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400">
              <a:lnSpc>
                <a:spcPct val="90000"/>
              </a:lnSpc>
              <a:spcBef>
                <a:spcPts val="600"/>
              </a:spcBef>
              <a:spcAft>
                <a:spcPts val="600"/>
              </a:spcAft>
              <a:buClr>
                <a:srgbClr val="243A5E"/>
              </a:buClr>
              <a:buSzPct val="110000"/>
            </a:pPr>
            <a:endParaRPr lang="en-US" sz="1200">
              <a:solidFill>
                <a:srgbClr val="000000"/>
              </a:solidFill>
              <a:latin typeface="Segoe UI" panose="020B0502040204020203" pitchFamily="34" charset="0"/>
              <a:cs typeface="Segoe UI Semibold" panose="020B0702040204020203" pitchFamily="34" charset="0"/>
            </a:endParaRPr>
          </a:p>
        </p:txBody>
      </p:sp>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5216" y="2078074"/>
            <a:ext cx="3182027" cy="430887"/>
          </a:xfrm>
        </p:spPr>
        <p:txBody>
          <a:bodyPr anchor="t"/>
          <a:lstStyle>
            <a:lvl1pPr>
              <a:defRPr sz="2800" b="1" i="0">
                <a:solidFill>
                  <a:schemeClr val="accent2"/>
                </a:solidFill>
                <a:latin typeface="+mj-lt"/>
                <a:cs typeface="Segoe UI Semibold" panose="020B0502040204020203" pitchFamily="34" charset="0"/>
              </a:defRPr>
            </a:lvl1pPr>
          </a:lstStyle>
          <a:p>
            <a:r>
              <a:rPr lang="en-US"/>
              <a:t>Title</a:t>
            </a:r>
          </a:p>
        </p:txBody>
      </p:sp>
      <p:sp>
        <p:nvSpPr>
          <p:cNvPr id="7" name="Text Placeholder 2">
            <a:extLst>
              <a:ext uri="{FF2B5EF4-FFF2-40B4-BE49-F238E27FC236}">
                <a16:creationId xmlns:a16="http://schemas.microsoft.com/office/drawing/2014/main" id="{7E9DBFD9-3E1E-4F19-AF15-56780F9C7927}"/>
              </a:ext>
            </a:extLst>
          </p:cNvPr>
          <p:cNvSpPr>
            <a:spLocks noGrp="1"/>
          </p:cNvSpPr>
          <p:nvPr>
            <p:ph type="body" sz="quarter" idx="11"/>
          </p:nvPr>
        </p:nvSpPr>
        <p:spPr>
          <a:xfrm>
            <a:off x="4356101" y="2078074"/>
            <a:ext cx="7253288" cy="3521681"/>
          </a:xfrm>
        </p:spPr>
        <p:txBody>
          <a:bodyPr anchor="t">
            <a:noAutofit/>
          </a:bodyPr>
          <a:lstStyle>
            <a:lvl1pPr marL="231775" indent="-231775">
              <a:spcAft>
                <a:spcPts val="600"/>
              </a:spcAft>
              <a:buFont typeface="Wingdings" panose="05000000000000000000" pitchFamily="2" charset="2"/>
              <a:buChar char=""/>
              <a:defRPr>
                <a:solidFill>
                  <a:schemeClr val="tx1"/>
                </a:solidFill>
                <a:latin typeface="+mn-lt"/>
              </a:defRPr>
            </a:lvl1pPr>
          </a:lstStyle>
          <a:p>
            <a:pPr lvl="0"/>
            <a:r>
              <a:rPr lang="en-US"/>
              <a:t>Click to edit Master text styles</a:t>
            </a:r>
          </a:p>
        </p:txBody>
      </p:sp>
      <p:cxnSp>
        <p:nvCxnSpPr>
          <p:cNvPr id="8" name="Straight Connector 7">
            <a:extLst>
              <a:ext uri="{FF2B5EF4-FFF2-40B4-BE49-F238E27FC236}">
                <a16:creationId xmlns:a16="http://schemas.microsoft.com/office/drawing/2014/main" id="{DF1A9F7D-F14E-4BCE-9EB4-D9EF47B67809}"/>
              </a:ext>
              <a:ext uri="{C183D7F6-B498-43B3-948B-1728B52AA6E4}">
                <adec:decorative xmlns:adec="http://schemas.microsoft.com/office/drawing/2017/decorative" val="1"/>
              </a:ext>
            </a:extLst>
          </p:cNvPr>
          <p:cNvCxnSpPr>
            <a:cxnSpLocks/>
          </p:cNvCxnSpPr>
          <p:nvPr userDrawn="1"/>
        </p:nvCxnSpPr>
        <p:spPr>
          <a:xfrm>
            <a:off x="4354524" y="2019299"/>
            <a:ext cx="7254866" cy="0"/>
          </a:xfrm>
          <a:prstGeom prst="line">
            <a:avLst/>
          </a:prstGeom>
          <a:ln w="19050">
            <a:solidFill>
              <a:schemeClr val="tx1">
                <a:alpha val="3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a:cxnSpLocks/>
          </p:cNvCxnSpPr>
          <p:nvPr userDrawn="1"/>
        </p:nvCxnSpPr>
        <p:spPr>
          <a:xfrm>
            <a:off x="585216" y="2019299"/>
            <a:ext cx="3182113" cy="0"/>
          </a:xfrm>
          <a:prstGeom prst="line">
            <a:avLst/>
          </a:prstGeom>
          <a:ln w="28575">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96334037"/>
      </p:ext>
    </p:extLst>
  </p:cSld>
  <p:clrMapOvr>
    <a:masterClrMapping/>
  </p:clrMapOvr>
  <p:transition>
    <p:fade/>
  </p:transition>
  <p:extLst>
    <p:ext uri="{DCECCB84-F9BA-43D5-87BE-67443E8EF086}">
      <p15:sldGuideLst xmlns:p15="http://schemas.microsoft.com/office/powerpoint/2012/main">
        <p15:guide id="13" pos="2745">
          <p15:clr>
            <a:srgbClr val="5ACBF0"/>
          </p15:clr>
        </p15:guide>
        <p15:guide id="29" orient="horz" pos="1272">
          <p15:clr>
            <a:srgbClr val="5ACBF0"/>
          </p15:clr>
        </p15:guide>
        <p15:guide id="30" pos="2375">
          <p15:clr>
            <a:srgbClr val="5ACBF0"/>
          </p15:clr>
        </p15:guide>
        <p15:guide id="32" orient="horz" pos="1455">
          <p15:clr>
            <a:srgbClr val="5ACBF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Title Slide with logo">
    <p:spTree>
      <p:nvGrpSpPr>
        <p:cNvPr id="1" name=""/>
        <p:cNvGrpSpPr/>
        <p:nvPr/>
      </p:nvGrpSpPr>
      <p:grpSpPr>
        <a:xfrm>
          <a:off x="0" y="0"/>
          <a:ext cx="0" cy="0"/>
          <a:chOff x="0" y="0"/>
          <a:chExt cx="0" cy="0"/>
        </a:xfrm>
      </p:grpSpPr>
      <p:pic>
        <p:nvPicPr>
          <p:cNvPr id="5" name="Picture 4" descr="A close up of a glass&#10;&#10;Description automatically generated">
            <a:extLst>
              <a:ext uri="{FF2B5EF4-FFF2-40B4-BE49-F238E27FC236}">
                <a16:creationId xmlns:a16="http://schemas.microsoft.com/office/drawing/2014/main" id="{E4A7D264-6542-222D-A85C-1DDE77B0846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0" y="2"/>
            <a:ext cx="12192000" cy="6858000"/>
          </a:xfrm>
          <a:prstGeom prst="rect">
            <a:avLst/>
          </a:prstGeom>
        </p:spPr>
      </p:pic>
      <p:sp>
        <p:nvSpPr>
          <p:cNvPr id="10" name="Title 15">
            <a:extLst>
              <a:ext uri="{FF2B5EF4-FFF2-40B4-BE49-F238E27FC236}">
                <a16:creationId xmlns:a16="http://schemas.microsoft.com/office/drawing/2014/main" id="{8B6C65E9-0C68-FA0C-B271-01384C3B1E41}"/>
              </a:ext>
            </a:extLst>
          </p:cNvPr>
          <p:cNvSpPr>
            <a:spLocks noGrp="1"/>
          </p:cNvSpPr>
          <p:nvPr>
            <p:ph type="title"/>
          </p:nvPr>
        </p:nvSpPr>
        <p:spPr>
          <a:xfrm>
            <a:off x="584200" y="3091158"/>
            <a:ext cx="6638652" cy="615553"/>
          </a:xfrm>
        </p:spPr>
        <p:txBody>
          <a:bodyPr anchor="b" anchorCtr="0"/>
          <a:lstStyle>
            <a:lvl1pPr>
              <a:defRPr kumimoji="0" lang="en-US" sz="4000" b="0" i="0" u="none" strike="noStrike" kern="1200" cap="none" spc="-50" normalizeH="0" baseline="0" dirty="0">
                <a:ln w="3175">
                  <a:noFill/>
                </a:ln>
                <a:gradFill>
                  <a:gsLst>
                    <a:gs pos="21000">
                      <a:srgbClr val="0078D4"/>
                    </a:gs>
                    <a:gs pos="100000">
                      <a:srgbClr val="C03BC4"/>
                    </a:gs>
                  </a:gsLst>
                  <a:lin ang="2400000" scaled="0"/>
                </a:gradFill>
                <a:effectLst/>
                <a:uLnTx/>
                <a:uFillTx/>
                <a:latin typeface="Segoe UI Semibold" panose="020B0702040204020203" pitchFamily="34" charset="0"/>
                <a:ea typeface="+mn-ea"/>
                <a:cs typeface="Segoe UI Semibold" panose="020B0702040204020203"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lang="en-US"/>
              <a:t>Click to edit Master title style</a:t>
            </a:r>
          </a:p>
        </p:txBody>
      </p:sp>
      <p:sp>
        <p:nvSpPr>
          <p:cNvPr id="11" name="Text Placeholder 23">
            <a:extLst>
              <a:ext uri="{FF2B5EF4-FFF2-40B4-BE49-F238E27FC236}">
                <a16:creationId xmlns:a16="http://schemas.microsoft.com/office/drawing/2014/main" id="{F3FBF97E-9A9C-9D5C-3946-69F9588A6D10}"/>
              </a:ext>
            </a:extLst>
          </p:cNvPr>
          <p:cNvSpPr>
            <a:spLocks noGrp="1"/>
          </p:cNvSpPr>
          <p:nvPr>
            <p:ph type="body" sz="quarter" idx="10"/>
          </p:nvPr>
        </p:nvSpPr>
        <p:spPr>
          <a:xfrm>
            <a:off x="584199" y="3846336"/>
            <a:ext cx="6638654" cy="400110"/>
          </a:xfrm>
        </p:spPr>
        <p:txBody>
          <a:bodyPr/>
          <a:lstStyle>
            <a:lvl1pPr marL="0" indent="0">
              <a:buNone/>
              <a:defRPr sz="2600"/>
            </a:lvl1pPr>
          </a:lstStyle>
          <a:p>
            <a:pPr lvl="0"/>
            <a:r>
              <a:rPr lang="en-US"/>
              <a:t>Click to edit Master text styles</a:t>
            </a:r>
          </a:p>
        </p:txBody>
      </p:sp>
      <p:pic>
        <p:nvPicPr>
          <p:cNvPr id="2" name="MS logo gray - EMF">
            <a:extLst>
              <a:ext uri="{FF2B5EF4-FFF2-40B4-BE49-F238E27FC236}">
                <a16:creationId xmlns:a16="http://schemas.microsoft.com/office/drawing/2014/main" id="{910C16B4-5053-1D97-9604-ECF21C7E08A6}"/>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bwMode="black">
          <a:xfrm>
            <a:off x="283296" y="281711"/>
            <a:ext cx="2440148" cy="902856"/>
          </a:xfrm>
          <a:prstGeom prst="rect">
            <a:avLst/>
          </a:prstGeom>
        </p:spPr>
      </p:pic>
    </p:spTree>
    <p:extLst>
      <p:ext uri="{BB962C8B-B14F-4D97-AF65-F5344CB8AC3E}">
        <p14:creationId xmlns:p14="http://schemas.microsoft.com/office/powerpoint/2010/main" val="359004530"/>
      </p:ext>
    </p:extLst>
  </p:cSld>
  <p:clrMapOvr>
    <a:masterClrMapping/>
  </p:clrMapOvr>
  <p:transition>
    <p:fade/>
  </p:transition>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userDrawn="1">
  <p:cSld name="5_Title Slide">
    <p:spTree>
      <p:nvGrpSpPr>
        <p:cNvPr id="1" name=""/>
        <p:cNvGrpSpPr/>
        <p:nvPr/>
      </p:nvGrpSpPr>
      <p:grpSpPr>
        <a:xfrm>
          <a:off x="0" y="0"/>
          <a:ext cx="0" cy="0"/>
          <a:chOff x="0" y="0"/>
          <a:chExt cx="0" cy="0"/>
        </a:xfrm>
      </p:grpSpPr>
      <p:pic>
        <p:nvPicPr>
          <p:cNvPr id="5" name="Picture 4" descr="A close up of a glass&#10;&#10;Description automatically generated">
            <a:extLst>
              <a:ext uri="{FF2B5EF4-FFF2-40B4-BE49-F238E27FC236}">
                <a16:creationId xmlns:a16="http://schemas.microsoft.com/office/drawing/2014/main" id="{E4A7D264-6542-222D-A85C-1DDE77B08463}"/>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a:stretch/>
        </p:blipFill>
        <p:spPr>
          <a:xfrm>
            <a:off x="0" y="2"/>
            <a:ext cx="12192000" cy="6858000"/>
          </a:xfrm>
          <a:prstGeom prst="rect">
            <a:avLst/>
          </a:prstGeom>
        </p:spPr>
      </p:pic>
      <p:pic>
        <p:nvPicPr>
          <p:cNvPr id="8" name="Picture 7" descr="Microsoft 365 logo">
            <a:extLst>
              <a:ext uri="{FF2B5EF4-FFF2-40B4-BE49-F238E27FC236}">
                <a16:creationId xmlns:a16="http://schemas.microsoft.com/office/drawing/2014/main" id="{5D219040-D069-EB51-9BC1-CB528F978A50}"/>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436881" y="646768"/>
            <a:ext cx="1711961" cy="422396"/>
          </a:xfrm>
          <a:prstGeom prst="rect">
            <a:avLst/>
          </a:prstGeom>
          <a:ln w="18256" cap="flat">
            <a:noFill/>
            <a:prstDash val="solid"/>
            <a:miter/>
          </a:ln>
          <a:effectLst>
            <a:glow rad="1905000">
              <a:schemeClr val="bg1">
                <a:alpha val="48000"/>
              </a:schemeClr>
            </a:glow>
          </a:effectLst>
        </p:spPr>
      </p:pic>
      <p:sp>
        <p:nvSpPr>
          <p:cNvPr id="2" name="Title 15">
            <a:extLst>
              <a:ext uri="{FF2B5EF4-FFF2-40B4-BE49-F238E27FC236}">
                <a16:creationId xmlns:a16="http://schemas.microsoft.com/office/drawing/2014/main" id="{1F4A8530-B89C-88B2-9BF1-34CC2A9750C7}"/>
              </a:ext>
            </a:extLst>
          </p:cNvPr>
          <p:cNvSpPr>
            <a:spLocks noGrp="1"/>
          </p:cNvSpPr>
          <p:nvPr>
            <p:ph type="title"/>
          </p:nvPr>
        </p:nvSpPr>
        <p:spPr>
          <a:xfrm>
            <a:off x="379022" y="2811646"/>
            <a:ext cx="7683499" cy="430887"/>
          </a:xfrm>
        </p:spPr>
        <p:txBody>
          <a:bodyPr/>
          <a:lstStyle>
            <a:lvl1pPr>
              <a:defRPr>
                <a:gradFill flip="none" rotWithShape="1">
                  <a:gsLst>
                    <a:gs pos="0">
                      <a:schemeClr val="accent3"/>
                    </a:gs>
                    <a:gs pos="100000">
                      <a:schemeClr val="accent6"/>
                    </a:gs>
                  </a:gsLst>
                  <a:lin ang="16200000" scaled="1"/>
                  <a:tileRect/>
                </a:gradFill>
                <a:latin typeface="Segoe UI Semibold" panose="020B0702040204020203" pitchFamily="34" charset="0"/>
                <a:cs typeface="Segoe UI Semibold" panose="020B0702040204020203" pitchFamily="34" charset="0"/>
              </a:defRPr>
            </a:lvl1pPr>
          </a:lstStyle>
          <a:p>
            <a:r>
              <a:rPr lang="en-US"/>
              <a:t>Click to edit Master title style</a:t>
            </a:r>
          </a:p>
        </p:txBody>
      </p:sp>
      <p:sp>
        <p:nvSpPr>
          <p:cNvPr id="3" name="Text Placeholder 23">
            <a:extLst>
              <a:ext uri="{FF2B5EF4-FFF2-40B4-BE49-F238E27FC236}">
                <a16:creationId xmlns:a16="http://schemas.microsoft.com/office/drawing/2014/main" id="{3E76921E-13E1-55F5-E255-F9D4FDA2F1F4}"/>
              </a:ext>
            </a:extLst>
          </p:cNvPr>
          <p:cNvSpPr>
            <a:spLocks noGrp="1"/>
          </p:cNvSpPr>
          <p:nvPr>
            <p:ph type="body" sz="quarter" idx="10"/>
          </p:nvPr>
        </p:nvSpPr>
        <p:spPr>
          <a:xfrm>
            <a:off x="399779" y="3846336"/>
            <a:ext cx="6823075" cy="276999"/>
          </a:xfrm>
        </p:spPr>
        <p:txBody>
          <a:bodyPr/>
          <a:lstStyle>
            <a:lvl1pPr marL="0" indent="0">
              <a:buNone/>
              <a:defRPr/>
            </a:lvl1pPr>
          </a:lstStyle>
          <a:p>
            <a:pPr lvl="0"/>
            <a:r>
              <a:rPr lang="en-US"/>
              <a:t>Click to edit Master text styles</a:t>
            </a:r>
          </a:p>
        </p:txBody>
      </p:sp>
    </p:spTree>
    <p:extLst>
      <p:ext uri="{BB962C8B-B14F-4D97-AF65-F5344CB8AC3E}">
        <p14:creationId xmlns:p14="http://schemas.microsoft.com/office/powerpoint/2010/main" val="890346253"/>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1" y="2302671"/>
            <a:ext cx="9144000" cy="1231106"/>
          </a:xfrm>
          <a:noFill/>
        </p:spPr>
        <p:txBody>
          <a:bodyPr wrap="square" lIns="0" tIns="0" rIns="0" bIns="0" anchor="b" anchorCtr="0">
            <a:spAutoFit/>
          </a:bodyPr>
          <a:lstStyle>
            <a:lvl1pPr>
              <a:defRPr sz="4000" spc="-50" baseline="0">
                <a:solidFill>
                  <a:schemeClr val="tx1"/>
                </a:solidFill>
                <a:latin typeface="+mj-lt"/>
                <a:cs typeface="Segoe Sans Display" pitchFamily="2" charset="0"/>
              </a:defRPr>
            </a:lvl1pPr>
          </a:lstStyle>
          <a:p>
            <a:r>
              <a:rPr lang="en-US"/>
              <a:t>Event name or </a:t>
            </a:r>
            <a:br>
              <a:rPr lang="en-US"/>
            </a:br>
            <a:r>
              <a:rPr lang="en-US"/>
              <a:t>presentation title </a:t>
            </a:r>
          </a:p>
        </p:txBody>
      </p:sp>
      <p:sp>
        <p:nvSpPr>
          <p:cNvPr id="5" name="Text Placeholder 4"/>
          <p:cNvSpPr>
            <a:spLocks noGrp="1"/>
          </p:cNvSpPr>
          <p:nvPr>
            <p:ph type="body" sz="quarter" idx="12" hasCustomPrompt="1"/>
          </p:nvPr>
        </p:nvSpPr>
        <p:spPr>
          <a:xfrm>
            <a:off x="584201" y="3962402"/>
            <a:ext cx="91440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 text</a:t>
            </a:r>
          </a:p>
        </p:txBody>
      </p:sp>
      <p:pic>
        <p:nvPicPr>
          <p:cNvPr id="16" name="Picture 15" descr="A logo of a company&#10;&#10;Description automatically generated">
            <a:extLst>
              <a:ext uri="{FF2B5EF4-FFF2-40B4-BE49-F238E27FC236}">
                <a16:creationId xmlns:a16="http://schemas.microsoft.com/office/drawing/2014/main" id="{DD0AF0F7-CB9D-430F-0371-DEAB62BB5B47}"/>
              </a:ext>
            </a:extLst>
          </p:cNvPr>
          <p:cNvPicPr>
            <a:picLocks noChangeAspect="1"/>
          </p:cNvPicPr>
          <p:nvPr userDrawn="1"/>
        </p:nvPicPr>
        <p:blipFill rotWithShape="1">
          <a:blip r:embed="rId3"/>
          <a:srcRect l="12448" t="32535" r="14401" b="28160"/>
          <a:stretch/>
        </p:blipFill>
        <p:spPr>
          <a:xfrm>
            <a:off x="571499" y="581980"/>
            <a:ext cx="1454782" cy="343851"/>
          </a:xfrm>
          <a:prstGeom prst="rect">
            <a:avLst/>
          </a:prstGeom>
        </p:spPr>
      </p:pic>
    </p:spTree>
    <p:extLst>
      <p:ext uri="{BB962C8B-B14F-4D97-AF65-F5344CB8AC3E}">
        <p14:creationId xmlns:p14="http://schemas.microsoft.com/office/powerpoint/2010/main" val="51893508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9">
          <p15:clr>
            <a:srgbClr val="5ACBF0"/>
          </p15:clr>
        </p15:guide>
        <p15:guide id="2" orient="horz" pos="2495">
          <p15:clr>
            <a:srgbClr val="5ACBF0"/>
          </p15:clr>
        </p15:guide>
        <p15:guide id="3" pos="6131">
          <p15:clr>
            <a:srgbClr val="5ACBF0"/>
          </p15:clr>
        </p15:guide>
        <p15:guide id="4" orient="horz" pos="2160">
          <p15:clr>
            <a:srgbClr val="FBAE4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userDrawn="1">
  <p:cSld name="Title">
    <p:bg>
      <p:bgPr>
        <a:solidFill>
          <a:schemeClr val="accent4"/>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a:xfrm>
            <a:off x="588264" y="457203"/>
            <a:ext cx="11018521" cy="430887"/>
          </a:xfrm>
        </p:spPr>
        <p:txBody>
          <a:bodyPr/>
          <a:lstStyle>
            <a:lvl1pPr>
              <a:defRPr sz="2800" b="1" i="0">
                <a:latin typeface="+mj-lt"/>
                <a:cs typeface="Segoe UI Semibold"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2823862707"/>
      </p:ext>
    </p:extLst>
  </p:cSld>
  <p:clrMapOvr>
    <a:masterClrMapping/>
  </p:clrMapOvr>
  <p:transition>
    <p:fade/>
  </p:transition>
  <p:extLst>
    <p:ext uri="{DCECCB84-F9BA-43D5-87BE-67443E8EF086}">
      <p15:sldGuideLst xmlns:p15="http://schemas.microsoft.com/office/powerpoint/2012/main">
        <p15:guide id="1" orient="horz" pos="287">
          <p15:clr>
            <a:srgbClr val="5ACBF0"/>
          </p15:clr>
        </p15:guide>
        <p15:guide id="2" orient="horz" pos="905">
          <p15:clr>
            <a:srgbClr val="5ACBF0"/>
          </p15:clr>
        </p15:guide>
        <p15:guide id="4" orient="horz" pos="1272">
          <p15:clr>
            <a:srgbClr val="5ACBF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userDrawn="1">
  <p:cSld name="Two Column Bullet with Subheads">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D1F896FB-325C-4849-B372-8DF0D6C0562C}"/>
              </a:ext>
            </a:extLst>
          </p:cNvPr>
          <p:cNvSpPr>
            <a:spLocks noGrp="1"/>
          </p:cNvSpPr>
          <p:nvPr>
            <p:ph type="body" sz="quarter" idx="15"/>
          </p:nvPr>
        </p:nvSpPr>
        <p:spPr>
          <a:xfrm>
            <a:off x="6397624" y="2084390"/>
            <a:ext cx="5219701" cy="1578894"/>
          </a:xfrm>
        </p:spPr>
        <p:txBody>
          <a:bodyPr>
            <a:spAutoFit/>
          </a:bodyPr>
          <a:lstStyle>
            <a:lvl1pPr marL="171450" indent="-171450">
              <a:defRPr lang="en-US" sz="2400" dirty="0"/>
            </a:lvl1pPr>
            <a:lvl2pPr marL="342900" indent="-171450">
              <a:defRPr lang="en-US" dirty="0"/>
            </a:lvl2pPr>
            <a:lvl3pPr marL="514350" indent="-171450">
              <a:defRPr lang="en-US" dirty="0"/>
            </a:lvl3pPr>
            <a:lvl4pPr marL="685800" indent="-136525">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1">
            <a:extLst>
              <a:ext uri="{FF2B5EF4-FFF2-40B4-BE49-F238E27FC236}">
                <a16:creationId xmlns:a16="http://schemas.microsoft.com/office/drawing/2014/main" id="{B4F729D4-B1F1-45F2-A06A-40234B19C883}"/>
              </a:ext>
            </a:extLst>
          </p:cNvPr>
          <p:cNvSpPr>
            <a:spLocks noGrp="1"/>
          </p:cNvSpPr>
          <p:nvPr>
            <p:ph type="body" sz="quarter" idx="17"/>
          </p:nvPr>
        </p:nvSpPr>
        <p:spPr>
          <a:xfrm>
            <a:off x="6397624" y="1436687"/>
            <a:ext cx="5219701" cy="369332"/>
          </a:xfrm>
        </p:spPr>
        <p:txBody>
          <a:bodyPr anchor="t"/>
          <a:lstStyle>
            <a:lvl1pPr marL="0" indent="0">
              <a:spcBef>
                <a:spcPts val="0"/>
              </a:spcBef>
              <a:buNone/>
              <a:defRPr sz="2400" b="1" i="0">
                <a:solidFill>
                  <a:schemeClr val="accent1"/>
                </a:solidFill>
                <a:latin typeface="Segoe UI Semibold" panose="020B0502040204020203" pitchFamily="34" charset="0"/>
                <a:cs typeface="Segoe UI Semibold" panose="020B0502040204020203" pitchFamily="34" charset="0"/>
              </a:defRPr>
            </a:lvl1pPr>
          </a:lstStyle>
          <a:p>
            <a:pPr lvl="0"/>
            <a:r>
              <a:rPr lang="en-US"/>
              <a:t>Click to edit Master text styles</a:t>
            </a:r>
          </a:p>
        </p:txBody>
      </p:sp>
      <p:sp>
        <p:nvSpPr>
          <p:cNvPr id="8" name="Text Placeholder 7">
            <a:extLst>
              <a:ext uri="{FF2B5EF4-FFF2-40B4-BE49-F238E27FC236}">
                <a16:creationId xmlns:a16="http://schemas.microsoft.com/office/drawing/2014/main" id="{98E90344-0294-48E2-AAF0-601BB99500E7}"/>
              </a:ext>
            </a:extLst>
          </p:cNvPr>
          <p:cNvSpPr>
            <a:spLocks noGrp="1"/>
          </p:cNvSpPr>
          <p:nvPr>
            <p:ph type="body" sz="quarter" idx="14"/>
          </p:nvPr>
        </p:nvSpPr>
        <p:spPr>
          <a:xfrm>
            <a:off x="584199" y="2084390"/>
            <a:ext cx="5219701" cy="1578894"/>
          </a:xfrm>
        </p:spPr>
        <p:txBody>
          <a:bodyPr>
            <a:spAutoFit/>
          </a:bodyPr>
          <a:lstStyle>
            <a:lvl1pPr marL="171450" indent="-171450">
              <a:defRPr lang="en-US" sz="2400" dirty="0"/>
            </a:lvl1pPr>
            <a:lvl2pPr marL="342900" indent="-171450">
              <a:defRPr lang="en-US" dirty="0"/>
            </a:lvl2pPr>
            <a:lvl3pPr marL="514350" indent="-171450">
              <a:defRPr lang="en-US" dirty="0"/>
            </a:lvl3pPr>
            <a:lvl4pPr marL="666750" indent="-152400">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11">
            <a:extLst>
              <a:ext uri="{FF2B5EF4-FFF2-40B4-BE49-F238E27FC236}">
                <a16:creationId xmlns:a16="http://schemas.microsoft.com/office/drawing/2014/main" id="{DD525736-DEE8-4391-8135-23DE0640053A}"/>
              </a:ext>
            </a:extLst>
          </p:cNvPr>
          <p:cNvSpPr>
            <a:spLocks noGrp="1"/>
          </p:cNvSpPr>
          <p:nvPr>
            <p:ph type="body" sz="quarter" idx="16"/>
          </p:nvPr>
        </p:nvSpPr>
        <p:spPr>
          <a:xfrm>
            <a:off x="584199" y="1436687"/>
            <a:ext cx="5219701" cy="369332"/>
          </a:xfrm>
        </p:spPr>
        <p:txBody>
          <a:bodyPr anchor="t"/>
          <a:lstStyle>
            <a:lvl1pPr marL="0" indent="0">
              <a:spcBef>
                <a:spcPts val="0"/>
              </a:spcBef>
              <a:buNone/>
              <a:defRPr sz="2400" b="1" i="0">
                <a:solidFill>
                  <a:schemeClr val="accent1"/>
                </a:solidFill>
                <a:latin typeface="Segoe UI Semibold" panose="020B0502040204020203" pitchFamily="34" charset="0"/>
                <a:cs typeface="Segoe UI Semibold" panose="020B0502040204020203" pitchFamily="34" charset="0"/>
              </a:defRPr>
            </a:lvl1pPr>
          </a:lstStyle>
          <a:p>
            <a:pPr lvl="0"/>
            <a:r>
              <a:rPr lang="en-US"/>
              <a:t>Click to edit Master text styles</a:t>
            </a:r>
          </a:p>
        </p:txBody>
      </p:sp>
      <p:sp>
        <p:nvSpPr>
          <p:cNvPr id="3" name="Title 6">
            <a:extLst>
              <a:ext uri="{FF2B5EF4-FFF2-40B4-BE49-F238E27FC236}">
                <a16:creationId xmlns:a16="http://schemas.microsoft.com/office/drawing/2014/main" id="{234FC4D5-DD95-271F-83C3-A4DBBDBB6098}"/>
              </a:ext>
            </a:extLst>
          </p:cNvPr>
          <p:cNvSpPr>
            <a:spLocks noGrp="1"/>
          </p:cNvSpPr>
          <p:nvPr>
            <p:ph type="title"/>
          </p:nvPr>
        </p:nvSpPr>
        <p:spPr>
          <a:xfrm>
            <a:off x="588264" y="457203"/>
            <a:ext cx="11018521" cy="430887"/>
          </a:xfrm>
        </p:spPr>
        <p:txBody>
          <a:bodyPr/>
          <a:lstStyle>
            <a:lvl1pPr>
              <a:defRPr sz="2800" b="1" i="0">
                <a:latin typeface="Segoe UI Semibold" panose="020B0502040204020203" pitchFamily="34" charset="0"/>
                <a:cs typeface="Segoe UI Semibold"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1884516338"/>
      </p:ext>
    </p:extLst>
  </p:cSld>
  <p:clrMapOvr>
    <a:masterClrMapping/>
  </p:clrMapOvr>
  <p:transition>
    <p:fade/>
  </p:transition>
  <p:extLst>
    <p:ext uri="{DCECCB84-F9BA-43D5-87BE-67443E8EF086}">
      <p15:sldGuideLst xmlns:p15="http://schemas.microsoft.com/office/powerpoint/2012/main">
        <p15:guide id="1" orient="horz" pos="287">
          <p15:clr>
            <a:srgbClr val="5ACBF0"/>
          </p15:clr>
        </p15:guide>
        <p15:guide id="2" orient="horz" pos="1310">
          <p15:clr>
            <a:srgbClr val="5ACBF0"/>
          </p15:clr>
        </p15:guide>
        <p15:guide id="4" pos="3655">
          <p15:clr>
            <a:srgbClr val="5ACBF0"/>
          </p15:clr>
        </p15:guide>
        <p15:guide id="5" pos="4025">
          <p15:clr>
            <a:srgbClr val="5ACBF0"/>
          </p15:clr>
        </p15:guide>
        <p15:guide id="7" orient="horz" pos="905">
          <p15:clr>
            <a:srgbClr val="5ACBF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userDrawn="1">
  <p:cSld name="Header Line Blank">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BB973DD2-1476-E74C-99DF-240F2E508778}"/>
              </a:ext>
            </a:extLst>
          </p:cNvPr>
          <p:cNvSpPr>
            <a:spLocks noGrp="1"/>
          </p:cNvSpPr>
          <p:nvPr>
            <p:ph type="title"/>
          </p:nvPr>
        </p:nvSpPr>
        <p:spPr>
          <a:xfrm>
            <a:off x="588264" y="518760"/>
            <a:ext cx="11018521" cy="430887"/>
          </a:xfrm>
        </p:spPr>
        <p:txBody>
          <a:bodyPr anchor="ctr">
            <a:spAutoFit/>
          </a:bodyPr>
          <a:lstStyle>
            <a:lvl1pPr>
              <a:defRPr>
                <a:solidFill>
                  <a:schemeClr val="tx1"/>
                </a:solidFill>
              </a:defRPr>
            </a:lvl1pPr>
          </a:lstStyle>
          <a:p>
            <a:r>
              <a:rPr lang="en-US"/>
              <a:t>Click to edit Master title style</a:t>
            </a:r>
          </a:p>
        </p:txBody>
      </p:sp>
    </p:spTree>
    <p:extLst>
      <p:ext uri="{BB962C8B-B14F-4D97-AF65-F5344CB8AC3E}">
        <p14:creationId xmlns:p14="http://schemas.microsoft.com/office/powerpoint/2010/main" val="57729410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2">
          <p15:clr>
            <a:srgbClr val="A4A3A4"/>
          </p15:clr>
        </p15:guide>
        <p15:guide id="9" pos="1557">
          <p15:clr>
            <a:srgbClr val="A4A3A4"/>
          </p15:clr>
        </p15:guide>
        <p15:guide id="10" pos="1967">
          <p15:clr>
            <a:srgbClr val="A4A3A4"/>
          </p15:clr>
        </p15:guide>
        <p15:guide id="11" pos="2150">
          <p15:clr>
            <a:srgbClr val="A4A3A4"/>
          </p15:clr>
        </p15:guide>
        <p15:guide id="12" pos="2560">
          <p15:clr>
            <a:srgbClr val="A4A3A4"/>
          </p15:clr>
        </p15:guide>
        <p15:guide id="13" pos="2745">
          <p15:clr>
            <a:srgbClr val="A4A3A4"/>
          </p15:clr>
        </p15:guide>
        <p15:guide id="14" pos="3161">
          <p15:clr>
            <a:srgbClr val="A4A3A4"/>
          </p15:clr>
        </p15:guide>
        <p15:guide id="15" pos="3348">
          <p15:clr>
            <a:srgbClr val="A4A3A4"/>
          </p15:clr>
        </p15:guide>
        <p15:guide id="16" pos="3754">
          <p15:clr>
            <a:srgbClr val="A4A3A4"/>
          </p15:clr>
        </p15:guide>
        <p15:guide id="17" pos="3930">
          <p15:clr>
            <a:srgbClr val="A4A3A4"/>
          </p15:clr>
        </p15:guide>
        <p15:guide id="18" pos="4343">
          <p15:clr>
            <a:srgbClr val="A4A3A4"/>
          </p15:clr>
        </p15:guide>
        <p15:guide id="19" pos="4531">
          <p15:clr>
            <a:srgbClr val="A4A3A4"/>
          </p15:clr>
        </p15:guide>
        <p15:guide id="20" pos="4937">
          <p15:clr>
            <a:srgbClr val="A4A3A4"/>
          </p15:clr>
        </p15:guide>
        <p15:guide id="21" pos="5120">
          <p15:clr>
            <a:srgbClr val="A4A3A4"/>
          </p15:clr>
        </p15:guide>
        <p15:guide id="22" pos="5528">
          <p15:clr>
            <a:srgbClr val="A4A3A4"/>
          </p15:clr>
        </p15:guide>
        <p15:guide id="23" pos="5715">
          <p15:clr>
            <a:srgbClr val="A4A3A4"/>
          </p15:clr>
        </p15:guide>
        <p15:guide id="24" pos="6123">
          <p15:clr>
            <a:srgbClr val="A4A3A4"/>
          </p15:clr>
        </p15:guide>
        <p15:guide id="25" pos="6308">
          <p15:clr>
            <a:srgbClr val="A4A3A4"/>
          </p15:clr>
        </p15:guide>
        <p15:guide id="26" pos="6718">
          <p15:clr>
            <a:srgbClr val="A4A3A4"/>
          </p15:clr>
        </p15:guide>
        <p15:guide id="27" pos="6901">
          <p15:clr>
            <a:srgbClr val="A4A3A4"/>
          </p15:clr>
        </p15:guide>
        <p15:guide id="28" orient="horz" pos="905">
          <p15:clr>
            <a:srgbClr val="5ACBF0"/>
          </p15:clr>
        </p15:guide>
        <p15:guide id="29" orient="horz" pos="1272">
          <p15:clr>
            <a:srgbClr val="5ACBF0"/>
          </p15:clr>
        </p15:guide>
        <p15:guide id="30" orient="horz" pos="287">
          <p15:clr>
            <a:srgbClr val="5ACBF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Callouts Dark - Flexib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E1128DE6-1999-48A7-B346-A9684E7C6BBD}"/>
              </a:ext>
            </a:extLst>
          </p:cNvPr>
          <p:cNvSpPr>
            <a:spLocks noGrp="1"/>
          </p:cNvSpPr>
          <p:nvPr>
            <p:ph type="body" sz="quarter" idx="12"/>
          </p:nvPr>
        </p:nvSpPr>
        <p:spPr>
          <a:xfrm>
            <a:off x="581310" y="478428"/>
            <a:ext cx="11018837" cy="861774"/>
          </a:xfrm>
        </p:spPr>
        <p:txBody>
          <a:bodyPr/>
          <a:lstStyle>
            <a:lvl1pPr>
              <a:spcBef>
                <a:spcPts val="0"/>
              </a:spcBef>
              <a:spcAft>
                <a:spcPts val="0"/>
              </a:spcAft>
              <a:defRPr lang="en-US" sz="3600" b="0" kern="1200" cap="none" spc="-50" baseline="0" smtClean="0">
                <a:ln w="3175">
                  <a:noFill/>
                </a:ln>
                <a:solidFill>
                  <a:schemeClr val="accent3"/>
                </a:solidFill>
                <a:effectLst/>
                <a:latin typeface="+mj-lt"/>
                <a:ea typeface="+mn-ea"/>
                <a:cs typeface="Segoe UI" pitchFamily="34" charset="0"/>
              </a:defRPr>
            </a:lvl1pPr>
            <a:lvl2pPr marL="0" indent="0">
              <a:spcBef>
                <a:spcPts val="0"/>
              </a:spcBef>
              <a:buNone/>
              <a:defRPr lang="en-US" sz="2000" kern="1200" spc="0" baseline="0" dirty="0" smtClean="0">
                <a:solidFill>
                  <a:schemeClr val="tx1"/>
                </a:solidFill>
                <a:latin typeface="+mn-lt"/>
                <a:ea typeface="+mn-ea"/>
                <a:cs typeface="+mn-cs"/>
              </a:defRPr>
            </a:lvl2pPr>
            <a:lvl3pPr marL="227012" indent="0">
              <a:buNone/>
              <a:defRPr/>
            </a:lvl3pPr>
          </a:lstStyle>
          <a:p>
            <a:pPr lvl="0"/>
            <a:r>
              <a:rPr lang="en-US"/>
              <a:t>Click to edit Master text styles</a:t>
            </a:r>
          </a:p>
          <a:p>
            <a:pPr lvl="1"/>
            <a:r>
              <a:rPr lang="en-US"/>
              <a:t>Second level</a:t>
            </a:r>
          </a:p>
        </p:txBody>
      </p:sp>
      <p:sp>
        <p:nvSpPr>
          <p:cNvPr id="22" name="Text Placeholder 6">
            <a:extLst>
              <a:ext uri="{FF2B5EF4-FFF2-40B4-BE49-F238E27FC236}">
                <a16:creationId xmlns:a16="http://schemas.microsoft.com/office/drawing/2014/main" id="{3A43672B-8E20-4558-9677-6CF28C0699A1}"/>
              </a:ext>
            </a:extLst>
          </p:cNvPr>
          <p:cNvSpPr>
            <a:spLocks noGrp="1"/>
          </p:cNvSpPr>
          <p:nvPr>
            <p:ph type="body" sz="quarter" idx="13"/>
          </p:nvPr>
        </p:nvSpPr>
        <p:spPr>
          <a:xfrm>
            <a:off x="826573" y="3786070"/>
            <a:ext cx="3017520" cy="907941"/>
          </a:xfrm>
        </p:spPr>
        <p:txBody>
          <a:bodyPr/>
          <a:lstStyle>
            <a:lvl1pPr marL="0" algn="ctr" defTabSz="914367" rtl="0" eaLnBrk="1" latinLnBrk="0" hangingPunct="1">
              <a:spcBef>
                <a:spcPts val="0"/>
              </a:spcBef>
              <a:spcAft>
                <a:spcPts val="600"/>
              </a:spcAft>
              <a:defRPr lang="en-US" sz="1900" kern="1200" dirty="0" smtClean="0">
                <a:solidFill>
                  <a:schemeClr val="tx1"/>
                </a:solidFill>
                <a:latin typeface="+mj-lt"/>
                <a:ea typeface="+mn-ea"/>
                <a:cs typeface="+mn-cs"/>
              </a:defRPr>
            </a:lvl1pPr>
            <a:lvl2pPr marL="0" indent="0" algn="ctr">
              <a:spcBef>
                <a:spcPts val="0"/>
              </a:spcBef>
              <a:buNone/>
              <a:defRPr lang="en-US" sz="1600" kern="1200" dirty="0" smtClean="0">
                <a:solidFill>
                  <a:schemeClr val="tx1"/>
                </a:solidFill>
                <a:latin typeface="+mn-lt"/>
                <a:ea typeface="+mn-ea"/>
                <a:cs typeface="+mn-cs"/>
              </a:defRPr>
            </a:lvl2pPr>
            <a:lvl3pPr marL="227012" indent="0">
              <a:buNone/>
              <a:defRPr/>
            </a:lvl3pPr>
          </a:lstStyle>
          <a:p>
            <a:pPr lvl="0"/>
            <a:r>
              <a:rPr lang="en-US"/>
              <a:t>Click to edit Master text styles</a:t>
            </a:r>
          </a:p>
          <a:p>
            <a:pPr lvl="1"/>
            <a:r>
              <a:rPr lang="en-US"/>
              <a:t>Second level</a:t>
            </a:r>
          </a:p>
        </p:txBody>
      </p:sp>
      <p:sp>
        <p:nvSpPr>
          <p:cNvPr id="25" name="Text Placeholder 6">
            <a:extLst>
              <a:ext uri="{FF2B5EF4-FFF2-40B4-BE49-F238E27FC236}">
                <a16:creationId xmlns:a16="http://schemas.microsoft.com/office/drawing/2014/main" id="{FB9E4768-7E5D-44DC-A376-935B1C7C9F0D}"/>
              </a:ext>
            </a:extLst>
          </p:cNvPr>
          <p:cNvSpPr>
            <a:spLocks noGrp="1"/>
          </p:cNvSpPr>
          <p:nvPr>
            <p:ph type="body" sz="quarter" idx="14"/>
          </p:nvPr>
        </p:nvSpPr>
        <p:spPr>
          <a:xfrm>
            <a:off x="4598522" y="3786070"/>
            <a:ext cx="3017520" cy="907941"/>
          </a:xfrm>
        </p:spPr>
        <p:txBody>
          <a:bodyPr/>
          <a:lstStyle>
            <a:lvl1pPr marL="0" algn="ctr" defTabSz="914367" rtl="0" eaLnBrk="1" latinLnBrk="0" hangingPunct="1">
              <a:spcBef>
                <a:spcPts val="0"/>
              </a:spcBef>
              <a:spcAft>
                <a:spcPts val="600"/>
              </a:spcAft>
              <a:defRPr lang="en-US" sz="1900" kern="1200" dirty="0" smtClean="0">
                <a:solidFill>
                  <a:schemeClr val="tx1"/>
                </a:solidFill>
                <a:latin typeface="+mj-lt"/>
                <a:ea typeface="+mn-ea"/>
                <a:cs typeface="+mn-cs"/>
              </a:defRPr>
            </a:lvl1pPr>
            <a:lvl2pPr marL="0" indent="0" algn="ctr">
              <a:spcBef>
                <a:spcPts val="0"/>
              </a:spcBef>
              <a:buNone/>
              <a:defRPr lang="en-US" sz="1600" kern="1200" dirty="0" smtClean="0">
                <a:solidFill>
                  <a:schemeClr val="tx1"/>
                </a:solidFill>
                <a:latin typeface="+mn-lt"/>
                <a:ea typeface="+mn-ea"/>
                <a:cs typeface="+mn-cs"/>
              </a:defRPr>
            </a:lvl2pPr>
            <a:lvl3pPr marL="227012" indent="0">
              <a:buNone/>
              <a:defRPr/>
            </a:lvl3pPr>
          </a:lstStyle>
          <a:p>
            <a:pPr lvl="0"/>
            <a:r>
              <a:rPr lang="en-US"/>
              <a:t>Click to edit Master text styles</a:t>
            </a:r>
          </a:p>
          <a:p>
            <a:pPr lvl="1"/>
            <a:r>
              <a:rPr lang="en-US"/>
              <a:t>Second level</a:t>
            </a:r>
          </a:p>
        </p:txBody>
      </p:sp>
      <p:sp>
        <p:nvSpPr>
          <p:cNvPr id="28" name="Text Placeholder 6">
            <a:extLst>
              <a:ext uri="{FF2B5EF4-FFF2-40B4-BE49-F238E27FC236}">
                <a16:creationId xmlns:a16="http://schemas.microsoft.com/office/drawing/2014/main" id="{FA7B18E8-AABF-42B2-A056-BEB2E738E6A8}"/>
              </a:ext>
            </a:extLst>
          </p:cNvPr>
          <p:cNvSpPr>
            <a:spLocks noGrp="1"/>
          </p:cNvSpPr>
          <p:nvPr>
            <p:ph type="body" sz="quarter" idx="15"/>
          </p:nvPr>
        </p:nvSpPr>
        <p:spPr>
          <a:xfrm>
            <a:off x="8365708" y="3786070"/>
            <a:ext cx="3017520" cy="907941"/>
          </a:xfrm>
        </p:spPr>
        <p:txBody>
          <a:bodyPr/>
          <a:lstStyle>
            <a:lvl1pPr marL="0" algn="ctr" defTabSz="914367" rtl="0" eaLnBrk="1" latinLnBrk="0" hangingPunct="1">
              <a:spcBef>
                <a:spcPts val="0"/>
              </a:spcBef>
              <a:spcAft>
                <a:spcPts val="600"/>
              </a:spcAft>
              <a:defRPr lang="en-US" sz="1900" kern="1200" dirty="0" smtClean="0">
                <a:solidFill>
                  <a:schemeClr val="tx1"/>
                </a:solidFill>
                <a:latin typeface="+mj-lt"/>
                <a:ea typeface="+mn-ea"/>
                <a:cs typeface="+mn-cs"/>
              </a:defRPr>
            </a:lvl1pPr>
            <a:lvl2pPr marL="0" indent="0" algn="ctr">
              <a:spcBef>
                <a:spcPts val="0"/>
              </a:spcBef>
              <a:buNone/>
              <a:defRPr lang="en-US" sz="1600" kern="1200" dirty="0" smtClean="0">
                <a:solidFill>
                  <a:schemeClr val="tx1"/>
                </a:solidFill>
                <a:latin typeface="+mn-lt"/>
                <a:ea typeface="+mn-ea"/>
                <a:cs typeface="+mn-cs"/>
              </a:defRPr>
            </a:lvl2pPr>
            <a:lvl3pPr marL="227012" indent="0">
              <a:buNone/>
              <a:defRPr/>
            </a:lvl3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732398346"/>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p:cSld name="Title Slid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080397" cy="1231106"/>
          </a:xfrm>
          <a:noFill/>
        </p:spPr>
        <p:txBody>
          <a:bodyPr wrap="square" lIns="0" tIns="0" rIns="0" bIns="0" anchor="b" anchorCtr="0">
            <a:spAutoFit/>
          </a:bodyPr>
          <a:lstStyle>
            <a:lvl1pPr>
              <a:defRPr sz="4000" spc="-50" baseline="0">
                <a:solidFill>
                  <a:schemeClr val="tx1"/>
                </a:solidFill>
                <a:latin typeface="+mj-lt"/>
                <a:cs typeface="Segoe Sans Display" pitchFamily="2"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4080397" cy="246221"/>
          </a:xfrm>
          <a:prstGeom prst="rect">
            <a:avLst/>
          </a:prstGeo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 text</a:t>
            </a:r>
          </a:p>
        </p:txBody>
      </p:sp>
      <p:pic>
        <p:nvPicPr>
          <p:cNvPr id="8" name="Picture 7" descr="A logo of a company&#10;&#10;Description automatically generated">
            <a:extLst>
              <a:ext uri="{FF2B5EF4-FFF2-40B4-BE49-F238E27FC236}">
                <a16:creationId xmlns:a16="http://schemas.microsoft.com/office/drawing/2014/main" id="{51065696-BF77-547A-924A-9F4AB38AD419}"/>
              </a:ext>
            </a:extLst>
          </p:cNvPr>
          <p:cNvPicPr>
            <a:picLocks noChangeAspect="1"/>
          </p:cNvPicPr>
          <p:nvPr userDrawn="1"/>
        </p:nvPicPr>
        <p:blipFill rotWithShape="1">
          <a:blip r:embed="rId3"/>
          <a:srcRect l="12448" t="32535" r="14401" b="28160"/>
          <a:stretch/>
        </p:blipFill>
        <p:spPr>
          <a:xfrm>
            <a:off x="571500" y="581978"/>
            <a:ext cx="1454782" cy="343851"/>
          </a:xfrm>
          <a:prstGeom prst="rect">
            <a:avLst/>
          </a:prstGeom>
        </p:spPr>
      </p:pic>
    </p:spTree>
    <p:extLst>
      <p:ext uri="{BB962C8B-B14F-4D97-AF65-F5344CB8AC3E}">
        <p14:creationId xmlns:p14="http://schemas.microsoft.com/office/powerpoint/2010/main" val="175399720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2_Blank">
    <p:spTree>
      <p:nvGrpSpPr>
        <p:cNvPr id="1" name=""/>
        <p:cNvGrpSpPr/>
        <p:nvPr/>
      </p:nvGrpSpPr>
      <p:grpSpPr>
        <a:xfrm>
          <a:off x="0" y="0"/>
          <a:ext cx="0" cy="0"/>
          <a:chOff x="0" y="0"/>
          <a:chExt cx="0" cy="0"/>
        </a:xfrm>
      </p:grpSpPr>
      <p:pic>
        <p:nvPicPr>
          <p:cNvPr id="3" name="Picture 2" descr="A computer screen shot of a computer screen&#10;&#10;Description automatically generated">
            <a:extLst>
              <a:ext uri="{FF2B5EF4-FFF2-40B4-BE49-F238E27FC236}">
                <a16:creationId xmlns:a16="http://schemas.microsoft.com/office/drawing/2014/main" id="{1B91B19F-5366-77DE-DF9E-1EF6C09E0EC0}"/>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pic>
        <p:nvPicPr>
          <p:cNvPr id="2" name="Picture 1" descr="A logo of a company&#10;&#10;Description automatically generated">
            <a:extLst>
              <a:ext uri="{FF2B5EF4-FFF2-40B4-BE49-F238E27FC236}">
                <a16:creationId xmlns:a16="http://schemas.microsoft.com/office/drawing/2014/main" id="{A50F46D6-40FA-B93E-7296-AED50F90EFF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06582" y="129394"/>
            <a:ext cx="3122228" cy="1373526"/>
          </a:xfrm>
          <a:prstGeom prst="rect">
            <a:avLst/>
          </a:prstGeom>
        </p:spPr>
      </p:pic>
      <p:sp>
        <p:nvSpPr>
          <p:cNvPr id="4" name="Title 1">
            <a:extLst>
              <a:ext uri="{FF2B5EF4-FFF2-40B4-BE49-F238E27FC236}">
                <a16:creationId xmlns:a16="http://schemas.microsoft.com/office/drawing/2014/main" id="{BB55674D-26E7-9727-2DC7-B84D57DD8406}"/>
              </a:ext>
            </a:extLst>
          </p:cNvPr>
          <p:cNvSpPr>
            <a:spLocks noGrp="1"/>
          </p:cNvSpPr>
          <p:nvPr>
            <p:ph type="title" hasCustomPrompt="1"/>
          </p:nvPr>
        </p:nvSpPr>
        <p:spPr>
          <a:xfrm>
            <a:off x="594360" y="1560468"/>
            <a:ext cx="4464657" cy="1354217"/>
          </a:xfrm>
          <a:prstGeom prst="rect">
            <a:avLst/>
          </a:prstGeom>
        </p:spPr>
        <p:txBody>
          <a:bodyPr wrap="square" lIns="0" tIns="0" rIns="0" bIns="0" anchor="b" anchorCtr="0">
            <a:spAutoFit/>
          </a:bodyPr>
          <a:lstStyle>
            <a:lvl1pPr marL="0" algn="l" defTabSz="932742" rtl="0" eaLnBrk="1" latinLnBrk="0" hangingPunct="1">
              <a:lnSpc>
                <a:spcPct val="100000"/>
              </a:lnSpc>
              <a:spcBef>
                <a:spcPct val="0"/>
              </a:spcBef>
              <a:buNone/>
              <a:defRPr lang="en-US" sz="4400" b="1" i="0" kern="1200" cap="none" spc="-50" baseline="0" dirty="0">
                <a:ln w="3175">
                  <a:noFill/>
                </a:ln>
                <a:solidFill>
                  <a:schemeClr val="accent4">
                    <a:lumMod val="75000"/>
                  </a:schemeClr>
                </a:solidFill>
                <a:effectLst/>
                <a:latin typeface="Segoe Sans Display Semibold" pitchFamily="2" charset="0"/>
                <a:ea typeface="+mn-ea"/>
                <a:cs typeface="Segoe Sans Display Semibold" pitchFamily="2" charset="0"/>
              </a:defRPr>
            </a:lvl1pPr>
          </a:lstStyle>
          <a:p>
            <a:r>
              <a:rPr lang="en-US"/>
              <a:t>Event name or presentation title </a:t>
            </a:r>
          </a:p>
        </p:txBody>
      </p:sp>
      <p:sp>
        <p:nvSpPr>
          <p:cNvPr id="5" name="Text Placeholder 4">
            <a:extLst>
              <a:ext uri="{FF2B5EF4-FFF2-40B4-BE49-F238E27FC236}">
                <a16:creationId xmlns:a16="http://schemas.microsoft.com/office/drawing/2014/main" id="{C47169B4-91B7-6381-7E92-580EC8940BCB}"/>
              </a:ext>
            </a:extLst>
          </p:cNvPr>
          <p:cNvSpPr>
            <a:spLocks noGrp="1"/>
          </p:cNvSpPr>
          <p:nvPr>
            <p:ph type="body" sz="quarter" idx="12" hasCustomPrompt="1"/>
          </p:nvPr>
        </p:nvSpPr>
        <p:spPr>
          <a:xfrm>
            <a:off x="594360" y="3346171"/>
            <a:ext cx="4461118" cy="307777"/>
          </a:xfrm>
          <a:prstGeom prst="rect">
            <a:avLst/>
          </a:prstGeom>
          <a:noFill/>
        </p:spPr>
        <p:txBody>
          <a:bodyPr wrap="square" lIns="0" tIns="0" rIns="0" bIns="0">
            <a:spAutoFit/>
          </a:bodyPr>
          <a:lstStyle>
            <a:lvl1pPr marL="0" indent="0">
              <a:spcBef>
                <a:spcPts val="0"/>
              </a:spcBef>
              <a:buNone/>
              <a:defRPr sz="2000" b="1" i="0" spc="0" baseline="0">
                <a:solidFill>
                  <a:schemeClr val="tx1"/>
                </a:solidFill>
                <a:latin typeface="Segoe Sans Display Semibold" pitchFamily="2" charset="0"/>
                <a:cs typeface="Segoe Sans Display Semibold" pitchFamily="2" charset="0"/>
              </a:defRPr>
            </a:lvl1pPr>
          </a:lstStyle>
          <a:p>
            <a:pPr lvl="0"/>
            <a:r>
              <a:rPr lang="en-US"/>
              <a:t>Speaker name or subtitle</a:t>
            </a:r>
          </a:p>
        </p:txBody>
      </p:sp>
    </p:spTree>
    <p:extLst>
      <p:ext uri="{BB962C8B-B14F-4D97-AF65-F5344CB8AC3E}">
        <p14:creationId xmlns:p14="http://schemas.microsoft.com/office/powerpoint/2010/main" val="3645986448"/>
      </p:ext>
    </p:extLst>
  </p:cSld>
  <p:clrMapOvr>
    <a:masterClrMapping/>
  </p:clrMapOvr>
  <p:extLst>
    <p:ext uri="{DCECCB84-F9BA-43D5-87BE-67443E8EF086}">
      <p15:sldGuideLst xmlns:p15="http://schemas.microsoft.com/office/powerpoint/2012/main">
        <p15:guide id="1" pos="360">
          <p15:clr>
            <a:srgbClr val="FBAE40"/>
          </p15:clr>
        </p15:guide>
        <p15:guide id="2" pos="2376">
          <p15:clr>
            <a:srgbClr val="FBAE40"/>
          </p15:clr>
        </p15:guide>
        <p15:guide id="3" pos="2520">
          <p15:clr>
            <a:srgbClr val="FBAE40"/>
          </p15:clr>
        </p15:guide>
        <p15:guide id="4" pos="3096">
          <p15:clr>
            <a:srgbClr val="FBAE40"/>
          </p15:clr>
        </p15:guide>
        <p15:guide id="5" pos="3240">
          <p15:clr>
            <a:srgbClr val="FBAE40"/>
          </p15:clr>
        </p15:guide>
        <p15:guide id="6" pos="4536">
          <p15:clr>
            <a:srgbClr val="FBAE40"/>
          </p15:clr>
        </p15:guide>
        <p15:guide id="7" pos="4680">
          <p15:clr>
            <a:srgbClr val="FBAE40"/>
          </p15:clr>
        </p15:guide>
        <p15:guide id="8" pos="5976">
          <p15:clr>
            <a:srgbClr val="FBAE40"/>
          </p15:clr>
        </p15:guide>
        <p15:guide id="9" pos="6120">
          <p15:clr>
            <a:srgbClr val="FBAE40"/>
          </p15:clr>
        </p15:guide>
        <p15:guide id="10" pos="6696">
          <p15:clr>
            <a:srgbClr val="FBAE40"/>
          </p15:clr>
        </p15:guide>
        <p15:guide id="11" pos="6840">
          <p15:clr>
            <a:srgbClr val="FBAE40"/>
          </p15:clr>
        </p15:guide>
        <p15:guide id="12" pos="8856">
          <p15:clr>
            <a:srgbClr val="FBAE40"/>
          </p15:clr>
        </p15:guide>
        <p15:guide id="13" pos="1656">
          <p15:clr>
            <a:srgbClr val="FBAE40"/>
          </p15:clr>
        </p15:guide>
        <p15:guide id="14" pos="1800">
          <p15:clr>
            <a:srgbClr val="FBAE40"/>
          </p15:clr>
        </p15:guide>
        <p15:guide id="15" pos="2232">
          <p15:clr>
            <a:srgbClr val="FBAE40"/>
          </p15:clr>
        </p15:guide>
        <p15:guide id="16" orient="horz" pos="360">
          <p15:clr>
            <a:srgbClr val="FBAE40"/>
          </p15:clr>
        </p15:guide>
        <p15:guide id="17" orient="horz" pos="1296">
          <p15:clr>
            <a:srgbClr val="FBAE40"/>
          </p15:clr>
        </p15:guide>
        <p15:guide id="18" orient="horz" pos="2592">
          <p15:clr>
            <a:srgbClr val="FBAE40"/>
          </p15:clr>
        </p15:guide>
        <p15:guide id="19" orient="horz" pos="2448">
          <p15:clr>
            <a:srgbClr val="FBAE40"/>
          </p15:clr>
        </p15:guide>
        <p15:guide id="20" orient="horz" pos="2736">
          <p15:clr>
            <a:srgbClr val="FBAE40"/>
          </p15:clr>
        </p15:guide>
        <p15:guide id="21" orient="horz" pos="3888">
          <p15:clr>
            <a:srgbClr val="FBAE40"/>
          </p15:clr>
        </p15:guide>
        <p15:guide id="22" orient="horz" pos="4320">
          <p15:clr>
            <a:srgbClr val="FBAE40"/>
          </p15:clr>
        </p15:guide>
        <p15:guide id="23" orient="horz" pos="4824">
          <p15:clr>
            <a:srgbClr val="FBAE40"/>
          </p15:clr>
        </p15:guide>
        <p15:guide id="24" orient="horz" pos="4680">
          <p15:clr>
            <a:srgbClr val="FBAE40"/>
          </p15:clr>
        </p15:guide>
        <p15:guide id="25" pos="4608">
          <p15:clr>
            <a:srgbClr val="FBAE40"/>
          </p15:clr>
        </p15:guide>
        <p15:guide id="26" orient="horz" pos="4968">
          <p15:clr>
            <a:srgbClr val="FBAE4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18_Color BG">
    <p:bg>
      <p:bgPr>
        <a:solidFill>
          <a:srgbClr val="E9E6E0"/>
        </a:solidFill>
        <a:effectLst/>
      </p:bgPr>
    </p:bg>
    <p:spTree>
      <p:nvGrpSpPr>
        <p:cNvPr id="1" name=""/>
        <p:cNvGrpSpPr/>
        <p:nvPr/>
      </p:nvGrpSpPr>
      <p:grpSpPr>
        <a:xfrm>
          <a:off x="0" y="0"/>
          <a:ext cx="0" cy="0"/>
          <a:chOff x="0" y="0"/>
          <a:chExt cx="0" cy="0"/>
        </a:xfrm>
      </p:grpSpPr>
      <p:pic>
        <p:nvPicPr>
          <p:cNvPr id="7" name="Picture 6" descr="A close up of a toy&#10;&#10;Description automatically generated">
            <a:extLst>
              <a:ext uri="{FF2B5EF4-FFF2-40B4-BE49-F238E27FC236}">
                <a16:creationId xmlns:a16="http://schemas.microsoft.com/office/drawing/2014/main" id="{FAAA01C7-D9B4-5FD5-4FEA-61756841FDB8}"/>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949" r="2" b="4951"/>
          <a:stretch/>
        </p:blipFill>
        <p:spPr>
          <a:xfrm>
            <a:off x="0" y="0"/>
            <a:ext cx="12191638" cy="6857796"/>
          </a:xfrm>
          <a:prstGeom prst="rect">
            <a:avLst/>
          </a:prstGeom>
        </p:spPr>
      </p:pic>
      <p:sp>
        <p:nvSpPr>
          <p:cNvPr id="3" name="Title Placeholder 1">
            <a:extLst>
              <a:ext uri="{FF2B5EF4-FFF2-40B4-BE49-F238E27FC236}">
                <a16:creationId xmlns:a16="http://schemas.microsoft.com/office/drawing/2014/main" id="{8479D426-82A7-259D-687F-28F57F1E609A}"/>
              </a:ext>
            </a:extLst>
          </p:cNvPr>
          <p:cNvSpPr>
            <a:spLocks noGrp="1"/>
          </p:cNvSpPr>
          <p:nvPr>
            <p:ph type="title"/>
          </p:nvPr>
        </p:nvSpPr>
        <p:spPr>
          <a:xfrm>
            <a:off x="588263" y="2875002"/>
            <a:ext cx="4853532" cy="1107996"/>
          </a:xfrm>
          <a:prstGeom prst="rect">
            <a:avLst/>
          </a:prstGeom>
        </p:spPr>
        <p:txBody>
          <a:bodyPr vert="horz" wrap="square" lIns="0" tIns="0" rIns="0" bIns="0" rtlCol="0" anchor="t">
            <a:spAutoFit/>
          </a:bodyPr>
          <a:lstStyle>
            <a:lvl1pPr>
              <a:defRPr sz="3600" b="1" i="0">
                <a:solidFill>
                  <a:schemeClr val="accent4">
                    <a:lumMod val="75000"/>
                  </a:schemeClr>
                </a:solidFill>
                <a:latin typeface="Segoe Sans Display Semibold" pitchFamily="2" charset="0"/>
                <a:cs typeface="Segoe Sans Display Semibold" pitchFamily="2" charset="0"/>
              </a:defRPr>
            </a:lvl1pPr>
          </a:lstStyle>
          <a:p>
            <a:r>
              <a:rPr lang="en-US"/>
              <a:t>Click to edit Master title style</a:t>
            </a:r>
          </a:p>
        </p:txBody>
      </p:sp>
    </p:spTree>
    <p:extLst>
      <p:ext uri="{BB962C8B-B14F-4D97-AF65-F5344CB8AC3E}">
        <p14:creationId xmlns:p14="http://schemas.microsoft.com/office/powerpoint/2010/main" val="3729323164"/>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preserve="1" userDrawn="1">
  <p:cSld name="Section_Gradient_Warm Gray">
    <p:bg>
      <p:bgPr>
        <a:solidFill>
          <a:schemeClr val="bg1"/>
        </a:solidFill>
        <a:effectLst/>
      </p:bgPr>
    </p:bg>
    <p:spTree>
      <p:nvGrpSpPr>
        <p:cNvPr id="1" name=""/>
        <p:cNvGrpSpPr/>
        <p:nvPr/>
      </p:nvGrpSpPr>
      <p:grpSpPr>
        <a:xfrm>
          <a:off x="0" y="0"/>
          <a:ext cx="0" cy="0"/>
          <a:chOff x="0" y="0"/>
          <a:chExt cx="0" cy="0"/>
        </a:xfrm>
      </p:grpSpPr>
      <p:pic>
        <p:nvPicPr>
          <p:cNvPr id="8" name="Picture 7" descr="A close-up of a computer screen&#10;&#10;Description automatically generated">
            <a:extLst>
              <a:ext uri="{FF2B5EF4-FFF2-40B4-BE49-F238E27FC236}">
                <a16:creationId xmlns:a16="http://schemas.microsoft.com/office/drawing/2014/main" id="{A83DAD36-086B-87B0-091E-EC03E2CFCA2C}"/>
              </a:ext>
            </a:extLst>
          </p:cNvPr>
          <p:cNvPicPr>
            <a:picLocks noChangeAspect="1"/>
          </p:cNvPicPr>
          <p:nvPr userDrawn="1"/>
        </p:nvPicPr>
        <p:blipFill>
          <a:blip r:embed="rId2"/>
          <a:srcRect t="9590" r="19181" b="9590"/>
          <a:stretch/>
        </p:blipFill>
        <p:spPr>
          <a:xfrm>
            <a:off x="0" y="0"/>
            <a:ext cx="12191998" cy="6857999"/>
          </a:xfrm>
          <a:prstGeom prst="rect">
            <a:avLst/>
          </a:prstGeom>
        </p:spPr>
      </p:pic>
      <p:sp>
        <p:nvSpPr>
          <p:cNvPr id="9" name="Rectangle 8">
            <a:extLst>
              <a:ext uri="{FF2B5EF4-FFF2-40B4-BE49-F238E27FC236}">
                <a16:creationId xmlns:a16="http://schemas.microsoft.com/office/drawing/2014/main" id="{E4F28DDB-A2B6-F21A-AFAE-6D86A1D0D50C}"/>
              </a:ext>
            </a:extLst>
          </p:cNvPr>
          <p:cNvSpPr/>
          <p:nvPr userDrawn="1"/>
        </p:nvSpPr>
        <p:spPr bwMode="auto">
          <a:xfrm>
            <a:off x="0" y="0"/>
            <a:ext cx="7452360" cy="6858000"/>
          </a:xfrm>
          <a:prstGeom prst="rect">
            <a:avLst/>
          </a:prstGeom>
          <a:gradFill>
            <a:gsLst>
              <a:gs pos="0">
                <a:srgbClr val="FFF8F3"/>
              </a:gs>
              <a:gs pos="100000">
                <a:srgbClr val="FFF8F3">
                  <a:alpha val="0"/>
                </a:srgbClr>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3" name="Title 1">
            <a:extLst>
              <a:ext uri="{FF2B5EF4-FFF2-40B4-BE49-F238E27FC236}">
                <a16:creationId xmlns:a16="http://schemas.microsoft.com/office/drawing/2014/main" id="{12D19AFB-6939-2FBA-48C9-66A2961406A7}"/>
              </a:ext>
            </a:extLst>
          </p:cNvPr>
          <p:cNvSpPr>
            <a:spLocks noGrp="1"/>
          </p:cNvSpPr>
          <p:nvPr>
            <p:ph type="title" hasCustomPrompt="1"/>
          </p:nvPr>
        </p:nvSpPr>
        <p:spPr>
          <a:xfrm>
            <a:off x="569911" y="3384610"/>
            <a:ext cx="4989641" cy="615553"/>
          </a:xfrm>
          <a:noFill/>
        </p:spPr>
        <p:txBody>
          <a:bodyPr wrap="square" lIns="0" tIns="0" rIns="0" bIns="0" anchor="b" anchorCtr="0">
            <a:spAutoFit/>
          </a:bodyPr>
          <a:lstStyle>
            <a:lvl1pPr>
              <a:defRPr sz="4000" b="0" i="0" spc="-50" baseline="0">
                <a:solidFill>
                  <a:schemeClr val="tx1"/>
                </a:solidFill>
                <a:latin typeface="+mj-lt"/>
                <a:cs typeface="Segoe UI" panose="020B0502040204020203" pitchFamily="34" charset="0"/>
              </a:defRPr>
            </a:lvl1pPr>
          </a:lstStyle>
          <a:p>
            <a:r>
              <a:rPr lang="en-US"/>
              <a:t>Section divider title</a:t>
            </a:r>
          </a:p>
        </p:txBody>
      </p:sp>
      <p:sp>
        <p:nvSpPr>
          <p:cNvPr id="2" name="Text Placeholder 4">
            <a:extLst>
              <a:ext uri="{FF2B5EF4-FFF2-40B4-BE49-F238E27FC236}">
                <a16:creationId xmlns:a16="http://schemas.microsoft.com/office/drawing/2014/main" id="{F9CC4CD7-01CD-2983-6312-47D1240CC951}"/>
              </a:ext>
            </a:extLst>
          </p:cNvPr>
          <p:cNvSpPr>
            <a:spLocks noGrp="1"/>
          </p:cNvSpPr>
          <p:nvPr>
            <p:ph type="body" sz="quarter" idx="12" hasCustomPrompt="1"/>
          </p:nvPr>
        </p:nvSpPr>
        <p:spPr>
          <a:xfrm>
            <a:off x="582042" y="4215828"/>
            <a:ext cx="4989641" cy="246221"/>
          </a:xfrm>
          <a:prstGeom prst="rect">
            <a:avLst/>
          </a:prstGeo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Subtitle</a:t>
            </a:r>
          </a:p>
        </p:txBody>
      </p:sp>
    </p:spTree>
    <p:extLst>
      <p:ext uri="{BB962C8B-B14F-4D97-AF65-F5344CB8AC3E}">
        <p14:creationId xmlns:p14="http://schemas.microsoft.com/office/powerpoint/2010/main" val="314130474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preserve="1" userDrawn="1">
  <p:cSld name="1_Section_Gradient_Warm Gray">
    <p:bg>
      <p:bgPr>
        <a:solidFill>
          <a:schemeClr val="bg1"/>
        </a:solidFill>
        <a:effectLst/>
      </p:bgPr>
    </p:bg>
    <p:spTree>
      <p:nvGrpSpPr>
        <p:cNvPr id="1" name=""/>
        <p:cNvGrpSpPr/>
        <p:nvPr/>
      </p:nvGrpSpPr>
      <p:grpSpPr>
        <a:xfrm>
          <a:off x="0" y="0"/>
          <a:ext cx="0" cy="0"/>
          <a:chOff x="0" y="0"/>
          <a:chExt cx="0" cy="0"/>
        </a:xfrm>
      </p:grpSpPr>
      <p:pic>
        <p:nvPicPr>
          <p:cNvPr id="5" name="Picture 4" descr="A close-up of a colorful spiral&#10;&#10;Description automatically generated">
            <a:extLst>
              <a:ext uri="{FF2B5EF4-FFF2-40B4-BE49-F238E27FC236}">
                <a16:creationId xmlns:a16="http://schemas.microsoft.com/office/drawing/2014/main" id="{FE78A0B7-C38C-EF30-63E1-9BCE12AC5F85}"/>
              </a:ext>
            </a:extLst>
          </p:cNvPr>
          <p:cNvPicPr>
            <a:picLocks noChangeAspect="1"/>
          </p:cNvPicPr>
          <p:nvPr userDrawn="1"/>
        </p:nvPicPr>
        <p:blipFill>
          <a:blip r:embed="rId2"/>
          <a:srcRect r="10287" b="10287"/>
          <a:stretch/>
        </p:blipFill>
        <p:spPr>
          <a:xfrm>
            <a:off x="0" y="0"/>
            <a:ext cx="12192000" cy="6858000"/>
          </a:xfrm>
          <a:prstGeom prst="rect">
            <a:avLst/>
          </a:prstGeom>
        </p:spPr>
      </p:pic>
      <p:sp>
        <p:nvSpPr>
          <p:cNvPr id="9" name="Rectangle 8">
            <a:extLst>
              <a:ext uri="{FF2B5EF4-FFF2-40B4-BE49-F238E27FC236}">
                <a16:creationId xmlns:a16="http://schemas.microsoft.com/office/drawing/2014/main" id="{E4F28DDB-A2B6-F21A-AFAE-6D86A1D0D50C}"/>
              </a:ext>
            </a:extLst>
          </p:cNvPr>
          <p:cNvSpPr/>
          <p:nvPr userDrawn="1"/>
        </p:nvSpPr>
        <p:spPr bwMode="auto">
          <a:xfrm>
            <a:off x="0" y="0"/>
            <a:ext cx="9299448" cy="6858000"/>
          </a:xfrm>
          <a:prstGeom prst="rect">
            <a:avLst/>
          </a:prstGeom>
          <a:gradFill>
            <a:gsLst>
              <a:gs pos="0">
                <a:srgbClr val="FFF8F3"/>
              </a:gs>
              <a:gs pos="100000">
                <a:srgbClr val="FFF8F3">
                  <a:alpha val="0"/>
                </a:srgbClr>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3" name="Title 1">
            <a:extLst>
              <a:ext uri="{FF2B5EF4-FFF2-40B4-BE49-F238E27FC236}">
                <a16:creationId xmlns:a16="http://schemas.microsoft.com/office/drawing/2014/main" id="{12D19AFB-6939-2FBA-48C9-66A2961406A7}"/>
              </a:ext>
            </a:extLst>
          </p:cNvPr>
          <p:cNvSpPr>
            <a:spLocks noGrp="1"/>
          </p:cNvSpPr>
          <p:nvPr>
            <p:ph type="title" hasCustomPrompt="1"/>
          </p:nvPr>
        </p:nvSpPr>
        <p:spPr>
          <a:xfrm>
            <a:off x="569911" y="3384610"/>
            <a:ext cx="4989641" cy="615553"/>
          </a:xfrm>
          <a:noFill/>
        </p:spPr>
        <p:txBody>
          <a:bodyPr wrap="square" lIns="0" tIns="0" rIns="0" bIns="0" anchor="b" anchorCtr="0">
            <a:spAutoFit/>
          </a:bodyPr>
          <a:lstStyle>
            <a:lvl1pPr>
              <a:defRPr sz="4000" b="1" i="0" spc="-50" baseline="0">
                <a:solidFill>
                  <a:schemeClr val="tx1"/>
                </a:solidFill>
                <a:latin typeface="+mj-lt"/>
                <a:ea typeface="Amazon Ember Display" panose="020F0603020204020204" pitchFamily="34" charset="0"/>
                <a:cs typeface="Segoe UI Semibold" panose="020B0502040204020203" pitchFamily="34" charset="0"/>
              </a:defRPr>
            </a:lvl1pPr>
          </a:lstStyle>
          <a:p>
            <a:r>
              <a:rPr lang="en-US"/>
              <a:t>Section divider title</a:t>
            </a:r>
          </a:p>
        </p:txBody>
      </p:sp>
      <p:sp>
        <p:nvSpPr>
          <p:cNvPr id="2" name="Text Placeholder 4">
            <a:extLst>
              <a:ext uri="{FF2B5EF4-FFF2-40B4-BE49-F238E27FC236}">
                <a16:creationId xmlns:a16="http://schemas.microsoft.com/office/drawing/2014/main" id="{F9CC4CD7-01CD-2983-6312-47D1240CC951}"/>
              </a:ext>
            </a:extLst>
          </p:cNvPr>
          <p:cNvSpPr>
            <a:spLocks noGrp="1"/>
          </p:cNvSpPr>
          <p:nvPr>
            <p:ph type="body" sz="quarter" idx="12" hasCustomPrompt="1"/>
          </p:nvPr>
        </p:nvSpPr>
        <p:spPr>
          <a:xfrm>
            <a:off x="582042" y="4215828"/>
            <a:ext cx="4989641" cy="246221"/>
          </a:xfrm>
          <a:prstGeom prst="rect">
            <a:avLst/>
          </a:prstGeo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Subtitle</a:t>
            </a:r>
          </a:p>
        </p:txBody>
      </p:sp>
    </p:spTree>
    <p:extLst>
      <p:ext uri="{BB962C8B-B14F-4D97-AF65-F5344CB8AC3E}">
        <p14:creationId xmlns:p14="http://schemas.microsoft.com/office/powerpoint/2010/main" val="52290675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preserve="1" userDrawn="1">
  <p:cSld name="2_Section_Gradient_Warm Gray">
    <p:bg>
      <p:bgPr>
        <a:solidFill>
          <a:schemeClr val="bg1"/>
        </a:solidFill>
        <a:effectLst/>
      </p:bgPr>
    </p:bg>
    <p:spTree>
      <p:nvGrpSpPr>
        <p:cNvPr id="1" name=""/>
        <p:cNvGrpSpPr/>
        <p:nvPr/>
      </p:nvGrpSpPr>
      <p:grpSpPr>
        <a:xfrm>
          <a:off x="0" y="0"/>
          <a:ext cx="0" cy="0"/>
          <a:chOff x="0" y="0"/>
          <a:chExt cx="0" cy="0"/>
        </a:xfrm>
      </p:grpSpPr>
      <p:pic>
        <p:nvPicPr>
          <p:cNvPr id="6" name="Picture 5" descr="A close-up of a curved object&#10;&#10;Description automatically generated">
            <a:extLst>
              <a:ext uri="{FF2B5EF4-FFF2-40B4-BE49-F238E27FC236}">
                <a16:creationId xmlns:a16="http://schemas.microsoft.com/office/drawing/2014/main" id="{BC06A425-7693-6E8F-EB7B-6C9814E91683}"/>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9" name="Rectangle 8">
            <a:extLst>
              <a:ext uri="{FF2B5EF4-FFF2-40B4-BE49-F238E27FC236}">
                <a16:creationId xmlns:a16="http://schemas.microsoft.com/office/drawing/2014/main" id="{E4F28DDB-A2B6-F21A-AFAE-6D86A1D0D50C}"/>
              </a:ext>
            </a:extLst>
          </p:cNvPr>
          <p:cNvSpPr/>
          <p:nvPr userDrawn="1"/>
        </p:nvSpPr>
        <p:spPr bwMode="auto">
          <a:xfrm>
            <a:off x="0" y="0"/>
            <a:ext cx="8586216" cy="6858000"/>
          </a:xfrm>
          <a:prstGeom prst="rect">
            <a:avLst/>
          </a:prstGeom>
          <a:gradFill>
            <a:gsLst>
              <a:gs pos="0">
                <a:srgbClr val="FFF8F3"/>
              </a:gs>
              <a:gs pos="100000">
                <a:srgbClr val="FFF8F3">
                  <a:alpha val="0"/>
                </a:srgbClr>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3" name="Title 1">
            <a:extLst>
              <a:ext uri="{FF2B5EF4-FFF2-40B4-BE49-F238E27FC236}">
                <a16:creationId xmlns:a16="http://schemas.microsoft.com/office/drawing/2014/main" id="{12D19AFB-6939-2FBA-48C9-66A2961406A7}"/>
              </a:ext>
            </a:extLst>
          </p:cNvPr>
          <p:cNvSpPr>
            <a:spLocks noGrp="1"/>
          </p:cNvSpPr>
          <p:nvPr>
            <p:ph type="title" hasCustomPrompt="1"/>
          </p:nvPr>
        </p:nvSpPr>
        <p:spPr>
          <a:xfrm>
            <a:off x="569911" y="3384610"/>
            <a:ext cx="4989641" cy="615553"/>
          </a:xfrm>
          <a:noFill/>
        </p:spPr>
        <p:txBody>
          <a:bodyPr wrap="square" lIns="0" tIns="0" rIns="0" bIns="0" anchor="b" anchorCtr="0">
            <a:spAutoFit/>
          </a:bodyPr>
          <a:lstStyle>
            <a:lvl1pPr>
              <a:defRPr sz="4000" b="1" i="0" spc="-50" baseline="0">
                <a:solidFill>
                  <a:schemeClr val="tx1"/>
                </a:solidFill>
                <a:latin typeface="+mj-lt"/>
                <a:ea typeface="Amazon Ember Display" panose="020F0603020204020204" pitchFamily="34" charset="0"/>
                <a:cs typeface="Segoe UI Semibold" panose="020B0502040204020203" pitchFamily="34" charset="0"/>
              </a:defRPr>
            </a:lvl1pPr>
          </a:lstStyle>
          <a:p>
            <a:r>
              <a:rPr lang="en-US"/>
              <a:t>Section divider title</a:t>
            </a:r>
          </a:p>
        </p:txBody>
      </p:sp>
      <p:sp>
        <p:nvSpPr>
          <p:cNvPr id="2" name="Text Placeholder 4">
            <a:extLst>
              <a:ext uri="{FF2B5EF4-FFF2-40B4-BE49-F238E27FC236}">
                <a16:creationId xmlns:a16="http://schemas.microsoft.com/office/drawing/2014/main" id="{F9CC4CD7-01CD-2983-6312-47D1240CC951}"/>
              </a:ext>
            </a:extLst>
          </p:cNvPr>
          <p:cNvSpPr>
            <a:spLocks noGrp="1"/>
          </p:cNvSpPr>
          <p:nvPr>
            <p:ph type="body" sz="quarter" idx="12" hasCustomPrompt="1"/>
          </p:nvPr>
        </p:nvSpPr>
        <p:spPr>
          <a:xfrm>
            <a:off x="582042" y="4215828"/>
            <a:ext cx="4989641" cy="246221"/>
          </a:xfrm>
          <a:prstGeom prst="rect">
            <a:avLst/>
          </a:prstGeo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Subtitle</a:t>
            </a:r>
          </a:p>
        </p:txBody>
      </p:sp>
    </p:spTree>
    <p:extLst>
      <p:ext uri="{BB962C8B-B14F-4D97-AF65-F5344CB8AC3E}">
        <p14:creationId xmlns:p14="http://schemas.microsoft.com/office/powerpoint/2010/main" val="411428009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9144000" cy="1231106"/>
          </a:xfrm>
          <a:noFill/>
        </p:spPr>
        <p:txBody>
          <a:bodyPr wrap="square" lIns="0" tIns="0" rIns="0" bIns="0" anchor="b" anchorCtr="0">
            <a:spAutoFit/>
          </a:bodyPr>
          <a:lstStyle>
            <a:lvl1pPr>
              <a:defRPr sz="4000" spc="-50" baseline="0">
                <a:solidFill>
                  <a:schemeClr val="tx1"/>
                </a:solidFill>
                <a:latin typeface="+mj-lt"/>
                <a:cs typeface="Segoe Sans Display" pitchFamily="2" charset="0"/>
              </a:defRPr>
            </a:lvl1pPr>
          </a:lstStyle>
          <a:p>
            <a:r>
              <a:rPr lang="en-US"/>
              <a:t>Event name or </a:t>
            </a:r>
            <a:br>
              <a:rPr lang="en-US"/>
            </a:br>
            <a:r>
              <a:rPr lang="en-US"/>
              <a:t>presentation title </a:t>
            </a:r>
          </a:p>
        </p:txBody>
      </p:sp>
      <p:sp>
        <p:nvSpPr>
          <p:cNvPr id="5" name="Text Placeholder 4"/>
          <p:cNvSpPr>
            <a:spLocks noGrp="1"/>
          </p:cNvSpPr>
          <p:nvPr>
            <p:ph type="body" sz="quarter" idx="12" hasCustomPrompt="1"/>
          </p:nvPr>
        </p:nvSpPr>
        <p:spPr>
          <a:xfrm>
            <a:off x="584200" y="3962400"/>
            <a:ext cx="9144000" cy="246221"/>
          </a:xfrm>
          <a:prstGeom prst="rect">
            <a:avLst/>
          </a:prstGeo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 text</a:t>
            </a:r>
          </a:p>
        </p:txBody>
      </p:sp>
      <p:pic>
        <p:nvPicPr>
          <p:cNvPr id="16" name="Picture 15" descr="A logo of a company&#10;&#10;Description automatically generated">
            <a:extLst>
              <a:ext uri="{FF2B5EF4-FFF2-40B4-BE49-F238E27FC236}">
                <a16:creationId xmlns:a16="http://schemas.microsoft.com/office/drawing/2014/main" id="{DD0AF0F7-CB9D-430F-0371-DEAB62BB5B47}"/>
              </a:ext>
            </a:extLst>
          </p:cNvPr>
          <p:cNvPicPr>
            <a:picLocks noChangeAspect="1"/>
          </p:cNvPicPr>
          <p:nvPr userDrawn="1"/>
        </p:nvPicPr>
        <p:blipFill rotWithShape="1">
          <a:blip r:embed="rId3"/>
          <a:srcRect l="12448" t="32535" r="14401" b="28160"/>
          <a:stretch/>
        </p:blipFill>
        <p:spPr>
          <a:xfrm>
            <a:off x="571500" y="581978"/>
            <a:ext cx="1454782" cy="343851"/>
          </a:xfrm>
          <a:prstGeom prst="rect">
            <a:avLst/>
          </a:prstGeom>
        </p:spPr>
      </p:pic>
    </p:spTree>
    <p:extLst>
      <p:ext uri="{BB962C8B-B14F-4D97-AF65-F5344CB8AC3E}">
        <p14:creationId xmlns:p14="http://schemas.microsoft.com/office/powerpoint/2010/main" val="421055807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p:cSld name="1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Picture 1" descr="A close up of a colorful paper&#10;&#10;Description automatically generated">
            <a:extLst>
              <a:ext uri="{FF2B5EF4-FFF2-40B4-BE49-F238E27FC236}">
                <a16:creationId xmlns:a16="http://schemas.microsoft.com/office/drawing/2014/main" id="{800B82AC-416D-3AA2-4C18-031FC729A2EB}"/>
              </a:ext>
            </a:extLst>
          </p:cNvPr>
          <p:cNvPicPr>
            <a:picLocks noChangeAspect="1"/>
          </p:cNvPicPr>
          <p:nvPr userDrawn="1"/>
        </p:nvPicPr>
        <p:blipFill rotWithShape="1">
          <a:blip r:embed="rId3"/>
          <a:srcRect l="397" r="29"/>
          <a:stretch>
            <a:fillRect/>
          </a:stretch>
        </p:blipFill>
        <p:spPr>
          <a:xfrm>
            <a:off x="0" y="-25467"/>
            <a:ext cx="12192000" cy="6887313"/>
          </a:xfrm>
          <a:prstGeom prst="rect">
            <a:avLst/>
          </a:prstGeom>
        </p:spPr>
      </p:pic>
      <p:sp>
        <p:nvSpPr>
          <p:cNvPr id="9" name="Title 1"/>
          <p:cNvSpPr>
            <a:spLocks noGrp="1"/>
          </p:cNvSpPr>
          <p:nvPr>
            <p:ph type="title" hasCustomPrompt="1"/>
          </p:nvPr>
        </p:nvSpPr>
        <p:spPr>
          <a:xfrm>
            <a:off x="584200" y="2302670"/>
            <a:ext cx="9144000" cy="1231106"/>
          </a:xfrm>
          <a:noFill/>
        </p:spPr>
        <p:txBody>
          <a:bodyPr wrap="square" lIns="0" tIns="0" rIns="0" bIns="0" anchor="b" anchorCtr="0">
            <a:spAutoFit/>
          </a:bodyPr>
          <a:lstStyle>
            <a:lvl1pPr>
              <a:defRPr sz="4000" spc="-50" baseline="0">
                <a:solidFill>
                  <a:schemeClr val="tx1"/>
                </a:solidFill>
                <a:latin typeface="+mj-lt"/>
                <a:cs typeface="Segoe Sans Display" pitchFamily="2" charset="0"/>
              </a:defRPr>
            </a:lvl1pPr>
          </a:lstStyle>
          <a:p>
            <a:r>
              <a:rPr lang="en-US"/>
              <a:t>Event name or </a:t>
            </a:r>
            <a:br>
              <a:rPr lang="en-US"/>
            </a:br>
            <a:r>
              <a:rPr lang="en-US"/>
              <a:t>presentation title </a:t>
            </a:r>
          </a:p>
        </p:txBody>
      </p:sp>
      <p:sp>
        <p:nvSpPr>
          <p:cNvPr id="5" name="Text Placeholder 4"/>
          <p:cNvSpPr>
            <a:spLocks noGrp="1"/>
          </p:cNvSpPr>
          <p:nvPr>
            <p:ph type="body" sz="quarter" idx="12" hasCustomPrompt="1"/>
          </p:nvPr>
        </p:nvSpPr>
        <p:spPr>
          <a:xfrm>
            <a:off x="584200" y="3962400"/>
            <a:ext cx="9144000" cy="246221"/>
          </a:xfrm>
          <a:prstGeom prst="rect">
            <a:avLst/>
          </a:prstGeo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 text</a:t>
            </a:r>
          </a:p>
        </p:txBody>
      </p:sp>
      <p:pic>
        <p:nvPicPr>
          <p:cNvPr id="3" name="MS logo gray - EMF">
            <a:extLst>
              <a:ext uri="{FF2B5EF4-FFF2-40B4-BE49-F238E27FC236}">
                <a16:creationId xmlns:a16="http://schemas.microsoft.com/office/drawing/2014/main" id="{D904B52A-FC47-263E-68A4-618DB3C62A87}"/>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bwMode="black">
          <a:xfrm>
            <a:off x="283297" y="281710"/>
            <a:ext cx="2440148" cy="902855"/>
          </a:xfrm>
          <a:prstGeom prst="rect">
            <a:avLst/>
          </a:prstGeom>
        </p:spPr>
      </p:pic>
    </p:spTree>
    <p:extLst>
      <p:ext uri="{BB962C8B-B14F-4D97-AF65-F5344CB8AC3E}">
        <p14:creationId xmlns:p14="http://schemas.microsoft.com/office/powerpoint/2010/main" val="422385123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p:cSld name="Title Slide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5511800" cy="1231106"/>
          </a:xfrm>
          <a:noFill/>
        </p:spPr>
        <p:txBody>
          <a:bodyPr wrap="square" lIns="0" tIns="0" rIns="0" bIns="0" anchor="b" anchorCtr="0">
            <a:spAutoFit/>
          </a:bodyPr>
          <a:lstStyle>
            <a:lvl1pPr>
              <a:defRPr sz="4000" spc="-50" baseline="0">
                <a:solidFill>
                  <a:schemeClr val="tx1"/>
                </a:solidFill>
                <a:latin typeface="+mj-lt"/>
                <a:cs typeface="Segoe Sans Display" pitchFamily="2"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5511800" cy="246221"/>
          </a:xfrm>
          <a:prstGeom prst="rect">
            <a:avLst/>
          </a:prstGeo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 text</a:t>
            </a:r>
          </a:p>
        </p:txBody>
      </p:sp>
      <p:pic>
        <p:nvPicPr>
          <p:cNvPr id="11" name="Picture 10" descr="A logo of a company&#10;&#10;Description automatically generated">
            <a:extLst>
              <a:ext uri="{FF2B5EF4-FFF2-40B4-BE49-F238E27FC236}">
                <a16:creationId xmlns:a16="http://schemas.microsoft.com/office/drawing/2014/main" id="{CAE62B93-42FC-5FEC-B67B-BA687583F380}"/>
              </a:ext>
            </a:extLst>
          </p:cNvPr>
          <p:cNvPicPr>
            <a:picLocks noChangeAspect="1"/>
          </p:cNvPicPr>
          <p:nvPr userDrawn="1"/>
        </p:nvPicPr>
        <p:blipFill rotWithShape="1">
          <a:blip r:embed="rId3"/>
          <a:srcRect l="12448" t="32535" r="14401" b="28160"/>
          <a:stretch/>
        </p:blipFill>
        <p:spPr>
          <a:xfrm>
            <a:off x="571500" y="581978"/>
            <a:ext cx="1454782" cy="343851"/>
          </a:xfrm>
          <a:prstGeom prst="rect">
            <a:avLst/>
          </a:prstGeom>
        </p:spPr>
      </p:pic>
    </p:spTree>
    <p:extLst>
      <p:ext uri="{BB962C8B-B14F-4D97-AF65-F5344CB8AC3E}">
        <p14:creationId xmlns:p14="http://schemas.microsoft.com/office/powerpoint/2010/main" val="341083449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Title Slide with replaceable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495800" cy="1231106"/>
          </a:xfrm>
          <a:noFill/>
        </p:spPr>
        <p:txBody>
          <a:bodyPr wrap="square" lIns="0" tIns="0" rIns="0" bIns="0" anchor="b" anchorCtr="0">
            <a:spAutoFit/>
          </a:bodyPr>
          <a:lstStyle>
            <a:lvl1pPr>
              <a:defRPr sz="4000" spc="-50" baseline="0">
                <a:solidFill>
                  <a:schemeClr val="tx1"/>
                </a:solidFill>
                <a:latin typeface="+mj-lt"/>
                <a:cs typeface="Segoe Sans Display" pitchFamily="2" charset="0"/>
              </a:defRPr>
            </a:lvl1pPr>
          </a:lstStyle>
          <a:p>
            <a:r>
              <a:rPr lang="en-US"/>
              <a:t>Event name or </a:t>
            </a:r>
            <a:br>
              <a:rPr lang="en-US"/>
            </a:br>
            <a:r>
              <a:rPr lang="en-US"/>
              <a:t>presentation title </a:t>
            </a:r>
          </a:p>
        </p:txBody>
      </p:sp>
      <p:sp>
        <p:nvSpPr>
          <p:cNvPr id="5" name="Text Placeholder 4"/>
          <p:cNvSpPr>
            <a:spLocks noGrp="1"/>
          </p:cNvSpPr>
          <p:nvPr>
            <p:ph type="body" sz="quarter" idx="12" hasCustomPrompt="1"/>
          </p:nvPr>
        </p:nvSpPr>
        <p:spPr>
          <a:xfrm>
            <a:off x="584200" y="3962400"/>
            <a:ext cx="4495800" cy="246221"/>
          </a:xfrm>
          <a:prstGeom prst="rect">
            <a:avLst/>
          </a:prstGeo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 text</a:t>
            </a:r>
          </a:p>
        </p:txBody>
      </p:sp>
      <p:pic>
        <p:nvPicPr>
          <p:cNvPr id="16" name="Picture 15" descr="A logo of a company&#10;&#10;Description automatically generated">
            <a:extLst>
              <a:ext uri="{FF2B5EF4-FFF2-40B4-BE49-F238E27FC236}">
                <a16:creationId xmlns:a16="http://schemas.microsoft.com/office/drawing/2014/main" id="{DD0AF0F7-CB9D-430F-0371-DEAB62BB5B47}"/>
              </a:ext>
            </a:extLst>
          </p:cNvPr>
          <p:cNvPicPr>
            <a:picLocks noChangeAspect="1"/>
          </p:cNvPicPr>
          <p:nvPr userDrawn="1"/>
        </p:nvPicPr>
        <p:blipFill rotWithShape="1">
          <a:blip r:embed="rId3"/>
          <a:srcRect l="12448" t="32535" r="14401" b="28160"/>
          <a:stretch/>
        </p:blipFill>
        <p:spPr>
          <a:xfrm>
            <a:off x="571500" y="581978"/>
            <a:ext cx="1454782" cy="343851"/>
          </a:xfrm>
          <a:prstGeom prst="rect">
            <a:avLst/>
          </a:prstGeom>
        </p:spPr>
      </p:pic>
      <p:sp>
        <p:nvSpPr>
          <p:cNvPr id="2" name="Picture Placeholder" descr="Picture placeholder">
            <a:extLst>
              <a:ext uri="{FF2B5EF4-FFF2-40B4-BE49-F238E27FC236}">
                <a16:creationId xmlns:a16="http://schemas.microsoft.com/office/drawing/2014/main" id="{9BD5030A-DADA-E973-A194-2BD6C3CE6D48}"/>
              </a:ext>
            </a:extLst>
          </p:cNvPr>
          <p:cNvSpPr>
            <a:spLocks noGrp="1"/>
          </p:cNvSpPr>
          <p:nvPr>
            <p:ph type="pic" sz="quarter" idx="11" hasCustomPrompt="1"/>
          </p:nvPr>
        </p:nvSpPr>
        <p:spPr bwMode="ltGray">
          <a:xfrm>
            <a:off x="5334000" y="0"/>
            <a:ext cx="6858000" cy="6858000"/>
          </a:xfrm>
          <a:prstGeom prst="rect">
            <a:avLst/>
          </a:prstGeom>
          <a:blipFill>
            <a:blip r:embed="rId4" cstate="email">
              <a:extLst>
                <a:ext uri="{28A0092B-C50C-407E-A947-70E740481C1C}">
                  <a14:useLocalDpi xmlns:a14="http://schemas.microsoft.com/office/drawing/2010/main"/>
                </a:ext>
              </a:extLst>
            </a:blip>
            <a:stretch>
              <a:fillRect/>
            </a:stretch>
          </a:blipFill>
        </p:spPr>
        <p:txBody>
          <a:bodyPr lIns="0" tIns="2377440" rIns="0" anchor="t" anchorCtr="0">
            <a:noAutofit/>
          </a:bodyPr>
          <a:lstStyle>
            <a:lvl1pPr marL="0" indent="0" algn="ctr">
              <a:lnSpc>
                <a:spcPct val="100000"/>
              </a:lnSpc>
              <a:buNone/>
              <a:defRPr sz="1400" b="1">
                <a:solidFill>
                  <a:schemeClr val="tx2"/>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106789934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5" name="Text Placeholder 4">
            <a:extLst>
              <a:ext uri="{FF2B5EF4-FFF2-40B4-BE49-F238E27FC236}">
                <a16:creationId xmlns:a16="http://schemas.microsoft.com/office/drawing/2014/main" id="{6E27CBDD-49E9-BBDF-550B-482E4E570E44}"/>
              </a:ext>
            </a:extLst>
          </p:cNvPr>
          <p:cNvSpPr>
            <a:spLocks noGrp="1"/>
          </p:cNvSpPr>
          <p:nvPr>
            <p:ph type="body" sz="quarter" idx="11" hasCustomPrompt="1"/>
          </p:nvPr>
        </p:nvSpPr>
        <p:spPr>
          <a:xfrm>
            <a:off x="576072" y="342645"/>
            <a:ext cx="11018520" cy="184666"/>
          </a:xfrm>
          <a:prstGeom prst="rect">
            <a:avLst/>
          </a:prstGeo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8263" y="1487825"/>
            <a:ext cx="11018838" cy="4833938"/>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61582445"/>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312">
          <p15:clr>
            <a:srgbClr val="5ACBF0"/>
          </p15:clr>
        </p15:guide>
        <p15:guide id="5" orient="horz" pos="904">
          <p15:clr>
            <a:srgbClr val="5ACBF0"/>
          </p15:clr>
        </p15:guide>
      </p15:sldGuideLst>
    </p:ext>
  </p:extLst>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4584EB2-E663-4E79-1330-9D1AE176D89B}"/>
              </a:ext>
            </a:extLst>
          </p:cNvPr>
          <p:cNvSpPr>
            <a:spLocks noGrp="1"/>
          </p:cNvSpPr>
          <p:nvPr>
            <p:ph type="title"/>
          </p:nvPr>
        </p:nvSpPr>
        <p:spPr/>
        <p:txBody>
          <a:bodyPr/>
          <a:lstStyle/>
          <a:p>
            <a:r>
              <a:rPr lang="en-US"/>
              <a:t>Click to edit Master title style</a:t>
            </a:r>
          </a:p>
        </p:txBody>
      </p:sp>
      <p:sp>
        <p:nvSpPr>
          <p:cNvPr id="3" name="Text Placeholder 2">
            <a:extLst>
              <a:ext uri="{FF2B5EF4-FFF2-40B4-BE49-F238E27FC236}">
                <a16:creationId xmlns:a16="http://schemas.microsoft.com/office/drawing/2014/main" id="{47054975-9B72-B5D8-DC2C-2A1B1887D311}"/>
              </a:ext>
            </a:extLst>
          </p:cNvPr>
          <p:cNvSpPr>
            <a:spLocks noGrp="1"/>
          </p:cNvSpPr>
          <p:nvPr>
            <p:ph type="body" sz="quarter" idx="11" hasCustomPrompt="1"/>
          </p:nvPr>
        </p:nvSpPr>
        <p:spPr>
          <a:xfrm>
            <a:off x="574675" y="941388"/>
            <a:ext cx="11018520" cy="323165"/>
          </a:xfrm>
          <a:prstGeom prst="rect">
            <a:avLst/>
          </a:prstGeom>
        </p:spPr>
        <p:txBody>
          <a:bodyPr vert="horz" wrap="square" lIns="0" tIns="45720" rIns="0" bIns="0" rtlCol="0">
            <a:spAutoFit/>
          </a:bodyPr>
          <a:lstStyle>
            <a:lvl1pPr>
              <a:defRPr lang="en-US">
                <a:latin typeface="+mn-lt"/>
              </a:defRPr>
            </a:lvl1pPr>
          </a:lstStyle>
          <a:p>
            <a:pPr lvl="0"/>
            <a:r>
              <a:rPr lang="en-US"/>
              <a:t>Subtitle</a:t>
            </a:r>
          </a:p>
        </p:txBody>
      </p:sp>
      <p:sp>
        <p:nvSpPr>
          <p:cNvPr id="6" name="Text Placeholder 5">
            <a:extLst>
              <a:ext uri="{FF2B5EF4-FFF2-40B4-BE49-F238E27FC236}">
                <a16:creationId xmlns:a16="http://schemas.microsoft.com/office/drawing/2014/main" id="{B9DAEE96-3FBA-ED5E-8648-B6963189A336}"/>
              </a:ext>
            </a:extLst>
          </p:cNvPr>
          <p:cNvSpPr>
            <a:spLocks noGrp="1"/>
          </p:cNvSpPr>
          <p:nvPr>
            <p:ph type="body" sz="quarter" idx="10"/>
          </p:nvPr>
        </p:nvSpPr>
        <p:spPr>
          <a:xfrm>
            <a:off x="584200" y="2019300"/>
            <a:ext cx="11025188" cy="256222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0">
            <a:extLst>
              <a:ext uri="{FF2B5EF4-FFF2-40B4-BE49-F238E27FC236}">
                <a16:creationId xmlns:a16="http://schemas.microsoft.com/office/drawing/2014/main" id="{0CC8A979-8AB8-4200-42E7-0B13DA457A82}"/>
              </a:ext>
            </a:extLst>
          </p:cNvPr>
          <p:cNvSpPr>
            <a:spLocks noGrp="1"/>
          </p:cNvSpPr>
          <p:nvPr>
            <p:ph type="ftr" sz="quarter" idx="3"/>
          </p:nvPr>
        </p:nvSpPr>
        <p:spPr>
          <a:xfrm>
            <a:off x="584201" y="6456459"/>
            <a:ext cx="11025188" cy="107854"/>
          </a:xfrm>
          <a:prstGeom prst="rect">
            <a:avLst/>
          </a:prstGeom>
        </p:spPr>
        <p:txBody>
          <a:bodyPr lIns="0" tIns="0" rIns="0" bIns="0" anchor="b" anchorCtr="0"/>
          <a:lstStyle>
            <a:lvl1pPr>
              <a:defRPr sz="800" baseline="0">
                <a:solidFill>
                  <a:schemeClr val="bg1">
                    <a:lumMod val="50000"/>
                  </a:schemeClr>
                </a:solidFill>
              </a:defRPr>
            </a:lvl1pPr>
          </a:lstStyle>
          <a:p>
            <a:pPr>
              <a:tabLst>
                <a:tab pos="11029950" algn="r"/>
              </a:tabLst>
            </a:pPr>
            <a:endParaRPr lang="en-US"/>
          </a:p>
        </p:txBody>
      </p:sp>
    </p:spTree>
    <p:extLst>
      <p:ext uri="{BB962C8B-B14F-4D97-AF65-F5344CB8AC3E}">
        <p14:creationId xmlns:p14="http://schemas.microsoft.com/office/powerpoint/2010/main" val="823825565"/>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Two Column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4" name="Text Placeholder 4">
            <a:extLst>
              <a:ext uri="{FF2B5EF4-FFF2-40B4-BE49-F238E27FC236}">
                <a16:creationId xmlns:a16="http://schemas.microsoft.com/office/drawing/2014/main" id="{CE607471-1714-DF09-D946-DE3D04781CEF}"/>
              </a:ext>
            </a:extLst>
          </p:cNvPr>
          <p:cNvSpPr>
            <a:spLocks noGrp="1"/>
          </p:cNvSpPr>
          <p:nvPr>
            <p:ph type="body" sz="quarter" idx="11" hasCustomPrompt="1"/>
          </p:nvPr>
        </p:nvSpPr>
        <p:spPr>
          <a:xfrm>
            <a:off x="576072" y="342645"/>
            <a:ext cx="11018520" cy="184666"/>
          </a:xfrm>
          <a:prstGeom prst="rect">
            <a:avLst/>
          </a:prstGeo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39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11164434"/>
      </p:ext>
    </p:extLst>
  </p:cSld>
  <p:clrMapOvr>
    <a:masterClrMapping/>
  </p:clrMapOvr>
  <p:transition>
    <p:fade/>
  </p:transition>
  <p:extLst>
    <p:ext uri="{DCECCB84-F9BA-43D5-87BE-67443E8EF086}">
      <p15:sldGuideLst xmlns:p15="http://schemas.microsoft.com/office/powerpoint/2012/main">
        <p15:guide id="1" orient="horz" pos="312">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Three Column Bullet with Subtitles">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E614CF21-40C9-FD81-9FE0-C35C45EA6869}"/>
              </a:ext>
            </a:extLst>
          </p:cNvPr>
          <p:cNvSpPr>
            <a:spLocks noGrp="1"/>
          </p:cNvSpPr>
          <p:nvPr>
            <p:ph type="title"/>
          </p:nvPr>
        </p:nvSpPr>
        <p:spPr/>
        <p:txBody>
          <a:bodyPr/>
          <a:lstStyle/>
          <a:p>
            <a:r>
              <a:rPr lang="en-US"/>
              <a:t>Click to edit Master title style</a:t>
            </a:r>
          </a:p>
        </p:txBody>
      </p:sp>
      <p:sp>
        <p:nvSpPr>
          <p:cNvPr id="6" name="Text Placeholder 4">
            <a:extLst>
              <a:ext uri="{FF2B5EF4-FFF2-40B4-BE49-F238E27FC236}">
                <a16:creationId xmlns:a16="http://schemas.microsoft.com/office/drawing/2014/main" id="{CE7AB499-F4B6-AB75-F8BB-2E6B5006EAAD}"/>
              </a:ext>
            </a:extLst>
          </p:cNvPr>
          <p:cNvSpPr>
            <a:spLocks noGrp="1"/>
          </p:cNvSpPr>
          <p:nvPr>
            <p:ph type="body" sz="quarter" idx="11" hasCustomPrompt="1"/>
          </p:nvPr>
        </p:nvSpPr>
        <p:spPr>
          <a:xfrm>
            <a:off x="576072" y="342645"/>
            <a:ext cx="11018520" cy="184666"/>
          </a:xfrm>
          <a:prstGeom prst="rect">
            <a:avLst/>
          </a:prstGeo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5" name="Text Placeholder 4">
            <a:extLst>
              <a:ext uri="{FF2B5EF4-FFF2-40B4-BE49-F238E27FC236}">
                <a16:creationId xmlns:a16="http://schemas.microsoft.com/office/drawing/2014/main" id="{5F95B007-C9EF-5B2F-94EA-FE8143537B48}"/>
              </a:ext>
            </a:extLst>
          </p:cNvPr>
          <p:cNvSpPr>
            <a:spLocks noGrp="1"/>
          </p:cNvSpPr>
          <p:nvPr>
            <p:ph type="body" sz="quarter" idx="20"/>
          </p:nvPr>
        </p:nvSpPr>
        <p:spPr>
          <a:xfrm>
            <a:off x="577850" y="1438275"/>
            <a:ext cx="3271838" cy="294322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4">
            <a:extLst>
              <a:ext uri="{FF2B5EF4-FFF2-40B4-BE49-F238E27FC236}">
                <a16:creationId xmlns:a16="http://schemas.microsoft.com/office/drawing/2014/main" id="{48F29CA2-1A6E-5E01-133F-13692EF74955}"/>
              </a:ext>
            </a:extLst>
          </p:cNvPr>
          <p:cNvSpPr>
            <a:spLocks noGrp="1"/>
          </p:cNvSpPr>
          <p:nvPr>
            <p:ph type="body" sz="quarter" idx="21"/>
          </p:nvPr>
        </p:nvSpPr>
        <p:spPr>
          <a:xfrm>
            <a:off x="4462463" y="1438275"/>
            <a:ext cx="3271838" cy="294322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4">
            <a:extLst>
              <a:ext uri="{FF2B5EF4-FFF2-40B4-BE49-F238E27FC236}">
                <a16:creationId xmlns:a16="http://schemas.microsoft.com/office/drawing/2014/main" id="{1E78BFDD-CDF6-1991-27AA-4A34894154F1}"/>
              </a:ext>
            </a:extLst>
          </p:cNvPr>
          <p:cNvSpPr>
            <a:spLocks noGrp="1"/>
          </p:cNvSpPr>
          <p:nvPr>
            <p:ph type="body" sz="quarter" idx="22"/>
          </p:nvPr>
        </p:nvSpPr>
        <p:spPr>
          <a:xfrm>
            <a:off x="8348662" y="1438275"/>
            <a:ext cx="3271838" cy="294322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29728900"/>
      </p:ext>
    </p:extLst>
  </p:cSld>
  <p:clrMapOvr>
    <a:masterClrMapping/>
  </p:clrMapOvr>
  <p:transition>
    <p:fade/>
  </p:transition>
  <p:extLst>
    <p:ext uri="{DCECCB84-F9BA-43D5-87BE-67443E8EF086}">
      <p15:sldGuideLst xmlns:p15="http://schemas.microsoft.com/office/powerpoint/2012/main">
        <p15:guide id="3" orient="horz" pos="1506">
          <p15:clr>
            <a:srgbClr val="5ACBF0"/>
          </p15:clr>
        </p15:guide>
        <p15:guide id="4" orient="horz" pos="906">
          <p15:clr>
            <a:srgbClr val="5ACBF0"/>
          </p15:clr>
        </p15:guide>
        <p15:guide id="5" orient="horz" pos="312">
          <p15:clr>
            <a:srgbClr val="5ACBF0"/>
          </p15:clr>
        </p15:guide>
        <p15:guide id="6" pos="2430">
          <p15:clr>
            <a:srgbClr val="5ACBF0"/>
          </p15:clr>
        </p15:guide>
        <p15:guide id="7" pos="2811">
          <p15:clr>
            <a:srgbClr val="5ACBF0"/>
          </p15:clr>
        </p15:guide>
        <p15:guide id="8" pos="4871">
          <p15:clr>
            <a:srgbClr val="5ACBF0"/>
          </p15:clr>
        </p15:guide>
        <p15:guide id="9" pos="5251">
          <p15:clr>
            <a:srgbClr val="5ACBF0"/>
          </p15:clr>
        </p15:guide>
      </p15:sldGuideLst>
    </p:ext>
  </p:extLs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Four Column Bullet with Subtitles">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9D293C66-BD69-5C0F-E3DF-9A40BCFD38DA}"/>
              </a:ext>
            </a:extLst>
          </p:cNvPr>
          <p:cNvSpPr>
            <a:spLocks noGrp="1"/>
          </p:cNvSpPr>
          <p:nvPr>
            <p:ph type="title"/>
          </p:nvPr>
        </p:nvSpPr>
        <p:spPr/>
        <p:txBody>
          <a:bodyPr/>
          <a:lstStyle/>
          <a:p>
            <a:r>
              <a:rPr lang="en-US"/>
              <a:t>Click to edit Master title style</a:t>
            </a:r>
          </a:p>
        </p:txBody>
      </p:sp>
      <p:sp>
        <p:nvSpPr>
          <p:cNvPr id="4" name="Text Placeholder 4">
            <a:extLst>
              <a:ext uri="{FF2B5EF4-FFF2-40B4-BE49-F238E27FC236}">
                <a16:creationId xmlns:a16="http://schemas.microsoft.com/office/drawing/2014/main" id="{2E6B27AF-6A05-4446-FE86-5C02BDBC24F8}"/>
              </a:ext>
            </a:extLst>
          </p:cNvPr>
          <p:cNvSpPr>
            <a:spLocks noGrp="1"/>
          </p:cNvSpPr>
          <p:nvPr>
            <p:ph type="body" sz="quarter" idx="11" hasCustomPrompt="1"/>
          </p:nvPr>
        </p:nvSpPr>
        <p:spPr>
          <a:xfrm>
            <a:off x="576072" y="342645"/>
            <a:ext cx="11018520" cy="184666"/>
          </a:xfrm>
          <a:prstGeom prst="rect">
            <a:avLst/>
          </a:prstGeo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5" name="Text Placeholder 4">
            <a:extLst>
              <a:ext uri="{FF2B5EF4-FFF2-40B4-BE49-F238E27FC236}">
                <a16:creationId xmlns:a16="http://schemas.microsoft.com/office/drawing/2014/main" id="{B6CA7223-94D7-AAFC-DB2E-492B5D8C7A9A}"/>
              </a:ext>
            </a:extLst>
          </p:cNvPr>
          <p:cNvSpPr>
            <a:spLocks noGrp="1"/>
          </p:cNvSpPr>
          <p:nvPr>
            <p:ph type="body" sz="quarter" idx="20"/>
          </p:nvPr>
        </p:nvSpPr>
        <p:spPr>
          <a:xfrm>
            <a:off x="577850" y="1438275"/>
            <a:ext cx="2538413" cy="294322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4">
            <a:extLst>
              <a:ext uri="{FF2B5EF4-FFF2-40B4-BE49-F238E27FC236}">
                <a16:creationId xmlns:a16="http://schemas.microsoft.com/office/drawing/2014/main" id="{014D9B61-EABE-C786-89C6-3777B6F69C6E}"/>
              </a:ext>
            </a:extLst>
          </p:cNvPr>
          <p:cNvSpPr>
            <a:spLocks noGrp="1"/>
          </p:cNvSpPr>
          <p:nvPr>
            <p:ph type="body" sz="quarter" idx="21"/>
          </p:nvPr>
        </p:nvSpPr>
        <p:spPr>
          <a:xfrm>
            <a:off x="3413125" y="1438275"/>
            <a:ext cx="2538413" cy="294322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4">
            <a:extLst>
              <a:ext uri="{FF2B5EF4-FFF2-40B4-BE49-F238E27FC236}">
                <a16:creationId xmlns:a16="http://schemas.microsoft.com/office/drawing/2014/main" id="{EE9211B1-4748-B663-B342-D6798C5B27B3}"/>
              </a:ext>
            </a:extLst>
          </p:cNvPr>
          <p:cNvSpPr>
            <a:spLocks noGrp="1"/>
          </p:cNvSpPr>
          <p:nvPr>
            <p:ph type="body" sz="quarter" idx="22"/>
          </p:nvPr>
        </p:nvSpPr>
        <p:spPr>
          <a:xfrm>
            <a:off x="6248400" y="1438275"/>
            <a:ext cx="2538413" cy="294322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4">
            <a:extLst>
              <a:ext uri="{FF2B5EF4-FFF2-40B4-BE49-F238E27FC236}">
                <a16:creationId xmlns:a16="http://schemas.microsoft.com/office/drawing/2014/main" id="{93AF2857-DAEF-31B4-9CAD-F347CCC41440}"/>
              </a:ext>
            </a:extLst>
          </p:cNvPr>
          <p:cNvSpPr>
            <a:spLocks noGrp="1"/>
          </p:cNvSpPr>
          <p:nvPr>
            <p:ph type="body" sz="quarter" idx="23"/>
          </p:nvPr>
        </p:nvSpPr>
        <p:spPr>
          <a:xfrm>
            <a:off x="9083675" y="1438275"/>
            <a:ext cx="2538413" cy="294322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04520874"/>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436">
          <p15:clr>
            <a:srgbClr val="5ACBF0"/>
          </p15:clr>
        </p15:guide>
      </p15:sldGuideLst>
    </p:ext>
  </p:extLst>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Five Column Bullet with Subtitles">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0E1D4FE1-DFED-1622-32F9-3D015929DFF1}"/>
              </a:ext>
            </a:extLst>
          </p:cNvPr>
          <p:cNvSpPr>
            <a:spLocks noGrp="1"/>
          </p:cNvSpPr>
          <p:nvPr>
            <p:ph type="title"/>
          </p:nvPr>
        </p:nvSpPr>
        <p:spPr/>
        <p:txBody>
          <a:bodyPr/>
          <a:lstStyle/>
          <a:p>
            <a:r>
              <a:rPr lang="en-US"/>
              <a:t>Click to edit Master title style</a:t>
            </a:r>
          </a:p>
        </p:txBody>
      </p:sp>
      <p:sp>
        <p:nvSpPr>
          <p:cNvPr id="4" name="Text Placeholder 4">
            <a:extLst>
              <a:ext uri="{FF2B5EF4-FFF2-40B4-BE49-F238E27FC236}">
                <a16:creationId xmlns:a16="http://schemas.microsoft.com/office/drawing/2014/main" id="{CB8D4404-C124-7E57-8FB1-BA39742F7A50}"/>
              </a:ext>
            </a:extLst>
          </p:cNvPr>
          <p:cNvSpPr>
            <a:spLocks noGrp="1"/>
          </p:cNvSpPr>
          <p:nvPr>
            <p:ph type="body" sz="quarter" idx="11" hasCustomPrompt="1"/>
          </p:nvPr>
        </p:nvSpPr>
        <p:spPr>
          <a:xfrm>
            <a:off x="576072" y="342645"/>
            <a:ext cx="11018520" cy="184666"/>
          </a:xfrm>
          <a:prstGeom prst="rect">
            <a:avLst/>
          </a:prstGeo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6" name="Text Placeholder 4">
            <a:extLst>
              <a:ext uri="{FF2B5EF4-FFF2-40B4-BE49-F238E27FC236}">
                <a16:creationId xmlns:a16="http://schemas.microsoft.com/office/drawing/2014/main" id="{C6DACF10-6479-7F9D-29E8-1C10401F61D4}"/>
              </a:ext>
            </a:extLst>
          </p:cNvPr>
          <p:cNvSpPr>
            <a:spLocks noGrp="1"/>
          </p:cNvSpPr>
          <p:nvPr>
            <p:ph type="body" sz="quarter" idx="20"/>
          </p:nvPr>
        </p:nvSpPr>
        <p:spPr>
          <a:xfrm>
            <a:off x="577850" y="1438275"/>
            <a:ext cx="1978025" cy="1631216"/>
          </a:xfrm>
          <a:prstGeom prst="rect">
            <a:avLst/>
          </a:prstGeom>
        </p:spPr>
        <p:txBody>
          <a:bodyPr/>
          <a:lstStyle>
            <a:lvl1pPr>
              <a:defRPr sz="1600"/>
            </a:lvl1pPr>
            <a:lvl2pPr>
              <a:defRPr sz="14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4">
            <a:extLst>
              <a:ext uri="{FF2B5EF4-FFF2-40B4-BE49-F238E27FC236}">
                <a16:creationId xmlns:a16="http://schemas.microsoft.com/office/drawing/2014/main" id="{45D7083F-7CFE-DE24-42E2-444B7CF03635}"/>
              </a:ext>
            </a:extLst>
          </p:cNvPr>
          <p:cNvSpPr>
            <a:spLocks noGrp="1"/>
          </p:cNvSpPr>
          <p:nvPr>
            <p:ph type="body" sz="quarter" idx="21"/>
          </p:nvPr>
        </p:nvSpPr>
        <p:spPr>
          <a:xfrm>
            <a:off x="2849563" y="1438275"/>
            <a:ext cx="1978025" cy="1631216"/>
          </a:xfrm>
          <a:prstGeom prst="rect">
            <a:avLst/>
          </a:prstGeom>
        </p:spPr>
        <p:txBody>
          <a:bodyPr/>
          <a:lstStyle>
            <a:lvl1pPr>
              <a:defRPr sz="1600"/>
            </a:lvl1pPr>
            <a:lvl2pPr>
              <a:defRPr sz="14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4">
            <a:extLst>
              <a:ext uri="{FF2B5EF4-FFF2-40B4-BE49-F238E27FC236}">
                <a16:creationId xmlns:a16="http://schemas.microsoft.com/office/drawing/2014/main" id="{5DDD545C-8D59-ABDC-9942-F25E1B5C9D06}"/>
              </a:ext>
            </a:extLst>
          </p:cNvPr>
          <p:cNvSpPr>
            <a:spLocks noGrp="1"/>
          </p:cNvSpPr>
          <p:nvPr>
            <p:ph type="body" sz="quarter" idx="22"/>
          </p:nvPr>
        </p:nvSpPr>
        <p:spPr>
          <a:xfrm>
            <a:off x="5103813" y="1438275"/>
            <a:ext cx="1978025" cy="1631216"/>
          </a:xfrm>
          <a:prstGeom prst="rect">
            <a:avLst/>
          </a:prstGeom>
        </p:spPr>
        <p:txBody>
          <a:bodyPr/>
          <a:lstStyle>
            <a:lvl1pPr>
              <a:defRPr sz="1600"/>
            </a:lvl1pPr>
            <a:lvl2pPr>
              <a:defRPr sz="14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4">
            <a:extLst>
              <a:ext uri="{FF2B5EF4-FFF2-40B4-BE49-F238E27FC236}">
                <a16:creationId xmlns:a16="http://schemas.microsoft.com/office/drawing/2014/main" id="{B9EBAB35-9342-2545-2284-5BE24D05B2AA}"/>
              </a:ext>
            </a:extLst>
          </p:cNvPr>
          <p:cNvSpPr>
            <a:spLocks noGrp="1"/>
          </p:cNvSpPr>
          <p:nvPr>
            <p:ph type="body" sz="quarter" idx="23"/>
          </p:nvPr>
        </p:nvSpPr>
        <p:spPr>
          <a:xfrm>
            <a:off x="7375525" y="1438275"/>
            <a:ext cx="1978025" cy="1631216"/>
          </a:xfrm>
          <a:prstGeom prst="rect">
            <a:avLst/>
          </a:prstGeom>
        </p:spPr>
        <p:txBody>
          <a:bodyPr/>
          <a:lstStyle>
            <a:lvl1pPr>
              <a:defRPr sz="1600"/>
            </a:lvl1pPr>
            <a:lvl2pPr>
              <a:defRPr sz="14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4">
            <a:extLst>
              <a:ext uri="{FF2B5EF4-FFF2-40B4-BE49-F238E27FC236}">
                <a16:creationId xmlns:a16="http://schemas.microsoft.com/office/drawing/2014/main" id="{E256F632-FA49-CD1A-8D2B-CB70CC3EE498}"/>
              </a:ext>
            </a:extLst>
          </p:cNvPr>
          <p:cNvSpPr>
            <a:spLocks noGrp="1"/>
          </p:cNvSpPr>
          <p:nvPr>
            <p:ph type="body" sz="quarter" idx="24"/>
          </p:nvPr>
        </p:nvSpPr>
        <p:spPr>
          <a:xfrm>
            <a:off x="9647237" y="1438275"/>
            <a:ext cx="1978025" cy="1631216"/>
          </a:xfrm>
          <a:prstGeom prst="rect">
            <a:avLst/>
          </a:prstGeom>
        </p:spPr>
        <p:txBody>
          <a:bodyPr/>
          <a:lstStyle>
            <a:lvl1pPr>
              <a:defRPr sz="1600"/>
            </a:lvl1pPr>
            <a:lvl2pPr>
              <a:defRPr sz="14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879374"/>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610">
          <p15:clr>
            <a:srgbClr val="5ACBF0"/>
          </p15:clr>
        </p15:guide>
        <p15:guide id="7" pos="1795">
          <p15:clr>
            <a:srgbClr val="5ACBF0"/>
          </p15:clr>
        </p15:guide>
        <p15:guide id="8" pos="3035">
          <p15:clr>
            <a:srgbClr val="5ACBF0"/>
          </p15:clr>
        </p15:guide>
        <p15:guide id="9" pos="3221">
          <p15:clr>
            <a:srgbClr val="5ACBF0"/>
          </p15:clr>
        </p15:guide>
        <p15:guide id="10" pos="4461">
          <p15:clr>
            <a:srgbClr val="5ACBF0"/>
          </p15:clr>
        </p15:guide>
        <p15:guide id="11" pos="5890">
          <p15:clr>
            <a:srgbClr val="5ACBF0"/>
          </p15:clr>
        </p15:guide>
        <p15:guide id="12" orient="horz" pos="1436">
          <p15:clr>
            <a:srgbClr val="5ACBF0"/>
          </p15:clr>
        </p15:guide>
        <p15:guide id="13" pos="4646">
          <p15:clr>
            <a:srgbClr val="5ACBF0"/>
          </p15:clr>
        </p15:guide>
        <p15:guide id="14" pos="6072">
          <p15:clr>
            <a:srgbClr val="5ACBF0"/>
          </p15:clr>
        </p15:guide>
      </p15:sldGuideLst>
    </p:ext>
  </p:extLst>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BCEAD74-397D-0D97-9041-3CFAF98275DD}"/>
              </a:ext>
            </a:extLst>
          </p:cNvPr>
          <p:cNvSpPr>
            <a:spLocks noGrp="1"/>
          </p:cNvSpPr>
          <p:nvPr>
            <p:ph type="title"/>
          </p:nvPr>
        </p:nvSpPr>
        <p:spPr/>
        <p:txBody>
          <a:bodyPr/>
          <a:lstStyle/>
          <a:p>
            <a:r>
              <a:rPr lang="en-US"/>
              <a:t>Click to edit Master title style</a:t>
            </a:r>
          </a:p>
        </p:txBody>
      </p:sp>
      <p:sp>
        <p:nvSpPr>
          <p:cNvPr id="4" name="Text Placeholder 4">
            <a:extLst>
              <a:ext uri="{FF2B5EF4-FFF2-40B4-BE49-F238E27FC236}">
                <a16:creationId xmlns:a16="http://schemas.microsoft.com/office/drawing/2014/main" id="{06C78FC9-571D-C292-CABC-D6E40E5EF179}"/>
              </a:ext>
            </a:extLst>
          </p:cNvPr>
          <p:cNvSpPr>
            <a:spLocks noGrp="1"/>
          </p:cNvSpPr>
          <p:nvPr>
            <p:ph type="body" sz="quarter" idx="11" hasCustomPrompt="1"/>
          </p:nvPr>
        </p:nvSpPr>
        <p:spPr>
          <a:xfrm>
            <a:off x="576072" y="342645"/>
            <a:ext cx="11018520" cy="184666"/>
          </a:xfrm>
          <a:prstGeom prst="rect">
            <a:avLst/>
          </a:prstGeo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Tree>
    <p:extLst>
      <p:ext uri="{BB962C8B-B14F-4D97-AF65-F5344CB8AC3E}">
        <p14:creationId xmlns:p14="http://schemas.microsoft.com/office/powerpoint/2010/main" val="118961224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Title Only w beige 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70D2C7A-4F5B-353D-0C06-7346A8207B45}"/>
              </a:ext>
            </a:extLst>
          </p:cNvPr>
          <p:cNvSpPr/>
          <p:nvPr userDrawn="1"/>
        </p:nvSpPr>
        <p:spPr bwMode="auto">
          <a:xfrm>
            <a:off x="0"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3" name="Picture 2" descr="A colorful gradient going from darker blue on the left side to light blue to magenta to orange on the right side">
            <a:extLst>
              <a:ext uri="{FF2B5EF4-FFF2-40B4-BE49-F238E27FC236}">
                <a16:creationId xmlns:a16="http://schemas.microsoft.com/office/drawing/2014/main" id="{B0ABAD7C-69B5-267A-50D7-D08FB74F67A5}"/>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sp>
        <p:nvSpPr>
          <p:cNvPr id="5" name="Title 4">
            <a:extLst>
              <a:ext uri="{FF2B5EF4-FFF2-40B4-BE49-F238E27FC236}">
                <a16:creationId xmlns:a16="http://schemas.microsoft.com/office/drawing/2014/main" id="{0BCEAD74-397D-0D97-9041-3CFAF98275DD}"/>
              </a:ext>
            </a:extLst>
          </p:cNvPr>
          <p:cNvSpPr>
            <a:spLocks noGrp="1"/>
          </p:cNvSpPr>
          <p:nvPr>
            <p:ph type="title"/>
          </p:nvPr>
        </p:nvSpPr>
        <p:spPr/>
        <p:txBody>
          <a:bodyPr/>
          <a:lstStyle/>
          <a:p>
            <a:r>
              <a:rPr lang="en-US"/>
              <a:t>Click to edit Master title style</a:t>
            </a:r>
          </a:p>
        </p:txBody>
      </p:sp>
      <p:sp>
        <p:nvSpPr>
          <p:cNvPr id="4" name="Text Placeholder 4">
            <a:extLst>
              <a:ext uri="{FF2B5EF4-FFF2-40B4-BE49-F238E27FC236}">
                <a16:creationId xmlns:a16="http://schemas.microsoft.com/office/drawing/2014/main" id="{06C78FC9-571D-C292-CABC-D6E40E5EF179}"/>
              </a:ext>
            </a:extLst>
          </p:cNvPr>
          <p:cNvSpPr>
            <a:spLocks noGrp="1"/>
          </p:cNvSpPr>
          <p:nvPr>
            <p:ph type="body" sz="quarter" idx="11" hasCustomPrompt="1"/>
          </p:nvPr>
        </p:nvSpPr>
        <p:spPr>
          <a:xfrm>
            <a:off x="576072" y="342645"/>
            <a:ext cx="11018520" cy="184666"/>
          </a:xfrm>
          <a:prstGeom prst="rect">
            <a:avLst/>
          </a:prstGeo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8" name="TextBox 7">
            <a:extLst>
              <a:ext uri="{FF2B5EF4-FFF2-40B4-BE49-F238E27FC236}">
                <a16:creationId xmlns:a16="http://schemas.microsoft.com/office/drawing/2014/main" id="{1C4FAD36-A028-B9C4-83EA-3E9D6CD1F885}"/>
              </a:ext>
            </a:extLst>
          </p:cNvPr>
          <p:cNvSpPr txBox="1"/>
          <p:nvPr userDrawn="1">
            <p:extLst>
              <p:ext uri="{1162E1C5-73C7-4A58-AE30-91384D911F3F}">
                <p184:classification xmlns:p184="http://schemas.microsoft.com/office/powerpoint/2018/4/main" val="ftr"/>
              </p:ext>
            </p:extLst>
          </p:nvPr>
        </p:nvSpPr>
        <p:spPr>
          <a:xfrm>
            <a:off x="3121446" y="6511422"/>
            <a:ext cx="5949107" cy="215444"/>
          </a:xfrm>
          <a:prstGeom prst="rect">
            <a:avLst/>
          </a:prstGeom>
        </p:spPr>
        <p:txBody>
          <a:bodyPr horzOverflow="overflow" wrap="square" lIns="45720" tIns="45720" rIns="45720" bIns="45720">
            <a:spAutoFit/>
          </a:bodyPr>
          <a:lstStyle/>
          <a:p>
            <a:pPr algn="ctr"/>
            <a:r>
              <a:rPr lang="en-US" sz="800" b="0">
                <a:solidFill>
                  <a:schemeClr val="tx2"/>
                </a:solidFill>
                <a:latin typeface="+mn-lt"/>
              </a:rPr>
              <a:t>Classified as Microsoft Confidential – content under embargo until Nov 18, 2025</a:t>
            </a:r>
          </a:p>
        </p:txBody>
      </p:sp>
    </p:spTree>
    <p:extLst>
      <p:ext uri="{BB962C8B-B14F-4D97-AF65-F5344CB8AC3E}">
        <p14:creationId xmlns:p14="http://schemas.microsoft.com/office/powerpoint/2010/main" val="274917865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TItle, subtitle only">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4584EB2-E663-4E79-1330-9D1AE176D89B}"/>
              </a:ext>
            </a:extLst>
          </p:cNvPr>
          <p:cNvSpPr>
            <a:spLocks noGrp="1"/>
          </p:cNvSpPr>
          <p:nvPr>
            <p:ph type="title"/>
          </p:nvPr>
        </p:nvSpPr>
        <p:spPr/>
        <p:txBody>
          <a:bodyPr/>
          <a:lstStyle/>
          <a:p>
            <a:r>
              <a:rPr lang="en-US"/>
              <a:t>Click to edit Master title style</a:t>
            </a:r>
          </a:p>
        </p:txBody>
      </p:sp>
      <p:sp>
        <p:nvSpPr>
          <p:cNvPr id="3" name="Text Placeholder 2">
            <a:extLst>
              <a:ext uri="{FF2B5EF4-FFF2-40B4-BE49-F238E27FC236}">
                <a16:creationId xmlns:a16="http://schemas.microsoft.com/office/drawing/2014/main" id="{47054975-9B72-B5D8-DC2C-2A1B1887D311}"/>
              </a:ext>
            </a:extLst>
          </p:cNvPr>
          <p:cNvSpPr>
            <a:spLocks noGrp="1"/>
          </p:cNvSpPr>
          <p:nvPr>
            <p:ph type="body" sz="quarter" idx="11" hasCustomPrompt="1"/>
          </p:nvPr>
        </p:nvSpPr>
        <p:spPr>
          <a:xfrm>
            <a:off x="574675" y="941388"/>
            <a:ext cx="11018520" cy="323165"/>
          </a:xfrm>
          <a:prstGeom prst="rect">
            <a:avLst/>
          </a:prstGeom>
        </p:spPr>
        <p:txBody>
          <a:bodyPr vert="horz" wrap="square" lIns="0" tIns="45720" rIns="0" bIns="0" rtlCol="0">
            <a:spAutoFit/>
          </a:bodyPr>
          <a:lstStyle>
            <a:lvl1pPr>
              <a:defRPr lang="en-US" dirty="0">
                <a:latin typeface="+mn-lt"/>
              </a:defRPr>
            </a:lvl1pPr>
          </a:lstStyle>
          <a:p>
            <a:pPr lvl="0"/>
            <a:r>
              <a:rPr lang="en-US"/>
              <a:t>Subtitle</a:t>
            </a:r>
          </a:p>
        </p:txBody>
      </p:sp>
      <p:sp>
        <p:nvSpPr>
          <p:cNvPr id="2" name="Footer Placeholder 10">
            <a:extLst>
              <a:ext uri="{FF2B5EF4-FFF2-40B4-BE49-F238E27FC236}">
                <a16:creationId xmlns:a16="http://schemas.microsoft.com/office/drawing/2014/main" id="{0CC8A979-8AB8-4200-42E7-0B13DA457A82}"/>
              </a:ext>
            </a:extLst>
          </p:cNvPr>
          <p:cNvSpPr>
            <a:spLocks noGrp="1"/>
          </p:cNvSpPr>
          <p:nvPr>
            <p:ph type="ftr" sz="quarter" idx="3"/>
          </p:nvPr>
        </p:nvSpPr>
        <p:spPr>
          <a:xfrm>
            <a:off x="584201" y="6456459"/>
            <a:ext cx="11025188" cy="107854"/>
          </a:xfrm>
          <a:prstGeom prst="rect">
            <a:avLst/>
          </a:prstGeom>
        </p:spPr>
        <p:txBody>
          <a:bodyPr lIns="0" tIns="0" rIns="0" bIns="0" anchor="b" anchorCtr="0"/>
          <a:lstStyle>
            <a:lvl1pPr>
              <a:defRPr sz="800" baseline="0">
                <a:solidFill>
                  <a:schemeClr val="bg1">
                    <a:lumMod val="50000"/>
                  </a:schemeClr>
                </a:solidFill>
              </a:defRPr>
            </a:lvl1pPr>
          </a:lstStyle>
          <a:p>
            <a:pPr>
              <a:tabLst>
                <a:tab pos="11029950" algn="r"/>
              </a:tabLst>
            </a:pPr>
            <a:endParaRPr lang="en-US"/>
          </a:p>
        </p:txBody>
      </p:sp>
    </p:spTree>
    <p:extLst>
      <p:ext uri="{BB962C8B-B14F-4D97-AF65-F5344CB8AC3E}">
        <p14:creationId xmlns:p14="http://schemas.microsoft.com/office/powerpoint/2010/main" val="4022652740"/>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740">
          <p15:clr>
            <a:srgbClr val="5ACBF0"/>
          </p15:clr>
        </p15:guide>
      </p15:sldGuideLst>
    </p:ext>
  </p:extLst>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Title Only w beige bg subtitle">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3434CD3-B5AB-D10E-DB6D-E4408EEE1888}"/>
              </a:ext>
            </a:extLst>
          </p:cNvPr>
          <p:cNvGrpSpPr/>
          <p:nvPr userDrawn="1"/>
        </p:nvGrpSpPr>
        <p:grpSpPr>
          <a:xfrm>
            <a:off x="0" y="0"/>
            <a:ext cx="12188952" cy="6858000"/>
            <a:chOff x="0" y="0"/>
            <a:chExt cx="12188952" cy="6858000"/>
          </a:xfrm>
        </p:grpSpPr>
        <p:sp>
          <p:nvSpPr>
            <p:cNvPr id="4" name="Rectangle 3">
              <a:extLst>
                <a:ext uri="{FF2B5EF4-FFF2-40B4-BE49-F238E27FC236}">
                  <a16:creationId xmlns:a16="http://schemas.microsoft.com/office/drawing/2014/main" id="{C58D21BD-6389-8481-3722-9F401AC1ECFB}"/>
                </a:ext>
              </a:extLst>
            </p:cNvPr>
            <p:cNvSpPr/>
            <p:nvPr userDrawn="1"/>
          </p:nvSpPr>
          <p:spPr bwMode="auto">
            <a:xfrm>
              <a:off x="0"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5" name="Picture 4" descr="A colorful gradient going from darker blue on the left side to light blue to magenta to orange on the right side">
              <a:extLst>
                <a:ext uri="{FF2B5EF4-FFF2-40B4-BE49-F238E27FC236}">
                  <a16:creationId xmlns:a16="http://schemas.microsoft.com/office/drawing/2014/main" id="{4BB01073-1777-1B14-214B-1FAE054897C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grpSp>
      <p:sp>
        <p:nvSpPr>
          <p:cNvPr id="7" name="Title 6">
            <a:extLst>
              <a:ext uri="{FF2B5EF4-FFF2-40B4-BE49-F238E27FC236}">
                <a16:creationId xmlns:a16="http://schemas.microsoft.com/office/drawing/2014/main" id="{94584EB2-E663-4E79-1330-9D1AE176D89B}"/>
              </a:ext>
            </a:extLst>
          </p:cNvPr>
          <p:cNvSpPr>
            <a:spLocks noGrp="1"/>
          </p:cNvSpPr>
          <p:nvPr>
            <p:ph type="title"/>
          </p:nvPr>
        </p:nvSpPr>
        <p:spPr/>
        <p:txBody>
          <a:bodyPr/>
          <a:lstStyle/>
          <a:p>
            <a:r>
              <a:rPr lang="en-US"/>
              <a:t>Click to edit Master title style</a:t>
            </a:r>
          </a:p>
        </p:txBody>
      </p:sp>
      <p:sp>
        <p:nvSpPr>
          <p:cNvPr id="3" name="Text Placeholder 2">
            <a:extLst>
              <a:ext uri="{FF2B5EF4-FFF2-40B4-BE49-F238E27FC236}">
                <a16:creationId xmlns:a16="http://schemas.microsoft.com/office/drawing/2014/main" id="{47054975-9B72-B5D8-DC2C-2A1B1887D311}"/>
              </a:ext>
            </a:extLst>
          </p:cNvPr>
          <p:cNvSpPr>
            <a:spLocks noGrp="1"/>
          </p:cNvSpPr>
          <p:nvPr>
            <p:ph type="body" sz="quarter" idx="11" hasCustomPrompt="1"/>
          </p:nvPr>
        </p:nvSpPr>
        <p:spPr>
          <a:xfrm>
            <a:off x="574675" y="941388"/>
            <a:ext cx="11018520" cy="323165"/>
          </a:xfrm>
          <a:prstGeom prst="rect">
            <a:avLst/>
          </a:prstGeom>
        </p:spPr>
        <p:txBody>
          <a:bodyPr tIns="45720">
            <a:spAutoFit/>
          </a:bodyPr>
          <a:lstStyle>
            <a:lvl1pPr>
              <a:defRPr sz="1800">
                <a:solidFill>
                  <a:schemeClr val="tx1"/>
                </a:solidFill>
                <a:latin typeface="+mn-lt"/>
              </a:defRPr>
            </a:lvl1pPr>
          </a:lstStyle>
          <a:p>
            <a:pPr lvl="0"/>
            <a:r>
              <a:rPr lang="en-US"/>
              <a:t>Subtitle</a:t>
            </a:r>
          </a:p>
        </p:txBody>
      </p:sp>
      <p:sp>
        <p:nvSpPr>
          <p:cNvPr id="2" name="Footer Placeholder 10">
            <a:extLst>
              <a:ext uri="{FF2B5EF4-FFF2-40B4-BE49-F238E27FC236}">
                <a16:creationId xmlns:a16="http://schemas.microsoft.com/office/drawing/2014/main" id="{0CC8A979-8AB8-4200-42E7-0B13DA457A82}"/>
              </a:ext>
            </a:extLst>
          </p:cNvPr>
          <p:cNvSpPr>
            <a:spLocks noGrp="1"/>
          </p:cNvSpPr>
          <p:nvPr>
            <p:ph type="ftr" sz="quarter" idx="3"/>
          </p:nvPr>
        </p:nvSpPr>
        <p:spPr>
          <a:xfrm>
            <a:off x="584201" y="6456459"/>
            <a:ext cx="11025188" cy="107854"/>
          </a:xfrm>
          <a:prstGeom prst="rect">
            <a:avLst/>
          </a:prstGeom>
        </p:spPr>
        <p:txBody>
          <a:bodyPr lIns="0" tIns="0" rIns="0" bIns="0" anchor="b" anchorCtr="0"/>
          <a:lstStyle>
            <a:lvl1pPr>
              <a:defRPr sz="800" baseline="0">
                <a:solidFill>
                  <a:schemeClr val="bg1">
                    <a:lumMod val="50000"/>
                  </a:schemeClr>
                </a:solidFill>
              </a:defRPr>
            </a:lvl1pPr>
          </a:lstStyle>
          <a:p>
            <a:pPr>
              <a:tabLst>
                <a:tab pos="11029950" algn="r"/>
              </a:tabLst>
            </a:pPr>
            <a:endParaRPr lang="en-US"/>
          </a:p>
        </p:txBody>
      </p:sp>
    </p:spTree>
    <p:extLst>
      <p:ext uri="{BB962C8B-B14F-4D97-AF65-F5344CB8AC3E}">
        <p14:creationId xmlns:p14="http://schemas.microsoft.com/office/powerpoint/2010/main" val="2703441816"/>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740">
          <p15:clr>
            <a:srgbClr val="5ACBF0"/>
          </p15:clr>
        </p15:guide>
      </p15:sldGuideLst>
    </p:ext>
  </p:extLst>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p:cSld name="Title Only - left sid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4" y="2875002"/>
            <a:ext cx="4127692" cy="1107996"/>
          </a:xfrm>
        </p:spPr>
        <p:txBody>
          <a:bodyPr wrap="square" anchor="ctr">
            <a:spAutoFit/>
          </a:bodyPr>
          <a:lstStyle/>
          <a:p>
            <a:r>
              <a:rPr lang="en-US"/>
              <a:t>Click to edit Master title style</a:t>
            </a:r>
          </a:p>
        </p:txBody>
      </p:sp>
    </p:spTree>
    <p:extLst>
      <p:ext uri="{BB962C8B-B14F-4D97-AF65-F5344CB8AC3E}">
        <p14:creationId xmlns:p14="http://schemas.microsoft.com/office/powerpoint/2010/main" val="281795005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guide id="32" orient="horz" pos="2160">
          <p15:clr>
            <a:srgbClr val="5ACBF0"/>
          </p15:clr>
        </p15:guide>
        <p15:guide id="33" pos="2976">
          <p15:clr>
            <a:srgbClr val="5ACBF0"/>
          </p15:clr>
        </p15:guide>
        <p15:guide id="34" pos="3336">
          <p15:clr>
            <a:srgbClr val="5ACBF0"/>
          </p15:clr>
        </p15:guide>
      </p15:sldGuideLst>
    </p:ext>
  </p:extLst>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Half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a:xfrm>
            <a:off x="576072" y="512064"/>
            <a:ext cx="5219891" cy="430887"/>
          </a:xfrm>
        </p:spPr>
        <p:txBody>
          <a:bodyPr/>
          <a:lstStyle/>
          <a:p>
            <a:r>
              <a:rPr lang="en-US"/>
              <a:t>Click to edit Master title style</a:t>
            </a:r>
          </a:p>
        </p:txBody>
      </p:sp>
      <p:sp>
        <p:nvSpPr>
          <p:cNvPr id="4" name="Text Placeholder 4">
            <a:extLst>
              <a:ext uri="{FF2B5EF4-FFF2-40B4-BE49-F238E27FC236}">
                <a16:creationId xmlns:a16="http://schemas.microsoft.com/office/drawing/2014/main" id="{CE607471-1714-DF09-D946-DE3D04781CEF}"/>
              </a:ext>
            </a:extLst>
          </p:cNvPr>
          <p:cNvSpPr>
            <a:spLocks noGrp="1"/>
          </p:cNvSpPr>
          <p:nvPr>
            <p:ph type="body" sz="quarter" idx="11" hasCustomPrompt="1"/>
          </p:nvPr>
        </p:nvSpPr>
        <p:spPr>
          <a:xfrm>
            <a:off x="576072" y="342645"/>
            <a:ext cx="5219891" cy="184666"/>
          </a:xfrm>
          <a:prstGeom prst="rect">
            <a:avLst/>
          </a:prstGeo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95670647"/>
      </p:ext>
    </p:extLst>
  </p:cSld>
  <p:clrMapOvr>
    <a:masterClrMapping/>
  </p:clrMapOvr>
  <p:transition>
    <p:fade/>
  </p:transition>
  <p:extLst>
    <p:ext uri="{DCECCB84-F9BA-43D5-87BE-67443E8EF086}">
      <p15:sldGuideLst xmlns:p15="http://schemas.microsoft.com/office/powerpoint/2012/main">
        <p15:guide id="1" orient="horz" pos="312">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Half content on bei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0251FF2-9BAA-90D6-CB54-C5329CC65C30}"/>
              </a:ext>
            </a:extLst>
          </p:cNvPr>
          <p:cNvSpPr/>
          <p:nvPr userDrawn="1"/>
        </p:nvSpPr>
        <p:spPr bwMode="auto">
          <a:xfrm>
            <a:off x="0" y="0"/>
            <a:ext cx="4267200"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6" name="Picture 5" descr="A colorful gradient going from darker blue on the left side to light blue to magenta to orange on the right side">
            <a:extLst>
              <a:ext uri="{FF2B5EF4-FFF2-40B4-BE49-F238E27FC236}">
                <a16:creationId xmlns:a16="http://schemas.microsoft.com/office/drawing/2014/main" id="{3B0115F8-0692-C4F4-4C0A-0A3BCD68357D}"/>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a:xfrm>
            <a:off x="576073" y="512064"/>
            <a:ext cx="3383468" cy="430887"/>
          </a:xfrm>
        </p:spPr>
        <p:txBody>
          <a:bodyPr/>
          <a:lstStyle/>
          <a:p>
            <a:r>
              <a:rPr lang="en-US"/>
              <a:t>Click to edit Master title style</a:t>
            </a:r>
          </a:p>
        </p:txBody>
      </p:sp>
      <p:sp>
        <p:nvSpPr>
          <p:cNvPr id="4" name="Text Placeholder 4">
            <a:extLst>
              <a:ext uri="{FF2B5EF4-FFF2-40B4-BE49-F238E27FC236}">
                <a16:creationId xmlns:a16="http://schemas.microsoft.com/office/drawing/2014/main" id="{CE607471-1714-DF09-D946-DE3D04781CEF}"/>
              </a:ext>
            </a:extLst>
          </p:cNvPr>
          <p:cNvSpPr>
            <a:spLocks noGrp="1"/>
          </p:cNvSpPr>
          <p:nvPr>
            <p:ph type="body" sz="quarter" idx="11" hasCustomPrompt="1"/>
          </p:nvPr>
        </p:nvSpPr>
        <p:spPr>
          <a:xfrm>
            <a:off x="576073" y="342645"/>
            <a:ext cx="3383468" cy="184666"/>
          </a:xfrm>
          <a:prstGeom prst="rect">
            <a:avLst/>
          </a:prstGeo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1" y="2063750"/>
            <a:ext cx="3378200" cy="420528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31819154"/>
      </p:ext>
    </p:extLst>
  </p:cSld>
  <p:clrMapOvr>
    <a:masterClrMapping/>
  </p:clrMapOvr>
  <p:transition>
    <p:fade/>
  </p:transition>
  <p:extLst>
    <p:ext uri="{DCECCB84-F9BA-43D5-87BE-67443E8EF086}">
      <p15:sldGuideLst xmlns:p15="http://schemas.microsoft.com/office/powerpoint/2012/main">
        <p15:guide id="1" orient="horz" pos="312">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Half content beige and blue gradien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0E45F2B-FBCB-1B84-28EE-496686F1B43B}"/>
              </a:ext>
              <a:ext uri="{C183D7F6-B498-43B3-948B-1728B52AA6E4}">
                <adec:decorative xmlns:adec="http://schemas.microsoft.com/office/drawing/2017/decorative" val="1"/>
              </a:ext>
            </a:extLst>
          </p:cNvPr>
          <p:cNvPicPr>
            <a:picLocks noChangeAspect="1"/>
          </p:cNvPicPr>
          <p:nvPr userDrawn="1"/>
        </p:nvPicPr>
        <p:blipFill>
          <a:blip r:embed="rId2"/>
          <a:srcRect/>
          <a:stretch/>
        </p:blipFill>
        <p:spPr>
          <a:xfrm>
            <a:off x="0" y="0"/>
            <a:ext cx="12191999" cy="6857999"/>
          </a:xfrm>
          <a:prstGeom prst="rect">
            <a:avLst/>
          </a:prstGeom>
        </p:spPr>
      </p:pic>
      <p:sp>
        <p:nvSpPr>
          <p:cNvPr id="3" name="Rectangle 2">
            <a:extLst>
              <a:ext uri="{FF2B5EF4-FFF2-40B4-BE49-F238E27FC236}">
                <a16:creationId xmlns:a16="http://schemas.microsoft.com/office/drawing/2014/main" id="{40251FF2-9BAA-90D6-CB54-C5329CC65C30}"/>
              </a:ext>
            </a:extLst>
          </p:cNvPr>
          <p:cNvSpPr/>
          <p:nvPr userDrawn="1"/>
        </p:nvSpPr>
        <p:spPr bwMode="auto">
          <a:xfrm>
            <a:off x="0" y="0"/>
            <a:ext cx="4267200"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6" name="Picture 5" descr="A colorful gradient going from darker blue on the left side to light blue to magenta to orange on the right side">
            <a:extLst>
              <a:ext uri="{FF2B5EF4-FFF2-40B4-BE49-F238E27FC236}">
                <a16:creationId xmlns:a16="http://schemas.microsoft.com/office/drawing/2014/main" id="{3B0115F8-0692-C4F4-4C0A-0A3BCD68357D}"/>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a:xfrm>
            <a:off x="576073" y="512064"/>
            <a:ext cx="3383468" cy="430887"/>
          </a:xfrm>
        </p:spPr>
        <p:txBody>
          <a:bodyPr/>
          <a:lstStyle/>
          <a:p>
            <a:r>
              <a:rPr lang="en-US"/>
              <a:t>Click to edit Master title style</a:t>
            </a:r>
          </a:p>
        </p:txBody>
      </p:sp>
      <p:sp>
        <p:nvSpPr>
          <p:cNvPr id="4" name="Text Placeholder 4">
            <a:extLst>
              <a:ext uri="{FF2B5EF4-FFF2-40B4-BE49-F238E27FC236}">
                <a16:creationId xmlns:a16="http://schemas.microsoft.com/office/drawing/2014/main" id="{CE607471-1714-DF09-D946-DE3D04781CEF}"/>
              </a:ext>
            </a:extLst>
          </p:cNvPr>
          <p:cNvSpPr>
            <a:spLocks noGrp="1"/>
          </p:cNvSpPr>
          <p:nvPr>
            <p:ph type="body" sz="quarter" idx="11" hasCustomPrompt="1"/>
          </p:nvPr>
        </p:nvSpPr>
        <p:spPr>
          <a:xfrm>
            <a:off x="576073" y="342645"/>
            <a:ext cx="3383468" cy="184666"/>
          </a:xfrm>
          <a:prstGeom prst="rect">
            <a:avLst/>
          </a:prstGeo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1" y="2063750"/>
            <a:ext cx="3378200" cy="420528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Box 6">
            <a:extLst>
              <a:ext uri="{FF2B5EF4-FFF2-40B4-BE49-F238E27FC236}">
                <a16:creationId xmlns:a16="http://schemas.microsoft.com/office/drawing/2014/main" id="{0E2D5234-7B82-50CD-8C19-2405CD307DF3}"/>
              </a:ext>
            </a:extLst>
          </p:cNvPr>
          <p:cNvSpPr txBox="1"/>
          <p:nvPr userDrawn="1">
            <p:extLst>
              <p:ext uri="{1162E1C5-73C7-4A58-AE30-91384D911F3F}">
                <p184:classification xmlns:p184="http://schemas.microsoft.com/office/powerpoint/2018/4/main" val="ftr"/>
              </p:ext>
            </p:extLst>
          </p:nvPr>
        </p:nvSpPr>
        <p:spPr>
          <a:xfrm>
            <a:off x="3121446" y="6511422"/>
            <a:ext cx="5949107" cy="215444"/>
          </a:xfrm>
          <a:prstGeom prst="rect">
            <a:avLst/>
          </a:prstGeom>
        </p:spPr>
        <p:txBody>
          <a:bodyPr horzOverflow="overflow" wrap="square" lIns="45720" tIns="45720" rIns="45720" bIns="45720">
            <a:spAutoFit/>
          </a:bodyPr>
          <a:lstStyle/>
          <a:p>
            <a:pPr algn="ctr"/>
            <a:r>
              <a:rPr lang="en-US" sz="800" b="0">
                <a:solidFill>
                  <a:schemeClr val="tx2"/>
                </a:solidFill>
                <a:latin typeface="+mn-lt"/>
              </a:rPr>
              <a:t>Classified as Microsoft Confidential – content under embargo until Nov 18, 2025</a:t>
            </a:r>
          </a:p>
        </p:txBody>
      </p:sp>
    </p:spTree>
    <p:extLst>
      <p:ext uri="{BB962C8B-B14F-4D97-AF65-F5344CB8AC3E}">
        <p14:creationId xmlns:p14="http://schemas.microsoft.com/office/powerpoint/2010/main" val="2832248733"/>
      </p:ext>
    </p:extLst>
  </p:cSld>
  <p:clrMapOvr>
    <a:masterClrMapping/>
  </p:clrMapOvr>
  <p:transition>
    <p:fade/>
  </p:transition>
  <p:extLst>
    <p:ext uri="{DCECCB84-F9BA-43D5-87BE-67443E8EF086}">
      <p15:sldGuideLst xmlns:p15="http://schemas.microsoft.com/office/powerpoint/2012/main">
        <p15:guide id="1" orient="horz" pos="312">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Title with 3 column campion roles">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18939FF-95FE-75CB-F489-D4BC74F1F5E2}"/>
              </a:ext>
            </a:extLst>
          </p:cNvPr>
          <p:cNvSpPr/>
          <p:nvPr userDrawn="1"/>
        </p:nvSpPr>
        <p:spPr bwMode="auto">
          <a:xfrm>
            <a:off x="0"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3" name="Rectangle: Rounded Corners 12">
            <a:extLst>
              <a:ext uri="{FF2B5EF4-FFF2-40B4-BE49-F238E27FC236}">
                <a16:creationId xmlns:a16="http://schemas.microsoft.com/office/drawing/2014/main" id="{2DA8776D-5FDE-520C-3728-BC0EF2250115}"/>
              </a:ext>
            </a:extLst>
          </p:cNvPr>
          <p:cNvSpPr/>
          <p:nvPr userDrawn="1"/>
        </p:nvSpPr>
        <p:spPr>
          <a:xfrm>
            <a:off x="4288854" y="1271832"/>
            <a:ext cx="3566160" cy="4900363"/>
          </a:xfrm>
          <a:prstGeom prst="roundRect">
            <a:avLst>
              <a:gd name="adj" fmla="val 3435"/>
            </a:avLst>
          </a:prstGeom>
          <a:solidFill>
            <a:schemeClr val="accent3">
              <a:lumMod val="20000"/>
              <a:lumOff val="80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solidFill>
                <a:prstClr val="white"/>
              </a:solidFill>
              <a:latin typeface="Segoe Sans Display" pitchFamily="2" charset="0"/>
            </a:endParaRPr>
          </a:p>
        </p:txBody>
      </p:sp>
      <p:sp>
        <p:nvSpPr>
          <p:cNvPr id="12" name="Rectangle: Rounded Corners 11">
            <a:extLst>
              <a:ext uri="{FF2B5EF4-FFF2-40B4-BE49-F238E27FC236}">
                <a16:creationId xmlns:a16="http://schemas.microsoft.com/office/drawing/2014/main" id="{ACB68627-6F34-E3B1-FFDB-3A2662E90477}"/>
              </a:ext>
            </a:extLst>
          </p:cNvPr>
          <p:cNvSpPr/>
          <p:nvPr userDrawn="1"/>
        </p:nvSpPr>
        <p:spPr>
          <a:xfrm>
            <a:off x="549275" y="1271831"/>
            <a:ext cx="3566160" cy="4900363"/>
          </a:xfrm>
          <a:prstGeom prst="roundRect">
            <a:avLst>
              <a:gd name="adj" fmla="val 3450"/>
            </a:avLst>
          </a:prstGeom>
          <a:solidFill>
            <a:schemeClr val="bg1">
              <a:alpha val="80000"/>
            </a:schemeClr>
          </a:solidFill>
          <a:ln w="12700">
            <a:solidFill>
              <a:schemeClr val="accent4"/>
            </a:solidFill>
            <a:headEnd type="none" w="med" len="med"/>
            <a:tailEnd type="none" w="med" len="med"/>
          </a:ln>
          <a:effectLst>
            <a:outerShdw blurRad="285750" dist="95250" dir="3180000" algn="ctr" rotWithShape="0">
              <a:srgbClr val="000000">
                <a:alpha val="16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lvl="0" defTabSz="914400">
              <a:lnSpc>
                <a:spcPct val="90000"/>
              </a:lnSpc>
              <a:spcBef>
                <a:spcPts val="600"/>
              </a:spcBef>
              <a:spcAft>
                <a:spcPts val="600"/>
              </a:spcAft>
              <a:buClr>
                <a:srgbClr val="243A5E"/>
              </a:buClr>
              <a:buSzPct val="110000"/>
            </a:pPr>
            <a:endParaRPr lang="en-US" sz="1200">
              <a:solidFill>
                <a:srgbClr val="000000"/>
              </a:solidFill>
              <a:latin typeface="Segoe Sans Display" pitchFamily="2" charset="0"/>
              <a:cs typeface="Segoe Sans Display Semibold" pitchFamily="2" charset="0"/>
            </a:endParaRPr>
          </a:p>
        </p:txBody>
      </p:sp>
      <p:sp>
        <p:nvSpPr>
          <p:cNvPr id="15" name="Rectangle: Rounded Corners 14">
            <a:extLst>
              <a:ext uri="{FF2B5EF4-FFF2-40B4-BE49-F238E27FC236}">
                <a16:creationId xmlns:a16="http://schemas.microsoft.com/office/drawing/2014/main" id="{3BAA2EC5-18B2-B6D1-49E2-46B90C899EE3}"/>
              </a:ext>
            </a:extLst>
          </p:cNvPr>
          <p:cNvSpPr/>
          <p:nvPr userDrawn="1"/>
        </p:nvSpPr>
        <p:spPr>
          <a:xfrm>
            <a:off x="8028432" y="1271832"/>
            <a:ext cx="3566160" cy="4900363"/>
          </a:xfrm>
          <a:prstGeom prst="roundRect">
            <a:avLst>
              <a:gd name="adj" fmla="val 3435"/>
            </a:avLst>
          </a:prstGeom>
          <a:solidFill>
            <a:schemeClr val="accent3">
              <a:lumMod val="20000"/>
              <a:lumOff val="80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solidFill>
                <a:prstClr val="white"/>
              </a:solidFill>
              <a:latin typeface="Segoe Sans Display" pitchFamily="2" charset="0"/>
            </a:endParaRPr>
          </a:p>
        </p:txBody>
      </p:sp>
      <p:pic>
        <p:nvPicPr>
          <p:cNvPr id="6" name="Picture 5" descr="A colorful gradient going from darker blue on the left side to light blue to magenta to orange on the right side">
            <a:extLst>
              <a:ext uri="{FF2B5EF4-FFF2-40B4-BE49-F238E27FC236}">
                <a16:creationId xmlns:a16="http://schemas.microsoft.com/office/drawing/2014/main" id="{CC99E8CB-8095-F5BB-9985-F31C4460798E}"/>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sp>
        <p:nvSpPr>
          <p:cNvPr id="3" name="Footer Placeholder 2">
            <a:extLst>
              <a:ext uri="{FF2B5EF4-FFF2-40B4-BE49-F238E27FC236}">
                <a16:creationId xmlns:a16="http://schemas.microsoft.com/office/drawing/2014/main" id="{AA801612-83F1-5F55-DB84-9F356A19DC91}"/>
              </a:ext>
            </a:extLst>
          </p:cNvPr>
          <p:cNvSpPr>
            <a:spLocks noGrp="1"/>
          </p:cNvSpPr>
          <p:nvPr>
            <p:ph type="ftr" sz="quarter" idx="11"/>
          </p:nvPr>
        </p:nvSpPr>
        <p:spPr>
          <a:xfrm>
            <a:off x="549274" y="6341190"/>
            <a:ext cx="5480051" cy="246221"/>
          </a:xfrm>
          <a:prstGeom prst="rect">
            <a:avLst/>
          </a:prstGeom>
        </p:spPr>
        <p:txBody>
          <a:bodyPr vert="horz" wrap="square" lIns="0" tIns="45720" rIns="0" bIns="45720" rtlCol="0" anchor="ctr">
            <a:spAutoFit/>
          </a:bodyPr>
          <a:lstStyle>
            <a:defPPr>
              <a:defRPr lang="en-US"/>
            </a:defPPr>
            <a:lvl1pPr marL="0" algn="l" defTabSz="914400" rtl="0" eaLnBrk="1" latinLnBrk="0" hangingPunct="1">
              <a:defRPr sz="1000" kern="1200">
                <a:solidFill>
                  <a:schemeClr val="tx1">
                    <a:lumMod val="50000"/>
                    <a:lumOff val="50000"/>
                  </a:schemeClr>
                </a:solidFill>
                <a:latin typeface="Segoe Sans Display"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en-US">
              <a:solidFill>
                <a:prstClr val="black">
                  <a:lumMod val="50000"/>
                  <a:lumOff val="50000"/>
                </a:prstClr>
              </a:solidFill>
            </a:endParaRPr>
          </a:p>
        </p:txBody>
      </p:sp>
      <p:sp>
        <p:nvSpPr>
          <p:cNvPr id="4" name="Slide Number Placeholder 3">
            <a:extLst>
              <a:ext uri="{FF2B5EF4-FFF2-40B4-BE49-F238E27FC236}">
                <a16:creationId xmlns:a16="http://schemas.microsoft.com/office/drawing/2014/main" id="{D144F165-C793-BB13-9A88-973B296B2F9E}"/>
              </a:ext>
            </a:extLst>
          </p:cNvPr>
          <p:cNvSpPr>
            <a:spLocks noGrp="1"/>
          </p:cNvSpPr>
          <p:nvPr>
            <p:ph type="sldNum" sz="quarter" idx="12"/>
          </p:nvPr>
        </p:nvSpPr>
        <p:spPr>
          <a:xfrm>
            <a:off x="9904413" y="6331904"/>
            <a:ext cx="1734079" cy="246221"/>
          </a:xfrm>
          <a:prstGeom prst="rect">
            <a:avLst/>
          </a:prstGeom>
        </p:spPr>
        <p:txBody>
          <a:bodyPr vert="horz" wrap="square" lIns="0" tIns="45720" rIns="0" bIns="45720" rtlCol="0" anchor="ctr">
            <a:spAutoFit/>
          </a:bodyPr>
          <a:lstStyle>
            <a:defPPr>
              <a:defRPr lang="en-US"/>
            </a:defPPr>
            <a:lvl1pPr marL="0" algn="r" defTabSz="914400" rtl="0" eaLnBrk="1" latinLnBrk="0" hangingPunct="1">
              <a:defRPr sz="1000" kern="1200">
                <a:solidFill>
                  <a:schemeClr val="tx1">
                    <a:lumMod val="50000"/>
                    <a:lumOff val="50000"/>
                  </a:schemeClr>
                </a:solidFill>
                <a:latin typeface="Segoe Sans Display"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C67CA0B0-04EF-433A-8113-67BC344D39D3}" type="slidenum">
              <a:rPr lang="en-US" smtClean="0">
                <a:solidFill>
                  <a:prstClr val="black">
                    <a:lumMod val="50000"/>
                    <a:lumOff val="50000"/>
                  </a:prstClr>
                </a:solidFill>
              </a:rPr>
              <a:pPr>
                <a:defRPr/>
              </a:pPr>
              <a:t>‹#›</a:t>
            </a:fld>
            <a:endParaRPr lang="en-US">
              <a:solidFill>
                <a:prstClr val="black">
                  <a:lumMod val="50000"/>
                  <a:lumOff val="50000"/>
                </a:prstClr>
              </a:solidFill>
            </a:endParaRPr>
          </a:p>
        </p:txBody>
      </p:sp>
      <p:sp>
        <p:nvSpPr>
          <p:cNvPr id="2" name="Title 1">
            <a:extLst>
              <a:ext uri="{FF2B5EF4-FFF2-40B4-BE49-F238E27FC236}">
                <a16:creationId xmlns:a16="http://schemas.microsoft.com/office/drawing/2014/main" id="{21DD7956-443E-F5C1-6303-7AD831D7A0C6}"/>
              </a:ext>
            </a:extLst>
          </p:cNvPr>
          <p:cNvSpPr>
            <a:spLocks noGrp="1"/>
          </p:cNvSpPr>
          <p:nvPr>
            <p:ph type="title"/>
          </p:nvPr>
        </p:nvSpPr>
        <p:spPr>
          <a:xfrm>
            <a:off x="576072" y="512064"/>
            <a:ext cx="11018520" cy="430887"/>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82EC56D0-8F4A-7DC2-7ACA-D873C5875A74}"/>
              </a:ext>
            </a:extLst>
          </p:cNvPr>
          <p:cNvSpPr>
            <a:spLocks noGrp="1"/>
          </p:cNvSpPr>
          <p:nvPr>
            <p:ph sz="quarter" idx="13"/>
          </p:nvPr>
        </p:nvSpPr>
        <p:spPr>
          <a:xfrm>
            <a:off x="549272" y="1271765"/>
            <a:ext cx="3566160" cy="4700772"/>
          </a:xfrm>
          <a:prstGeom prst="rect">
            <a:avLst/>
          </a:prstGeom>
        </p:spPr>
        <p:txBody>
          <a:bodyPr lIns="182880" tIns="182880" rIns="182880" bIns="182880">
            <a:noAutofit/>
          </a:bodyPr>
          <a:lstStyle>
            <a:lvl1pPr>
              <a:defRPr sz="1600"/>
            </a:lvl1pPr>
            <a:lvl2pPr>
              <a:defRPr sz="1200"/>
            </a:lvl2pPr>
            <a:lvl3pPr marL="201168" indent="-201168">
              <a:buFont typeface="Arial" panose="020B0604020202020204" pitchFamily="34" charset="0"/>
              <a:buChar char="•"/>
              <a:defRPr sz="1200"/>
            </a:lvl3pPr>
            <a:lvl4pPr marL="402336" indent="-201168">
              <a:buFont typeface="Arial" panose="020B0604020202020204" pitchFamily="34" charset="0"/>
              <a:buChar char="•"/>
              <a:defRPr sz="1100"/>
            </a:lvl4pPr>
            <a:lvl5pPr marL="603504" indent="-201168">
              <a:spcAft>
                <a:spcPts val="300"/>
              </a:spcAft>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BAD520BF-9D63-2920-37CE-85C32918A2FA}"/>
              </a:ext>
            </a:extLst>
          </p:cNvPr>
          <p:cNvSpPr>
            <a:spLocks noGrp="1"/>
          </p:cNvSpPr>
          <p:nvPr>
            <p:ph sz="quarter" idx="14"/>
          </p:nvPr>
        </p:nvSpPr>
        <p:spPr>
          <a:xfrm>
            <a:off x="4288854" y="1271765"/>
            <a:ext cx="3566160" cy="4700772"/>
          </a:xfrm>
          <a:prstGeom prst="rect">
            <a:avLst/>
          </a:prstGeom>
          <a:noFill/>
          <a:ln w="12700">
            <a:noFill/>
          </a:ln>
          <a:effectLst>
            <a:outerShdw blurRad="285750" dist="95250" dir="3240000" algn="ctr" rotWithShape="0">
              <a:schemeClr val="accent3">
                <a:alpha val="15000"/>
              </a:schemeClr>
            </a:outerShdw>
          </a:effectLst>
        </p:spPr>
        <p:txBody>
          <a:bodyPr lIns="182880" tIns="182880" rIns="182880" bIns="182880" numCol="1">
            <a:noAutofit/>
          </a:bodyPr>
          <a:lstStyle>
            <a:lvl1pPr>
              <a:defRPr sz="1600"/>
            </a:lvl1pPr>
            <a:lvl2pPr>
              <a:defRPr sz="1200"/>
            </a:lvl2pPr>
            <a:lvl3pPr marL="201168" indent="-201168">
              <a:buFont typeface="Arial" panose="020B0604020202020204" pitchFamily="34" charset="0"/>
              <a:buChar char="•"/>
              <a:defRPr sz="1200"/>
            </a:lvl3pPr>
            <a:lvl4pPr marL="402336" indent="-201168">
              <a:buFont typeface="Arial" panose="020B0604020202020204" pitchFamily="34" charset="0"/>
              <a:buChar char="•"/>
              <a:defRPr sz="1100"/>
            </a:lvl4pPr>
            <a:lvl5pPr marL="603504" indent="-201168">
              <a:spcAft>
                <a:spcPts val="300"/>
              </a:spcAft>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8">
            <a:extLst>
              <a:ext uri="{FF2B5EF4-FFF2-40B4-BE49-F238E27FC236}">
                <a16:creationId xmlns:a16="http://schemas.microsoft.com/office/drawing/2014/main" id="{DA9461E6-CB69-F6EE-E673-FB175343ED55}"/>
              </a:ext>
            </a:extLst>
          </p:cNvPr>
          <p:cNvSpPr>
            <a:spLocks noGrp="1"/>
          </p:cNvSpPr>
          <p:nvPr>
            <p:ph sz="quarter" idx="15"/>
          </p:nvPr>
        </p:nvSpPr>
        <p:spPr>
          <a:xfrm>
            <a:off x="8028430" y="1271765"/>
            <a:ext cx="3566159" cy="4700772"/>
          </a:xfrm>
          <a:prstGeom prst="rect">
            <a:avLst/>
          </a:prstGeom>
          <a:noFill/>
          <a:ln w="12700">
            <a:noFill/>
          </a:ln>
          <a:effectLst>
            <a:outerShdw blurRad="285750" dist="95250" dir="3240000" algn="ctr" rotWithShape="0">
              <a:schemeClr val="accent3">
                <a:alpha val="15000"/>
              </a:schemeClr>
            </a:outerShdw>
          </a:effectLst>
        </p:spPr>
        <p:txBody>
          <a:bodyPr lIns="182880" tIns="182880" rIns="182880" bIns="182880" numCol="1">
            <a:noAutofit/>
          </a:bodyPr>
          <a:lstStyle>
            <a:lvl1pPr>
              <a:defRPr sz="1600"/>
            </a:lvl1pPr>
            <a:lvl2pPr>
              <a:defRPr sz="1200"/>
            </a:lvl2pPr>
            <a:lvl3pPr marL="201168" indent="-201168">
              <a:buFont typeface="Arial" panose="020B0604020202020204" pitchFamily="34" charset="0"/>
              <a:buChar char="•"/>
              <a:defRPr sz="1200"/>
            </a:lvl3pPr>
            <a:lvl4pPr marL="402336" indent="-201168">
              <a:buFont typeface="Arial" panose="020B0604020202020204" pitchFamily="34" charset="0"/>
              <a:buChar char="•"/>
              <a:defRPr sz="1100"/>
            </a:lvl4pPr>
            <a:lvl5pPr marL="603504" indent="-201168">
              <a:spcAft>
                <a:spcPts val="300"/>
              </a:spcAft>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Box 7">
            <a:extLst>
              <a:ext uri="{FF2B5EF4-FFF2-40B4-BE49-F238E27FC236}">
                <a16:creationId xmlns:a16="http://schemas.microsoft.com/office/drawing/2014/main" id="{3034FF33-331A-90D5-4734-5201BB3EC228}"/>
              </a:ext>
            </a:extLst>
          </p:cNvPr>
          <p:cNvSpPr txBox="1"/>
          <p:nvPr userDrawn="1">
            <p:extLst>
              <p:ext uri="{1162E1C5-73C7-4A58-AE30-91384D911F3F}">
                <p184:classification xmlns:p184="http://schemas.microsoft.com/office/powerpoint/2018/4/main" val="ftr"/>
              </p:ext>
            </p:extLst>
          </p:nvPr>
        </p:nvSpPr>
        <p:spPr>
          <a:xfrm>
            <a:off x="3121446" y="6511422"/>
            <a:ext cx="5949107" cy="215444"/>
          </a:xfrm>
          <a:prstGeom prst="rect">
            <a:avLst/>
          </a:prstGeom>
        </p:spPr>
        <p:txBody>
          <a:bodyPr horzOverflow="overflow" wrap="square" lIns="45720" tIns="45720" rIns="45720" bIns="45720">
            <a:spAutoFit/>
          </a:bodyPr>
          <a:lstStyle/>
          <a:p>
            <a:pPr algn="ctr"/>
            <a:r>
              <a:rPr lang="en-US" sz="800" b="0">
                <a:solidFill>
                  <a:schemeClr val="tx2"/>
                </a:solidFill>
                <a:latin typeface="+mn-lt"/>
              </a:rPr>
              <a:t>Classified as Microsoft Confidential – content under embargo until Nov 18, 2025</a:t>
            </a:r>
          </a:p>
        </p:txBody>
      </p:sp>
    </p:spTree>
    <p:extLst>
      <p:ext uri="{BB962C8B-B14F-4D97-AF65-F5344CB8AC3E}">
        <p14:creationId xmlns:p14="http://schemas.microsoft.com/office/powerpoint/2010/main" val="3239533251"/>
      </p:ext>
    </p:extLst>
  </p:cSld>
  <p:clrMapOvr>
    <a:masterClrMapping/>
  </p:clrMapOvr>
  <p:transition>
    <p:fade/>
  </p:transition>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Session Case Study with corner ribbon">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95FE0D29-0398-FECD-00AE-5D59AF674FAA}"/>
              </a:ext>
              <a:ext uri="{C183D7F6-B498-43B3-948B-1728B52AA6E4}">
                <adec:decorative xmlns:adec="http://schemas.microsoft.com/office/drawing/2017/decorative" val="1"/>
              </a:ext>
            </a:extLst>
          </p:cNvPr>
          <p:cNvPicPr>
            <a:picLocks noChangeAspect="1"/>
          </p:cNvPicPr>
          <p:nvPr userDrawn="1"/>
        </p:nvPicPr>
        <p:blipFill>
          <a:blip r:embed="rId2"/>
          <a:srcRect/>
          <a:stretch/>
        </p:blipFill>
        <p:spPr>
          <a:xfrm flipH="1">
            <a:off x="0" y="0"/>
            <a:ext cx="12191999" cy="6857999"/>
          </a:xfrm>
          <a:prstGeom prst="rect">
            <a:avLst/>
          </a:prstGeom>
        </p:spPr>
      </p:pic>
      <p:sp>
        <p:nvSpPr>
          <p:cNvPr id="15" name="Rectangle 14">
            <a:extLst>
              <a:ext uri="{FF2B5EF4-FFF2-40B4-BE49-F238E27FC236}">
                <a16:creationId xmlns:a16="http://schemas.microsoft.com/office/drawing/2014/main" id="{D3D3FF86-8B4C-BF42-921D-2525CFEB1071}"/>
              </a:ext>
            </a:extLst>
          </p:cNvPr>
          <p:cNvSpPr/>
          <p:nvPr userDrawn="1"/>
        </p:nvSpPr>
        <p:spPr bwMode="auto">
          <a:xfrm>
            <a:off x="0" y="0"/>
            <a:ext cx="4267200"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Sans Display" pitchFamily="2" charset="0"/>
            </a:endParaRPr>
          </a:p>
        </p:txBody>
      </p:sp>
      <p:sp>
        <p:nvSpPr>
          <p:cNvPr id="4" name="Rectangle: Rounded Corners 30">
            <a:extLst>
              <a:ext uri="{FF2B5EF4-FFF2-40B4-BE49-F238E27FC236}">
                <a16:creationId xmlns:a16="http://schemas.microsoft.com/office/drawing/2014/main" id="{EF2D0231-F003-E2C8-4E38-4B20209B3F0C}"/>
              </a:ext>
              <a:ext uri="{C183D7F6-B498-43B3-948B-1728B52AA6E4}">
                <adec:decorative xmlns:adec="http://schemas.microsoft.com/office/drawing/2017/decorative" val="1"/>
              </a:ext>
            </a:extLst>
          </p:cNvPr>
          <p:cNvSpPr/>
          <p:nvPr userDrawn="1"/>
        </p:nvSpPr>
        <p:spPr bwMode="auto">
          <a:xfrm>
            <a:off x="4688586" y="505875"/>
            <a:ext cx="7078980" cy="5805714"/>
          </a:xfrm>
          <a:prstGeom prst="roundRect">
            <a:avLst>
              <a:gd name="adj" fmla="val 3388"/>
            </a:avLst>
          </a:prstGeom>
          <a:solidFill>
            <a:schemeClr val="bg1">
              <a:alpha val="65000"/>
            </a:schemeClr>
          </a:solidFill>
          <a:ln w="12700">
            <a:noFill/>
            <a:headEnd type="none" w="med" len="med"/>
            <a:tailEnd type="none" w="med" len="med"/>
          </a:ln>
          <a:effectLst>
            <a:outerShdw blurRad="285750" dist="95250" dir="3180000" algn="ctr" rotWithShape="0">
              <a:srgbClr val="000000">
                <a:alpha val="16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400">
              <a:lnSpc>
                <a:spcPct val="90000"/>
              </a:lnSpc>
              <a:spcBef>
                <a:spcPts val="600"/>
              </a:spcBef>
              <a:spcAft>
                <a:spcPts val="600"/>
              </a:spcAft>
              <a:buClr>
                <a:srgbClr val="243A5E"/>
              </a:buClr>
              <a:buSzPct val="110000"/>
            </a:pPr>
            <a:endParaRPr lang="en-US" sz="1200">
              <a:solidFill>
                <a:srgbClr val="000000"/>
              </a:solidFill>
              <a:latin typeface="Segoe Sans Display" pitchFamily="2" charset="0"/>
              <a:cs typeface="Segoe Sans Display Semibold" pitchFamily="2" charset="0"/>
            </a:endParaRPr>
          </a:p>
        </p:txBody>
      </p:sp>
      <p:sp>
        <p:nvSpPr>
          <p:cNvPr id="26" name="Title 25">
            <a:extLst>
              <a:ext uri="{FF2B5EF4-FFF2-40B4-BE49-F238E27FC236}">
                <a16:creationId xmlns:a16="http://schemas.microsoft.com/office/drawing/2014/main" id="{36BA4A26-76EC-BFFD-623A-5C1B12145C83}"/>
              </a:ext>
            </a:extLst>
          </p:cNvPr>
          <p:cNvSpPr>
            <a:spLocks noGrp="1"/>
          </p:cNvSpPr>
          <p:nvPr>
            <p:ph type="title"/>
          </p:nvPr>
        </p:nvSpPr>
        <p:spPr>
          <a:xfrm>
            <a:off x="576073" y="503840"/>
            <a:ext cx="3481578" cy="1310412"/>
          </a:xfrm>
        </p:spPr>
        <p:txBody>
          <a:bodyPr>
            <a:noAutofit/>
          </a:bodyPr>
          <a:lstStyle>
            <a:lvl1pPr>
              <a:defRPr sz="2800" spc="-50" baseline="0"/>
            </a:lvl1pPr>
          </a:lstStyle>
          <a:p>
            <a:r>
              <a:rPr lang="en-US"/>
              <a:t>Click to edit Master title style</a:t>
            </a:r>
          </a:p>
        </p:txBody>
      </p:sp>
      <p:sp>
        <p:nvSpPr>
          <p:cNvPr id="21" name="TextBox 20">
            <a:extLst>
              <a:ext uri="{FF2B5EF4-FFF2-40B4-BE49-F238E27FC236}">
                <a16:creationId xmlns:a16="http://schemas.microsoft.com/office/drawing/2014/main" id="{58D9E3DC-DBB3-E783-66C6-1CE56D439EF2}"/>
              </a:ext>
            </a:extLst>
          </p:cNvPr>
          <p:cNvSpPr txBox="1"/>
          <p:nvPr userDrawn="1"/>
        </p:nvSpPr>
        <p:spPr>
          <a:xfrm>
            <a:off x="556419" y="2018854"/>
            <a:ext cx="852093" cy="184666"/>
          </a:xfrm>
          <a:prstGeom prst="rect">
            <a:avLst/>
          </a:prstGeom>
          <a:noFill/>
        </p:spPr>
        <p:txBody>
          <a:bodyPr wrap="none" lIns="0" tIns="0" rIns="0" bIns="0" anchor="ctr" anchorCtr="0">
            <a:spAutoFit/>
          </a:bodyPr>
          <a:lstStyle/>
          <a:p>
            <a:r>
              <a:rPr lang="en-GB" sz="1200" b="0" baseline="0">
                <a:solidFill>
                  <a:schemeClr val="accent4">
                    <a:lumMod val="75000"/>
                  </a:schemeClr>
                </a:solidFill>
                <a:latin typeface="Segoe Sans Display Semibold" pitchFamily="2" charset="0"/>
              </a:rPr>
              <a:t>Preparation:</a:t>
            </a:r>
          </a:p>
        </p:txBody>
      </p:sp>
      <p:sp>
        <p:nvSpPr>
          <p:cNvPr id="8" name="Text Placeholder 3">
            <a:extLst>
              <a:ext uri="{FF2B5EF4-FFF2-40B4-BE49-F238E27FC236}">
                <a16:creationId xmlns:a16="http://schemas.microsoft.com/office/drawing/2014/main" id="{48E6EA0C-C6EA-88A6-62F6-49213F1DEA6A}"/>
              </a:ext>
            </a:extLst>
          </p:cNvPr>
          <p:cNvSpPr>
            <a:spLocks noGrp="1"/>
          </p:cNvSpPr>
          <p:nvPr>
            <p:ph type="body" sz="quarter" idx="15"/>
          </p:nvPr>
        </p:nvSpPr>
        <p:spPr>
          <a:xfrm>
            <a:off x="1645444" y="2018854"/>
            <a:ext cx="2412208" cy="184666"/>
          </a:xfrm>
          <a:prstGeom prst="rect">
            <a:avLst/>
          </a:prstGeom>
        </p:spPr>
        <p:txBody>
          <a:bodyPr wrap="square" tIns="0" rIns="0" bIns="0" anchor="ctr" anchorCtr="0">
            <a:noAutofit/>
          </a:bodyPr>
          <a:lstStyle>
            <a:lvl1pPr marL="0" indent="0">
              <a:lnSpc>
                <a:spcPct val="100000"/>
              </a:lnSpc>
              <a:spcBef>
                <a:spcPts val="1224"/>
              </a:spcBef>
              <a:buClr>
                <a:schemeClr val="tx1"/>
              </a:buClr>
              <a:buFont typeface="Wingdings" panose="05000000000000000000" pitchFamily="2" charset="2"/>
              <a:buNone/>
              <a:defRPr sz="1200" b="0" spc="0" baseline="0">
                <a:solidFill>
                  <a:schemeClr val="tx1"/>
                </a:solidFill>
                <a:latin typeface="Segoe Sans Display" pitchFamily="2" charset="0"/>
                <a:cs typeface="Segoe Pro" panose="020B0604020202020204" pitchFamily="34" charset="0"/>
              </a:defRPr>
            </a:lvl1pPr>
            <a:lvl2pPr marL="427038" indent="-171450">
              <a:buFont typeface="Wingdings" panose="05000000000000000000" pitchFamily="2" charset="2"/>
              <a:buNone/>
              <a:defRPr sz="1400" b="0">
                <a:solidFill>
                  <a:schemeClr val="bg1"/>
                </a:solidFill>
              </a:defRPr>
            </a:lvl2pPr>
            <a:lvl3pPr marL="639763" indent="-188913">
              <a:buFont typeface="Wingdings" panose="05000000000000000000" pitchFamily="2" charset="2"/>
              <a:buNone/>
              <a:tabLst/>
              <a:defRPr sz="1400" b="0">
                <a:solidFill>
                  <a:schemeClr val="bg1"/>
                </a:solidFill>
              </a:defRPr>
            </a:lvl3pPr>
            <a:lvl4pPr marL="828675" indent="-176213">
              <a:buFont typeface="Wingdings" panose="05000000000000000000" pitchFamily="2" charset="2"/>
              <a:buNone/>
              <a:defRPr sz="1400" b="0">
                <a:solidFill>
                  <a:schemeClr val="bg1"/>
                </a:solidFill>
              </a:defRPr>
            </a:lvl4pPr>
            <a:lvl5pPr marL="1023938" indent="-169863">
              <a:buFont typeface="Wingdings" panose="05000000000000000000" pitchFamily="2" charset="2"/>
              <a:buNone/>
              <a:tabLst/>
              <a:defRPr sz="1400" b="0">
                <a:solidFill>
                  <a:schemeClr val="bg1"/>
                </a:solidFill>
              </a:defRPr>
            </a:lvl5pPr>
          </a:lstStyle>
          <a:p>
            <a:pPr lvl="0"/>
            <a:r>
              <a:rPr lang="en-US"/>
              <a:t>Click to edit Master text styles</a:t>
            </a:r>
          </a:p>
        </p:txBody>
      </p:sp>
      <p:sp>
        <p:nvSpPr>
          <p:cNvPr id="22" name="TextBox 21">
            <a:extLst>
              <a:ext uri="{FF2B5EF4-FFF2-40B4-BE49-F238E27FC236}">
                <a16:creationId xmlns:a16="http://schemas.microsoft.com/office/drawing/2014/main" id="{28E29651-B3B9-0C23-E2DC-24A48A17C929}"/>
              </a:ext>
            </a:extLst>
          </p:cNvPr>
          <p:cNvSpPr txBox="1"/>
          <p:nvPr userDrawn="1"/>
        </p:nvSpPr>
        <p:spPr>
          <a:xfrm>
            <a:off x="556419" y="2334828"/>
            <a:ext cx="608949" cy="184666"/>
          </a:xfrm>
          <a:prstGeom prst="rect">
            <a:avLst/>
          </a:prstGeom>
          <a:noFill/>
        </p:spPr>
        <p:txBody>
          <a:bodyPr wrap="none" lIns="0" tIns="0" rIns="0" bIns="0" anchor="ctr" anchorCtr="0">
            <a:spAutoFit/>
          </a:bodyPr>
          <a:lstStyle/>
          <a:p>
            <a:r>
              <a:rPr lang="en-GB" sz="1200" b="0" baseline="0">
                <a:solidFill>
                  <a:schemeClr val="accent4">
                    <a:lumMod val="75000"/>
                  </a:schemeClr>
                </a:solidFill>
                <a:latin typeface="Segoe Sans Display Semibold" pitchFamily="2" charset="0"/>
              </a:rPr>
              <a:t>Delivery:</a:t>
            </a:r>
          </a:p>
        </p:txBody>
      </p:sp>
      <p:sp>
        <p:nvSpPr>
          <p:cNvPr id="11" name="Text Placeholder 3">
            <a:extLst>
              <a:ext uri="{FF2B5EF4-FFF2-40B4-BE49-F238E27FC236}">
                <a16:creationId xmlns:a16="http://schemas.microsoft.com/office/drawing/2014/main" id="{2971A7EC-2A4A-4884-EEF4-5CE98EAB8128}"/>
              </a:ext>
            </a:extLst>
          </p:cNvPr>
          <p:cNvSpPr>
            <a:spLocks noGrp="1"/>
          </p:cNvSpPr>
          <p:nvPr>
            <p:ph type="body" sz="quarter" idx="16"/>
          </p:nvPr>
        </p:nvSpPr>
        <p:spPr>
          <a:xfrm>
            <a:off x="1645444" y="2334828"/>
            <a:ext cx="2412207" cy="184666"/>
          </a:xfrm>
          <a:prstGeom prst="rect">
            <a:avLst/>
          </a:prstGeom>
        </p:spPr>
        <p:txBody>
          <a:bodyPr wrap="square" tIns="0" rIns="0" bIns="0" anchor="ctr" anchorCtr="0">
            <a:noAutofit/>
          </a:bodyPr>
          <a:lstStyle>
            <a:lvl1pPr marL="0" indent="0">
              <a:lnSpc>
                <a:spcPct val="100000"/>
              </a:lnSpc>
              <a:spcBef>
                <a:spcPts val="1224"/>
              </a:spcBef>
              <a:buClr>
                <a:schemeClr val="tx1"/>
              </a:buClr>
              <a:buFont typeface="Wingdings" panose="05000000000000000000" pitchFamily="2" charset="2"/>
              <a:buNone/>
              <a:defRPr sz="1200" b="0" spc="0" baseline="0">
                <a:solidFill>
                  <a:schemeClr val="tx1"/>
                </a:solidFill>
                <a:latin typeface="Segoe Sans Display" pitchFamily="2" charset="0"/>
                <a:cs typeface="Segoe Pro" panose="020B0604020202020204" pitchFamily="34" charset="0"/>
              </a:defRPr>
            </a:lvl1pPr>
            <a:lvl2pPr marL="427038" indent="-171450">
              <a:buFont typeface="Wingdings" panose="05000000000000000000" pitchFamily="2" charset="2"/>
              <a:buNone/>
              <a:defRPr sz="1400" b="0">
                <a:solidFill>
                  <a:schemeClr val="bg1"/>
                </a:solidFill>
              </a:defRPr>
            </a:lvl2pPr>
            <a:lvl3pPr marL="639763" indent="-188913">
              <a:buFont typeface="Wingdings" panose="05000000000000000000" pitchFamily="2" charset="2"/>
              <a:buNone/>
              <a:tabLst/>
              <a:defRPr sz="1400" b="0">
                <a:solidFill>
                  <a:schemeClr val="bg1"/>
                </a:solidFill>
              </a:defRPr>
            </a:lvl3pPr>
            <a:lvl4pPr marL="828675" indent="-176213">
              <a:buFont typeface="Wingdings" panose="05000000000000000000" pitchFamily="2" charset="2"/>
              <a:buNone/>
              <a:defRPr sz="1400" b="0">
                <a:solidFill>
                  <a:schemeClr val="bg1"/>
                </a:solidFill>
              </a:defRPr>
            </a:lvl4pPr>
            <a:lvl5pPr marL="1023938" indent="-169863">
              <a:buFont typeface="Wingdings" panose="05000000000000000000" pitchFamily="2" charset="2"/>
              <a:buNone/>
              <a:tabLst/>
              <a:defRPr sz="1400" b="0">
                <a:solidFill>
                  <a:schemeClr val="bg1"/>
                </a:solidFill>
              </a:defRPr>
            </a:lvl5pPr>
          </a:lstStyle>
          <a:p>
            <a:pPr lvl="0"/>
            <a:r>
              <a:rPr lang="en-US"/>
              <a:t>Click to edit Master text styles</a:t>
            </a:r>
          </a:p>
        </p:txBody>
      </p:sp>
      <p:sp>
        <p:nvSpPr>
          <p:cNvPr id="25" name="TextBox 24">
            <a:extLst>
              <a:ext uri="{FF2B5EF4-FFF2-40B4-BE49-F238E27FC236}">
                <a16:creationId xmlns:a16="http://schemas.microsoft.com/office/drawing/2014/main" id="{1F89F22E-B799-0FF5-458E-E50FA6349F4A}"/>
              </a:ext>
            </a:extLst>
          </p:cNvPr>
          <p:cNvSpPr txBox="1"/>
          <p:nvPr userDrawn="1"/>
        </p:nvSpPr>
        <p:spPr>
          <a:xfrm>
            <a:off x="556419" y="2650802"/>
            <a:ext cx="705834" cy="184666"/>
          </a:xfrm>
          <a:prstGeom prst="rect">
            <a:avLst/>
          </a:prstGeom>
          <a:noFill/>
        </p:spPr>
        <p:txBody>
          <a:bodyPr wrap="none" lIns="0" tIns="0" rIns="0" bIns="0" anchor="ctr" anchorCtr="0">
            <a:spAutoFit/>
          </a:bodyPr>
          <a:lstStyle/>
          <a:p>
            <a:r>
              <a:rPr lang="en-GB" sz="1200" b="0" baseline="0">
                <a:solidFill>
                  <a:schemeClr val="accent4">
                    <a:lumMod val="75000"/>
                  </a:schemeClr>
                </a:solidFill>
                <a:latin typeface="Segoe Sans Display Semibold" pitchFamily="2" charset="0"/>
              </a:rPr>
              <a:t>Summary:</a:t>
            </a:r>
          </a:p>
        </p:txBody>
      </p:sp>
      <p:sp>
        <p:nvSpPr>
          <p:cNvPr id="7" name="Text Placeholder 3">
            <a:extLst>
              <a:ext uri="{FF2B5EF4-FFF2-40B4-BE49-F238E27FC236}">
                <a16:creationId xmlns:a16="http://schemas.microsoft.com/office/drawing/2014/main" id="{522E7AA6-4819-8A02-C48C-29D6E3AD72D5}"/>
              </a:ext>
            </a:extLst>
          </p:cNvPr>
          <p:cNvSpPr>
            <a:spLocks noGrp="1"/>
          </p:cNvSpPr>
          <p:nvPr>
            <p:ph type="body" sz="quarter" idx="10"/>
          </p:nvPr>
        </p:nvSpPr>
        <p:spPr>
          <a:xfrm>
            <a:off x="556421" y="2890447"/>
            <a:ext cx="3501230" cy="323165"/>
          </a:xfrm>
          <a:prstGeom prst="rect">
            <a:avLst/>
          </a:prstGeom>
        </p:spPr>
        <p:txBody>
          <a:bodyPr vert="horz" wrap="square" lIns="0" tIns="0" rIns="0" bIns="0" rtlCol="0">
            <a:noAutofit/>
          </a:bodyPr>
          <a:lstStyle>
            <a:lvl1pPr>
              <a:defRPr lang="en-US" sz="1200" dirty="0">
                <a:latin typeface="+mn-lt"/>
              </a:defRPr>
            </a:lvl1pPr>
          </a:lstStyle>
          <a:p>
            <a:pPr lvl="0">
              <a:spcBef>
                <a:spcPts val="0"/>
              </a:spcBef>
              <a:buClr>
                <a:schemeClr val="tx1"/>
              </a:buClr>
            </a:pPr>
            <a:r>
              <a:rPr lang="en-US"/>
              <a:t>Click to edit Master text styles</a:t>
            </a:r>
          </a:p>
        </p:txBody>
      </p:sp>
      <p:sp>
        <p:nvSpPr>
          <p:cNvPr id="18" name="TextBox 17">
            <a:extLst>
              <a:ext uri="{FF2B5EF4-FFF2-40B4-BE49-F238E27FC236}">
                <a16:creationId xmlns:a16="http://schemas.microsoft.com/office/drawing/2014/main" id="{B8A0FA93-18B9-BD01-8981-46D51869E49A}"/>
              </a:ext>
            </a:extLst>
          </p:cNvPr>
          <p:cNvSpPr txBox="1"/>
          <p:nvPr userDrawn="1"/>
        </p:nvSpPr>
        <p:spPr>
          <a:xfrm>
            <a:off x="549275" y="4780981"/>
            <a:ext cx="1714499" cy="276999"/>
          </a:xfrm>
          <a:prstGeom prst="rect">
            <a:avLst/>
          </a:prstGeom>
          <a:noFill/>
        </p:spPr>
        <p:txBody>
          <a:bodyPr wrap="square" lIns="0" anchor="ctr" anchorCtr="0">
            <a:spAutoFit/>
          </a:bodyPr>
          <a:lstStyle/>
          <a:p>
            <a:r>
              <a:rPr lang="en-GB" sz="1200" b="0" baseline="0">
                <a:solidFill>
                  <a:schemeClr val="accent4">
                    <a:lumMod val="75000"/>
                  </a:schemeClr>
                </a:solidFill>
                <a:latin typeface="Segoe Sans Display Semibold" pitchFamily="2" charset="0"/>
              </a:rPr>
              <a:t>Customer resources</a:t>
            </a:r>
          </a:p>
        </p:txBody>
      </p:sp>
      <p:sp>
        <p:nvSpPr>
          <p:cNvPr id="10" name="Text Placeholder 9">
            <a:extLst>
              <a:ext uri="{FF2B5EF4-FFF2-40B4-BE49-F238E27FC236}">
                <a16:creationId xmlns:a16="http://schemas.microsoft.com/office/drawing/2014/main" id="{C996942E-E982-4695-91C8-296676E06061}"/>
              </a:ext>
            </a:extLst>
          </p:cNvPr>
          <p:cNvSpPr>
            <a:spLocks noGrp="1"/>
          </p:cNvSpPr>
          <p:nvPr>
            <p:ph type="body" sz="quarter" idx="13"/>
          </p:nvPr>
        </p:nvSpPr>
        <p:spPr>
          <a:xfrm>
            <a:off x="549274" y="5051202"/>
            <a:ext cx="1638302" cy="332399"/>
          </a:xfrm>
          <a:prstGeom prst="rect">
            <a:avLst/>
          </a:prstGeom>
        </p:spPr>
        <p:txBody>
          <a:bodyPr>
            <a:noAutofit/>
          </a:bodyPr>
          <a:lstStyle>
            <a:lvl1pPr marL="137160" indent="-137160">
              <a:lnSpc>
                <a:spcPct val="100000"/>
              </a:lnSpc>
              <a:spcBef>
                <a:spcPts val="0"/>
              </a:spcBef>
              <a:spcAft>
                <a:spcPts val="200"/>
              </a:spcAft>
              <a:buFont typeface="Arial" panose="020B0604020202020204" pitchFamily="34" charset="0"/>
              <a:buChar char="•"/>
              <a:defRPr sz="1100" spc="0" baseline="0">
                <a:solidFill>
                  <a:schemeClr val="tx1"/>
                </a:solidFill>
                <a:latin typeface="Segoe Sans Display" pitchFamily="2" charset="0"/>
              </a:defRPr>
            </a:lvl1pPr>
            <a:lvl2pPr marL="228600" indent="0">
              <a:lnSpc>
                <a:spcPct val="90000"/>
              </a:lnSpc>
              <a:spcBef>
                <a:spcPts val="600"/>
              </a:spcBef>
              <a:buNone/>
              <a:defRPr sz="1400">
                <a:solidFill>
                  <a:schemeClr val="bg1"/>
                </a:solidFill>
              </a:defRPr>
            </a:lvl2pPr>
            <a:lvl3pPr marL="457200" indent="0">
              <a:lnSpc>
                <a:spcPct val="90000"/>
              </a:lnSpc>
              <a:spcBef>
                <a:spcPts val="600"/>
              </a:spcBef>
              <a:buNone/>
              <a:defRPr sz="1400">
                <a:solidFill>
                  <a:schemeClr val="bg1"/>
                </a:solidFill>
              </a:defRPr>
            </a:lvl3pPr>
            <a:lvl4pPr marL="661988" indent="0">
              <a:lnSpc>
                <a:spcPct val="90000"/>
              </a:lnSpc>
              <a:spcBef>
                <a:spcPts val="600"/>
              </a:spcBef>
              <a:buNone/>
              <a:defRPr sz="1400">
                <a:solidFill>
                  <a:schemeClr val="bg1"/>
                </a:solidFill>
              </a:defRPr>
            </a:lvl4pPr>
            <a:lvl5pPr marL="855663" indent="0">
              <a:lnSpc>
                <a:spcPct val="90000"/>
              </a:lnSpc>
              <a:spcBef>
                <a:spcPts val="600"/>
              </a:spcBef>
              <a:buNone/>
              <a:defRPr sz="1400">
                <a:solidFill>
                  <a:schemeClr val="bg1"/>
                </a:solidFill>
              </a:defRPr>
            </a:lvl5pPr>
          </a:lstStyle>
          <a:p>
            <a:pPr lvl="0"/>
            <a:r>
              <a:rPr lang="en-US"/>
              <a:t>Click to edit Master text styles</a:t>
            </a:r>
          </a:p>
        </p:txBody>
      </p:sp>
      <p:sp>
        <p:nvSpPr>
          <p:cNvPr id="19" name="TextBox 18">
            <a:extLst>
              <a:ext uri="{FF2B5EF4-FFF2-40B4-BE49-F238E27FC236}">
                <a16:creationId xmlns:a16="http://schemas.microsoft.com/office/drawing/2014/main" id="{5074AE67-07F7-ED0E-CC1D-F592BD9B98FE}"/>
              </a:ext>
            </a:extLst>
          </p:cNvPr>
          <p:cNvSpPr txBox="1"/>
          <p:nvPr userDrawn="1"/>
        </p:nvSpPr>
        <p:spPr>
          <a:xfrm>
            <a:off x="2419351" y="4780981"/>
            <a:ext cx="1560877" cy="276999"/>
          </a:xfrm>
          <a:prstGeom prst="rect">
            <a:avLst/>
          </a:prstGeom>
          <a:noFill/>
        </p:spPr>
        <p:txBody>
          <a:bodyPr wrap="square" lIns="0" anchor="ctr" anchorCtr="0">
            <a:spAutoFit/>
          </a:bodyPr>
          <a:lstStyle/>
          <a:p>
            <a:r>
              <a:rPr lang="en-GB" sz="1200" b="0" baseline="0">
                <a:solidFill>
                  <a:schemeClr val="accent4">
                    <a:lumMod val="75000"/>
                  </a:schemeClr>
                </a:solidFill>
                <a:latin typeface="Segoe Sans Display Semibold" pitchFamily="2" charset="0"/>
              </a:rPr>
              <a:t>Partner resources</a:t>
            </a:r>
          </a:p>
        </p:txBody>
      </p:sp>
      <p:sp>
        <p:nvSpPr>
          <p:cNvPr id="13" name="Text Placeholder 9">
            <a:extLst>
              <a:ext uri="{FF2B5EF4-FFF2-40B4-BE49-F238E27FC236}">
                <a16:creationId xmlns:a16="http://schemas.microsoft.com/office/drawing/2014/main" id="{D2F6B756-204A-4346-90B3-21CCEA788C54}"/>
              </a:ext>
            </a:extLst>
          </p:cNvPr>
          <p:cNvSpPr>
            <a:spLocks noGrp="1"/>
          </p:cNvSpPr>
          <p:nvPr>
            <p:ph type="body" sz="quarter" idx="14"/>
          </p:nvPr>
        </p:nvSpPr>
        <p:spPr>
          <a:xfrm>
            <a:off x="2419350" y="5051202"/>
            <a:ext cx="1638302" cy="332399"/>
          </a:xfrm>
          <a:prstGeom prst="rect">
            <a:avLst/>
          </a:prstGeom>
        </p:spPr>
        <p:txBody>
          <a:bodyPr>
            <a:noAutofit/>
          </a:bodyPr>
          <a:lstStyle>
            <a:lvl1pPr marL="137160" indent="-137160">
              <a:lnSpc>
                <a:spcPct val="100000"/>
              </a:lnSpc>
              <a:spcBef>
                <a:spcPts val="0"/>
              </a:spcBef>
              <a:spcAft>
                <a:spcPts val="200"/>
              </a:spcAft>
              <a:buFont typeface="Arial" panose="020B0604020202020204" pitchFamily="34" charset="0"/>
              <a:buChar char="•"/>
              <a:defRPr sz="1100" spc="0" baseline="0">
                <a:solidFill>
                  <a:schemeClr val="tx1"/>
                </a:solidFill>
                <a:latin typeface="Segoe Sans Display" pitchFamily="2" charset="0"/>
              </a:defRPr>
            </a:lvl1pPr>
            <a:lvl2pPr marL="228600" indent="0">
              <a:lnSpc>
                <a:spcPct val="90000"/>
              </a:lnSpc>
              <a:spcBef>
                <a:spcPts val="600"/>
              </a:spcBef>
              <a:buNone/>
              <a:defRPr sz="1400">
                <a:solidFill>
                  <a:schemeClr val="bg1"/>
                </a:solidFill>
              </a:defRPr>
            </a:lvl2pPr>
            <a:lvl3pPr marL="457200" indent="0">
              <a:lnSpc>
                <a:spcPct val="90000"/>
              </a:lnSpc>
              <a:spcBef>
                <a:spcPts val="600"/>
              </a:spcBef>
              <a:buNone/>
              <a:defRPr sz="1400">
                <a:solidFill>
                  <a:schemeClr val="bg1"/>
                </a:solidFill>
              </a:defRPr>
            </a:lvl3pPr>
            <a:lvl4pPr marL="661988" indent="0">
              <a:lnSpc>
                <a:spcPct val="90000"/>
              </a:lnSpc>
              <a:spcBef>
                <a:spcPts val="600"/>
              </a:spcBef>
              <a:buNone/>
              <a:defRPr sz="1400">
                <a:solidFill>
                  <a:schemeClr val="bg1"/>
                </a:solidFill>
              </a:defRPr>
            </a:lvl4pPr>
            <a:lvl5pPr marL="855663" indent="0">
              <a:lnSpc>
                <a:spcPct val="90000"/>
              </a:lnSpc>
              <a:spcBef>
                <a:spcPts val="600"/>
              </a:spcBef>
              <a:buNone/>
              <a:defRPr sz="1400">
                <a:solidFill>
                  <a:schemeClr val="bg1"/>
                </a:solidFill>
              </a:defRPr>
            </a:lvl5pPr>
          </a:lstStyle>
          <a:p>
            <a:pPr lvl="0"/>
            <a:r>
              <a:rPr lang="en-US"/>
              <a:t>Click to edit Master text styles</a:t>
            </a:r>
          </a:p>
        </p:txBody>
      </p:sp>
      <p:sp>
        <p:nvSpPr>
          <p:cNvPr id="5" name="Text Placeholder 6">
            <a:extLst>
              <a:ext uri="{FF2B5EF4-FFF2-40B4-BE49-F238E27FC236}">
                <a16:creationId xmlns:a16="http://schemas.microsoft.com/office/drawing/2014/main" id="{041F96D3-6920-47ED-9D36-1E9A814A58C9}"/>
              </a:ext>
            </a:extLst>
          </p:cNvPr>
          <p:cNvSpPr>
            <a:spLocks noGrp="1"/>
          </p:cNvSpPr>
          <p:nvPr>
            <p:ph type="body" sz="quarter" idx="17"/>
          </p:nvPr>
        </p:nvSpPr>
        <p:spPr>
          <a:xfrm>
            <a:off x="4688586" y="505876"/>
            <a:ext cx="7078980" cy="5805714"/>
          </a:xfrm>
          <a:prstGeom prst="rect">
            <a:avLst/>
          </a:prstGeom>
        </p:spPr>
        <p:txBody>
          <a:bodyPr lIns="274320" tIns="274320" rIns="274320" bIns="274320" anchor="t" anchorCtr="0">
            <a:noAutofit/>
          </a:bodyPr>
          <a:lstStyle>
            <a:lvl1pPr marL="0" indent="0">
              <a:lnSpc>
                <a:spcPct val="90000"/>
              </a:lnSpc>
              <a:spcBef>
                <a:spcPts val="0"/>
              </a:spcBef>
              <a:spcAft>
                <a:spcPts val="600"/>
              </a:spcAft>
              <a:buNone/>
              <a:defRPr sz="1400" spc="0">
                <a:solidFill>
                  <a:schemeClr val="accent4">
                    <a:lumMod val="75000"/>
                  </a:schemeClr>
                </a:solidFill>
                <a:latin typeface="Segoe Sans Display Semibold" pitchFamily="2" charset="0"/>
              </a:defRPr>
            </a:lvl1pPr>
            <a:lvl2pPr marL="0" indent="0">
              <a:lnSpc>
                <a:spcPct val="90000"/>
              </a:lnSpc>
              <a:spcBef>
                <a:spcPts val="0"/>
              </a:spcBef>
              <a:spcAft>
                <a:spcPts val="600"/>
              </a:spcAft>
              <a:buNone/>
              <a:defRPr sz="1200" spc="0">
                <a:latin typeface="Segoe Sans Display Semibold" pitchFamily="2" charset="0"/>
              </a:defRPr>
            </a:lvl2pPr>
            <a:lvl3pPr marL="0" indent="0">
              <a:lnSpc>
                <a:spcPct val="90000"/>
              </a:lnSpc>
              <a:spcBef>
                <a:spcPts val="0"/>
              </a:spcBef>
              <a:spcAft>
                <a:spcPts val="600"/>
              </a:spcAft>
              <a:buFontTx/>
              <a:buNone/>
              <a:defRPr lang="en-US" sz="1200" kern="1200" spc="0" baseline="0" dirty="0">
                <a:solidFill>
                  <a:schemeClr val="tx1"/>
                </a:solidFill>
                <a:latin typeface="Segoe Sans Display" pitchFamily="2" charset="0"/>
                <a:ea typeface="+mn-ea"/>
                <a:cs typeface="+mn-cs"/>
              </a:defRPr>
            </a:lvl3pPr>
            <a:lvl4pPr marL="137160" indent="-137160">
              <a:spcBef>
                <a:spcPts val="0"/>
              </a:spcBef>
              <a:spcAft>
                <a:spcPts val="600"/>
              </a:spcAft>
              <a:defRPr sz="1200" spc="0"/>
            </a:lvl4pPr>
            <a:lvl5pPr marL="274320" indent="-137160">
              <a:lnSpc>
                <a:spcPct val="90000"/>
              </a:lnSpc>
              <a:spcBef>
                <a:spcPts val="0"/>
              </a:spcBef>
              <a:spcAft>
                <a:spcPts val="600"/>
              </a:spcAft>
              <a:defRPr sz="1200" spc="0"/>
            </a:lvl5pPr>
          </a:lstStyle>
          <a:p>
            <a:pPr lvl="0"/>
            <a:r>
              <a:rPr lang="en-US"/>
              <a:t>Click to edit Master text styles</a:t>
            </a:r>
          </a:p>
          <a:p>
            <a:pPr lvl="1"/>
            <a:r>
              <a:rPr lang="en-US"/>
              <a:t>Second level</a:t>
            </a:r>
          </a:p>
          <a:p>
            <a:pPr lvl="2"/>
            <a:r>
              <a:rPr lang="en-US"/>
              <a:t>Third level</a:t>
            </a:r>
          </a:p>
          <a:p>
            <a:pPr marL="137160" lvl="2" indent="-137160" algn="l" defTabSz="914400" rtl="0" eaLnBrk="1" latinLnBrk="0" hangingPunct="1">
              <a:lnSpc>
                <a:spcPct val="100000"/>
              </a:lnSpc>
              <a:spcBef>
                <a:spcPts val="0"/>
              </a:spcBef>
              <a:spcAft>
                <a:spcPts val="600"/>
              </a:spcAft>
              <a:buFont typeface="Arial" panose="020B0604020202020204" pitchFamily="34" charset="0"/>
              <a:buChar char="•"/>
            </a:pPr>
            <a:r>
              <a:rPr lang="en-US"/>
              <a:t>Fourth level</a:t>
            </a:r>
          </a:p>
          <a:p>
            <a:pPr lvl="4"/>
            <a:r>
              <a:rPr lang="en-US"/>
              <a:t>Fifth level</a:t>
            </a:r>
          </a:p>
        </p:txBody>
      </p:sp>
      <p:sp>
        <p:nvSpPr>
          <p:cNvPr id="16" name="Diagonal Stripe 10">
            <a:extLst>
              <a:ext uri="{FF2B5EF4-FFF2-40B4-BE49-F238E27FC236}">
                <a16:creationId xmlns:a16="http://schemas.microsoft.com/office/drawing/2014/main" id="{39F31FDD-DE45-C499-E791-BFFB7B25E3D2}"/>
              </a:ext>
              <a:ext uri="{C183D7F6-B498-43B3-948B-1728B52AA6E4}">
                <adec:decorative xmlns:adec="http://schemas.microsoft.com/office/drawing/2017/decorative" val="1"/>
              </a:ext>
            </a:extLst>
          </p:cNvPr>
          <p:cNvSpPr/>
          <p:nvPr userDrawn="1"/>
        </p:nvSpPr>
        <p:spPr bwMode="auto">
          <a:xfrm rot="5400000">
            <a:off x="10893594" y="-79215"/>
            <a:ext cx="1219186" cy="1377615"/>
          </a:xfrm>
          <a:prstGeom prst="diagStripe">
            <a:avLst/>
          </a:prstGeom>
          <a:solidFill>
            <a:schemeClr val="bg1"/>
          </a:solidFill>
          <a:ln w="10795" cap="flat" cmpd="sng" algn="ctr">
            <a:noFill/>
            <a:prstDash val="solid"/>
          </a:ln>
          <a:effectLst>
            <a:outerShdw blurRad="152400" sx="101000" sy="101000" algn="tl" rotWithShape="0">
              <a:prstClr val="black">
                <a:alpha val="29000"/>
              </a:prstClr>
            </a:outerShdw>
          </a:effectLst>
        </p:spPr>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de-AT" sz="2000">
              <a:solidFill>
                <a:schemeClr val="accent1"/>
              </a:solidFill>
              <a:latin typeface="Segoe Sans Display" pitchFamily="2" charset="0"/>
              <a:cs typeface="Segoe Sans Display" pitchFamily="2" charset="0"/>
            </a:endParaRPr>
          </a:p>
        </p:txBody>
      </p:sp>
      <p:sp>
        <p:nvSpPr>
          <p:cNvPr id="17" name="Text Placeholder 21">
            <a:extLst>
              <a:ext uri="{FF2B5EF4-FFF2-40B4-BE49-F238E27FC236}">
                <a16:creationId xmlns:a16="http://schemas.microsoft.com/office/drawing/2014/main" id="{3583A746-C378-E8CD-C0A9-6610C5DB699A}"/>
              </a:ext>
              <a:ext uri="{C183D7F6-B498-43B3-948B-1728B52AA6E4}">
                <adec:decorative xmlns:adec="http://schemas.microsoft.com/office/drawing/2017/decorative" val="1"/>
              </a:ext>
            </a:extLst>
          </p:cNvPr>
          <p:cNvSpPr>
            <a:spLocks noGrp="1"/>
          </p:cNvSpPr>
          <p:nvPr>
            <p:ph type="body" sz="quarter" idx="24"/>
          </p:nvPr>
        </p:nvSpPr>
        <p:spPr>
          <a:xfrm rot="2510061">
            <a:off x="11110196" y="198567"/>
            <a:ext cx="1143000" cy="553998"/>
          </a:xfrm>
          <a:prstGeom prst="rect">
            <a:avLst/>
          </a:prstGeom>
        </p:spPr>
        <p:txBody>
          <a:bodyPr anchor="ctr" anchorCtr="0"/>
          <a:lstStyle>
            <a:lvl1pPr algn="ctr">
              <a:spcBef>
                <a:spcPts val="0"/>
              </a:spcBef>
              <a:buNone/>
              <a:defRPr sz="1200" spc="0" baseline="0">
                <a:solidFill>
                  <a:schemeClr val="accent4">
                    <a:lumMod val="75000"/>
                  </a:schemeClr>
                </a:solidFill>
              </a:defRPr>
            </a:lvl1pPr>
          </a:lstStyle>
          <a:p>
            <a:pPr lvl="0"/>
            <a:r>
              <a:rPr lang="en-US"/>
              <a:t>Click to edit Master text styles</a:t>
            </a:r>
          </a:p>
        </p:txBody>
      </p:sp>
      <p:pic>
        <p:nvPicPr>
          <p:cNvPr id="24" name="Picture 23" descr="A colorful gradient going from darker blue on the left side to light blue to magenta to orange on the right side">
            <a:extLst>
              <a:ext uri="{FF2B5EF4-FFF2-40B4-BE49-F238E27FC236}">
                <a16:creationId xmlns:a16="http://schemas.microsoft.com/office/drawing/2014/main" id="{0BDE085C-238C-0836-125B-931750D73EF9}"/>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sp>
        <p:nvSpPr>
          <p:cNvPr id="2" name="TextBox 1">
            <a:extLst>
              <a:ext uri="{FF2B5EF4-FFF2-40B4-BE49-F238E27FC236}">
                <a16:creationId xmlns:a16="http://schemas.microsoft.com/office/drawing/2014/main" id="{8038C89A-245F-D3DA-118C-31EF51F56E4F}"/>
              </a:ext>
            </a:extLst>
          </p:cNvPr>
          <p:cNvSpPr txBox="1"/>
          <p:nvPr userDrawn="1"/>
        </p:nvSpPr>
        <p:spPr>
          <a:xfrm>
            <a:off x="556419" y="3708145"/>
            <a:ext cx="613245" cy="184666"/>
          </a:xfrm>
          <a:prstGeom prst="rect">
            <a:avLst/>
          </a:prstGeom>
          <a:noFill/>
        </p:spPr>
        <p:txBody>
          <a:bodyPr wrap="none" lIns="0" tIns="0" rIns="0" bIns="0" anchor="ctr" anchorCtr="0">
            <a:spAutoFit/>
          </a:bodyPr>
          <a:lstStyle/>
          <a:p>
            <a:r>
              <a:rPr lang="en-GB" sz="1200" b="0" baseline="0">
                <a:solidFill>
                  <a:schemeClr val="accent4">
                    <a:lumMod val="75000"/>
                  </a:schemeClr>
                </a:solidFill>
                <a:latin typeface="Segoe Sans Display Semibold" pitchFamily="2" charset="0"/>
              </a:rPr>
              <a:t>Content:</a:t>
            </a:r>
          </a:p>
        </p:txBody>
      </p:sp>
      <p:sp>
        <p:nvSpPr>
          <p:cNvPr id="3" name="Text Placeholder 3">
            <a:extLst>
              <a:ext uri="{FF2B5EF4-FFF2-40B4-BE49-F238E27FC236}">
                <a16:creationId xmlns:a16="http://schemas.microsoft.com/office/drawing/2014/main" id="{A4173B7E-1461-655F-38E1-48A42EC1B8DC}"/>
              </a:ext>
            </a:extLst>
          </p:cNvPr>
          <p:cNvSpPr>
            <a:spLocks noGrp="1"/>
          </p:cNvSpPr>
          <p:nvPr>
            <p:ph type="body" sz="quarter" idx="25"/>
          </p:nvPr>
        </p:nvSpPr>
        <p:spPr>
          <a:xfrm>
            <a:off x="556421" y="3936217"/>
            <a:ext cx="3501230" cy="323165"/>
          </a:xfrm>
          <a:prstGeom prst="rect">
            <a:avLst/>
          </a:prstGeom>
        </p:spPr>
        <p:txBody>
          <a:bodyPr vert="horz" wrap="square" lIns="0" tIns="0" rIns="0" bIns="0" rtlCol="0">
            <a:noAutofit/>
          </a:bodyPr>
          <a:lstStyle>
            <a:lvl1pPr>
              <a:defRPr lang="en-US" sz="1200" dirty="0">
                <a:latin typeface="+mn-lt"/>
              </a:defRPr>
            </a:lvl1pPr>
          </a:lstStyle>
          <a:p>
            <a:pPr lvl="0">
              <a:spcBef>
                <a:spcPts val="0"/>
              </a:spcBef>
              <a:buClr>
                <a:schemeClr val="tx1"/>
              </a:buClr>
            </a:pPr>
            <a:r>
              <a:rPr lang="en-US"/>
              <a:t>Click to edit Master text styles</a:t>
            </a:r>
          </a:p>
        </p:txBody>
      </p:sp>
      <p:sp>
        <p:nvSpPr>
          <p:cNvPr id="6" name="TextBox 5">
            <a:extLst>
              <a:ext uri="{FF2B5EF4-FFF2-40B4-BE49-F238E27FC236}">
                <a16:creationId xmlns:a16="http://schemas.microsoft.com/office/drawing/2014/main" id="{35F250AE-8C1C-06CD-E0D4-EBEDCAB60A6E}"/>
              </a:ext>
            </a:extLst>
          </p:cNvPr>
          <p:cNvSpPr txBox="1"/>
          <p:nvPr userDrawn="1">
            <p:extLst>
              <p:ext uri="{1162E1C5-73C7-4A58-AE30-91384D911F3F}">
                <p184:classification xmlns:p184="http://schemas.microsoft.com/office/powerpoint/2018/4/main" val="ftr"/>
              </p:ext>
            </p:extLst>
          </p:nvPr>
        </p:nvSpPr>
        <p:spPr>
          <a:xfrm>
            <a:off x="3121446" y="6511422"/>
            <a:ext cx="5949107" cy="215444"/>
          </a:xfrm>
          <a:prstGeom prst="rect">
            <a:avLst/>
          </a:prstGeom>
        </p:spPr>
        <p:txBody>
          <a:bodyPr horzOverflow="overflow" wrap="square" lIns="45720" tIns="45720" rIns="45720" bIns="45720">
            <a:spAutoFit/>
          </a:bodyPr>
          <a:lstStyle/>
          <a:p>
            <a:pPr algn="ctr"/>
            <a:r>
              <a:rPr lang="en-US" sz="800" b="0">
                <a:solidFill>
                  <a:schemeClr val="tx2"/>
                </a:solidFill>
                <a:latin typeface="+mn-lt"/>
              </a:rPr>
              <a:t>Classified as Microsoft Confidential – content under embargo until Nov 18, 2025</a:t>
            </a:r>
          </a:p>
        </p:txBody>
      </p:sp>
    </p:spTree>
    <p:extLst>
      <p:ext uri="{BB962C8B-B14F-4D97-AF65-F5344CB8AC3E}">
        <p14:creationId xmlns:p14="http://schemas.microsoft.com/office/powerpoint/2010/main" val="1655871247"/>
      </p:ext>
    </p:extLst>
  </p:cSld>
  <p:clrMapOvr>
    <a:masterClrMapping/>
  </p:clrMapOvr>
  <p:transition>
    <p:fade/>
  </p:transition>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Session Case Study w/o corner ribbon">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95FE0D29-0398-FECD-00AE-5D59AF674FAA}"/>
              </a:ext>
              <a:ext uri="{C183D7F6-B498-43B3-948B-1728B52AA6E4}">
                <adec:decorative xmlns:adec="http://schemas.microsoft.com/office/drawing/2017/decorative" val="1"/>
              </a:ext>
            </a:extLst>
          </p:cNvPr>
          <p:cNvPicPr>
            <a:picLocks noChangeAspect="1"/>
          </p:cNvPicPr>
          <p:nvPr userDrawn="1"/>
        </p:nvPicPr>
        <p:blipFill>
          <a:blip r:embed="rId2"/>
          <a:srcRect/>
          <a:stretch/>
        </p:blipFill>
        <p:spPr>
          <a:xfrm flipH="1">
            <a:off x="0" y="0"/>
            <a:ext cx="12191999" cy="6857999"/>
          </a:xfrm>
          <a:prstGeom prst="rect">
            <a:avLst/>
          </a:prstGeom>
        </p:spPr>
      </p:pic>
      <p:sp>
        <p:nvSpPr>
          <p:cNvPr id="15" name="Rectangle 14">
            <a:extLst>
              <a:ext uri="{FF2B5EF4-FFF2-40B4-BE49-F238E27FC236}">
                <a16:creationId xmlns:a16="http://schemas.microsoft.com/office/drawing/2014/main" id="{D3D3FF86-8B4C-BF42-921D-2525CFEB1071}"/>
              </a:ext>
            </a:extLst>
          </p:cNvPr>
          <p:cNvSpPr/>
          <p:nvPr userDrawn="1"/>
        </p:nvSpPr>
        <p:spPr bwMode="auto">
          <a:xfrm>
            <a:off x="0" y="0"/>
            <a:ext cx="4267200"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Sans Display" pitchFamily="2" charset="0"/>
            </a:endParaRPr>
          </a:p>
        </p:txBody>
      </p:sp>
      <p:sp>
        <p:nvSpPr>
          <p:cNvPr id="4" name="Rectangle: Rounded Corners 30">
            <a:extLst>
              <a:ext uri="{FF2B5EF4-FFF2-40B4-BE49-F238E27FC236}">
                <a16:creationId xmlns:a16="http://schemas.microsoft.com/office/drawing/2014/main" id="{EF2D0231-F003-E2C8-4E38-4B20209B3F0C}"/>
              </a:ext>
              <a:ext uri="{C183D7F6-B498-43B3-948B-1728B52AA6E4}">
                <adec:decorative xmlns:adec="http://schemas.microsoft.com/office/drawing/2017/decorative" val="1"/>
              </a:ext>
            </a:extLst>
          </p:cNvPr>
          <p:cNvSpPr/>
          <p:nvPr userDrawn="1"/>
        </p:nvSpPr>
        <p:spPr bwMode="auto">
          <a:xfrm>
            <a:off x="4688586" y="505875"/>
            <a:ext cx="7078980" cy="5805714"/>
          </a:xfrm>
          <a:prstGeom prst="roundRect">
            <a:avLst>
              <a:gd name="adj" fmla="val 3388"/>
            </a:avLst>
          </a:prstGeom>
          <a:solidFill>
            <a:schemeClr val="bg1">
              <a:alpha val="65000"/>
            </a:schemeClr>
          </a:solidFill>
          <a:ln w="12700">
            <a:noFill/>
            <a:headEnd type="none" w="med" len="med"/>
            <a:tailEnd type="none" w="med" len="med"/>
          </a:ln>
          <a:effectLst>
            <a:outerShdw blurRad="285750" dist="95250" dir="3180000" algn="ctr" rotWithShape="0">
              <a:srgbClr val="000000">
                <a:alpha val="16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400">
              <a:lnSpc>
                <a:spcPct val="90000"/>
              </a:lnSpc>
              <a:spcBef>
                <a:spcPts val="600"/>
              </a:spcBef>
              <a:spcAft>
                <a:spcPts val="600"/>
              </a:spcAft>
              <a:buClr>
                <a:srgbClr val="243A5E"/>
              </a:buClr>
              <a:buSzPct val="110000"/>
            </a:pPr>
            <a:endParaRPr lang="en-US" sz="1200">
              <a:solidFill>
                <a:srgbClr val="000000"/>
              </a:solidFill>
              <a:latin typeface="Segoe Sans Display" pitchFamily="2" charset="0"/>
              <a:cs typeface="Segoe Sans Display Semibold" pitchFamily="2" charset="0"/>
            </a:endParaRPr>
          </a:p>
        </p:txBody>
      </p:sp>
      <p:sp>
        <p:nvSpPr>
          <p:cNvPr id="26" name="Title 25">
            <a:extLst>
              <a:ext uri="{FF2B5EF4-FFF2-40B4-BE49-F238E27FC236}">
                <a16:creationId xmlns:a16="http://schemas.microsoft.com/office/drawing/2014/main" id="{36BA4A26-76EC-BFFD-623A-5C1B12145C83}"/>
              </a:ext>
            </a:extLst>
          </p:cNvPr>
          <p:cNvSpPr>
            <a:spLocks noGrp="1"/>
          </p:cNvSpPr>
          <p:nvPr>
            <p:ph type="title"/>
          </p:nvPr>
        </p:nvSpPr>
        <p:spPr>
          <a:xfrm>
            <a:off x="576073" y="503840"/>
            <a:ext cx="3481578" cy="1310412"/>
          </a:xfrm>
        </p:spPr>
        <p:txBody>
          <a:bodyPr>
            <a:noAutofit/>
          </a:bodyPr>
          <a:lstStyle>
            <a:lvl1pPr>
              <a:defRPr sz="2800" spc="-50" baseline="0"/>
            </a:lvl1pPr>
          </a:lstStyle>
          <a:p>
            <a:r>
              <a:rPr lang="en-US"/>
              <a:t>Click to edit Master title style</a:t>
            </a:r>
          </a:p>
        </p:txBody>
      </p:sp>
      <p:sp>
        <p:nvSpPr>
          <p:cNvPr id="21" name="TextBox 20">
            <a:extLst>
              <a:ext uri="{FF2B5EF4-FFF2-40B4-BE49-F238E27FC236}">
                <a16:creationId xmlns:a16="http://schemas.microsoft.com/office/drawing/2014/main" id="{58D9E3DC-DBB3-E783-66C6-1CE56D439EF2}"/>
              </a:ext>
            </a:extLst>
          </p:cNvPr>
          <p:cNvSpPr txBox="1"/>
          <p:nvPr userDrawn="1"/>
        </p:nvSpPr>
        <p:spPr>
          <a:xfrm>
            <a:off x="556419" y="2018854"/>
            <a:ext cx="852093" cy="184666"/>
          </a:xfrm>
          <a:prstGeom prst="rect">
            <a:avLst/>
          </a:prstGeom>
          <a:noFill/>
        </p:spPr>
        <p:txBody>
          <a:bodyPr wrap="none" lIns="0" tIns="0" rIns="0" bIns="0" anchor="ctr" anchorCtr="0">
            <a:spAutoFit/>
          </a:bodyPr>
          <a:lstStyle/>
          <a:p>
            <a:r>
              <a:rPr lang="en-GB" sz="1200" b="0" baseline="0">
                <a:solidFill>
                  <a:schemeClr val="accent4">
                    <a:lumMod val="75000"/>
                  </a:schemeClr>
                </a:solidFill>
                <a:latin typeface="Segoe Sans Display Semibold" pitchFamily="2" charset="0"/>
              </a:rPr>
              <a:t>Preparation:</a:t>
            </a:r>
          </a:p>
        </p:txBody>
      </p:sp>
      <p:sp>
        <p:nvSpPr>
          <p:cNvPr id="8" name="Text Placeholder 3">
            <a:extLst>
              <a:ext uri="{FF2B5EF4-FFF2-40B4-BE49-F238E27FC236}">
                <a16:creationId xmlns:a16="http://schemas.microsoft.com/office/drawing/2014/main" id="{48E6EA0C-C6EA-88A6-62F6-49213F1DEA6A}"/>
              </a:ext>
            </a:extLst>
          </p:cNvPr>
          <p:cNvSpPr>
            <a:spLocks noGrp="1"/>
          </p:cNvSpPr>
          <p:nvPr>
            <p:ph type="body" sz="quarter" idx="15"/>
          </p:nvPr>
        </p:nvSpPr>
        <p:spPr>
          <a:xfrm>
            <a:off x="1645444" y="2018854"/>
            <a:ext cx="2412208" cy="184666"/>
          </a:xfrm>
          <a:prstGeom prst="rect">
            <a:avLst/>
          </a:prstGeom>
        </p:spPr>
        <p:txBody>
          <a:bodyPr wrap="square" tIns="0" rIns="0" bIns="0" anchor="ctr" anchorCtr="0">
            <a:noAutofit/>
          </a:bodyPr>
          <a:lstStyle>
            <a:lvl1pPr marL="0" indent="0">
              <a:lnSpc>
                <a:spcPct val="100000"/>
              </a:lnSpc>
              <a:spcBef>
                <a:spcPts val="1224"/>
              </a:spcBef>
              <a:buClr>
                <a:schemeClr val="tx1"/>
              </a:buClr>
              <a:buFont typeface="Wingdings" panose="05000000000000000000" pitchFamily="2" charset="2"/>
              <a:buNone/>
              <a:defRPr sz="1200" b="0" spc="0" baseline="0">
                <a:solidFill>
                  <a:schemeClr val="tx1"/>
                </a:solidFill>
                <a:latin typeface="Segoe Sans Display" pitchFamily="2" charset="0"/>
                <a:cs typeface="Segoe Pro" panose="020B0604020202020204" pitchFamily="34" charset="0"/>
              </a:defRPr>
            </a:lvl1pPr>
            <a:lvl2pPr marL="427038" indent="-171450">
              <a:buFont typeface="Wingdings" panose="05000000000000000000" pitchFamily="2" charset="2"/>
              <a:buNone/>
              <a:defRPr sz="1400" b="0">
                <a:solidFill>
                  <a:schemeClr val="bg1"/>
                </a:solidFill>
              </a:defRPr>
            </a:lvl2pPr>
            <a:lvl3pPr marL="639763" indent="-188913">
              <a:buFont typeface="Wingdings" panose="05000000000000000000" pitchFamily="2" charset="2"/>
              <a:buNone/>
              <a:tabLst/>
              <a:defRPr sz="1400" b="0">
                <a:solidFill>
                  <a:schemeClr val="bg1"/>
                </a:solidFill>
              </a:defRPr>
            </a:lvl3pPr>
            <a:lvl4pPr marL="828675" indent="-176213">
              <a:buFont typeface="Wingdings" panose="05000000000000000000" pitchFamily="2" charset="2"/>
              <a:buNone/>
              <a:defRPr sz="1400" b="0">
                <a:solidFill>
                  <a:schemeClr val="bg1"/>
                </a:solidFill>
              </a:defRPr>
            </a:lvl4pPr>
            <a:lvl5pPr marL="1023938" indent="-169863">
              <a:buFont typeface="Wingdings" panose="05000000000000000000" pitchFamily="2" charset="2"/>
              <a:buNone/>
              <a:tabLst/>
              <a:defRPr sz="1400" b="0">
                <a:solidFill>
                  <a:schemeClr val="bg1"/>
                </a:solidFill>
              </a:defRPr>
            </a:lvl5pPr>
          </a:lstStyle>
          <a:p>
            <a:pPr lvl="0"/>
            <a:r>
              <a:rPr lang="en-US"/>
              <a:t>Click to edit Master text styles</a:t>
            </a:r>
          </a:p>
        </p:txBody>
      </p:sp>
      <p:sp>
        <p:nvSpPr>
          <p:cNvPr id="22" name="TextBox 21">
            <a:extLst>
              <a:ext uri="{FF2B5EF4-FFF2-40B4-BE49-F238E27FC236}">
                <a16:creationId xmlns:a16="http://schemas.microsoft.com/office/drawing/2014/main" id="{28E29651-B3B9-0C23-E2DC-24A48A17C929}"/>
              </a:ext>
            </a:extLst>
          </p:cNvPr>
          <p:cNvSpPr txBox="1"/>
          <p:nvPr userDrawn="1"/>
        </p:nvSpPr>
        <p:spPr>
          <a:xfrm>
            <a:off x="556419" y="2334828"/>
            <a:ext cx="608949" cy="184666"/>
          </a:xfrm>
          <a:prstGeom prst="rect">
            <a:avLst/>
          </a:prstGeom>
          <a:noFill/>
        </p:spPr>
        <p:txBody>
          <a:bodyPr wrap="none" lIns="0" tIns="0" rIns="0" bIns="0" anchor="ctr" anchorCtr="0">
            <a:spAutoFit/>
          </a:bodyPr>
          <a:lstStyle/>
          <a:p>
            <a:r>
              <a:rPr lang="en-GB" sz="1200" b="0" baseline="0">
                <a:solidFill>
                  <a:schemeClr val="accent4">
                    <a:lumMod val="75000"/>
                  </a:schemeClr>
                </a:solidFill>
                <a:latin typeface="Segoe Sans Display Semibold" pitchFamily="2" charset="0"/>
              </a:rPr>
              <a:t>Delivery:</a:t>
            </a:r>
          </a:p>
        </p:txBody>
      </p:sp>
      <p:sp>
        <p:nvSpPr>
          <p:cNvPr id="11" name="Text Placeholder 3">
            <a:extLst>
              <a:ext uri="{FF2B5EF4-FFF2-40B4-BE49-F238E27FC236}">
                <a16:creationId xmlns:a16="http://schemas.microsoft.com/office/drawing/2014/main" id="{2971A7EC-2A4A-4884-EEF4-5CE98EAB8128}"/>
              </a:ext>
            </a:extLst>
          </p:cNvPr>
          <p:cNvSpPr>
            <a:spLocks noGrp="1"/>
          </p:cNvSpPr>
          <p:nvPr>
            <p:ph type="body" sz="quarter" idx="16"/>
          </p:nvPr>
        </p:nvSpPr>
        <p:spPr>
          <a:xfrm>
            <a:off x="1645444" y="2334828"/>
            <a:ext cx="2412207" cy="184666"/>
          </a:xfrm>
          <a:prstGeom prst="rect">
            <a:avLst/>
          </a:prstGeom>
        </p:spPr>
        <p:txBody>
          <a:bodyPr wrap="square" tIns="0" rIns="0" bIns="0" anchor="ctr" anchorCtr="0">
            <a:noAutofit/>
          </a:bodyPr>
          <a:lstStyle>
            <a:lvl1pPr marL="0" indent="0">
              <a:lnSpc>
                <a:spcPct val="100000"/>
              </a:lnSpc>
              <a:spcBef>
                <a:spcPts val="1224"/>
              </a:spcBef>
              <a:buClr>
                <a:schemeClr val="tx1"/>
              </a:buClr>
              <a:buFont typeface="Wingdings" panose="05000000000000000000" pitchFamily="2" charset="2"/>
              <a:buNone/>
              <a:defRPr sz="1200" b="0" spc="0" baseline="0">
                <a:solidFill>
                  <a:schemeClr val="tx1"/>
                </a:solidFill>
                <a:latin typeface="Segoe Sans Display" pitchFamily="2" charset="0"/>
                <a:cs typeface="Segoe Pro" panose="020B0604020202020204" pitchFamily="34" charset="0"/>
              </a:defRPr>
            </a:lvl1pPr>
            <a:lvl2pPr marL="427038" indent="-171450">
              <a:buFont typeface="Wingdings" panose="05000000000000000000" pitchFamily="2" charset="2"/>
              <a:buNone/>
              <a:defRPr sz="1400" b="0">
                <a:solidFill>
                  <a:schemeClr val="bg1"/>
                </a:solidFill>
              </a:defRPr>
            </a:lvl2pPr>
            <a:lvl3pPr marL="639763" indent="-188913">
              <a:buFont typeface="Wingdings" panose="05000000000000000000" pitchFamily="2" charset="2"/>
              <a:buNone/>
              <a:tabLst/>
              <a:defRPr sz="1400" b="0">
                <a:solidFill>
                  <a:schemeClr val="bg1"/>
                </a:solidFill>
              </a:defRPr>
            </a:lvl3pPr>
            <a:lvl4pPr marL="828675" indent="-176213">
              <a:buFont typeface="Wingdings" panose="05000000000000000000" pitchFamily="2" charset="2"/>
              <a:buNone/>
              <a:defRPr sz="1400" b="0">
                <a:solidFill>
                  <a:schemeClr val="bg1"/>
                </a:solidFill>
              </a:defRPr>
            </a:lvl4pPr>
            <a:lvl5pPr marL="1023938" indent="-169863">
              <a:buFont typeface="Wingdings" panose="05000000000000000000" pitchFamily="2" charset="2"/>
              <a:buNone/>
              <a:tabLst/>
              <a:defRPr sz="1400" b="0">
                <a:solidFill>
                  <a:schemeClr val="bg1"/>
                </a:solidFill>
              </a:defRPr>
            </a:lvl5pPr>
          </a:lstStyle>
          <a:p>
            <a:pPr lvl="0"/>
            <a:r>
              <a:rPr lang="en-US"/>
              <a:t>Click to edit Master text styles</a:t>
            </a:r>
          </a:p>
        </p:txBody>
      </p:sp>
      <p:sp>
        <p:nvSpPr>
          <p:cNvPr id="25" name="TextBox 24">
            <a:extLst>
              <a:ext uri="{FF2B5EF4-FFF2-40B4-BE49-F238E27FC236}">
                <a16:creationId xmlns:a16="http://schemas.microsoft.com/office/drawing/2014/main" id="{1F89F22E-B799-0FF5-458E-E50FA6349F4A}"/>
              </a:ext>
            </a:extLst>
          </p:cNvPr>
          <p:cNvSpPr txBox="1"/>
          <p:nvPr userDrawn="1"/>
        </p:nvSpPr>
        <p:spPr>
          <a:xfrm>
            <a:off x="556419" y="2650802"/>
            <a:ext cx="705834" cy="184666"/>
          </a:xfrm>
          <a:prstGeom prst="rect">
            <a:avLst/>
          </a:prstGeom>
          <a:noFill/>
        </p:spPr>
        <p:txBody>
          <a:bodyPr wrap="none" lIns="0" tIns="0" rIns="0" bIns="0" anchor="ctr" anchorCtr="0">
            <a:spAutoFit/>
          </a:bodyPr>
          <a:lstStyle/>
          <a:p>
            <a:r>
              <a:rPr lang="en-GB" sz="1200" b="0" baseline="0">
                <a:solidFill>
                  <a:schemeClr val="accent4">
                    <a:lumMod val="75000"/>
                  </a:schemeClr>
                </a:solidFill>
                <a:latin typeface="Segoe Sans Display Semibold" pitchFamily="2" charset="0"/>
              </a:rPr>
              <a:t>Summary:</a:t>
            </a:r>
          </a:p>
        </p:txBody>
      </p:sp>
      <p:sp>
        <p:nvSpPr>
          <p:cNvPr id="7" name="Text Placeholder 3">
            <a:extLst>
              <a:ext uri="{FF2B5EF4-FFF2-40B4-BE49-F238E27FC236}">
                <a16:creationId xmlns:a16="http://schemas.microsoft.com/office/drawing/2014/main" id="{522E7AA6-4819-8A02-C48C-29D6E3AD72D5}"/>
              </a:ext>
            </a:extLst>
          </p:cNvPr>
          <p:cNvSpPr>
            <a:spLocks noGrp="1"/>
          </p:cNvSpPr>
          <p:nvPr>
            <p:ph type="body" sz="quarter" idx="10"/>
          </p:nvPr>
        </p:nvSpPr>
        <p:spPr>
          <a:xfrm>
            <a:off x="556421" y="2890447"/>
            <a:ext cx="3501230" cy="323165"/>
          </a:xfrm>
          <a:prstGeom prst="rect">
            <a:avLst/>
          </a:prstGeom>
        </p:spPr>
        <p:txBody>
          <a:bodyPr vert="horz" wrap="square" lIns="0" tIns="0" rIns="0" bIns="0" rtlCol="0">
            <a:noAutofit/>
          </a:bodyPr>
          <a:lstStyle>
            <a:lvl1pPr>
              <a:defRPr lang="en-US" sz="1200" dirty="0">
                <a:latin typeface="+mn-lt"/>
              </a:defRPr>
            </a:lvl1pPr>
          </a:lstStyle>
          <a:p>
            <a:pPr lvl="0">
              <a:spcBef>
                <a:spcPts val="0"/>
              </a:spcBef>
              <a:buClr>
                <a:schemeClr val="tx1"/>
              </a:buClr>
            </a:pPr>
            <a:r>
              <a:rPr lang="en-US"/>
              <a:t>Click to edit Master text styles</a:t>
            </a:r>
          </a:p>
        </p:txBody>
      </p:sp>
      <p:sp>
        <p:nvSpPr>
          <p:cNvPr id="18" name="TextBox 17">
            <a:extLst>
              <a:ext uri="{FF2B5EF4-FFF2-40B4-BE49-F238E27FC236}">
                <a16:creationId xmlns:a16="http://schemas.microsoft.com/office/drawing/2014/main" id="{B8A0FA93-18B9-BD01-8981-46D51869E49A}"/>
              </a:ext>
            </a:extLst>
          </p:cNvPr>
          <p:cNvSpPr txBox="1"/>
          <p:nvPr userDrawn="1"/>
        </p:nvSpPr>
        <p:spPr>
          <a:xfrm>
            <a:off x="549275" y="4780981"/>
            <a:ext cx="1714499" cy="276999"/>
          </a:xfrm>
          <a:prstGeom prst="rect">
            <a:avLst/>
          </a:prstGeom>
          <a:noFill/>
        </p:spPr>
        <p:txBody>
          <a:bodyPr wrap="square" lIns="0" anchor="ctr" anchorCtr="0">
            <a:spAutoFit/>
          </a:bodyPr>
          <a:lstStyle/>
          <a:p>
            <a:r>
              <a:rPr lang="en-GB" sz="1200" b="0" baseline="0">
                <a:solidFill>
                  <a:schemeClr val="accent4">
                    <a:lumMod val="75000"/>
                  </a:schemeClr>
                </a:solidFill>
                <a:latin typeface="Segoe Sans Display Semibold" pitchFamily="2" charset="0"/>
              </a:rPr>
              <a:t>Customer resources</a:t>
            </a:r>
          </a:p>
        </p:txBody>
      </p:sp>
      <p:sp>
        <p:nvSpPr>
          <p:cNvPr id="10" name="Text Placeholder 9">
            <a:extLst>
              <a:ext uri="{FF2B5EF4-FFF2-40B4-BE49-F238E27FC236}">
                <a16:creationId xmlns:a16="http://schemas.microsoft.com/office/drawing/2014/main" id="{C996942E-E982-4695-91C8-296676E06061}"/>
              </a:ext>
            </a:extLst>
          </p:cNvPr>
          <p:cNvSpPr>
            <a:spLocks noGrp="1"/>
          </p:cNvSpPr>
          <p:nvPr>
            <p:ph type="body" sz="quarter" idx="13"/>
          </p:nvPr>
        </p:nvSpPr>
        <p:spPr>
          <a:xfrm>
            <a:off x="549274" y="5051202"/>
            <a:ext cx="1638302" cy="332399"/>
          </a:xfrm>
          <a:prstGeom prst="rect">
            <a:avLst/>
          </a:prstGeom>
        </p:spPr>
        <p:txBody>
          <a:bodyPr>
            <a:noAutofit/>
          </a:bodyPr>
          <a:lstStyle>
            <a:lvl1pPr marL="137160" indent="-137160">
              <a:lnSpc>
                <a:spcPct val="100000"/>
              </a:lnSpc>
              <a:spcBef>
                <a:spcPts val="0"/>
              </a:spcBef>
              <a:spcAft>
                <a:spcPts val="200"/>
              </a:spcAft>
              <a:buFont typeface="Arial" panose="020B0604020202020204" pitchFamily="34" charset="0"/>
              <a:buChar char="•"/>
              <a:defRPr sz="1100" spc="0" baseline="0">
                <a:solidFill>
                  <a:schemeClr val="tx1"/>
                </a:solidFill>
                <a:latin typeface="Segoe Sans Display" pitchFamily="2" charset="0"/>
              </a:defRPr>
            </a:lvl1pPr>
            <a:lvl2pPr marL="228600" indent="0">
              <a:lnSpc>
                <a:spcPct val="90000"/>
              </a:lnSpc>
              <a:spcBef>
                <a:spcPts val="600"/>
              </a:spcBef>
              <a:buNone/>
              <a:defRPr sz="1400">
                <a:solidFill>
                  <a:schemeClr val="bg1"/>
                </a:solidFill>
              </a:defRPr>
            </a:lvl2pPr>
            <a:lvl3pPr marL="457200" indent="0">
              <a:lnSpc>
                <a:spcPct val="90000"/>
              </a:lnSpc>
              <a:spcBef>
                <a:spcPts val="600"/>
              </a:spcBef>
              <a:buNone/>
              <a:defRPr sz="1400">
                <a:solidFill>
                  <a:schemeClr val="bg1"/>
                </a:solidFill>
              </a:defRPr>
            </a:lvl3pPr>
            <a:lvl4pPr marL="661988" indent="0">
              <a:lnSpc>
                <a:spcPct val="90000"/>
              </a:lnSpc>
              <a:spcBef>
                <a:spcPts val="600"/>
              </a:spcBef>
              <a:buNone/>
              <a:defRPr sz="1400">
                <a:solidFill>
                  <a:schemeClr val="bg1"/>
                </a:solidFill>
              </a:defRPr>
            </a:lvl4pPr>
            <a:lvl5pPr marL="855663" indent="0">
              <a:lnSpc>
                <a:spcPct val="90000"/>
              </a:lnSpc>
              <a:spcBef>
                <a:spcPts val="600"/>
              </a:spcBef>
              <a:buNone/>
              <a:defRPr sz="1400">
                <a:solidFill>
                  <a:schemeClr val="bg1"/>
                </a:solidFill>
              </a:defRPr>
            </a:lvl5pPr>
          </a:lstStyle>
          <a:p>
            <a:pPr lvl="0"/>
            <a:r>
              <a:rPr lang="en-US"/>
              <a:t>Click to edit Master text styles</a:t>
            </a:r>
          </a:p>
        </p:txBody>
      </p:sp>
      <p:sp>
        <p:nvSpPr>
          <p:cNvPr id="19" name="TextBox 18">
            <a:extLst>
              <a:ext uri="{FF2B5EF4-FFF2-40B4-BE49-F238E27FC236}">
                <a16:creationId xmlns:a16="http://schemas.microsoft.com/office/drawing/2014/main" id="{5074AE67-07F7-ED0E-CC1D-F592BD9B98FE}"/>
              </a:ext>
            </a:extLst>
          </p:cNvPr>
          <p:cNvSpPr txBox="1"/>
          <p:nvPr userDrawn="1"/>
        </p:nvSpPr>
        <p:spPr>
          <a:xfrm>
            <a:off x="2419351" y="4780981"/>
            <a:ext cx="1560877" cy="276999"/>
          </a:xfrm>
          <a:prstGeom prst="rect">
            <a:avLst/>
          </a:prstGeom>
          <a:noFill/>
        </p:spPr>
        <p:txBody>
          <a:bodyPr wrap="square" lIns="0" anchor="ctr" anchorCtr="0">
            <a:spAutoFit/>
          </a:bodyPr>
          <a:lstStyle/>
          <a:p>
            <a:r>
              <a:rPr lang="en-GB" sz="1200" b="0" baseline="0">
                <a:solidFill>
                  <a:schemeClr val="accent4">
                    <a:lumMod val="75000"/>
                  </a:schemeClr>
                </a:solidFill>
                <a:latin typeface="Segoe Sans Display Semibold" pitchFamily="2" charset="0"/>
              </a:rPr>
              <a:t>Partner resources</a:t>
            </a:r>
          </a:p>
        </p:txBody>
      </p:sp>
      <p:sp>
        <p:nvSpPr>
          <p:cNvPr id="13" name="Text Placeholder 9">
            <a:extLst>
              <a:ext uri="{FF2B5EF4-FFF2-40B4-BE49-F238E27FC236}">
                <a16:creationId xmlns:a16="http://schemas.microsoft.com/office/drawing/2014/main" id="{D2F6B756-204A-4346-90B3-21CCEA788C54}"/>
              </a:ext>
            </a:extLst>
          </p:cNvPr>
          <p:cNvSpPr>
            <a:spLocks noGrp="1"/>
          </p:cNvSpPr>
          <p:nvPr>
            <p:ph type="body" sz="quarter" idx="14"/>
          </p:nvPr>
        </p:nvSpPr>
        <p:spPr>
          <a:xfrm>
            <a:off x="2419350" y="5051202"/>
            <a:ext cx="1638302" cy="332399"/>
          </a:xfrm>
          <a:prstGeom prst="rect">
            <a:avLst/>
          </a:prstGeom>
        </p:spPr>
        <p:txBody>
          <a:bodyPr>
            <a:noAutofit/>
          </a:bodyPr>
          <a:lstStyle>
            <a:lvl1pPr marL="137160" indent="-137160">
              <a:lnSpc>
                <a:spcPct val="100000"/>
              </a:lnSpc>
              <a:spcBef>
                <a:spcPts val="0"/>
              </a:spcBef>
              <a:spcAft>
                <a:spcPts val="200"/>
              </a:spcAft>
              <a:buFont typeface="Arial" panose="020B0604020202020204" pitchFamily="34" charset="0"/>
              <a:buChar char="•"/>
              <a:defRPr sz="1100" spc="0" baseline="0">
                <a:solidFill>
                  <a:schemeClr val="tx1"/>
                </a:solidFill>
                <a:latin typeface="Segoe Sans Display" pitchFamily="2" charset="0"/>
              </a:defRPr>
            </a:lvl1pPr>
            <a:lvl2pPr marL="228600" indent="0">
              <a:lnSpc>
                <a:spcPct val="90000"/>
              </a:lnSpc>
              <a:spcBef>
                <a:spcPts val="600"/>
              </a:spcBef>
              <a:buNone/>
              <a:defRPr sz="1400">
                <a:solidFill>
                  <a:schemeClr val="bg1"/>
                </a:solidFill>
              </a:defRPr>
            </a:lvl2pPr>
            <a:lvl3pPr marL="457200" indent="0">
              <a:lnSpc>
                <a:spcPct val="90000"/>
              </a:lnSpc>
              <a:spcBef>
                <a:spcPts val="600"/>
              </a:spcBef>
              <a:buNone/>
              <a:defRPr sz="1400">
                <a:solidFill>
                  <a:schemeClr val="bg1"/>
                </a:solidFill>
              </a:defRPr>
            </a:lvl3pPr>
            <a:lvl4pPr marL="661988" indent="0">
              <a:lnSpc>
                <a:spcPct val="90000"/>
              </a:lnSpc>
              <a:spcBef>
                <a:spcPts val="600"/>
              </a:spcBef>
              <a:buNone/>
              <a:defRPr sz="1400">
                <a:solidFill>
                  <a:schemeClr val="bg1"/>
                </a:solidFill>
              </a:defRPr>
            </a:lvl4pPr>
            <a:lvl5pPr marL="855663" indent="0">
              <a:lnSpc>
                <a:spcPct val="90000"/>
              </a:lnSpc>
              <a:spcBef>
                <a:spcPts val="600"/>
              </a:spcBef>
              <a:buNone/>
              <a:defRPr sz="1400">
                <a:solidFill>
                  <a:schemeClr val="bg1"/>
                </a:solidFill>
              </a:defRPr>
            </a:lvl5pPr>
          </a:lstStyle>
          <a:p>
            <a:pPr lvl="0"/>
            <a:r>
              <a:rPr lang="en-US"/>
              <a:t>Click to edit Master text styles</a:t>
            </a:r>
          </a:p>
        </p:txBody>
      </p:sp>
      <p:sp>
        <p:nvSpPr>
          <p:cNvPr id="5" name="Text Placeholder 6">
            <a:extLst>
              <a:ext uri="{FF2B5EF4-FFF2-40B4-BE49-F238E27FC236}">
                <a16:creationId xmlns:a16="http://schemas.microsoft.com/office/drawing/2014/main" id="{041F96D3-6920-47ED-9D36-1E9A814A58C9}"/>
              </a:ext>
            </a:extLst>
          </p:cNvPr>
          <p:cNvSpPr>
            <a:spLocks noGrp="1"/>
          </p:cNvSpPr>
          <p:nvPr>
            <p:ph type="body" sz="quarter" idx="17"/>
          </p:nvPr>
        </p:nvSpPr>
        <p:spPr>
          <a:xfrm>
            <a:off x="4688586" y="505876"/>
            <a:ext cx="7078980" cy="5805714"/>
          </a:xfrm>
          <a:prstGeom prst="rect">
            <a:avLst/>
          </a:prstGeom>
        </p:spPr>
        <p:txBody>
          <a:bodyPr lIns="274320" tIns="274320" rIns="274320" bIns="274320" anchor="t" anchorCtr="0">
            <a:noAutofit/>
          </a:bodyPr>
          <a:lstStyle>
            <a:lvl1pPr marL="0" indent="0">
              <a:lnSpc>
                <a:spcPct val="90000"/>
              </a:lnSpc>
              <a:spcBef>
                <a:spcPts val="0"/>
              </a:spcBef>
              <a:spcAft>
                <a:spcPts val="600"/>
              </a:spcAft>
              <a:buNone/>
              <a:defRPr sz="1400" spc="0">
                <a:solidFill>
                  <a:schemeClr val="accent4">
                    <a:lumMod val="75000"/>
                  </a:schemeClr>
                </a:solidFill>
                <a:latin typeface="Segoe Sans Display Semibold" pitchFamily="2" charset="0"/>
              </a:defRPr>
            </a:lvl1pPr>
            <a:lvl2pPr marL="0" indent="0">
              <a:lnSpc>
                <a:spcPct val="90000"/>
              </a:lnSpc>
              <a:spcBef>
                <a:spcPts val="0"/>
              </a:spcBef>
              <a:spcAft>
                <a:spcPts val="600"/>
              </a:spcAft>
              <a:buNone/>
              <a:defRPr sz="1200" spc="0">
                <a:latin typeface="Segoe Sans Display Semibold" pitchFamily="2" charset="0"/>
              </a:defRPr>
            </a:lvl2pPr>
            <a:lvl3pPr marL="0" indent="0">
              <a:lnSpc>
                <a:spcPct val="90000"/>
              </a:lnSpc>
              <a:spcBef>
                <a:spcPts val="0"/>
              </a:spcBef>
              <a:spcAft>
                <a:spcPts val="600"/>
              </a:spcAft>
              <a:buFontTx/>
              <a:buNone/>
              <a:defRPr lang="en-US" sz="1200" kern="1200" spc="0" baseline="0" dirty="0">
                <a:solidFill>
                  <a:schemeClr val="tx1"/>
                </a:solidFill>
                <a:latin typeface="Segoe Sans Display" pitchFamily="2" charset="0"/>
                <a:ea typeface="+mn-ea"/>
                <a:cs typeface="+mn-cs"/>
              </a:defRPr>
            </a:lvl3pPr>
            <a:lvl4pPr marL="137160" indent="-137160">
              <a:spcBef>
                <a:spcPts val="0"/>
              </a:spcBef>
              <a:spcAft>
                <a:spcPts val="600"/>
              </a:spcAft>
              <a:defRPr sz="1200" spc="0"/>
            </a:lvl4pPr>
            <a:lvl5pPr marL="274320" indent="-137160">
              <a:lnSpc>
                <a:spcPct val="90000"/>
              </a:lnSpc>
              <a:spcBef>
                <a:spcPts val="0"/>
              </a:spcBef>
              <a:spcAft>
                <a:spcPts val="600"/>
              </a:spcAft>
              <a:defRPr sz="1200" spc="0"/>
            </a:lvl5pPr>
          </a:lstStyle>
          <a:p>
            <a:pPr lvl="0"/>
            <a:r>
              <a:rPr lang="en-US"/>
              <a:t>Click to edit Master text styles</a:t>
            </a:r>
          </a:p>
          <a:p>
            <a:pPr lvl="1"/>
            <a:r>
              <a:rPr lang="en-US"/>
              <a:t>Second level</a:t>
            </a:r>
          </a:p>
          <a:p>
            <a:pPr lvl="2"/>
            <a:r>
              <a:rPr lang="en-US"/>
              <a:t>Third level</a:t>
            </a:r>
          </a:p>
          <a:p>
            <a:pPr marL="137160" lvl="2" indent="-137160" algn="l" defTabSz="914400" rtl="0" eaLnBrk="1" latinLnBrk="0" hangingPunct="1">
              <a:lnSpc>
                <a:spcPct val="100000"/>
              </a:lnSpc>
              <a:spcBef>
                <a:spcPts val="0"/>
              </a:spcBef>
              <a:spcAft>
                <a:spcPts val="600"/>
              </a:spcAft>
              <a:buFont typeface="Arial" panose="020B0604020202020204" pitchFamily="34" charset="0"/>
              <a:buChar char="•"/>
            </a:pPr>
            <a:r>
              <a:rPr lang="en-US"/>
              <a:t>Fourth level</a:t>
            </a:r>
          </a:p>
          <a:p>
            <a:pPr lvl="4"/>
            <a:r>
              <a:rPr lang="en-US"/>
              <a:t>Fifth level</a:t>
            </a:r>
          </a:p>
        </p:txBody>
      </p:sp>
      <p:pic>
        <p:nvPicPr>
          <p:cNvPr id="24" name="Picture 23" descr="A colorful gradient going from darker blue on the left side to light blue to magenta to orange on the right side">
            <a:extLst>
              <a:ext uri="{FF2B5EF4-FFF2-40B4-BE49-F238E27FC236}">
                <a16:creationId xmlns:a16="http://schemas.microsoft.com/office/drawing/2014/main" id="{0BDE085C-238C-0836-125B-931750D73EF9}"/>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sp>
        <p:nvSpPr>
          <p:cNvPr id="2" name="TextBox 1">
            <a:extLst>
              <a:ext uri="{FF2B5EF4-FFF2-40B4-BE49-F238E27FC236}">
                <a16:creationId xmlns:a16="http://schemas.microsoft.com/office/drawing/2014/main" id="{8038C89A-245F-D3DA-118C-31EF51F56E4F}"/>
              </a:ext>
            </a:extLst>
          </p:cNvPr>
          <p:cNvSpPr txBox="1"/>
          <p:nvPr userDrawn="1"/>
        </p:nvSpPr>
        <p:spPr>
          <a:xfrm>
            <a:off x="556419" y="3708145"/>
            <a:ext cx="613245" cy="184666"/>
          </a:xfrm>
          <a:prstGeom prst="rect">
            <a:avLst/>
          </a:prstGeom>
          <a:noFill/>
        </p:spPr>
        <p:txBody>
          <a:bodyPr wrap="none" lIns="0" tIns="0" rIns="0" bIns="0" anchor="ctr" anchorCtr="0">
            <a:spAutoFit/>
          </a:bodyPr>
          <a:lstStyle/>
          <a:p>
            <a:r>
              <a:rPr lang="en-GB" sz="1200" b="0" baseline="0">
                <a:solidFill>
                  <a:schemeClr val="accent4">
                    <a:lumMod val="75000"/>
                  </a:schemeClr>
                </a:solidFill>
                <a:latin typeface="Segoe Sans Display Semibold" pitchFamily="2" charset="0"/>
              </a:rPr>
              <a:t>Content:</a:t>
            </a:r>
          </a:p>
        </p:txBody>
      </p:sp>
      <p:sp>
        <p:nvSpPr>
          <p:cNvPr id="3" name="Text Placeholder 3">
            <a:extLst>
              <a:ext uri="{FF2B5EF4-FFF2-40B4-BE49-F238E27FC236}">
                <a16:creationId xmlns:a16="http://schemas.microsoft.com/office/drawing/2014/main" id="{A4173B7E-1461-655F-38E1-48A42EC1B8DC}"/>
              </a:ext>
            </a:extLst>
          </p:cNvPr>
          <p:cNvSpPr>
            <a:spLocks noGrp="1"/>
          </p:cNvSpPr>
          <p:nvPr>
            <p:ph type="body" sz="quarter" idx="25"/>
          </p:nvPr>
        </p:nvSpPr>
        <p:spPr>
          <a:xfrm>
            <a:off x="556421" y="3936217"/>
            <a:ext cx="3501230" cy="323165"/>
          </a:xfrm>
          <a:prstGeom prst="rect">
            <a:avLst/>
          </a:prstGeom>
        </p:spPr>
        <p:txBody>
          <a:bodyPr vert="horz" wrap="square" lIns="0" tIns="0" rIns="0" bIns="0" rtlCol="0">
            <a:noAutofit/>
          </a:bodyPr>
          <a:lstStyle>
            <a:lvl1pPr>
              <a:defRPr lang="en-US" sz="1200" dirty="0">
                <a:latin typeface="+mn-lt"/>
              </a:defRPr>
            </a:lvl1pPr>
          </a:lstStyle>
          <a:p>
            <a:pPr lvl="0">
              <a:spcBef>
                <a:spcPts val="0"/>
              </a:spcBef>
              <a:buClr>
                <a:schemeClr val="tx1"/>
              </a:buClr>
            </a:pPr>
            <a:r>
              <a:rPr lang="en-US"/>
              <a:t>Click to edit Master text styles</a:t>
            </a:r>
          </a:p>
        </p:txBody>
      </p:sp>
      <p:sp>
        <p:nvSpPr>
          <p:cNvPr id="6" name="TextBox 5">
            <a:extLst>
              <a:ext uri="{FF2B5EF4-FFF2-40B4-BE49-F238E27FC236}">
                <a16:creationId xmlns:a16="http://schemas.microsoft.com/office/drawing/2014/main" id="{72DAF58B-3D47-B2E9-2D1D-49456A730B19}"/>
              </a:ext>
            </a:extLst>
          </p:cNvPr>
          <p:cNvSpPr txBox="1"/>
          <p:nvPr userDrawn="1">
            <p:extLst>
              <p:ext uri="{1162E1C5-73C7-4A58-AE30-91384D911F3F}">
                <p184:classification xmlns:p184="http://schemas.microsoft.com/office/powerpoint/2018/4/main" val="ftr"/>
              </p:ext>
            </p:extLst>
          </p:nvPr>
        </p:nvSpPr>
        <p:spPr>
          <a:xfrm>
            <a:off x="3121446" y="6511422"/>
            <a:ext cx="5949107" cy="215444"/>
          </a:xfrm>
          <a:prstGeom prst="rect">
            <a:avLst/>
          </a:prstGeom>
        </p:spPr>
        <p:txBody>
          <a:bodyPr horzOverflow="overflow" wrap="square" lIns="45720" tIns="45720" rIns="45720" bIns="45720">
            <a:spAutoFit/>
          </a:bodyPr>
          <a:lstStyle/>
          <a:p>
            <a:pPr algn="ctr"/>
            <a:r>
              <a:rPr lang="en-US" sz="800" b="0">
                <a:solidFill>
                  <a:schemeClr val="tx2"/>
                </a:solidFill>
                <a:latin typeface="+mn-lt"/>
              </a:rPr>
              <a:t>Classified as Microsoft Confidential – content under embargo until Nov 18, 2025</a:t>
            </a:r>
          </a:p>
        </p:txBody>
      </p:sp>
    </p:spTree>
    <p:extLst>
      <p:ext uri="{BB962C8B-B14F-4D97-AF65-F5344CB8AC3E}">
        <p14:creationId xmlns:p14="http://schemas.microsoft.com/office/powerpoint/2010/main" val="2886986374"/>
      </p:ext>
    </p:extLst>
  </p:cSld>
  <p:clrMapOvr>
    <a:masterClrMapping/>
  </p:clrMapOvr>
  <p:transition>
    <p:fade/>
  </p:transition>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Small title - half pag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8035226-A8D0-F028-FCD3-95C53D3D7B69}"/>
              </a:ext>
            </a:extLst>
          </p:cNvPr>
          <p:cNvSpPr>
            <a:spLocks noGrp="1"/>
          </p:cNvSpPr>
          <p:nvPr>
            <p:ph type="title"/>
          </p:nvPr>
        </p:nvSpPr>
        <p:spPr>
          <a:xfrm>
            <a:off x="576072" y="512064"/>
            <a:ext cx="5375466" cy="430887"/>
          </a:xfrm>
        </p:spPr>
        <p:txBody>
          <a:bodyPr/>
          <a:lstStyle/>
          <a:p>
            <a:r>
              <a:rPr lang="en-US"/>
              <a:t>Click to edit Master title style</a:t>
            </a:r>
          </a:p>
        </p:txBody>
      </p:sp>
    </p:spTree>
    <p:extLst>
      <p:ext uri="{BB962C8B-B14F-4D97-AF65-F5344CB8AC3E}">
        <p14:creationId xmlns:p14="http://schemas.microsoft.com/office/powerpoint/2010/main" val="200052977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Device">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8A483F09-0A00-576B-D6FE-D03764398B89}"/>
              </a:ext>
            </a:extLst>
          </p:cNvPr>
          <p:cNvSpPr>
            <a:spLocks noGrp="1"/>
          </p:cNvSpPr>
          <p:nvPr>
            <p:ph type="title"/>
          </p:nvPr>
        </p:nvSpPr>
        <p:spPr>
          <a:xfrm>
            <a:off x="576072" y="512064"/>
            <a:ext cx="10580878" cy="430887"/>
          </a:xfrm>
        </p:spPr>
        <p:txBody>
          <a:bodyPr/>
          <a:lstStyle/>
          <a:p>
            <a:r>
              <a:rPr lang="en-US"/>
              <a:t>Click to edit Master title style</a:t>
            </a:r>
          </a:p>
        </p:txBody>
      </p:sp>
      <p:sp>
        <p:nvSpPr>
          <p:cNvPr id="9" name="Text Placeholder 4">
            <a:extLst>
              <a:ext uri="{FF2B5EF4-FFF2-40B4-BE49-F238E27FC236}">
                <a16:creationId xmlns:a16="http://schemas.microsoft.com/office/drawing/2014/main" id="{DA0D1C17-0CB4-AE09-C86F-B5B3C030BDB3}"/>
              </a:ext>
            </a:extLst>
          </p:cNvPr>
          <p:cNvSpPr>
            <a:spLocks noGrp="1"/>
          </p:cNvSpPr>
          <p:nvPr>
            <p:ph type="body" sz="quarter" idx="11" hasCustomPrompt="1"/>
          </p:nvPr>
        </p:nvSpPr>
        <p:spPr>
          <a:xfrm>
            <a:off x="576072" y="342645"/>
            <a:ext cx="10607040" cy="184666"/>
          </a:xfrm>
          <a:prstGeom prst="rect">
            <a:avLst/>
          </a:prstGeo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5394960" cy="4833938"/>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3" name="Picture 2">
            <a:extLst>
              <a:ext uri="{FF2B5EF4-FFF2-40B4-BE49-F238E27FC236}">
                <a16:creationId xmlns:a16="http://schemas.microsoft.com/office/drawing/2014/main" id="{B2CFD743-438B-21E8-B2BA-FF8644B73E5E}"/>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rot="16200000">
            <a:off x="8402320" y="3068320"/>
            <a:ext cx="6858000" cy="721360"/>
          </a:xfrm>
          <a:prstGeom prst="roundRect">
            <a:avLst>
              <a:gd name="adj" fmla="val 0"/>
            </a:avLst>
          </a:prstGeom>
        </p:spPr>
      </p:pic>
      <p:sp>
        <p:nvSpPr>
          <p:cNvPr id="7" name="Picture Placeholder 15">
            <a:extLst>
              <a:ext uri="{FF2B5EF4-FFF2-40B4-BE49-F238E27FC236}">
                <a16:creationId xmlns:a16="http://schemas.microsoft.com/office/drawing/2014/main" id="{D4F7535E-BABE-1B76-52D3-D100205F62BD}"/>
              </a:ext>
            </a:extLst>
          </p:cNvPr>
          <p:cNvSpPr>
            <a:spLocks noGrp="1"/>
          </p:cNvSpPr>
          <p:nvPr>
            <p:ph type="pic" sz="quarter" idx="12" hasCustomPrompt="1"/>
          </p:nvPr>
        </p:nvSpPr>
        <p:spPr>
          <a:xfrm>
            <a:off x="6343080" y="1866864"/>
            <a:ext cx="5544120" cy="3124272"/>
          </a:xfrm>
          <a:prstGeom prst="rect">
            <a:avLst/>
          </a:prstGeom>
          <a:blipFill>
            <a:blip r:embed="rId3" cstate="email">
              <a:extLst>
                <a:ext uri="{28A0092B-C50C-407E-A947-70E740481C1C}">
                  <a14:useLocalDpi xmlns:a14="http://schemas.microsoft.com/office/drawing/2010/main"/>
                </a:ext>
              </a:extLst>
            </a:blip>
            <a:stretch>
              <a:fillRect/>
            </a:stretch>
          </a:blipFill>
          <a:effectLst>
            <a:outerShdw blurRad="241300" dist="304800" dir="2700000" sx="101000" sy="101000" algn="ctr" rotWithShape="0">
              <a:srgbClr val="000000">
                <a:alpha val="17000"/>
              </a:srgbClr>
            </a:outerShdw>
          </a:effectLst>
        </p:spPr>
        <p:txBody>
          <a:bodyPr lIns="731520" rIns="731520" bIns="1097280" anchor="ctr" anchorCtr="0">
            <a:normAutofit/>
          </a:bodyPr>
          <a:lstStyle>
            <a:lvl1pPr marL="0" indent="0" algn="ctr">
              <a:buFont typeface="Arial" panose="020B0604020202020204" pitchFamily="34" charset="0"/>
              <a:buNone/>
              <a:defRPr sz="2000" b="1">
                <a:solidFill>
                  <a:schemeClr val="tx1"/>
                </a:solidFill>
              </a:defRPr>
            </a:lvl1pPr>
          </a:lstStyle>
          <a:p>
            <a:r>
              <a:rPr lang="en-US"/>
              <a:t>Drag &amp; drop your photo here or click or tap icon below to insert</a:t>
            </a:r>
          </a:p>
        </p:txBody>
      </p:sp>
    </p:spTree>
    <p:extLst>
      <p:ext uri="{BB962C8B-B14F-4D97-AF65-F5344CB8AC3E}">
        <p14:creationId xmlns:p14="http://schemas.microsoft.com/office/powerpoint/2010/main" val="4034406113"/>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888">
          <p15:clr>
            <a:srgbClr val="5ACBF0"/>
          </p15:clr>
        </p15:guide>
      </p15:sldGuideLst>
    </p:ext>
  </p:extLst>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Devic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a:xfrm>
            <a:off x="576072" y="2875002"/>
            <a:ext cx="3840862" cy="1107996"/>
          </a:xfrm>
        </p:spPr>
        <p:txBody>
          <a:bodyPr anchor="ctr" anchorCtr="0"/>
          <a:lstStyle>
            <a:lvl1pPr>
              <a:defRPr>
                <a:solidFill>
                  <a:schemeClr val="tx1"/>
                </a:solidFill>
              </a:defRPr>
            </a:lvl1pPr>
          </a:lstStyle>
          <a:p>
            <a:r>
              <a:rPr lang="en-US"/>
              <a:t>Click to edit Master title style</a:t>
            </a:r>
          </a:p>
        </p:txBody>
      </p:sp>
      <p:pic>
        <p:nvPicPr>
          <p:cNvPr id="3" name="Picture 2" descr="A colorful gradient going from darker blue on the left side to light blue to magenta to orange on the right side">
            <a:extLst>
              <a:ext uri="{FF2B5EF4-FFF2-40B4-BE49-F238E27FC236}">
                <a16:creationId xmlns:a16="http://schemas.microsoft.com/office/drawing/2014/main" id="{453295D4-3AEF-C922-4A3C-5C3DBD4757AD}"/>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rot="16200000">
            <a:off x="8402320" y="3068320"/>
            <a:ext cx="6858000" cy="721360"/>
          </a:xfrm>
          <a:prstGeom prst="roundRect">
            <a:avLst>
              <a:gd name="adj" fmla="val 0"/>
            </a:avLst>
          </a:prstGeom>
        </p:spPr>
      </p:pic>
      <p:sp>
        <p:nvSpPr>
          <p:cNvPr id="7" name="Picture Placeholder 15">
            <a:extLst>
              <a:ext uri="{FF2B5EF4-FFF2-40B4-BE49-F238E27FC236}">
                <a16:creationId xmlns:a16="http://schemas.microsoft.com/office/drawing/2014/main" id="{D4F7535E-BABE-1B76-52D3-D100205F62BD}"/>
              </a:ext>
            </a:extLst>
          </p:cNvPr>
          <p:cNvSpPr>
            <a:spLocks noGrp="1"/>
          </p:cNvSpPr>
          <p:nvPr>
            <p:ph type="pic" sz="quarter" idx="12" hasCustomPrompt="1"/>
          </p:nvPr>
        </p:nvSpPr>
        <p:spPr>
          <a:xfrm>
            <a:off x="5191125" y="1542284"/>
            <a:ext cx="6696075" cy="3773432"/>
          </a:xfrm>
          <a:prstGeom prst="rect">
            <a:avLst/>
          </a:prstGeom>
          <a:blipFill>
            <a:blip r:embed="rId4" cstate="email">
              <a:extLst>
                <a:ext uri="{28A0092B-C50C-407E-A947-70E740481C1C}">
                  <a14:useLocalDpi xmlns:a14="http://schemas.microsoft.com/office/drawing/2010/main"/>
                </a:ext>
              </a:extLst>
            </a:blip>
            <a:stretch>
              <a:fillRect/>
            </a:stretch>
          </a:blipFill>
          <a:effectLst>
            <a:outerShdw blurRad="241300" dist="304800" dir="2700000" sx="101000" sy="101000" algn="ctr" rotWithShape="0">
              <a:srgbClr val="000000">
                <a:alpha val="17000"/>
              </a:srgbClr>
            </a:outerShdw>
          </a:effectLst>
        </p:spPr>
        <p:txBody>
          <a:bodyPr lIns="731520" rIns="731520" bIns="1097280" anchor="ctr" anchorCtr="0">
            <a:normAutofit/>
          </a:bodyPr>
          <a:lstStyle>
            <a:lvl1pPr marL="0" indent="0" algn="ctr">
              <a:buFont typeface="Arial" panose="020B0604020202020204" pitchFamily="34" charset="0"/>
              <a:buNone/>
              <a:defRPr sz="2000" b="1">
                <a:solidFill>
                  <a:schemeClr val="tx1"/>
                </a:solidFill>
              </a:defRPr>
            </a:lvl1pPr>
          </a:lstStyle>
          <a:p>
            <a:r>
              <a:rPr lang="en-US"/>
              <a:t>Drag &amp; drop your photo here or click or tap icon below to insert</a:t>
            </a:r>
          </a:p>
        </p:txBody>
      </p:sp>
    </p:spTree>
    <p:extLst>
      <p:ext uri="{BB962C8B-B14F-4D97-AF65-F5344CB8AC3E}">
        <p14:creationId xmlns:p14="http://schemas.microsoft.com/office/powerpoint/2010/main" val="2217799748"/>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Square Photo Graphic">
    <p:bg>
      <p:bgPr>
        <a:solidFill>
          <a:srgbClr val="FFF8F3"/>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6834586-5E35-30D9-D8B4-75A164A4F9C0}"/>
              </a:ext>
            </a:extLst>
          </p:cNvPr>
          <p:cNvSpPr/>
          <p:nvPr userDrawn="1"/>
        </p:nvSpPr>
        <p:spPr bwMode="auto">
          <a:xfrm>
            <a:off x="0" y="2438400"/>
            <a:ext cx="12192000" cy="4419600"/>
          </a:xfrm>
          <a:prstGeom prst="rect">
            <a:avLst/>
          </a:prstGeom>
          <a:gradFill flip="none" rotWithShape="1">
            <a:gsLst>
              <a:gs pos="0">
                <a:schemeClr val="accent6">
                  <a:lumMod val="20000"/>
                  <a:lumOff val="80000"/>
                </a:schemeClr>
              </a:gs>
              <a:gs pos="100000">
                <a:schemeClr val="bg2">
                  <a:lumMod val="90000"/>
                </a:schemeClr>
              </a:gs>
              <a:gs pos="69000">
                <a:srgbClr val="F9F2ED"/>
              </a:gs>
            </a:gsLst>
            <a:lin ang="1800000" scaled="0"/>
            <a:tileRect/>
          </a:gra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err="1">
              <a:solidFill>
                <a:prstClr val="white"/>
              </a:solidFill>
              <a:latin typeface="Segoe Sans Display" pitchFamily="2" charset="0"/>
            </a:endParaRPr>
          </a:p>
        </p:txBody>
      </p:sp>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76072" y="588963"/>
            <a:ext cx="4745164" cy="1514157"/>
          </a:xfrm>
        </p:spPr>
        <p:txBody>
          <a:bodyPr anchor="b"/>
          <a:lstStyle>
            <a:lvl1pPr>
              <a:defRPr/>
            </a:lvl1pPr>
          </a:lstStyle>
          <a:p>
            <a:r>
              <a:rPr lang="en-US"/>
              <a:t>Title square photo layout </a:t>
            </a:r>
          </a:p>
        </p:txBody>
      </p:sp>
      <p:sp>
        <p:nvSpPr>
          <p:cNvPr id="10" name="Text Placeholder 9">
            <a:extLst>
              <a:ext uri="{FF2B5EF4-FFF2-40B4-BE49-F238E27FC236}">
                <a16:creationId xmlns:a16="http://schemas.microsoft.com/office/drawing/2014/main" id="{93DC828C-6415-94AB-ED16-5F15E2D8994D}"/>
              </a:ext>
              <a:ext uri="{C183D7F6-B498-43B3-948B-1728B52AA6E4}">
                <adec:decorative xmlns:adec="http://schemas.microsoft.com/office/drawing/2017/decorative" val="0"/>
              </a:ext>
            </a:extLst>
          </p:cNvPr>
          <p:cNvSpPr>
            <a:spLocks noGrp="1"/>
          </p:cNvSpPr>
          <p:nvPr>
            <p:ph type="body" sz="quarter" idx="12"/>
          </p:nvPr>
        </p:nvSpPr>
        <p:spPr>
          <a:xfrm>
            <a:off x="576263" y="2743200"/>
            <a:ext cx="4745037" cy="35258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918200" y="1155700"/>
            <a:ext cx="5702300" cy="5465928"/>
          </a:xfrm>
          <a:prstGeom prst="round2SameRect">
            <a:avLst>
              <a:gd name="adj1" fmla="val 2235"/>
              <a:gd name="adj2" fmla="val 0"/>
            </a:avLst>
          </a:prstGeom>
          <a:blipFill>
            <a:blip r:embed="rId2" cstate="email">
              <a:extLst>
                <a:ext uri="{28A0092B-C50C-407E-A947-70E740481C1C}">
                  <a14:useLocalDpi xmlns:a14="http://schemas.microsoft.com/office/drawing/2010/main"/>
                </a:ext>
              </a:extLst>
            </a:blip>
            <a:stretch>
              <a:fillRect b="-4324"/>
            </a:stretch>
          </a:blipFill>
        </p:spPr>
        <p:txBody>
          <a:bodyPr lIns="0" tIns="914400" rIns="0" anchor="t" anchorCtr="0">
            <a:noAutofit/>
          </a:bodyPr>
          <a:lstStyle>
            <a:lvl1pPr marL="0" indent="0" algn="ctr">
              <a:lnSpc>
                <a:spcPct val="100000"/>
              </a:lnSpc>
              <a:buNone/>
              <a:defRPr sz="11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pic>
        <p:nvPicPr>
          <p:cNvPr id="8" name="Picture 7">
            <a:extLst>
              <a:ext uri="{FF2B5EF4-FFF2-40B4-BE49-F238E27FC236}">
                <a16:creationId xmlns:a16="http://schemas.microsoft.com/office/drawing/2014/main" id="{E25C000A-8BFF-12E7-7DFB-FF34728592C6}"/>
              </a:ext>
            </a:extLst>
          </p:cNvPr>
          <p:cNvPicPr>
            <a:picLocks noChangeAspect="1"/>
          </p:cNvPicPr>
          <p:nvPr userDrawn="1"/>
        </p:nvPicPr>
        <p:blipFill>
          <a:blip r:embed="rId3" cstate="email">
            <a:extLst>
              <a:ext uri="{28A0092B-C50C-407E-A947-70E740481C1C}">
                <a14:useLocalDpi xmlns:a14="http://schemas.microsoft.com/office/drawing/2010/main"/>
              </a:ext>
            </a:extLst>
          </a:blip>
          <a:srcRect b="93678"/>
          <a:stretch/>
        </p:blipFill>
        <p:spPr>
          <a:xfrm flipV="1">
            <a:off x="5918200" y="6621628"/>
            <a:ext cx="5702300" cy="236372"/>
          </a:xfrm>
          <a:prstGeom prst="round2SameRect">
            <a:avLst>
              <a:gd name="adj1" fmla="val 0"/>
              <a:gd name="adj2" fmla="val 0"/>
            </a:avLst>
          </a:prstGeom>
        </p:spPr>
      </p:pic>
      <p:sp>
        <p:nvSpPr>
          <p:cNvPr id="4" name="TextBox 3">
            <a:extLst>
              <a:ext uri="{FF2B5EF4-FFF2-40B4-BE49-F238E27FC236}">
                <a16:creationId xmlns:a16="http://schemas.microsoft.com/office/drawing/2014/main" id="{198A3770-6289-F0A3-1304-92BE5CC9356E}"/>
              </a:ext>
            </a:extLst>
          </p:cNvPr>
          <p:cNvSpPr txBox="1"/>
          <p:nvPr userDrawn="1">
            <p:extLst>
              <p:ext uri="{1162E1C5-73C7-4A58-AE30-91384D911F3F}">
                <p184:classification xmlns:p184="http://schemas.microsoft.com/office/powerpoint/2018/4/main" val="ftr"/>
              </p:ext>
            </p:extLst>
          </p:nvPr>
        </p:nvSpPr>
        <p:spPr>
          <a:xfrm>
            <a:off x="3121446" y="6511422"/>
            <a:ext cx="5949107" cy="215444"/>
          </a:xfrm>
          <a:prstGeom prst="rect">
            <a:avLst/>
          </a:prstGeom>
        </p:spPr>
        <p:txBody>
          <a:bodyPr horzOverflow="overflow" wrap="square" lIns="45720" tIns="45720" rIns="45720" bIns="45720">
            <a:spAutoFit/>
          </a:bodyPr>
          <a:lstStyle/>
          <a:p>
            <a:pPr algn="ctr"/>
            <a:r>
              <a:rPr lang="en-US" sz="800" b="0">
                <a:solidFill>
                  <a:schemeClr val="tx2"/>
                </a:solidFill>
                <a:latin typeface="+mn-lt"/>
              </a:rPr>
              <a:t>Classified as Microsoft Confidential – content under embargo until Nov 18, 2025</a:t>
            </a:r>
          </a:p>
        </p:txBody>
      </p:sp>
    </p:spTree>
    <p:extLst>
      <p:ext uri="{BB962C8B-B14F-4D97-AF65-F5344CB8AC3E}">
        <p14:creationId xmlns:p14="http://schemas.microsoft.com/office/powerpoint/2010/main" val="2185544706"/>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32">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1_Square Photo Graphic">
    <p:bg>
      <p:bgPr>
        <a:solidFill>
          <a:srgbClr val="FFF8F3"/>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6834586-5E35-30D9-D8B4-75A164A4F9C0}"/>
              </a:ext>
            </a:extLst>
          </p:cNvPr>
          <p:cNvSpPr/>
          <p:nvPr userDrawn="1"/>
        </p:nvSpPr>
        <p:spPr bwMode="auto">
          <a:xfrm>
            <a:off x="0" y="2438400"/>
            <a:ext cx="12192000" cy="4419600"/>
          </a:xfrm>
          <a:prstGeom prst="rect">
            <a:avLst/>
          </a:prstGeom>
          <a:gradFill flip="none" rotWithShape="1">
            <a:gsLst>
              <a:gs pos="0">
                <a:schemeClr val="accent6">
                  <a:lumMod val="20000"/>
                  <a:lumOff val="80000"/>
                </a:schemeClr>
              </a:gs>
              <a:gs pos="100000">
                <a:schemeClr val="bg2">
                  <a:lumMod val="90000"/>
                </a:schemeClr>
              </a:gs>
              <a:gs pos="69000">
                <a:srgbClr val="F9F2ED"/>
              </a:gs>
            </a:gsLst>
            <a:lin ang="1800000" scaled="0"/>
            <a:tileRect/>
          </a:gra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err="1">
              <a:solidFill>
                <a:prstClr val="white"/>
              </a:solidFill>
              <a:latin typeface="Segoe Sans Display" pitchFamily="2" charset="0"/>
            </a:endParaRPr>
          </a:p>
        </p:txBody>
      </p:sp>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76072" y="588963"/>
            <a:ext cx="4745164" cy="1514157"/>
          </a:xfrm>
        </p:spPr>
        <p:txBody>
          <a:bodyPr anchor="b"/>
          <a:lstStyle>
            <a:lvl1pPr>
              <a:defRPr/>
            </a:lvl1pPr>
          </a:lstStyle>
          <a:p>
            <a:r>
              <a:rPr lang="en-US"/>
              <a:t>Title square photo layout </a:t>
            </a:r>
          </a:p>
        </p:txBody>
      </p:sp>
      <p:sp>
        <p:nvSpPr>
          <p:cNvPr id="10" name="Text Placeholder 9">
            <a:extLst>
              <a:ext uri="{FF2B5EF4-FFF2-40B4-BE49-F238E27FC236}">
                <a16:creationId xmlns:a16="http://schemas.microsoft.com/office/drawing/2014/main" id="{93DC828C-6415-94AB-ED16-5F15E2D8994D}"/>
              </a:ext>
              <a:ext uri="{C183D7F6-B498-43B3-948B-1728B52AA6E4}">
                <adec:decorative xmlns:adec="http://schemas.microsoft.com/office/drawing/2017/decorative" val="0"/>
              </a:ext>
            </a:extLst>
          </p:cNvPr>
          <p:cNvSpPr>
            <a:spLocks noGrp="1"/>
          </p:cNvSpPr>
          <p:nvPr>
            <p:ph type="body" sz="quarter" idx="12"/>
          </p:nvPr>
        </p:nvSpPr>
        <p:spPr>
          <a:xfrm>
            <a:off x="576263" y="2743200"/>
            <a:ext cx="4745037" cy="35258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8" name="Picture 7">
            <a:extLst>
              <a:ext uri="{FF2B5EF4-FFF2-40B4-BE49-F238E27FC236}">
                <a16:creationId xmlns:a16="http://schemas.microsoft.com/office/drawing/2014/main" id="{E25C000A-8BFF-12E7-7DFB-FF34728592C6}"/>
              </a:ext>
            </a:extLst>
          </p:cNvPr>
          <p:cNvPicPr>
            <a:picLocks noChangeAspect="1"/>
          </p:cNvPicPr>
          <p:nvPr userDrawn="1"/>
        </p:nvPicPr>
        <p:blipFill>
          <a:blip r:embed="rId2" cstate="email">
            <a:extLst>
              <a:ext uri="{28A0092B-C50C-407E-A947-70E740481C1C}">
                <a14:useLocalDpi xmlns:a14="http://schemas.microsoft.com/office/drawing/2010/main"/>
              </a:ext>
            </a:extLst>
          </a:blip>
          <a:srcRect b="93678"/>
          <a:stretch/>
        </p:blipFill>
        <p:spPr>
          <a:xfrm flipV="1">
            <a:off x="5918200" y="6621628"/>
            <a:ext cx="5702300" cy="236372"/>
          </a:xfrm>
          <a:prstGeom prst="round2SameRect">
            <a:avLst>
              <a:gd name="adj1" fmla="val 0"/>
              <a:gd name="adj2" fmla="val 0"/>
            </a:avLst>
          </a:prstGeom>
        </p:spPr>
      </p:pic>
      <p:sp>
        <p:nvSpPr>
          <p:cNvPr id="6" name="Picture Placeholder 5">
            <a:extLst>
              <a:ext uri="{FF2B5EF4-FFF2-40B4-BE49-F238E27FC236}">
                <a16:creationId xmlns:a16="http://schemas.microsoft.com/office/drawing/2014/main" id="{F78AD535-FDDD-DD1F-6E1A-FD27892FE27B}"/>
              </a:ext>
            </a:extLst>
          </p:cNvPr>
          <p:cNvSpPr>
            <a:spLocks noGrp="1"/>
          </p:cNvSpPr>
          <p:nvPr>
            <p:ph type="pic" sz="quarter" idx="13"/>
          </p:nvPr>
        </p:nvSpPr>
        <p:spPr>
          <a:xfrm>
            <a:off x="5918200" y="1168400"/>
            <a:ext cx="5697538" cy="5453063"/>
          </a:xfrm>
          <a:prstGeom prst="round2SameRect">
            <a:avLst>
              <a:gd name="adj1" fmla="val 2693"/>
              <a:gd name="adj2" fmla="val 0"/>
            </a:avLst>
          </a:prstGeom>
        </p:spPr>
        <p:txBody>
          <a:bodyPr>
            <a:noAutofit/>
          </a:bodyPr>
          <a:lstStyle/>
          <a:p>
            <a:endParaRPr lang="en-US"/>
          </a:p>
        </p:txBody>
      </p:sp>
      <p:sp>
        <p:nvSpPr>
          <p:cNvPr id="4" name="TextBox 3">
            <a:extLst>
              <a:ext uri="{FF2B5EF4-FFF2-40B4-BE49-F238E27FC236}">
                <a16:creationId xmlns:a16="http://schemas.microsoft.com/office/drawing/2014/main" id="{535860AB-DECE-8B31-032E-BC46F4CDB2BE}"/>
              </a:ext>
            </a:extLst>
          </p:cNvPr>
          <p:cNvSpPr txBox="1"/>
          <p:nvPr userDrawn="1">
            <p:extLst>
              <p:ext uri="{1162E1C5-73C7-4A58-AE30-91384D911F3F}">
                <p184:classification xmlns:p184="http://schemas.microsoft.com/office/powerpoint/2018/4/main" val="ftr"/>
              </p:ext>
            </p:extLst>
          </p:nvPr>
        </p:nvSpPr>
        <p:spPr>
          <a:xfrm>
            <a:off x="3121446" y="6511422"/>
            <a:ext cx="5949107" cy="215444"/>
          </a:xfrm>
          <a:prstGeom prst="rect">
            <a:avLst/>
          </a:prstGeom>
        </p:spPr>
        <p:txBody>
          <a:bodyPr horzOverflow="overflow" wrap="square" lIns="45720" tIns="45720" rIns="45720" bIns="45720">
            <a:spAutoFit/>
          </a:bodyPr>
          <a:lstStyle/>
          <a:p>
            <a:pPr algn="ctr"/>
            <a:r>
              <a:rPr lang="en-US" sz="800" b="0">
                <a:solidFill>
                  <a:schemeClr val="tx2"/>
                </a:solidFill>
                <a:latin typeface="+mn-lt"/>
              </a:rPr>
              <a:t>Classified as Microsoft Confidential – content under embargo until Nov 18, 2025</a:t>
            </a:r>
          </a:p>
        </p:txBody>
      </p:sp>
    </p:spTree>
    <p:extLst>
      <p:ext uri="{BB962C8B-B14F-4D97-AF65-F5344CB8AC3E}">
        <p14:creationId xmlns:p14="http://schemas.microsoft.com/office/powerpoint/2010/main" val="2901742538"/>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32">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Square Photo Graphic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76072" y="588963"/>
            <a:ext cx="4158362" cy="2535236"/>
          </a:xfrm>
        </p:spPr>
        <p:txBody>
          <a:bodyPr anchor="b"/>
          <a:lstStyle>
            <a:lvl1pPr>
              <a:defRPr/>
            </a:lvl1pPr>
          </a:lstStyle>
          <a:p>
            <a:r>
              <a:rPr lang="en-US"/>
              <a:t>Title square photo layout </a:t>
            </a:r>
          </a:p>
        </p:txBody>
      </p:sp>
      <p:sp>
        <p:nvSpPr>
          <p:cNvPr id="5" name="Picture Placeholder">
            <a:extLst>
              <a:ext uri="{FF2B5EF4-FFF2-40B4-BE49-F238E27FC236}">
                <a16:creationId xmlns:a16="http://schemas.microsoft.com/office/drawing/2014/main" id="{2E18FD0C-FA99-4937-92CD-5CF7F279CD8E}"/>
              </a:ext>
              <a:ext uri="{C183D7F6-B498-43B3-948B-1728B52AA6E4}">
                <adec:decorative xmlns:adec="http://schemas.microsoft.com/office/drawing/2017/decorative" val="1"/>
              </a:ext>
            </a:extLst>
          </p:cNvPr>
          <p:cNvSpPr>
            <a:spLocks noGrp="1"/>
          </p:cNvSpPr>
          <p:nvPr>
            <p:ph type="pic" sz="quarter" idx="11" hasCustomPrompt="1"/>
          </p:nvPr>
        </p:nvSpPr>
        <p:spPr bwMode="ltGray">
          <a:xfrm>
            <a:off x="5624513" y="585788"/>
            <a:ext cx="5683249" cy="5683249"/>
          </a:xfrm>
          <a:prstGeom prst="roundRect">
            <a:avLst>
              <a:gd name="adj" fmla="val 3259"/>
            </a:avLst>
          </a:prstGeom>
          <a:blipFill>
            <a:blip r:embed="rId3" cstate="email">
              <a:extLst>
                <a:ext uri="{28A0092B-C50C-407E-A947-70E740481C1C}">
                  <a14:useLocalDpi xmlns:a14="http://schemas.microsoft.com/office/drawing/2010/main"/>
                </a:ext>
              </a:extLst>
            </a:blip>
            <a:stretch>
              <a:fillRect/>
            </a:stretch>
          </a:blipFill>
        </p:spPr>
        <p:txBody>
          <a:bodyPr lIns="0" tIns="914400" rIns="0" anchor="t" anchorCtr="0">
            <a:noAutofit/>
          </a:bodyPr>
          <a:lstStyle>
            <a:lvl1pPr marL="0" indent="0" algn="ctr">
              <a:lnSpc>
                <a:spcPct val="100000"/>
              </a:lnSpc>
              <a:buNone/>
              <a:defRPr sz="12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pic>
        <p:nvPicPr>
          <p:cNvPr id="2" name="Picture 1">
            <a:extLst>
              <a:ext uri="{FF2B5EF4-FFF2-40B4-BE49-F238E27FC236}">
                <a16:creationId xmlns:a16="http://schemas.microsoft.com/office/drawing/2014/main" id="{4E2E619B-2D74-9B55-98E1-9E6126DE0DB1}"/>
              </a:ext>
              <a:ext uri="{C183D7F6-B498-43B3-948B-1728B52AA6E4}">
                <adec:decorative xmlns:adec="http://schemas.microsoft.com/office/drawing/2017/decorative" val="1"/>
              </a:ext>
            </a:extLst>
          </p:cNvPr>
          <p:cNvPicPr>
            <a:picLocks noChangeAspect="1"/>
          </p:cNvPicPr>
          <p:nvPr userDrawn="1"/>
        </p:nvPicPr>
        <p:blipFill>
          <a:blip r:embed="rId4" cstate="email">
            <a:extLst>
              <a:ext uri="{28A0092B-C50C-407E-A947-70E740481C1C}">
                <a14:useLocalDpi xmlns:a14="http://schemas.microsoft.com/office/drawing/2010/main"/>
              </a:ext>
            </a:extLst>
          </a:blip>
          <a:srcRect b="93678"/>
          <a:stretch/>
        </p:blipFill>
        <p:spPr>
          <a:xfrm flipV="1">
            <a:off x="5614987" y="6032665"/>
            <a:ext cx="5702300" cy="236372"/>
          </a:xfrm>
          <a:prstGeom prst="round2SameRect">
            <a:avLst>
              <a:gd name="adj1" fmla="val 50000"/>
              <a:gd name="adj2" fmla="val 0"/>
            </a:avLst>
          </a:prstGeom>
        </p:spPr>
      </p:pic>
      <p:sp>
        <p:nvSpPr>
          <p:cNvPr id="6" name="Text Placeholder 9">
            <a:extLst>
              <a:ext uri="{FF2B5EF4-FFF2-40B4-BE49-F238E27FC236}">
                <a16:creationId xmlns:a16="http://schemas.microsoft.com/office/drawing/2014/main" id="{27E1A4E4-65BC-180B-5815-78F17BD7D02D}"/>
              </a:ext>
              <a:ext uri="{C183D7F6-B498-43B3-948B-1728B52AA6E4}">
                <adec:decorative xmlns:adec="http://schemas.microsoft.com/office/drawing/2017/decorative" val="0"/>
              </a:ext>
            </a:extLst>
          </p:cNvPr>
          <p:cNvSpPr>
            <a:spLocks noGrp="1"/>
          </p:cNvSpPr>
          <p:nvPr>
            <p:ph type="body" sz="quarter" idx="12"/>
          </p:nvPr>
        </p:nvSpPr>
        <p:spPr>
          <a:xfrm>
            <a:off x="576263" y="3535540"/>
            <a:ext cx="4158171" cy="273349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42401972"/>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32">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Square Photo Graphic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76072" y="588963"/>
            <a:ext cx="4158362" cy="2535236"/>
          </a:xfrm>
        </p:spPr>
        <p:txBody>
          <a:bodyPr anchor="b"/>
          <a:lstStyle>
            <a:lvl1pPr>
              <a:defRPr/>
            </a:lvl1pPr>
          </a:lstStyle>
          <a:p>
            <a:r>
              <a:rPr lang="en-US"/>
              <a:t>Title square photo layout </a:t>
            </a:r>
          </a:p>
        </p:txBody>
      </p:sp>
      <p:pic>
        <p:nvPicPr>
          <p:cNvPr id="10" name="Picture 9" descr="A close-up of a colorful object&#10;&#10;Description automatically generated">
            <a:extLst>
              <a:ext uri="{FF2B5EF4-FFF2-40B4-BE49-F238E27FC236}">
                <a16:creationId xmlns:a16="http://schemas.microsoft.com/office/drawing/2014/main" id="{89A104E1-D13F-B13B-BB5D-930C8205C897}"/>
              </a:ext>
            </a:extLst>
          </p:cNvPr>
          <p:cNvPicPr>
            <a:picLocks noChangeAspect="1"/>
          </p:cNvPicPr>
          <p:nvPr userDrawn="1"/>
        </p:nvPicPr>
        <p:blipFill>
          <a:blip r:embed="rId3" cstate="email">
            <a:extLst>
              <a:ext uri="{BEBA8EAE-BF5A-486C-A8C5-ECC9F3942E4B}">
                <a14:imgProps xmlns:a14="http://schemas.microsoft.com/office/drawing/2010/main">
                  <a14:imgLayer r:embed="rId4">
                    <a14:imgEffect>
                      <a14:sharpenSoften amount="-65000"/>
                    </a14:imgEffect>
                  </a14:imgLayer>
                </a14:imgProps>
              </a:ext>
              <a:ext uri="{28A0092B-C50C-407E-A947-70E740481C1C}">
                <a14:useLocalDpi xmlns:a14="http://schemas.microsoft.com/office/drawing/2010/main"/>
              </a:ext>
            </a:extLst>
          </a:blip>
          <a:srcRect/>
          <a:stretch/>
        </p:blipFill>
        <p:spPr>
          <a:xfrm>
            <a:off x="5333999" y="0"/>
            <a:ext cx="6858001" cy="6858000"/>
          </a:xfrm>
          <a:prstGeom prst="rect">
            <a:avLst/>
          </a:prstGeom>
          <a:solidFill>
            <a:schemeClr val="bg1"/>
          </a:solidFill>
        </p:spPr>
      </p:pic>
      <p:pic>
        <p:nvPicPr>
          <p:cNvPr id="8" name="Picture 7" descr="A colorful gradient going from darker blue on the left side to light blue to magenta to orange on the right side">
            <a:extLst>
              <a:ext uri="{FF2B5EF4-FFF2-40B4-BE49-F238E27FC236}">
                <a16:creationId xmlns:a16="http://schemas.microsoft.com/office/drawing/2014/main" id="{69B64261-FB99-ADE9-26E4-3ECE1E68CF38}"/>
              </a:ext>
            </a:extLst>
          </p:cNvPr>
          <p:cNvPicPr>
            <a:picLocks noChangeAspect="1"/>
          </p:cNvPicPr>
          <p:nvPr userDrawn="1"/>
        </p:nvPicPr>
        <p:blipFill rotWithShape="1">
          <a:blip r:embed="rId5" cstate="email">
            <a:alphaModFix amt="50000"/>
            <a:extLst>
              <a:ext uri="{28A0092B-C50C-407E-A947-70E740481C1C}">
                <a14:useLocalDpi xmlns:a14="http://schemas.microsoft.com/office/drawing/2010/main"/>
              </a:ext>
            </a:extLst>
          </a:blip>
          <a:srcRect t="160" b="160"/>
          <a:stretch/>
        </p:blipFill>
        <p:spPr>
          <a:xfrm rot="16200000">
            <a:off x="6205856" y="868680"/>
            <a:ext cx="5120640" cy="5120640"/>
          </a:xfrm>
          <a:prstGeom prst="roundRect">
            <a:avLst>
              <a:gd name="adj" fmla="val 2716"/>
            </a:avLst>
          </a:prstGeom>
        </p:spPr>
      </p:pic>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6705600" y="1371600"/>
            <a:ext cx="4114800" cy="4114800"/>
          </a:xfrm>
          <a:prstGeom prst="roundRect">
            <a:avLst>
              <a:gd name="adj" fmla="val 2346"/>
            </a:avLst>
          </a:prstGeom>
          <a:blipFill>
            <a:blip r:embed="rId6" cstate="email">
              <a:extLst>
                <a:ext uri="{28A0092B-C50C-407E-A947-70E740481C1C}">
                  <a14:useLocalDpi xmlns:a14="http://schemas.microsoft.com/office/drawing/2010/main"/>
                </a:ext>
              </a:extLst>
            </a:blip>
            <a:stretch>
              <a:fillRect/>
            </a:stretch>
          </a:blipFill>
        </p:spPr>
        <p:txBody>
          <a:bodyPr lIns="0" tIns="1188720" rIns="0" anchor="t" anchorCtr="0">
            <a:noAutofit/>
          </a:bodyPr>
          <a:lstStyle>
            <a:lvl1pPr marL="0" indent="0" algn="ctr">
              <a:lnSpc>
                <a:spcPct val="100000"/>
              </a:lnSpc>
              <a:buNone/>
              <a:defRPr sz="12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2" name="Text Placeholder 9">
            <a:extLst>
              <a:ext uri="{FF2B5EF4-FFF2-40B4-BE49-F238E27FC236}">
                <a16:creationId xmlns:a16="http://schemas.microsoft.com/office/drawing/2014/main" id="{2F3C68D3-53C2-F075-B146-D6A5B9E72C4E}"/>
              </a:ext>
              <a:ext uri="{C183D7F6-B498-43B3-948B-1728B52AA6E4}">
                <adec:decorative xmlns:adec="http://schemas.microsoft.com/office/drawing/2017/decorative" val="0"/>
              </a:ext>
            </a:extLst>
          </p:cNvPr>
          <p:cNvSpPr>
            <a:spLocks noGrp="1"/>
          </p:cNvSpPr>
          <p:nvPr>
            <p:ph type="body" sz="quarter" idx="12"/>
          </p:nvPr>
        </p:nvSpPr>
        <p:spPr>
          <a:xfrm>
            <a:off x="576263" y="3535540"/>
            <a:ext cx="4158171" cy="273349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Box 3">
            <a:extLst>
              <a:ext uri="{FF2B5EF4-FFF2-40B4-BE49-F238E27FC236}">
                <a16:creationId xmlns:a16="http://schemas.microsoft.com/office/drawing/2014/main" id="{D4EC0472-782E-4FE8-843C-D0D90EE762A0}"/>
              </a:ext>
            </a:extLst>
          </p:cNvPr>
          <p:cNvSpPr txBox="1"/>
          <p:nvPr userDrawn="1">
            <p:extLst>
              <p:ext uri="{1162E1C5-73C7-4A58-AE30-91384D911F3F}">
                <p184:classification xmlns:p184="http://schemas.microsoft.com/office/powerpoint/2018/4/main" val="ftr"/>
              </p:ext>
            </p:extLst>
          </p:nvPr>
        </p:nvSpPr>
        <p:spPr>
          <a:xfrm>
            <a:off x="3121446" y="6511422"/>
            <a:ext cx="5949107" cy="215444"/>
          </a:xfrm>
          <a:prstGeom prst="rect">
            <a:avLst/>
          </a:prstGeom>
        </p:spPr>
        <p:txBody>
          <a:bodyPr horzOverflow="overflow" wrap="square" lIns="45720" tIns="45720" rIns="45720" bIns="45720">
            <a:spAutoFit/>
          </a:bodyPr>
          <a:lstStyle/>
          <a:p>
            <a:pPr algn="ctr"/>
            <a:r>
              <a:rPr lang="en-US" sz="800" b="0">
                <a:solidFill>
                  <a:schemeClr val="tx2"/>
                </a:solidFill>
                <a:latin typeface="+mn-lt"/>
              </a:rPr>
              <a:t>Classified as Microsoft Confidential – content under embargo until Nov 18, 2025</a:t>
            </a:r>
          </a:p>
        </p:txBody>
      </p:sp>
    </p:spTree>
    <p:extLst>
      <p:ext uri="{BB962C8B-B14F-4D97-AF65-F5344CB8AC3E}">
        <p14:creationId xmlns:p14="http://schemas.microsoft.com/office/powerpoint/2010/main" val="1985924728"/>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32">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Square Photo Graphic 4">
    <p:bg>
      <p:bgPr>
        <a:solidFill>
          <a:srgbClr val="FFF8F3"/>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76072" y="588963"/>
            <a:ext cx="4158362" cy="2535236"/>
          </a:xfrm>
        </p:spPr>
        <p:txBody>
          <a:bodyPr anchor="b"/>
          <a:lstStyle>
            <a:lvl1pPr>
              <a:defRPr/>
            </a:lvl1pPr>
          </a:lstStyle>
          <a:p>
            <a:r>
              <a:rPr lang="en-US"/>
              <a:t>Title square photo layout </a:t>
            </a:r>
          </a:p>
        </p:txBody>
      </p:sp>
      <p:sp>
        <p:nvSpPr>
          <p:cNvPr id="2" name="Text Placeholder 9">
            <a:extLst>
              <a:ext uri="{FF2B5EF4-FFF2-40B4-BE49-F238E27FC236}">
                <a16:creationId xmlns:a16="http://schemas.microsoft.com/office/drawing/2014/main" id="{D6C0C056-1013-470D-75D7-E28A834B1CF9}"/>
              </a:ext>
              <a:ext uri="{C183D7F6-B498-43B3-948B-1728B52AA6E4}">
                <adec:decorative xmlns:adec="http://schemas.microsoft.com/office/drawing/2017/decorative" val="0"/>
              </a:ext>
            </a:extLst>
          </p:cNvPr>
          <p:cNvSpPr>
            <a:spLocks noGrp="1"/>
          </p:cNvSpPr>
          <p:nvPr>
            <p:ph type="body" sz="quarter" idx="12"/>
          </p:nvPr>
        </p:nvSpPr>
        <p:spPr>
          <a:xfrm>
            <a:off x="576263" y="3535540"/>
            <a:ext cx="4158171" cy="273349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Picture 8">
            <a:extLst>
              <a:ext uri="{FF2B5EF4-FFF2-40B4-BE49-F238E27FC236}">
                <a16:creationId xmlns:a16="http://schemas.microsoft.com/office/drawing/2014/main" id="{B58AEFBE-EE1F-0FBF-5C84-1DF6EC17775A}"/>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5334000" y="0"/>
            <a:ext cx="6858000" cy="6858000"/>
          </a:xfrm>
          <a:prstGeom prst="rect">
            <a:avLst/>
          </a:prstGeom>
        </p:spPr>
      </p:pic>
      <p:sp>
        <p:nvSpPr>
          <p:cNvPr id="5" name="Picture Placeholder">
            <a:extLst>
              <a:ext uri="{FF2B5EF4-FFF2-40B4-BE49-F238E27FC236}">
                <a16:creationId xmlns:a16="http://schemas.microsoft.com/office/drawing/2014/main" id="{2E18FD0C-FA99-4937-92CD-5CF7F279CD8E}"/>
              </a:ext>
              <a:ext uri="{C183D7F6-B498-43B3-948B-1728B52AA6E4}">
                <adec:decorative xmlns:adec="http://schemas.microsoft.com/office/drawing/2017/decorative" val="1"/>
              </a:ext>
            </a:extLst>
          </p:cNvPr>
          <p:cNvSpPr>
            <a:spLocks noGrp="1"/>
          </p:cNvSpPr>
          <p:nvPr>
            <p:ph type="pic" sz="quarter" idx="11" hasCustomPrompt="1"/>
          </p:nvPr>
        </p:nvSpPr>
        <p:spPr bwMode="ltGray">
          <a:xfrm>
            <a:off x="6705600" y="1371600"/>
            <a:ext cx="4114800" cy="4114800"/>
          </a:xfrm>
          <a:prstGeom prst="roundRect">
            <a:avLst>
              <a:gd name="adj" fmla="val 2602"/>
            </a:avLst>
          </a:prstGeom>
          <a:blipFill>
            <a:blip r:embed="rId3" cstate="email">
              <a:extLst>
                <a:ext uri="{28A0092B-C50C-407E-A947-70E740481C1C}">
                  <a14:useLocalDpi xmlns:a14="http://schemas.microsoft.com/office/drawing/2010/main"/>
                </a:ext>
              </a:extLst>
            </a:blip>
            <a:stretch>
              <a:fillRect/>
            </a:stretch>
          </a:blipFill>
        </p:spPr>
        <p:txBody>
          <a:bodyPr lIns="0" tIns="1188720" rIns="0" anchor="t" anchorCtr="0">
            <a:noAutofit/>
          </a:bodyPr>
          <a:lstStyle>
            <a:lvl1pPr marL="0" indent="0" algn="ctr">
              <a:lnSpc>
                <a:spcPct val="100000"/>
              </a:lnSpc>
              <a:buNone/>
              <a:defRPr sz="12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4" name="TextBox 3">
            <a:extLst>
              <a:ext uri="{FF2B5EF4-FFF2-40B4-BE49-F238E27FC236}">
                <a16:creationId xmlns:a16="http://schemas.microsoft.com/office/drawing/2014/main" id="{995C456B-D9C8-A28B-3F6D-23259DB8BB9D}"/>
              </a:ext>
            </a:extLst>
          </p:cNvPr>
          <p:cNvSpPr txBox="1"/>
          <p:nvPr userDrawn="1">
            <p:extLst>
              <p:ext uri="{1162E1C5-73C7-4A58-AE30-91384D911F3F}">
                <p184:classification xmlns:p184="http://schemas.microsoft.com/office/powerpoint/2018/4/main" val="ftr"/>
              </p:ext>
            </p:extLst>
          </p:nvPr>
        </p:nvSpPr>
        <p:spPr>
          <a:xfrm>
            <a:off x="3121446" y="6511422"/>
            <a:ext cx="5949107" cy="215444"/>
          </a:xfrm>
          <a:prstGeom prst="rect">
            <a:avLst/>
          </a:prstGeom>
        </p:spPr>
        <p:txBody>
          <a:bodyPr horzOverflow="overflow" wrap="square" lIns="45720" tIns="45720" rIns="45720" bIns="45720">
            <a:spAutoFit/>
          </a:bodyPr>
          <a:lstStyle/>
          <a:p>
            <a:pPr algn="ctr"/>
            <a:r>
              <a:rPr lang="en-US" sz="800" b="0">
                <a:solidFill>
                  <a:schemeClr val="tx2"/>
                </a:solidFill>
                <a:latin typeface="+mn-lt"/>
              </a:rPr>
              <a:t>Classified as Microsoft Confidential – content under embargo until Nov 18, 2025</a:t>
            </a:r>
          </a:p>
        </p:txBody>
      </p:sp>
    </p:spTree>
    <p:extLst>
      <p:ext uri="{BB962C8B-B14F-4D97-AF65-F5344CB8AC3E}">
        <p14:creationId xmlns:p14="http://schemas.microsoft.com/office/powerpoint/2010/main" val="300865831"/>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32">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Title - Square Photo ">
    <p:spTree>
      <p:nvGrpSpPr>
        <p:cNvPr id="1" name=""/>
        <p:cNvGrpSpPr/>
        <p:nvPr/>
      </p:nvGrpSpPr>
      <p:grpSpPr>
        <a:xfrm>
          <a:off x="0" y="0"/>
          <a:ext cx="0" cy="0"/>
          <a:chOff x="0" y="0"/>
          <a:chExt cx="0" cy="0"/>
        </a:xfrm>
      </p:grpSpPr>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334000" y="0"/>
            <a:ext cx="6858000" cy="6858000"/>
          </a:xfrm>
          <a:prstGeom prst="rect">
            <a:avLst/>
          </a:prstGeom>
          <a:blipFill dpi="0" rotWithShape="1">
            <a:blip r:embed="rId2" cstate="email">
              <a:extLst>
                <a:ext uri="{28A0092B-C50C-407E-A947-70E740481C1C}">
                  <a14:useLocalDpi xmlns:a14="http://schemas.microsoft.com/office/drawing/2010/main"/>
                </a:ext>
              </a:extLst>
            </a:blip>
            <a:srcRect/>
            <a:stretch>
              <a:fillRect/>
            </a:stretch>
          </a:blipFill>
        </p:spPr>
        <p:txBody>
          <a:bodyPr lIns="0" tIns="2377440" rIns="0" anchor="t" anchorCtr="0">
            <a:noAutofit/>
          </a:bodyPr>
          <a:lstStyle>
            <a:lvl1pPr marL="0" indent="0" algn="ctr">
              <a:lnSpc>
                <a:spcPct val="100000"/>
              </a:lnSpc>
              <a:buNone/>
              <a:defRPr sz="14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76072" y="588963"/>
            <a:ext cx="4158362" cy="2535236"/>
          </a:xfrm>
        </p:spPr>
        <p:txBody>
          <a:bodyPr anchor="b"/>
          <a:lstStyle>
            <a:lvl1pPr>
              <a:defRPr/>
            </a:lvl1pPr>
          </a:lstStyle>
          <a:p>
            <a:r>
              <a:rPr lang="en-US"/>
              <a:t>Title square photo layout </a:t>
            </a:r>
          </a:p>
        </p:txBody>
      </p:sp>
      <p:sp>
        <p:nvSpPr>
          <p:cNvPr id="6" name="Text Placeholder 5">
            <a:extLst>
              <a:ext uri="{FF2B5EF4-FFF2-40B4-BE49-F238E27FC236}">
                <a16:creationId xmlns:a16="http://schemas.microsoft.com/office/drawing/2014/main" id="{58B03B89-65B4-0499-6718-2A7C471F6CD3}"/>
              </a:ext>
            </a:extLst>
          </p:cNvPr>
          <p:cNvSpPr>
            <a:spLocks noGrp="1"/>
          </p:cNvSpPr>
          <p:nvPr>
            <p:ph type="body" sz="quarter" idx="12"/>
          </p:nvPr>
        </p:nvSpPr>
        <p:spPr>
          <a:xfrm>
            <a:off x="576263" y="3535363"/>
            <a:ext cx="4157662" cy="27336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Box 1">
            <a:extLst>
              <a:ext uri="{FF2B5EF4-FFF2-40B4-BE49-F238E27FC236}">
                <a16:creationId xmlns:a16="http://schemas.microsoft.com/office/drawing/2014/main" id="{A16164C3-750B-B9B7-34DC-35316D00E1D2}"/>
              </a:ext>
            </a:extLst>
          </p:cNvPr>
          <p:cNvSpPr txBox="1"/>
          <p:nvPr userDrawn="1">
            <p:extLst>
              <p:ext uri="{1162E1C5-73C7-4A58-AE30-91384D911F3F}">
                <p184:classification xmlns:p184="http://schemas.microsoft.com/office/powerpoint/2018/4/main" val="ftr"/>
              </p:ext>
            </p:extLst>
          </p:nvPr>
        </p:nvSpPr>
        <p:spPr>
          <a:xfrm>
            <a:off x="3121446" y="6511422"/>
            <a:ext cx="5949107" cy="215444"/>
          </a:xfrm>
          <a:prstGeom prst="rect">
            <a:avLst/>
          </a:prstGeom>
        </p:spPr>
        <p:txBody>
          <a:bodyPr horzOverflow="overflow" wrap="square" lIns="45720" tIns="45720" rIns="45720" bIns="45720">
            <a:spAutoFit/>
          </a:bodyPr>
          <a:lstStyle/>
          <a:p>
            <a:pPr algn="ctr"/>
            <a:r>
              <a:rPr lang="en-US" sz="800" b="0">
                <a:solidFill>
                  <a:schemeClr val="tx2"/>
                </a:solidFill>
                <a:latin typeface="+mn-lt"/>
              </a:rPr>
              <a:t>Classified as Microsoft Confidential – content under embargo until Nov 18, 2025</a:t>
            </a:r>
          </a:p>
        </p:txBody>
      </p:sp>
    </p:spTree>
    <p:extLst>
      <p:ext uri="{BB962C8B-B14F-4D97-AF65-F5344CB8AC3E}">
        <p14:creationId xmlns:p14="http://schemas.microsoft.com/office/powerpoint/2010/main" val="3721385357"/>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Square Photo ">
    <p:bg>
      <p:bgPr>
        <a:solidFill>
          <a:srgbClr val="E8E6DF"/>
        </a:solidFill>
        <a:effectLst/>
      </p:bgPr>
    </p:bg>
    <p:spTree>
      <p:nvGrpSpPr>
        <p:cNvPr id="1" name=""/>
        <p:cNvGrpSpPr/>
        <p:nvPr/>
      </p:nvGrpSpPr>
      <p:grpSpPr>
        <a:xfrm>
          <a:off x="0" y="0"/>
          <a:ext cx="0" cy="0"/>
          <a:chOff x="0" y="0"/>
          <a:chExt cx="0" cy="0"/>
        </a:xfrm>
      </p:grpSpPr>
      <p:sp>
        <p:nvSpPr>
          <p:cNvPr id="2" name="Picture Placeholder" descr="This photo is a 'placeholder' only. Drag or drop your photo here, or click and tap the center to insert a photo.">
            <a:extLst>
              <a:ext uri="{FF2B5EF4-FFF2-40B4-BE49-F238E27FC236}">
                <a16:creationId xmlns:a16="http://schemas.microsoft.com/office/drawing/2014/main" id="{F7F87341-ECEA-3B94-51B2-A9E24914685F}"/>
              </a:ext>
            </a:extLst>
          </p:cNvPr>
          <p:cNvSpPr>
            <a:spLocks noGrp="1"/>
          </p:cNvSpPr>
          <p:nvPr>
            <p:ph type="pic" sz="quarter" idx="11" hasCustomPrompt="1"/>
          </p:nvPr>
        </p:nvSpPr>
        <p:spPr bwMode="ltGray">
          <a:xfrm>
            <a:off x="5334000" y="0"/>
            <a:ext cx="6858000" cy="6858000"/>
          </a:xfrm>
          <a:prstGeom prst="rect">
            <a:avLst/>
          </a:prstGeom>
          <a:blipFill dpi="0" rotWithShape="1">
            <a:blip r:embed="rId2"/>
            <a:srcRect/>
            <a:stretch>
              <a:fillRect/>
            </a:stretch>
          </a:blipFill>
        </p:spPr>
        <p:txBody>
          <a:bodyPr lIns="0" tIns="2377440" rIns="0" anchor="t" anchorCtr="0">
            <a:noAutofit/>
          </a:bodyPr>
          <a:lstStyle>
            <a:lvl1pPr marL="0" indent="0" algn="ctr">
              <a:lnSpc>
                <a:spcPct val="100000"/>
              </a:lnSpc>
              <a:buNone/>
              <a:defRPr sz="14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6" name="Rectangle 5">
            <a:extLst>
              <a:ext uri="{FF2B5EF4-FFF2-40B4-BE49-F238E27FC236}">
                <a16:creationId xmlns:a16="http://schemas.microsoft.com/office/drawing/2014/main" id="{3DED39DE-8DED-DC59-2BDA-C621877CF646}"/>
              </a:ext>
            </a:extLst>
          </p:cNvPr>
          <p:cNvSpPr/>
          <p:nvPr userDrawn="1"/>
        </p:nvSpPr>
        <p:spPr bwMode="auto">
          <a:xfrm>
            <a:off x="0" y="-1"/>
            <a:ext cx="5334000" cy="6857999"/>
          </a:xfrm>
          <a:prstGeom prst="rect">
            <a:avLst/>
          </a:prstGeom>
          <a:gradFill flip="none" rotWithShape="1">
            <a:gsLst>
              <a:gs pos="100000">
                <a:schemeClr val="bg1">
                  <a:alpha val="0"/>
                </a:schemeClr>
              </a:gs>
              <a:gs pos="0">
                <a:schemeClr val="bg1">
                  <a:shade val="100000"/>
                  <a:satMod val="115000"/>
                  <a:alpha val="22143"/>
                </a:schemeClr>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chemeClr val="tx1"/>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576072" y="585788"/>
            <a:ext cx="4159950" cy="5683249"/>
          </a:xfrm>
        </p:spPr>
        <p:txBody>
          <a:bodyPr anchor="ctr"/>
          <a:lstStyle/>
          <a:p>
            <a:r>
              <a:rPr lang="en-US"/>
              <a:t>Click to edit Master title style</a:t>
            </a:r>
          </a:p>
        </p:txBody>
      </p:sp>
      <p:sp>
        <p:nvSpPr>
          <p:cNvPr id="4" name="TextBox 3">
            <a:extLst>
              <a:ext uri="{FF2B5EF4-FFF2-40B4-BE49-F238E27FC236}">
                <a16:creationId xmlns:a16="http://schemas.microsoft.com/office/drawing/2014/main" id="{EEC55D0D-8FEB-9314-DB49-7E3DCC5E8BD9}"/>
              </a:ext>
            </a:extLst>
          </p:cNvPr>
          <p:cNvSpPr txBox="1"/>
          <p:nvPr userDrawn="1">
            <p:extLst>
              <p:ext uri="{1162E1C5-73C7-4A58-AE30-91384D911F3F}">
                <p184:classification xmlns:p184="http://schemas.microsoft.com/office/powerpoint/2018/4/main" val="ftr"/>
              </p:ext>
            </p:extLst>
          </p:nvPr>
        </p:nvSpPr>
        <p:spPr>
          <a:xfrm>
            <a:off x="3121446" y="6511422"/>
            <a:ext cx="5949107" cy="215444"/>
          </a:xfrm>
          <a:prstGeom prst="rect">
            <a:avLst/>
          </a:prstGeom>
        </p:spPr>
        <p:txBody>
          <a:bodyPr horzOverflow="overflow" wrap="square" lIns="45720" tIns="45720" rIns="45720" bIns="45720">
            <a:spAutoFit/>
          </a:bodyPr>
          <a:lstStyle/>
          <a:p>
            <a:pPr algn="ctr"/>
            <a:r>
              <a:rPr lang="en-US" sz="800" b="0">
                <a:solidFill>
                  <a:schemeClr val="tx2"/>
                </a:solidFill>
                <a:latin typeface="+mn-lt"/>
              </a:rPr>
              <a:t>Classified as Microsoft Confidential – content under embargo until Nov 18, 2025</a:t>
            </a:r>
          </a:p>
        </p:txBody>
      </p:sp>
    </p:spTree>
    <p:extLst>
      <p:ext uri="{BB962C8B-B14F-4D97-AF65-F5344CB8AC3E}">
        <p14:creationId xmlns:p14="http://schemas.microsoft.com/office/powerpoint/2010/main" val="1129117622"/>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5" orient="horz" pos="2160">
          <p15:clr>
            <a:srgbClr val="5ACBF0"/>
          </p15:clr>
        </p15:guide>
        <p15:guide id="6" pos="2991">
          <p15:clr>
            <a:srgbClr val="5ACBF0"/>
          </p15:clr>
        </p15:guide>
        <p15:guide id="7" pos="3728">
          <p15:clr>
            <a:srgbClr val="C35EA4"/>
          </p15:clr>
        </p15:guide>
        <p15:guide id="8" pos="3544">
          <p15:clr>
            <a:srgbClr val="A4A3A4"/>
          </p15:clr>
        </p15:guide>
      </p15:sldGuideLst>
    </p:ext>
  </p:extLst>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Square Photo 2">
    <p:spTree>
      <p:nvGrpSpPr>
        <p:cNvPr id="1" name=""/>
        <p:cNvGrpSpPr/>
        <p:nvPr/>
      </p:nvGrpSpPr>
      <p:grpSpPr>
        <a:xfrm>
          <a:off x="0" y="0"/>
          <a:ext cx="0" cy="0"/>
          <a:chOff x="0" y="0"/>
          <a:chExt cx="0" cy="0"/>
        </a:xfrm>
      </p:grpSpPr>
      <p:sp>
        <p:nvSpPr>
          <p:cNvPr id="2" name="Picture Placeholder">
            <a:extLst>
              <a:ext uri="{FF2B5EF4-FFF2-40B4-BE49-F238E27FC236}">
                <a16:creationId xmlns:a16="http://schemas.microsoft.com/office/drawing/2014/main" id="{3D4BC3CE-C968-246E-EAC3-B829FDF59F19}"/>
              </a:ext>
              <a:ext uri="{C183D7F6-B498-43B3-948B-1728B52AA6E4}">
                <adec:decorative xmlns:adec="http://schemas.microsoft.com/office/drawing/2017/decorative" val="1"/>
              </a:ext>
            </a:extLst>
          </p:cNvPr>
          <p:cNvSpPr>
            <a:spLocks noGrp="1"/>
          </p:cNvSpPr>
          <p:nvPr>
            <p:ph type="pic" sz="quarter" idx="11" hasCustomPrompt="1"/>
          </p:nvPr>
        </p:nvSpPr>
        <p:spPr bwMode="ltGray">
          <a:xfrm>
            <a:off x="5334000" y="0"/>
            <a:ext cx="6858000" cy="6858000"/>
          </a:xfrm>
          <a:prstGeom prst="rect">
            <a:avLst/>
          </a:prstGeom>
          <a:blipFill dpi="0" rotWithShape="1">
            <a:blip r:embed="rId2" cstate="email">
              <a:extLst>
                <a:ext uri="{28A0092B-C50C-407E-A947-70E740481C1C}">
                  <a14:useLocalDpi xmlns:a14="http://schemas.microsoft.com/office/drawing/2010/main"/>
                </a:ext>
              </a:extLst>
            </a:blip>
            <a:srcRect/>
            <a:stretch>
              <a:fillRect/>
            </a:stretch>
          </a:blipFill>
        </p:spPr>
        <p:txBody>
          <a:bodyPr lIns="0" tIns="2377440" rIns="0" anchor="t" anchorCtr="0">
            <a:noAutofit/>
          </a:bodyPr>
          <a:lstStyle>
            <a:lvl1pPr marL="0" indent="0" algn="ctr">
              <a:lnSpc>
                <a:spcPct val="100000"/>
              </a:lnSpc>
              <a:buNone/>
              <a:defRPr sz="14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5" name="Text Placeholder 4">
            <a:extLst>
              <a:ext uri="{FF2B5EF4-FFF2-40B4-BE49-F238E27FC236}">
                <a16:creationId xmlns:a16="http://schemas.microsoft.com/office/drawing/2014/main" id="{7BE7730F-1274-832F-885C-F261B2BF8DD4}"/>
              </a:ext>
            </a:extLst>
          </p:cNvPr>
          <p:cNvSpPr>
            <a:spLocks noGrp="1"/>
          </p:cNvSpPr>
          <p:nvPr>
            <p:ph type="body" sz="quarter" idx="12" hasCustomPrompt="1"/>
          </p:nvPr>
        </p:nvSpPr>
        <p:spPr>
          <a:xfrm>
            <a:off x="576072" y="2976563"/>
            <a:ext cx="4163125" cy="1508105"/>
          </a:xfrm>
          <a:prstGeom prst="rect">
            <a:avLst/>
          </a:prstGeom>
        </p:spPr>
        <p:txBody>
          <a:bodyPr/>
          <a:lstStyle/>
          <a:p>
            <a:pPr lvl="0"/>
            <a:r>
              <a:rPr lang="en-US"/>
              <a:t>Square photo layout with smaller text</a:t>
            </a:r>
          </a:p>
          <a:p>
            <a:pPr lvl="1"/>
            <a:r>
              <a:rPr lang="en-US"/>
              <a:t>Second level</a:t>
            </a:r>
          </a:p>
          <a:p>
            <a:pPr lvl="2"/>
            <a:r>
              <a:rPr lang="en-US"/>
              <a:t>Third level</a:t>
            </a:r>
          </a:p>
          <a:p>
            <a:pPr lvl="3"/>
            <a:r>
              <a:rPr lang="en-US"/>
              <a:t>Fourth level</a:t>
            </a:r>
          </a:p>
          <a:p>
            <a:pPr lvl="4"/>
            <a:r>
              <a:rPr lang="en-US"/>
              <a:t>Fifth level</a:t>
            </a:r>
          </a:p>
        </p:txBody>
      </p:sp>
      <p:sp>
        <p:nvSpPr>
          <p:cNvPr id="3" name="TextBox 2">
            <a:extLst>
              <a:ext uri="{FF2B5EF4-FFF2-40B4-BE49-F238E27FC236}">
                <a16:creationId xmlns:a16="http://schemas.microsoft.com/office/drawing/2014/main" id="{2CCA6297-7EB4-ABAA-0A14-F883C7736E49}"/>
              </a:ext>
            </a:extLst>
          </p:cNvPr>
          <p:cNvSpPr txBox="1"/>
          <p:nvPr userDrawn="1">
            <p:extLst>
              <p:ext uri="{1162E1C5-73C7-4A58-AE30-91384D911F3F}">
                <p184:classification xmlns:p184="http://schemas.microsoft.com/office/powerpoint/2018/4/main" val="ftr"/>
              </p:ext>
            </p:extLst>
          </p:nvPr>
        </p:nvSpPr>
        <p:spPr>
          <a:xfrm>
            <a:off x="3121446" y="6511422"/>
            <a:ext cx="5949107" cy="215444"/>
          </a:xfrm>
          <a:prstGeom prst="rect">
            <a:avLst/>
          </a:prstGeom>
        </p:spPr>
        <p:txBody>
          <a:bodyPr horzOverflow="overflow" wrap="square" lIns="45720" tIns="45720" rIns="45720" bIns="45720">
            <a:spAutoFit/>
          </a:bodyPr>
          <a:lstStyle/>
          <a:p>
            <a:pPr algn="ctr"/>
            <a:r>
              <a:rPr lang="en-US" sz="800" b="0">
                <a:solidFill>
                  <a:schemeClr val="tx2"/>
                </a:solidFill>
                <a:latin typeface="+mn-lt"/>
              </a:rPr>
              <a:t>Classified as Microsoft Confidential – content under embargo until Nov 18, 2025</a:t>
            </a:r>
          </a:p>
        </p:txBody>
      </p:sp>
    </p:spTree>
    <p:extLst>
      <p:ext uri="{BB962C8B-B14F-4D97-AF65-F5344CB8AC3E}">
        <p14:creationId xmlns:p14="http://schemas.microsoft.com/office/powerpoint/2010/main" val="3427966522"/>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p:cSld name="Top horizontal photo and title">
    <p:spTree>
      <p:nvGrpSpPr>
        <p:cNvPr id="1" name=""/>
        <p:cNvGrpSpPr/>
        <p:nvPr/>
      </p:nvGrpSpPr>
      <p:grpSpPr>
        <a:xfrm>
          <a:off x="0" y="0"/>
          <a:ext cx="0" cy="0"/>
          <a:chOff x="0" y="0"/>
          <a:chExt cx="0" cy="0"/>
        </a:xfrm>
      </p:grpSpPr>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0" y="0"/>
            <a:ext cx="12192000" cy="4572000"/>
          </a:xfrm>
          <a:prstGeom prst="rect">
            <a:avLst/>
          </a:prstGeom>
          <a:blipFill dpi="0" rotWithShape="1">
            <a:blip r:embed="rId2" cstate="email">
              <a:extLst>
                <a:ext uri="{28A0092B-C50C-407E-A947-70E740481C1C}">
                  <a14:useLocalDpi xmlns:a14="http://schemas.microsoft.com/office/drawing/2010/main"/>
                </a:ext>
              </a:extLst>
            </a:blip>
            <a:srcRect/>
            <a:stretch>
              <a:fillRect/>
            </a:stretch>
          </a:blipFill>
        </p:spPr>
        <p:txBody>
          <a:bodyPr vert="horz" wrap="square" lIns="0" tIns="1280160" rIns="0" bIns="0" rtlCol="0" anchor="t" anchorCtr="0">
            <a:noAutofit/>
          </a:bodyPr>
          <a:lstStyle>
            <a:lvl1pPr marL="0" indent="0" algn="ctr">
              <a:buNone/>
              <a:defRPr lang="en-US" sz="1400" b="1" dirty="0">
                <a:solidFill>
                  <a:schemeClr val="tx1"/>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76072" y="5157216"/>
            <a:ext cx="11018520" cy="1111822"/>
          </a:xfrm>
        </p:spPr>
        <p:txBody>
          <a:bodyPr anchor="ctr"/>
          <a:lstStyle>
            <a:lvl1pPr algn="ctr">
              <a:defRPr/>
            </a:lvl1pPr>
          </a:lstStyle>
          <a:p>
            <a:r>
              <a:rPr lang="en-US"/>
              <a:t>Click to edit Master title style</a:t>
            </a:r>
          </a:p>
        </p:txBody>
      </p:sp>
    </p:spTree>
    <p:extLst>
      <p:ext uri="{BB962C8B-B14F-4D97-AF65-F5344CB8AC3E}">
        <p14:creationId xmlns:p14="http://schemas.microsoft.com/office/powerpoint/2010/main" val="3467000090"/>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92">
          <p15:clr>
            <a:srgbClr val="5ACBF0"/>
          </p15:clr>
        </p15:guide>
      </p15:sldGuideLst>
    </p:ext>
  </p:extLst>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Bottom horizontal photo and title">
    <p:spTree>
      <p:nvGrpSpPr>
        <p:cNvPr id="1" name=""/>
        <p:cNvGrpSpPr/>
        <p:nvPr/>
      </p:nvGrpSpPr>
      <p:grpSpPr>
        <a:xfrm>
          <a:off x="0" y="0"/>
          <a:ext cx="0" cy="0"/>
          <a:chOff x="0" y="0"/>
          <a:chExt cx="0" cy="0"/>
        </a:xfrm>
      </p:grpSpPr>
      <p:sp>
        <p:nvSpPr>
          <p:cNvPr id="3" name="Picture Placeholder" descr="This photo is a 'placeholder' only. Drag or drop your photo here, or click and tap the center to insert a photo.">
            <a:extLst>
              <a:ext uri="{FF2B5EF4-FFF2-40B4-BE49-F238E27FC236}">
                <a16:creationId xmlns:a16="http://schemas.microsoft.com/office/drawing/2014/main" id="{84EB85E8-62D6-9C5F-D48A-055FCADA251A}"/>
              </a:ext>
            </a:extLst>
          </p:cNvPr>
          <p:cNvSpPr>
            <a:spLocks noGrp="1"/>
          </p:cNvSpPr>
          <p:nvPr>
            <p:ph type="pic" sz="quarter" idx="11" hasCustomPrompt="1"/>
          </p:nvPr>
        </p:nvSpPr>
        <p:spPr bwMode="ltGray">
          <a:xfrm>
            <a:off x="0" y="2286000"/>
            <a:ext cx="12192000" cy="4572000"/>
          </a:xfrm>
          <a:prstGeom prst="rect">
            <a:avLst/>
          </a:prstGeom>
          <a:blipFill dpi="0" rotWithShape="1">
            <a:blip r:embed="rId2" cstate="email">
              <a:extLst>
                <a:ext uri="{28A0092B-C50C-407E-A947-70E740481C1C}">
                  <a14:useLocalDpi xmlns:a14="http://schemas.microsoft.com/office/drawing/2010/main"/>
                </a:ext>
              </a:extLst>
            </a:blip>
            <a:srcRect/>
            <a:stretch>
              <a:fillRect/>
            </a:stretch>
          </a:blipFill>
        </p:spPr>
        <p:txBody>
          <a:bodyPr vert="horz" wrap="square" lIns="0" tIns="1280160" rIns="0" bIns="0" rtlCol="0" anchor="t" anchorCtr="0">
            <a:noAutofit/>
          </a:bodyPr>
          <a:lstStyle>
            <a:lvl1pPr marL="0" indent="0" algn="ctr">
              <a:buNone/>
              <a:defRPr lang="en-US" sz="1400" b="1" dirty="0">
                <a:solidFill>
                  <a:schemeClr val="tx1"/>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76072" y="585788"/>
            <a:ext cx="11018520" cy="1114996"/>
          </a:xfrm>
        </p:spPr>
        <p:txBody>
          <a:bodyPr anchor="ctr"/>
          <a:lstStyle>
            <a:lvl1pPr algn="ctr">
              <a:defRPr/>
            </a:lvl1pPr>
          </a:lstStyle>
          <a:p>
            <a:r>
              <a:rPr lang="en-US"/>
              <a:t>Click to edit Master title style</a:t>
            </a:r>
          </a:p>
        </p:txBody>
      </p:sp>
      <p:sp>
        <p:nvSpPr>
          <p:cNvPr id="4" name="TextBox 3">
            <a:extLst>
              <a:ext uri="{FF2B5EF4-FFF2-40B4-BE49-F238E27FC236}">
                <a16:creationId xmlns:a16="http://schemas.microsoft.com/office/drawing/2014/main" id="{342AFC61-B856-51E0-4327-F42C333A48C9}"/>
              </a:ext>
            </a:extLst>
          </p:cNvPr>
          <p:cNvSpPr txBox="1"/>
          <p:nvPr userDrawn="1">
            <p:extLst>
              <p:ext uri="{1162E1C5-73C7-4A58-AE30-91384D911F3F}">
                <p184:classification xmlns:p184="http://schemas.microsoft.com/office/powerpoint/2018/4/main" val="ftr"/>
              </p:ext>
            </p:extLst>
          </p:nvPr>
        </p:nvSpPr>
        <p:spPr>
          <a:xfrm>
            <a:off x="3121446" y="6511422"/>
            <a:ext cx="5949107" cy="215444"/>
          </a:xfrm>
          <a:prstGeom prst="rect">
            <a:avLst/>
          </a:prstGeom>
        </p:spPr>
        <p:txBody>
          <a:bodyPr horzOverflow="overflow" wrap="square" lIns="45720" tIns="45720" rIns="45720" bIns="45720">
            <a:spAutoFit/>
          </a:bodyPr>
          <a:lstStyle/>
          <a:p>
            <a:pPr algn="ctr"/>
            <a:r>
              <a:rPr lang="en-US" sz="800" b="0">
                <a:solidFill>
                  <a:schemeClr val="tx2"/>
                </a:solidFill>
                <a:latin typeface="+mn-lt"/>
              </a:rPr>
              <a:t>Classified as Microsoft Confidential – content under embargo until Nov 18, 2025</a:t>
            </a:r>
          </a:p>
        </p:txBody>
      </p:sp>
    </p:spTree>
    <p:extLst>
      <p:ext uri="{BB962C8B-B14F-4D97-AF65-F5344CB8AC3E}">
        <p14:creationId xmlns:p14="http://schemas.microsoft.com/office/powerpoint/2010/main" val="2413006757"/>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guide id="6" orient="horz" pos="720">
          <p15:clr>
            <a:srgbClr val="5ACBF0"/>
          </p15:clr>
        </p15:guide>
      </p15:sldGuideLst>
    </p:ext>
  </p:extLst>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Two pictur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082C3B-7067-5E64-5ECC-D15BE3E1F5CF}"/>
              </a:ext>
            </a:extLst>
          </p:cNvPr>
          <p:cNvSpPr>
            <a:spLocks noGrp="1"/>
          </p:cNvSpPr>
          <p:nvPr>
            <p:ph type="title"/>
          </p:nvPr>
        </p:nvSpPr>
        <p:spPr>
          <a:xfrm>
            <a:off x="576072" y="512064"/>
            <a:ext cx="11018520" cy="430887"/>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76072" y="5689600"/>
            <a:ext cx="5367528" cy="579438"/>
          </a:xfrm>
          <a:prstGeom prst="rect">
            <a:avLst/>
          </a:prstGeo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a:extLst>
              <a:ext uri="{FF2B5EF4-FFF2-40B4-BE49-F238E27FC236}">
                <a16:creationId xmlns:a16="http://schemas.microsoft.com/office/drawing/2014/main" id="{1231301F-62BD-4CF6-8990-CDF00AFC8CCF}"/>
              </a:ext>
              <a:ext uri="{C183D7F6-B498-43B3-948B-1728B52AA6E4}">
                <adec:decorative xmlns:adec="http://schemas.microsoft.com/office/drawing/2017/decorative" val="1"/>
              </a:ext>
            </a:extLst>
          </p:cNvPr>
          <p:cNvSpPr>
            <a:spLocks noGrp="1"/>
          </p:cNvSpPr>
          <p:nvPr>
            <p:ph type="pic" sz="quarter" idx="13" hasCustomPrompt="1"/>
          </p:nvPr>
        </p:nvSpPr>
        <p:spPr bwMode="ltGray">
          <a:xfrm>
            <a:off x="576072" y="2025650"/>
            <a:ext cx="5367528" cy="3474720"/>
          </a:xfrm>
          <a:prstGeom prst="rect">
            <a:avLst/>
          </a:prstGeom>
          <a:blipFill>
            <a:blip r:embed="rId2" cstate="email">
              <a:extLst>
                <a:ext uri="{28A0092B-C50C-407E-A947-70E740481C1C}">
                  <a14:useLocalDpi xmlns:a14="http://schemas.microsoft.com/office/drawing/2010/main"/>
                </a:ext>
              </a:extLst>
            </a:blip>
            <a:stretch>
              <a:fillRect/>
            </a:stretch>
          </a:blipFill>
        </p:spPr>
        <p:txBody>
          <a:bodyPr vert="horz" wrap="square" lIns="0" tIns="0" rIns="0" bIns="1005840" rtlCol="0" anchor="ctr" anchorCtr="0">
            <a:noAutofit/>
          </a:bodyPr>
          <a:lstStyle>
            <a:lvl1pPr marL="0" indent="0" algn="ctr">
              <a:buNone/>
              <a:defRPr lang="en-US" sz="1000" b="1" dirty="0">
                <a:solidFill>
                  <a:schemeClr val="tx1"/>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689600"/>
            <a:ext cx="5367528" cy="579438"/>
          </a:xfrm>
          <a:prstGeom prst="rect">
            <a:avLst/>
          </a:prstGeo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a:extLst>
              <a:ext uri="{FF2B5EF4-FFF2-40B4-BE49-F238E27FC236}">
                <a16:creationId xmlns:a16="http://schemas.microsoft.com/office/drawing/2014/main" id="{7223C820-5673-4288-A9D6-185A95066B1E}"/>
              </a:ext>
              <a:ext uri="{C183D7F6-B498-43B3-948B-1728B52AA6E4}">
                <adec:decorative xmlns:adec="http://schemas.microsoft.com/office/drawing/2017/decorative" val="1"/>
              </a:ext>
            </a:extLst>
          </p:cNvPr>
          <p:cNvSpPr>
            <a:spLocks noGrp="1"/>
          </p:cNvSpPr>
          <p:nvPr>
            <p:ph type="pic" sz="quarter" idx="15" hasCustomPrompt="1"/>
          </p:nvPr>
        </p:nvSpPr>
        <p:spPr bwMode="ltGray">
          <a:xfrm>
            <a:off x="6239255" y="2025650"/>
            <a:ext cx="5367528" cy="3474720"/>
          </a:xfrm>
          <a:prstGeom prst="rect">
            <a:avLst/>
          </a:prstGeom>
          <a:blipFill>
            <a:blip r:embed="rId3" cstate="email">
              <a:extLst>
                <a:ext uri="{28A0092B-C50C-407E-A947-70E740481C1C}">
                  <a14:useLocalDpi xmlns:a14="http://schemas.microsoft.com/office/drawing/2010/main"/>
                </a:ext>
              </a:extLst>
            </a:blip>
            <a:stretch>
              <a:fillRect/>
            </a:stretch>
          </a:blipFill>
        </p:spPr>
        <p:txBody>
          <a:bodyPr vert="horz" wrap="square" lIns="0" tIns="0" rIns="0" bIns="1005840" rtlCol="0" anchor="ctr" anchorCtr="0">
            <a:noAutofit/>
          </a:bodyPr>
          <a:lstStyle>
            <a:lvl1pPr marL="0" indent="0" algn="ctr">
              <a:buNone/>
              <a:defRPr lang="en-US" sz="1000" b="1" dirty="0">
                <a:solidFill>
                  <a:schemeClr val="bg1"/>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986889581"/>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3749">
          <p15:clr>
            <a:srgbClr val="5ACBF0"/>
          </p15:clr>
        </p15:guide>
        <p15:guide id="7" pos="3931">
          <p15:clr>
            <a:srgbClr val="5ACBF0"/>
          </p15:clr>
        </p15:guide>
        <p15:guide id="8" orient="horz" pos="3464">
          <p15:clr>
            <a:srgbClr val="5ACBF0"/>
          </p15:clr>
        </p15:guide>
      </p15:sldGuideLst>
    </p:ext>
  </p:extLst>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Three picture content">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DF1897E-2255-3566-2EBC-1100994EE516}"/>
              </a:ext>
            </a:extLst>
          </p:cNvPr>
          <p:cNvSpPr>
            <a:spLocks noGrp="1"/>
          </p:cNvSpPr>
          <p:nvPr>
            <p:ph type="title"/>
          </p:nvPr>
        </p:nvSpPr>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76072" y="5689600"/>
            <a:ext cx="3475037" cy="579438"/>
          </a:xfrm>
          <a:prstGeom prst="rect">
            <a:avLst/>
          </a:prstGeo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76072" y="2025650"/>
            <a:ext cx="3474720" cy="3474720"/>
          </a:xfrm>
          <a:prstGeom prst="rect">
            <a:avLst/>
          </a:prstGeom>
          <a:blipFill>
            <a:blip r:embed="rId2" cstate="email">
              <a:extLst>
                <a:ext uri="{28A0092B-C50C-407E-A947-70E740481C1C}">
                  <a14:useLocalDpi xmlns:a14="http://schemas.microsoft.com/office/drawing/2010/main"/>
                </a:ext>
              </a:extLst>
            </a:blip>
            <a:stretch>
              <a:fillRect/>
            </a:stretch>
          </a:blipFill>
        </p:spPr>
        <p:txBody>
          <a:bodyPr lIns="0" tIns="0" rIns="0" bIns="1005840" anchor="ctr" anchorCtr="0">
            <a:noAutofit/>
          </a:bodyPr>
          <a:lstStyle>
            <a:lvl1pPr marL="0" indent="0" algn="ctr">
              <a:lnSpc>
                <a:spcPct val="100000"/>
              </a:lnSpc>
              <a:buNone/>
              <a:defRPr sz="8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4358640" y="5689600"/>
            <a:ext cx="3475037" cy="579438"/>
          </a:xfrm>
          <a:prstGeom prst="rect">
            <a:avLst/>
          </a:prstGeo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4358640" y="2025650"/>
            <a:ext cx="3474720" cy="3474720"/>
          </a:xfrm>
          <a:prstGeom prst="rect">
            <a:avLst/>
          </a:prstGeom>
          <a:blipFill>
            <a:blip r:embed="rId3" cstate="email">
              <a:extLst>
                <a:ext uri="{28A0092B-C50C-407E-A947-70E740481C1C}">
                  <a14:useLocalDpi xmlns:a14="http://schemas.microsoft.com/office/drawing/2010/main"/>
                </a:ext>
              </a:extLst>
            </a:blip>
            <a:stretch>
              <a:fillRect/>
            </a:stretch>
          </a:blipFill>
        </p:spPr>
        <p:txBody>
          <a:bodyPr lIns="0" tIns="0" rIns="0" bIns="1005840" anchor="ctr" anchorCtr="0">
            <a:noAutofit/>
          </a:bodyPr>
          <a:lstStyle>
            <a:lvl1pPr marL="0" indent="0" algn="ctr">
              <a:lnSpc>
                <a:spcPct val="100000"/>
              </a:lnSpc>
              <a:buNone/>
              <a:defRPr sz="800" b="1">
                <a:solidFill>
                  <a:schemeClr val="bg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8134351" y="5689600"/>
            <a:ext cx="3475037" cy="579438"/>
          </a:xfrm>
          <a:prstGeom prst="rect">
            <a:avLst/>
          </a:prstGeo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8132063" y="2025650"/>
            <a:ext cx="3474720" cy="3474720"/>
          </a:xfrm>
          <a:prstGeom prst="rect">
            <a:avLst/>
          </a:prstGeom>
          <a:blipFill>
            <a:blip r:embed="rId4" cstate="email">
              <a:extLst>
                <a:ext uri="{28A0092B-C50C-407E-A947-70E740481C1C}">
                  <a14:useLocalDpi xmlns:a14="http://schemas.microsoft.com/office/drawing/2010/main"/>
                </a:ext>
              </a:extLst>
            </a:blip>
            <a:stretch>
              <a:fillRect/>
            </a:stretch>
          </a:blipFill>
        </p:spPr>
        <p:txBody>
          <a:bodyPr lIns="0" tIns="0" rIns="0" bIns="1005840" anchor="ctr" anchorCtr="0">
            <a:noAutofit/>
          </a:bodyPr>
          <a:lstStyle>
            <a:lvl1pPr marL="0" indent="0" algn="ctr">
              <a:lnSpc>
                <a:spcPct val="100000"/>
              </a:lnSpc>
              <a:buNone/>
              <a:defRPr sz="800" b="1">
                <a:solidFill>
                  <a:schemeClr val="bg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3994671352"/>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3465">
          <p15:clr>
            <a:srgbClr val="5ACBF0"/>
          </p15:clr>
        </p15:guide>
      </p15:sldGuideLst>
    </p:ext>
  </p:extLst>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Four picture conten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76072" y="4753938"/>
            <a:ext cx="2532888" cy="1515100"/>
          </a:xfrm>
          <a:prstGeom prst="rect">
            <a:avLst/>
          </a:prstGeo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76072" y="2025650"/>
            <a:ext cx="2532888" cy="2532888"/>
          </a:xfrm>
          <a:prstGeom prst="rect">
            <a:avLst/>
          </a:prstGeom>
          <a:blipFill>
            <a:blip r:embed="rId2"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600" b="1" dirty="0">
                <a:solidFill>
                  <a:schemeClr val="tx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13908" y="4753938"/>
            <a:ext cx="2532888" cy="1515100"/>
          </a:xfrm>
          <a:prstGeom prst="rect">
            <a:avLst/>
          </a:prstGeo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3413908" y="2025650"/>
            <a:ext cx="2532888" cy="2532888"/>
          </a:xfrm>
          <a:prstGeom prst="rect">
            <a:avLst/>
          </a:prstGeom>
          <a:blipFill>
            <a:blip r:embed="rId3"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6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5204" y="4753938"/>
            <a:ext cx="2532888" cy="1515100"/>
          </a:xfrm>
          <a:prstGeom prst="rect">
            <a:avLst/>
          </a:prstGeo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45204" y="2025650"/>
            <a:ext cx="2532888" cy="2532888"/>
          </a:xfrm>
          <a:prstGeom prst="rect">
            <a:avLst/>
          </a:prstGeom>
          <a:blipFill>
            <a:blip r:embed="rId4"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6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76500" y="4753938"/>
            <a:ext cx="2532888" cy="1515100"/>
          </a:xfrm>
          <a:prstGeom prst="rect">
            <a:avLst/>
          </a:prstGeom>
        </p:spPr>
        <p:txBody>
          <a:bodyPr/>
          <a:lstStyle>
            <a:lvl1pPr marL="0" indent="0" algn="l">
              <a:spcBef>
                <a:spcPts val="0"/>
              </a:spcBef>
              <a:buNone/>
              <a:defRPr sz="1800">
                <a:latin typeface="+mj-lt"/>
              </a:defRPr>
            </a:lvl1pPr>
          </a:lstStyle>
          <a:p>
            <a:pPr lvl="0"/>
            <a:r>
              <a:rPr lang="en-US"/>
              <a:t>Click to edit Master text styles</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ltGray">
          <a:xfrm>
            <a:off x="9073895" y="2025650"/>
            <a:ext cx="2532888" cy="2532888"/>
          </a:xfrm>
          <a:prstGeom prst="rect">
            <a:avLst/>
          </a:prstGeom>
          <a:blipFill>
            <a:blip r:embed="rId5"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600" b="1" dirty="0">
                <a:solidFill>
                  <a:schemeClr val="tx1"/>
                </a:solidFill>
              </a:defRPr>
            </a:lvl1pPr>
          </a:lstStyle>
          <a:p>
            <a:pPr marL="0" lvl="0" indent="0" algn="ctr">
              <a:buNone/>
            </a:pPr>
            <a:r>
              <a:rPr lang="en-US"/>
              <a:t>Dag &amp; drop your photo here </a:t>
            </a:r>
            <a:br>
              <a:rPr lang="en-US"/>
            </a:br>
            <a:r>
              <a:rPr lang="en-US"/>
              <a:t>or click or tap icon below </a:t>
            </a:r>
            <a:br>
              <a:rPr lang="en-US"/>
            </a:br>
            <a:r>
              <a:rPr lang="en-US"/>
              <a:t>to insert</a:t>
            </a:r>
          </a:p>
        </p:txBody>
      </p:sp>
      <p:sp>
        <p:nvSpPr>
          <p:cNvPr id="2" name="Title 1">
            <a:extLst>
              <a:ext uri="{FF2B5EF4-FFF2-40B4-BE49-F238E27FC236}">
                <a16:creationId xmlns:a16="http://schemas.microsoft.com/office/drawing/2014/main" id="{64B45CC4-5C54-98DD-713E-0A9CBC1B931D}"/>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700621604"/>
      </p:ext>
    </p:extLst>
  </p:cSld>
  <p:clrMapOvr>
    <a:masterClrMapping/>
  </p:clrMapOvr>
  <p:transition>
    <p:fade/>
  </p:transition>
  <p:extLst>
    <p:ext uri="{DCECCB84-F9BA-43D5-87BE-67443E8EF086}">
      <p15:sldGuideLst xmlns:p15="http://schemas.microsoft.com/office/powerpoint/2012/main">
        <p15:guide id="3" orient="horz" pos="2993">
          <p15:clr>
            <a:srgbClr val="5ACBF0"/>
          </p15:clr>
        </p15:guide>
        <p15:guide id="4" orient="horz" pos="127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2870">
          <p15:clr>
            <a:srgbClr val="5ACBF0"/>
          </p15:clr>
        </p15:guide>
      </p15:sldGuideLst>
    </p:ext>
  </p:extLst>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p:cSld name="Two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76072"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76072" y="5334000"/>
            <a:ext cx="4892040" cy="935037"/>
          </a:xfrm>
          <a:prstGeom prst="rect">
            <a:avLst/>
          </a:prstGeo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6062472" cy="2807208"/>
          </a:xfrm>
          <a:prstGeom prst="rect">
            <a:avLst/>
          </a:prstGeom>
          <a:blipFill>
            <a:blip r:embed="rId2"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lgn="ctr">
              <a:defRPr lang="en-US" sz="1000" b="1" dirty="0">
                <a:solidFill>
                  <a:schemeClr val="tx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6714744" y="5334000"/>
            <a:ext cx="4892040" cy="938212"/>
          </a:xfrm>
          <a:prstGeom prst="rect">
            <a:avLst/>
          </a:prstGeo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6129528" y="2286000"/>
            <a:ext cx="6062472" cy="2807208"/>
          </a:xfrm>
          <a:prstGeom prst="rect">
            <a:avLst/>
          </a:prstGeom>
          <a:blipFill>
            <a:blip r:embed="rId3"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lgn="ctr">
              <a:defRPr lang="en-US" sz="10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1623859940"/>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4" orient="horz" pos="3209">
          <p15:clr>
            <a:srgbClr val="5ACBF0"/>
          </p15:clr>
        </p15:guide>
        <p15:guide id="5" pos="3826">
          <p15:clr>
            <a:srgbClr val="5ACBF0"/>
          </p15:clr>
        </p15:guide>
        <p15:guide id="6" pos="3859">
          <p15:clr>
            <a:srgbClr val="5ACBF0"/>
          </p15:clr>
        </p15:guide>
        <p15:guide id="11" pos="1910">
          <p15:clr>
            <a:srgbClr val="5ACBF0"/>
          </p15:clr>
        </p15:guide>
        <p15:guide id="12" pos="5770">
          <p15:clr>
            <a:srgbClr val="5ACBF0"/>
          </p15:clr>
        </p15:guide>
        <p15:guide id="13" orient="horz" pos="3360">
          <p15:clr>
            <a:srgbClr val="5ACBF0"/>
          </p15:clr>
        </p15:guide>
        <p15:guide id="14" orient="horz">
          <p15:clr>
            <a:srgbClr val="5ACBF0"/>
          </p15:clr>
        </p15:guide>
        <p15:guide id="15" pos="3451">
          <p15:clr>
            <a:srgbClr val="5ACBF0"/>
          </p15:clr>
        </p15:guide>
        <p15:guide id="16" pos="4229">
          <p15:clr>
            <a:srgbClr val="5ACBF0"/>
          </p15:clr>
        </p15:guide>
      </p15:sldGuideLst>
    </p:ext>
  </p:extLst>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p:cSld name="Thre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76072" y="585787"/>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76072" y="4800600"/>
            <a:ext cx="2852928" cy="246221"/>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4023360" cy="2286000"/>
          </a:xfrm>
          <a:prstGeom prst="rect">
            <a:avLst/>
          </a:prstGeom>
          <a:blipFill>
            <a:blip r:embed="rId2"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1000" b="1" dirty="0">
                <a:solidFill>
                  <a:schemeClr val="tx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4669536" y="4799409"/>
            <a:ext cx="2852928" cy="246221"/>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4084320" y="2286000"/>
            <a:ext cx="4023360" cy="2286000"/>
          </a:xfrm>
          <a:prstGeom prst="rect">
            <a:avLst/>
          </a:prstGeom>
          <a:blipFill>
            <a:blip r:embed="rId3"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10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8753856" y="4799410"/>
            <a:ext cx="2852928" cy="246221"/>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8168640" y="2286000"/>
            <a:ext cx="4023360" cy="2286000"/>
          </a:xfrm>
          <a:prstGeom prst="rect">
            <a:avLst/>
          </a:prstGeom>
          <a:blipFill>
            <a:blip r:embed="rId4"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10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2642602796"/>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2534">
          <p15:clr>
            <a:srgbClr val="5ACBF0"/>
          </p15:clr>
        </p15:guide>
        <p15:guide id="6" pos="2573">
          <p15:clr>
            <a:srgbClr val="5ACBF0"/>
          </p15:clr>
        </p15:guide>
        <p15:guide id="8" pos="5109">
          <p15:clr>
            <a:srgbClr val="5ACBF0"/>
          </p15:clr>
        </p15:guide>
        <p15:guide id="9" pos="5145">
          <p15:clr>
            <a:srgbClr val="5ACBF0"/>
          </p15:clr>
        </p15:guide>
        <p15:guide id="11" pos="1266">
          <p15:clr>
            <a:srgbClr val="5ACBF0"/>
          </p15:clr>
        </p15:guide>
        <p15:guide id="12" pos="3840">
          <p15:clr>
            <a:srgbClr val="5ACBF0"/>
          </p15:clr>
        </p15:guide>
        <p15:guide id="13" pos="6414">
          <p15:clr>
            <a:srgbClr val="5ACBF0"/>
          </p15:clr>
        </p15:guide>
        <p15:guide id="14" orient="horz" pos="1074">
          <p15:clr>
            <a:srgbClr val="5ACBF0"/>
          </p15:clr>
        </p15:guide>
        <p15:guide id="15" pos="2168">
          <p15:clr>
            <a:srgbClr val="5ACBF0"/>
          </p15:clr>
        </p15:guide>
        <p15:guide id="16" pos="2944">
          <p15:clr>
            <a:srgbClr val="5ACBF0"/>
          </p15:clr>
        </p15:guide>
        <p15:guide id="17" pos="4738">
          <p15:clr>
            <a:srgbClr val="5ACBF0"/>
          </p15:clr>
        </p15:guide>
        <p15:guide id="18" pos="5514">
          <p15:clr>
            <a:srgbClr val="5ACBF0"/>
          </p15:clr>
        </p15:guide>
      </p15:sldGuideLst>
    </p:ext>
  </p:extLst>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p:cSld name="Four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76072"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76072" y="4800600"/>
            <a:ext cx="1828800"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999232" cy="2286000"/>
          </a:xfrm>
          <a:prstGeom prst="rect">
            <a:avLst/>
          </a:prstGeom>
          <a:blipFill>
            <a:blip r:embed="rId2"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1000" b="1" dirty="0">
                <a:solidFill>
                  <a:schemeClr val="tx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3649472" y="4799409"/>
            <a:ext cx="1828800"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3064256" y="2286000"/>
            <a:ext cx="2999232" cy="2286000"/>
          </a:xfrm>
          <a:prstGeom prst="rect">
            <a:avLst/>
          </a:prstGeom>
          <a:blipFill>
            <a:blip r:embed="rId3"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10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6713728" y="4799410"/>
            <a:ext cx="1828800"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6128512" y="2286000"/>
            <a:ext cx="2999232" cy="2286000"/>
          </a:xfrm>
          <a:prstGeom prst="rect">
            <a:avLst/>
          </a:prstGeom>
          <a:blipFill>
            <a:blip r:embed="rId4"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10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9777984" y="4799409"/>
            <a:ext cx="1828800"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9192768" y="2286000"/>
            <a:ext cx="2999232" cy="2286000"/>
          </a:xfrm>
          <a:prstGeom prst="rect">
            <a:avLst/>
          </a:prstGeom>
          <a:blipFill>
            <a:blip r:embed="rId5"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1000" b="1" dirty="0">
                <a:solidFill>
                  <a:schemeClr val="tx1"/>
                </a:solidFill>
              </a:defRPr>
            </a:lvl1pPr>
          </a:lstStyle>
          <a:p>
            <a:pPr marL="0" lvl="0" indent="0" algn="ctr">
              <a:buNone/>
            </a:pPr>
            <a:r>
              <a:rPr lang="en-US"/>
              <a:t>Dag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187523536"/>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1890">
          <p15:clr>
            <a:srgbClr val="5ACBF0"/>
          </p15:clr>
        </p15:guide>
        <p15:guide id="6" pos="1930">
          <p15:clr>
            <a:srgbClr val="5ACBF0"/>
          </p15:clr>
        </p15:guide>
        <p15:guide id="7" pos="5749">
          <p15:clr>
            <a:srgbClr val="5ACBF0"/>
          </p15:clr>
        </p15:guide>
        <p15:guide id="8" pos="3820">
          <p15:clr>
            <a:srgbClr val="5ACBF0"/>
          </p15:clr>
        </p15:guide>
        <p15:guide id="9" pos="3860">
          <p15:clr>
            <a:srgbClr val="5ACBF0"/>
          </p15:clr>
        </p15:guide>
        <p15:guide id="10" pos="5789">
          <p15:clr>
            <a:srgbClr val="5ACBF0"/>
          </p15:clr>
        </p15:guide>
        <p15:guide id="11" pos="944">
          <p15:clr>
            <a:srgbClr val="5ACBF0"/>
          </p15:clr>
        </p15:guide>
        <p15:guide id="12" pos="2876">
          <p15:clr>
            <a:srgbClr val="5ACBF0"/>
          </p15:clr>
        </p15:guide>
        <p15:guide id="13" pos="4807">
          <p15:clr>
            <a:srgbClr val="5ACBF0"/>
          </p15:clr>
        </p15:guide>
        <p15:guide id="14" pos="6736">
          <p15:clr>
            <a:srgbClr val="5ACBF0"/>
          </p15:clr>
        </p15:guide>
        <p15:guide id="15" orient="horz">
          <p15:clr>
            <a:srgbClr val="5ACBF0"/>
          </p15:clr>
        </p15:guide>
        <p15:guide id="16" pos="1524">
          <p15:clr>
            <a:srgbClr val="5ACBF0"/>
          </p15:clr>
        </p15:guide>
        <p15:guide id="17" pos="2298">
          <p15:clr>
            <a:srgbClr val="5ACBF0"/>
          </p15:clr>
        </p15:guide>
        <p15:guide id="18" pos="3450">
          <p15:clr>
            <a:srgbClr val="5ACBF0"/>
          </p15:clr>
        </p15:guide>
        <p15:guide id="19" pos="4230">
          <p15:clr>
            <a:srgbClr val="5ACBF0"/>
          </p15:clr>
        </p15:guide>
        <p15:guide id="20" pos="5380">
          <p15:clr>
            <a:srgbClr val="5ACBF0"/>
          </p15:clr>
        </p15:guide>
        <p15:guide id="21" pos="6156">
          <p15:clr>
            <a:srgbClr val="5ACBF0"/>
          </p15:clr>
        </p15:guide>
      </p15:sldGuideLst>
    </p:ext>
  </p:extLst>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p:cSld name="Fiv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292608" y="4800600"/>
            <a:ext cx="1801368"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386584" cy="2286000"/>
          </a:xfrm>
          <a:prstGeom prst="rect">
            <a:avLst/>
          </a:prstGeom>
          <a:blipFill>
            <a:blip r:embed="rId2" cstate="email">
              <a:extLst>
                <a:ext uri="{28A0092B-C50C-407E-A947-70E740481C1C}">
                  <a14:useLocalDpi xmlns:a14="http://schemas.microsoft.com/office/drawing/2010/main"/>
                </a:ext>
              </a:extLst>
            </a:blip>
            <a:stretch>
              <a:fillRect/>
            </a:stretch>
          </a:blipFill>
        </p:spPr>
        <p:txBody>
          <a:bodyPr vert="horz" wrap="square" lIns="0" tIns="0" rIns="0" bIns="731520" rtlCol="0" anchor="ctr" anchorCtr="0">
            <a:noAutofit/>
          </a:bodyPr>
          <a:lstStyle>
            <a:lvl1pPr>
              <a:defRPr lang="en-US" sz="800" b="1" dirty="0">
                <a:solidFill>
                  <a:schemeClr val="tx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2743962" y="4799409"/>
            <a:ext cx="1801368"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2451354" y="2286000"/>
            <a:ext cx="2386584" cy="2286000"/>
          </a:xfrm>
          <a:prstGeom prst="rect">
            <a:avLst/>
          </a:prstGeom>
          <a:blipFill>
            <a:blip r:embed="rId3" cstate="email">
              <a:extLst>
                <a:ext uri="{28A0092B-C50C-407E-A947-70E740481C1C}">
                  <a14:useLocalDpi xmlns:a14="http://schemas.microsoft.com/office/drawing/2010/main"/>
                </a:ext>
              </a:extLst>
            </a:blip>
            <a:stretch>
              <a:fillRect/>
            </a:stretch>
          </a:blipFill>
        </p:spPr>
        <p:txBody>
          <a:bodyPr vert="horz" wrap="square" lIns="0" tIns="0" rIns="0" bIns="731520" rtlCol="0" anchor="ctr" anchorCtr="0">
            <a:noAutofit/>
          </a:bodyPr>
          <a:lstStyle>
            <a:lvl1pPr>
              <a:defRPr lang="en-US" sz="8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5195316" y="4799410"/>
            <a:ext cx="1801368"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4902708" y="2286000"/>
            <a:ext cx="2386584" cy="2286000"/>
          </a:xfrm>
          <a:prstGeom prst="rect">
            <a:avLst/>
          </a:prstGeom>
          <a:blipFill>
            <a:blip r:embed="rId4" cstate="email">
              <a:extLst>
                <a:ext uri="{28A0092B-C50C-407E-A947-70E740481C1C}">
                  <a14:useLocalDpi xmlns:a14="http://schemas.microsoft.com/office/drawing/2010/main"/>
                </a:ext>
              </a:extLst>
            </a:blip>
            <a:stretch>
              <a:fillRect/>
            </a:stretch>
          </a:blipFill>
        </p:spPr>
        <p:txBody>
          <a:bodyPr vert="horz" wrap="square" lIns="0" tIns="0" rIns="0" bIns="731520" rtlCol="0" anchor="ctr" anchorCtr="0">
            <a:noAutofit/>
          </a:bodyPr>
          <a:lstStyle>
            <a:lvl1pPr>
              <a:defRPr lang="en-US" sz="8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7646670" y="4799409"/>
            <a:ext cx="1801368"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7354062" y="2286000"/>
            <a:ext cx="2386584" cy="2286000"/>
          </a:xfrm>
          <a:prstGeom prst="rect">
            <a:avLst/>
          </a:prstGeom>
          <a:blipFill>
            <a:blip r:embed="rId5" cstate="email">
              <a:extLst>
                <a:ext uri="{28A0092B-C50C-407E-A947-70E740481C1C}">
                  <a14:useLocalDpi xmlns:a14="http://schemas.microsoft.com/office/drawing/2010/main"/>
                </a:ext>
              </a:extLst>
            </a:blip>
            <a:stretch>
              <a:fillRect/>
            </a:stretch>
          </a:blipFill>
        </p:spPr>
        <p:txBody>
          <a:bodyPr vert="horz" wrap="square" lIns="0" tIns="0" rIns="0" bIns="731520" rtlCol="0" anchor="ctr" anchorCtr="0">
            <a:noAutofit/>
          </a:bodyPr>
          <a:lstStyle>
            <a:lvl1pPr>
              <a:defRPr lang="en-US" sz="800" b="1" dirty="0">
                <a:solidFill>
                  <a:schemeClr val="tx1"/>
                </a:solidFill>
              </a:defRPr>
            </a:lvl1pPr>
          </a:lstStyle>
          <a:p>
            <a:pPr marL="0" lvl="0" indent="0" algn="ctr">
              <a:buNone/>
            </a:pPr>
            <a:r>
              <a:rPr lang="en-US"/>
              <a:t>Dag &amp; drop your photo here </a:t>
            </a:r>
            <a:br>
              <a:rPr lang="en-US"/>
            </a:br>
            <a:r>
              <a:rPr lang="en-US"/>
              <a:t>or click or tap icon below </a:t>
            </a:r>
            <a:br>
              <a:rPr lang="en-US"/>
            </a:br>
            <a:r>
              <a:rPr lang="en-US"/>
              <a:t>to insert</a:t>
            </a:r>
          </a:p>
        </p:txBody>
      </p:sp>
      <p:sp>
        <p:nvSpPr>
          <p:cNvPr id="21" name="Text Placeholder 3">
            <a:extLst>
              <a:ext uri="{FF2B5EF4-FFF2-40B4-BE49-F238E27FC236}">
                <a16:creationId xmlns:a16="http://schemas.microsoft.com/office/drawing/2014/main" id="{5B1B6F72-F14C-40F1-8B29-8620AA34DC63}"/>
              </a:ext>
            </a:extLst>
          </p:cNvPr>
          <p:cNvSpPr>
            <a:spLocks noGrp="1"/>
          </p:cNvSpPr>
          <p:nvPr>
            <p:ph type="body" sz="quarter" idx="22"/>
          </p:nvPr>
        </p:nvSpPr>
        <p:spPr>
          <a:xfrm>
            <a:off x="10098024" y="4799409"/>
            <a:ext cx="1801368"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20" name="Picture Placeholder" descr="This photo is a 'placeholder' only. Drag or drop your photo here, or click and tap the center to insert a photo.">
            <a:extLst>
              <a:ext uri="{FF2B5EF4-FFF2-40B4-BE49-F238E27FC236}">
                <a16:creationId xmlns:a16="http://schemas.microsoft.com/office/drawing/2014/main" id="{2AD682C7-20D7-4ED0-99A7-C8530DAC8612}"/>
              </a:ext>
            </a:extLst>
          </p:cNvPr>
          <p:cNvSpPr>
            <a:spLocks noGrp="1"/>
          </p:cNvSpPr>
          <p:nvPr>
            <p:ph type="pic" sz="quarter" idx="21" hasCustomPrompt="1"/>
          </p:nvPr>
        </p:nvSpPr>
        <p:spPr bwMode="ltGray">
          <a:xfrm>
            <a:off x="9805416" y="2286000"/>
            <a:ext cx="2386584" cy="2286000"/>
          </a:xfrm>
          <a:prstGeom prst="rect">
            <a:avLst/>
          </a:prstGeom>
          <a:blipFill>
            <a:blip r:embed="rId6" cstate="email">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800" b="1">
                <a:solidFill>
                  <a:schemeClr val="tx1"/>
                </a:solidFill>
                <a:latin typeface="+mn-lt"/>
                <a:cs typeface="Segoe Sans Display" pitchFamily="2" charset="0"/>
              </a:defRPr>
            </a:lvl1pPr>
          </a:lstStyle>
          <a:p>
            <a:r>
              <a:rPr lang="en-US"/>
              <a:t>Dag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2103824377"/>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8" pos="4631">
          <p15:clr>
            <a:srgbClr val="5ACBF0"/>
          </p15:clr>
        </p15:guide>
        <p15:guide id="9" pos="4593">
          <p15:clr>
            <a:srgbClr val="5ACBF0"/>
          </p15:clr>
        </p15:guide>
        <p15:guide id="10" pos="6134">
          <p15:clr>
            <a:srgbClr val="5ACBF0"/>
          </p15:clr>
        </p15:guide>
        <p15:guide id="11" pos="1323">
          <p15:clr>
            <a:srgbClr val="5ACBF0"/>
          </p15:clr>
        </p15:guide>
        <p15:guide id="12" pos="2865">
          <p15:clr>
            <a:srgbClr val="5ACBF0"/>
          </p15:clr>
        </p15:guide>
        <p15:guide id="13" pos="4815">
          <p15:clr>
            <a:srgbClr val="5ACBF0"/>
          </p15:clr>
        </p15:guide>
        <p15:guide id="14" pos="6361">
          <p15:clr>
            <a:srgbClr val="5ACBF0"/>
          </p15:clr>
        </p15:guide>
        <p15:guide id="15" orient="horz">
          <p15:clr>
            <a:srgbClr val="5ACBF0"/>
          </p15:clr>
        </p15:guide>
        <p15:guide id="16" pos="1727">
          <p15:clr>
            <a:srgbClr val="5ACBF0"/>
          </p15:clr>
        </p15:guide>
        <p15:guide id="17" pos="2294">
          <p15:clr>
            <a:srgbClr val="5ACBF0"/>
          </p15:clr>
        </p15:guide>
        <p15:guide id="18" pos="3273">
          <p15:clr>
            <a:srgbClr val="5ACBF0"/>
          </p15:clr>
        </p15:guide>
        <p15:guide id="19" pos="4411">
          <p15:clr>
            <a:srgbClr val="5ACBF0"/>
          </p15:clr>
        </p15:guide>
        <p15:guide id="21" pos="6179">
          <p15:clr>
            <a:srgbClr val="5ACBF0"/>
          </p15:clr>
        </p15:guide>
        <p15:guide id="22" pos="1501">
          <p15:clr>
            <a:srgbClr val="5ACBF0"/>
          </p15:clr>
        </p15:guide>
        <p15:guide id="23" pos="1543">
          <p15:clr>
            <a:srgbClr val="5ACBF0"/>
          </p15:clr>
        </p15:guide>
        <p15:guide id="24" pos="3049">
          <p15:clr>
            <a:srgbClr val="5ACBF0"/>
          </p15:clr>
        </p15:guide>
        <p15:guide id="25" pos="3088">
          <p15:clr>
            <a:srgbClr val="5ACBF0"/>
          </p15:clr>
        </p15:guide>
        <p15:guide id="26" pos="5954">
          <p15:clr>
            <a:srgbClr val="5ACBF0"/>
          </p15:clr>
        </p15:guide>
        <p15:guide id="27" pos="3840">
          <p15:clr>
            <a:srgbClr val="5ACBF0"/>
          </p15:clr>
        </p15:guide>
        <p15:guide id="28" pos="5386">
          <p15:clr>
            <a:srgbClr val="5ACBF0"/>
          </p15:clr>
        </p15:guide>
        <p15:guide id="29" pos="753">
          <p15:clr>
            <a:srgbClr val="5ACBF0"/>
          </p15:clr>
        </p15:guide>
        <p15:guide id="30" pos="6927">
          <p15:clr>
            <a:srgbClr val="5ACBF0"/>
          </p15:clr>
        </p15:guide>
      </p15:sldGuideLst>
    </p:ext>
  </p:extLst>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p:cSld name="Thre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76072" y="588962"/>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2037906" y="2286000"/>
            <a:ext cx="2313432" cy="2313432"/>
          </a:xfrm>
          <a:prstGeom prst="ellipse">
            <a:avLst/>
          </a:prstGeom>
          <a:blipFill>
            <a:blip r:embed="rId2"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900" b="1">
                <a:solidFill>
                  <a:schemeClr val="tx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2037906" y="4800600"/>
            <a:ext cx="2313432"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4939284" y="2286000"/>
            <a:ext cx="2313432" cy="2313432"/>
          </a:xfrm>
          <a:prstGeom prst="ellipse">
            <a:avLst/>
          </a:prstGeom>
          <a:blipFill>
            <a:blip r:embed="rId3"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900" b="1">
                <a:solidFill>
                  <a:schemeClr val="bg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4939284" y="4800600"/>
            <a:ext cx="2313432"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7840663" y="2286000"/>
            <a:ext cx="2313432" cy="2313432"/>
          </a:xfrm>
          <a:prstGeom prst="ellipse">
            <a:avLst/>
          </a:prstGeom>
          <a:blipFill>
            <a:blip r:embed="rId4"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900" b="1">
                <a:solidFill>
                  <a:schemeClr val="bg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7840663" y="4800600"/>
            <a:ext cx="2313432"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Tree>
    <p:extLst>
      <p:ext uri="{BB962C8B-B14F-4D97-AF65-F5344CB8AC3E}">
        <p14:creationId xmlns:p14="http://schemas.microsoft.com/office/powerpoint/2010/main" val="1178855198"/>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3840">
          <p15:clr>
            <a:srgbClr val="5ACBF0"/>
          </p15:clr>
        </p15:guide>
        <p15:guide id="4" pos="1283">
          <p15:clr>
            <a:srgbClr val="5ACBF0"/>
          </p15:clr>
        </p15:guide>
        <p15:guide id="5" pos="5666">
          <p15:clr>
            <a:srgbClr val="5ACBF0"/>
          </p15:clr>
        </p15:guide>
        <p15:guide id="6" pos="2741">
          <p15:clr>
            <a:srgbClr val="5ACBF0"/>
          </p15:clr>
        </p15:guide>
        <p15:guide id="7" pos="2012">
          <p15:clr>
            <a:srgbClr val="5ACBF0"/>
          </p15:clr>
        </p15:guide>
        <p15:guide id="8" pos="3109">
          <p15:clr>
            <a:srgbClr val="5ACBF0"/>
          </p15:clr>
        </p15:guide>
        <p15:guide id="9" pos="4570">
          <p15:clr>
            <a:srgbClr val="5ACBF0"/>
          </p15:clr>
        </p15:guide>
        <p15:guide id="11" pos="6397">
          <p15:clr>
            <a:srgbClr val="5ACBF0"/>
          </p15:clr>
        </p15:guide>
        <p15:guide id="12" orient="horz" pos="1440">
          <p15:clr>
            <a:srgbClr val="5ACBF0"/>
          </p15:clr>
        </p15:guide>
        <p15:guide id="13" pos="4938">
          <p15:clr>
            <a:srgbClr val="5ACBF0"/>
          </p15:clr>
        </p15:guide>
        <p15:guide id="14" orient="horz" pos="2894">
          <p15:clr>
            <a:srgbClr val="5ACBF0"/>
          </p15:clr>
        </p15:guide>
      </p15:sldGuideLst>
    </p:ext>
  </p:extLst>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p:cSld name="Four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76072"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2313432" cy="2313432"/>
          </a:xfrm>
          <a:prstGeom prst="ellipse">
            <a:avLst/>
          </a:prstGeom>
          <a:blipFill>
            <a:blip r:embed="rId2"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lgn="ctr">
              <a:defRPr lang="en-US" sz="900" b="1" dirty="0">
                <a:solidFill>
                  <a:schemeClr val="tx1"/>
                </a:solidFill>
              </a:defRPr>
            </a:lvl1pPr>
          </a:lstStyle>
          <a:p>
            <a:pPr marL="0" lvl="0" indent="0" algn="ctr">
              <a:buNone/>
            </a:pPr>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800600"/>
            <a:ext cx="2313432" cy="1468438"/>
          </a:xfrm>
          <a:prstGeom prst="rect">
            <a:avLst/>
          </a:prstGeo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3487250" y="2286000"/>
            <a:ext cx="2313432" cy="2313432"/>
          </a:xfrm>
          <a:prstGeom prst="ellipse">
            <a:avLst/>
          </a:prstGeom>
          <a:blipFill>
            <a:blip r:embed="rId3"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lgn="ctr">
              <a:defRPr lang="en-US" sz="900" b="1" dirty="0">
                <a:solidFill>
                  <a:schemeClr val="bg1"/>
                </a:solidFill>
              </a:defRPr>
            </a:lvl1pPr>
          </a:lstStyle>
          <a:p>
            <a:pPr marL="0" lvl="0" indent="0" algn="ctr">
              <a:buNone/>
            </a:pPr>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3487250" y="4800600"/>
            <a:ext cx="2313432" cy="1468438"/>
          </a:xfrm>
          <a:prstGeom prst="rect">
            <a:avLst/>
          </a:prstGeo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6390300" y="2286000"/>
            <a:ext cx="2313432" cy="2313432"/>
          </a:xfrm>
          <a:prstGeom prst="ellipse">
            <a:avLst/>
          </a:prstGeom>
          <a:blipFill>
            <a:blip r:embed="rId4"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lgn="ctr">
              <a:defRPr lang="en-US" sz="900" b="1" dirty="0">
                <a:solidFill>
                  <a:schemeClr val="bg1"/>
                </a:solidFill>
              </a:defRPr>
            </a:lvl1pPr>
          </a:lstStyle>
          <a:p>
            <a:pPr marL="0" lvl="0" indent="0" algn="ctr">
              <a:buNone/>
            </a:pPr>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6390300" y="4800600"/>
            <a:ext cx="2313432" cy="1468438"/>
          </a:xfrm>
          <a:prstGeom prst="rect">
            <a:avLst/>
          </a:prstGeo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9293351" y="2286000"/>
            <a:ext cx="2313432" cy="2313432"/>
          </a:xfrm>
          <a:prstGeom prst="ellipse">
            <a:avLst/>
          </a:prstGeom>
          <a:blipFill>
            <a:blip r:embed="rId5"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lgn="ctr">
              <a:defRPr lang="en-US" sz="900" b="1" dirty="0">
                <a:solidFill>
                  <a:schemeClr val="tx1"/>
                </a:solidFill>
              </a:defRPr>
            </a:lvl1pPr>
          </a:lstStyle>
          <a:p>
            <a:pPr marL="0" lvl="0" indent="0" algn="ctr">
              <a:buNone/>
            </a:pPr>
            <a:r>
              <a:rPr lang="en-US"/>
              <a:t>Drag &amp; drop your photo </a:t>
            </a:r>
            <a:br>
              <a:rPr lang="en-US"/>
            </a:br>
            <a:r>
              <a:rPr lang="en-US"/>
              <a:t>here or click or tap icon </a:t>
            </a:r>
            <a:br>
              <a:rPr lang="en-US"/>
            </a:br>
            <a:r>
              <a:rPr lang="en-US"/>
              <a:t>below to insert</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9293351" y="4800600"/>
            <a:ext cx="2313432" cy="1468438"/>
          </a:xfrm>
          <a:prstGeom prst="rect">
            <a:avLst/>
          </a:prstGeom>
        </p:spPr>
        <p:txBody>
          <a:bodyPr/>
          <a:lstStyle>
            <a:lvl1pPr marL="0" indent="0" algn="ctr">
              <a:spcBef>
                <a:spcPts val="0"/>
              </a:spcBef>
              <a:buNone/>
              <a:defRPr sz="1800">
                <a:latin typeface="+mj-lt"/>
              </a:defRPr>
            </a:lvl1pPr>
          </a:lstStyle>
          <a:p>
            <a:pPr lvl="0"/>
            <a:r>
              <a:rPr lang="en-US"/>
              <a:t>Click to edit Master text styles</a:t>
            </a:r>
          </a:p>
        </p:txBody>
      </p:sp>
    </p:spTree>
    <p:extLst>
      <p:ext uri="{BB962C8B-B14F-4D97-AF65-F5344CB8AC3E}">
        <p14:creationId xmlns:p14="http://schemas.microsoft.com/office/powerpoint/2010/main" val="2238814042"/>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4025">
          <p15:clr>
            <a:srgbClr val="5ACBF0"/>
          </p15:clr>
        </p15:guide>
        <p15:guide id="5" pos="5854">
          <p15:clr>
            <a:srgbClr val="5ACBF0"/>
          </p15:clr>
        </p15:guide>
        <p15:guide id="7" pos="3654">
          <p15:clr>
            <a:srgbClr val="5ACBF0"/>
          </p15:clr>
        </p15:guide>
        <p15:guide id="8" pos="2195">
          <p15:clr>
            <a:srgbClr val="5ACBF0"/>
          </p15:clr>
        </p15:guide>
        <p15:guide id="10" pos="2926">
          <p15:clr>
            <a:srgbClr val="5ACBF0"/>
          </p15:clr>
        </p15:guide>
        <p15:guide id="11" pos="4756">
          <p15:clr>
            <a:srgbClr val="5ACBF0"/>
          </p15:clr>
        </p15:guide>
        <p15:guide id="12" pos="6581">
          <p15:clr>
            <a:srgbClr val="5ACBF0"/>
          </p15:clr>
        </p15:guide>
        <p15:guide id="13" pos="1097">
          <p15:clr>
            <a:srgbClr val="5ACBF0"/>
          </p15:clr>
        </p15:guide>
        <p15:guide id="14" orient="horz" pos="1440">
          <p15:clr>
            <a:srgbClr val="5ACBF0"/>
          </p15:clr>
        </p15:guide>
        <p15:guide id="15" pos="1826">
          <p15:clr>
            <a:srgbClr val="5ACBF0"/>
          </p15:clr>
        </p15:guide>
        <p15:guide id="18" pos="5483">
          <p15:clr>
            <a:srgbClr val="5ACBF0"/>
          </p15:clr>
        </p15:guide>
        <p15:guide id="19" orient="horz" pos="2898">
          <p15:clr>
            <a:srgbClr val="5ACBF0"/>
          </p15:clr>
        </p15:guide>
      </p15:sldGuideLst>
    </p:ext>
  </p:extLst>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p:cSld name="Fiv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76072"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1737360" cy="1737360"/>
          </a:xfrm>
          <a:prstGeom prst="ellipse">
            <a:avLst/>
          </a:prstGeom>
          <a:blipFill>
            <a:blip r:embed="rId2"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700" b="1">
                <a:solidFill>
                  <a:schemeClr val="tx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76072" y="4235450"/>
            <a:ext cx="1737360"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2905506" y="2286000"/>
            <a:ext cx="1737360" cy="1737360"/>
          </a:xfrm>
          <a:prstGeom prst="ellipse">
            <a:avLst/>
          </a:prstGeom>
          <a:blipFill>
            <a:blip r:embed="rId3"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700" b="1">
                <a:solidFill>
                  <a:schemeClr val="bg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2905506" y="4235450"/>
            <a:ext cx="1737360"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5227320" y="2286000"/>
            <a:ext cx="1737360" cy="1737360"/>
          </a:xfrm>
          <a:prstGeom prst="ellipse">
            <a:avLst/>
          </a:prstGeom>
          <a:blipFill>
            <a:blip r:embed="rId4"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700" b="1">
                <a:solidFill>
                  <a:schemeClr val="bg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5227320" y="4235451"/>
            <a:ext cx="1737360"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7548118" y="2286000"/>
            <a:ext cx="1737360" cy="1737360"/>
          </a:xfrm>
          <a:prstGeom prst="ellipse">
            <a:avLst/>
          </a:prstGeom>
          <a:blipFill>
            <a:blip r:embed="rId5"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700" b="1">
                <a:solidFill>
                  <a:schemeClr val="tx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insert44</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7548118" y="4235450"/>
            <a:ext cx="1737360"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E4DC3400-0B11-4EA0-9B8D-6FADE6964F37}"/>
              </a:ext>
            </a:extLst>
          </p:cNvPr>
          <p:cNvSpPr>
            <a:spLocks noGrp="1" noChangeAspect="1"/>
          </p:cNvSpPr>
          <p:nvPr>
            <p:ph type="pic" sz="quarter" idx="23" hasCustomPrompt="1"/>
          </p:nvPr>
        </p:nvSpPr>
        <p:spPr bwMode="ltGray">
          <a:xfrm>
            <a:off x="9869423" y="2286000"/>
            <a:ext cx="1737360" cy="1737360"/>
          </a:xfrm>
          <a:prstGeom prst="ellipse">
            <a:avLst/>
          </a:prstGeom>
          <a:blipFill>
            <a:blip r:embed="rId6"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700" b="1">
                <a:solidFill>
                  <a:schemeClr val="tx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20" name="Text Placeholder 3">
            <a:extLst>
              <a:ext uri="{FF2B5EF4-FFF2-40B4-BE49-F238E27FC236}">
                <a16:creationId xmlns:a16="http://schemas.microsoft.com/office/drawing/2014/main" id="{133C357E-ECC0-485F-9033-5D4DEC8774BB}"/>
              </a:ext>
            </a:extLst>
          </p:cNvPr>
          <p:cNvSpPr>
            <a:spLocks noGrp="1"/>
          </p:cNvSpPr>
          <p:nvPr>
            <p:ph type="body" sz="quarter" idx="24"/>
          </p:nvPr>
        </p:nvSpPr>
        <p:spPr>
          <a:xfrm>
            <a:off x="9869423" y="4235450"/>
            <a:ext cx="1737360"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Tree>
    <p:extLst>
      <p:ext uri="{BB962C8B-B14F-4D97-AF65-F5344CB8AC3E}">
        <p14:creationId xmlns:p14="http://schemas.microsoft.com/office/powerpoint/2010/main" val="3640911108"/>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2664">
          <p15:clr>
            <a:srgbClr val="5ACBF0"/>
          </p15:clr>
        </p15:guide>
        <p15:guide id="3" pos="6216">
          <p15:clr>
            <a:srgbClr val="5ACBF0"/>
          </p15:clr>
        </p15:guide>
        <p15:guide id="5" pos="5850">
          <p15:clr>
            <a:srgbClr val="5ACBF0"/>
          </p15:clr>
        </p15:guide>
        <p15:guide id="7" pos="4392">
          <p15:clr>
            <a:srgbClr val="5ACBF0"/>
          </p15:clr>
        </p15:guide>
        <p15:guide id="8" pos="3292">
          <p15:clr>
            <a:srgbClr val="5ACBF0"/>
          </p15:clr>
        </p15:guide>
        <p15:guide id="10" pos="2926">
          <p15:clr>
            <a:srgbClr val="5ACBF0"/>
          </p15:clr>
        </p15:guide>
        <p15:guide id="11" pos="4754">
          <p15:clr>
            <a:srgbClr val="5ACBF0"/>
          </p15:clr>
        </p15:guide>
        <p15:guide id="13" pos="1464">
          <p15:clr>
            <a:srgbClr val="5ACBF0"/>
          </p15:clr>
        </p15:guide>
        <p15:guide id="14" orient="horz" pos="1440">
          <p15:clr>
            <a:srgbClr val="5ACBF0"/>
          </p15:clr>
        </p15:guide>
        <p15:guide id="15" pos="1830">
          <p15:clr>
            <a:srgbClr val="5ACBF0"/>
          </p15:clr>
        </p15:guide>
        <p15:guide id="16" orient="horz" pos="2533">
          <p15:clr>
            <a:srgbClr val="5ACBF0"/>
          </p15:clr>
        </p15:guide>
      </p15:sldGuideLst>
    </p:ext>
  </p:extLst>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p:cSld name="Agenda 1">
    <p:spTree>
      <p:nvGrpSpPr>
        <p:cNvPr id="1" name=""/>
        <p:cNvGrpSpPr/>
        <p:nvPr/>
      </p:nvGrpSpPr>
      <p:grpSpPr>
        <a:xfrm>
          <a:off x="0" y="0"/>
          <a:ext cx="0" cy="0"/>
          <a:chOff x="0" y="0"/>
          <a:chExt cx="0" cy="0"/>
        </a:xfrm>
      </p:grpSpPr>
      <p:pic>
        <p:nvPicPr>
          <p:cNvPr id="4" name="Picture 3" descr="A close up of a toy&#10;&#10;Description automatically generated">
            <a:extLst>
              <a:ext uri="{FF2B5EF4-FFF2-40B4-BE49-F238E27FC236}">
                <a16:creationId xmlns:a16="http://schemas.microsoft.com/office/drawing/2014/main" id="{4DE4BA7E-2310-0E2F-4ED5-4D99F5E9F00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7180"/>
          <a:stretch/>
        </p:blipFill>
        <p:spPr>
          <a:xfrm>
            <a:off x="0" y="0"/>
            <a:ext cx="12192000" cy="6724651"/>
          </a:xfrm>
          <a:prstGeom prst="rect">
            <a:avLst/>
          </a:prstGeom>
          <a:solidFill>
            <a:srgbClr val="EDEBE6"/>
          </a:solidFill>
        </p:spPr>
      </p:pic>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5216" y="1837372"/>
            <a:ext cx="3182027" cy="3959225"/>
          </a:xfrm>
        </p:spPr>
        <p:txBody>
          <a:bodyPr anchor="t"/>
          <a:lstStyle>
            <a:lvl1pPr>
              <a:defRPr>
                <a:solidFill>
                  <a:schemeClr val="tx1"/>
                </a:solidFill>
              </a:defRPr>
            </a:lvl1pPr>
          </a:lstStyle>
          <a:p>
            <a:r>
              <a:rPr lang="en-US"/>
              <a:t>Title</a:t>
            </a:r>
          </a:p>
        </p:txBody>
      </p:sp>
      <p:sp>
        <p:nvSpPr>
          <p:cNvPr id="7" name="Text Placeholder 2">
            <a:extLst>
              <a:ext uri="{FF2B5EF4-FFF2-40B4-BE49-F238E27FC236}">
                <a16:creationId xmlns:a16="http://schemas.microsoft.com/office/drawing/2014/main" id="{7E9DBFD9-3E1E-4F19-AF15-56780F9C7927}"/>
              </a:ext>
            </a:extLst>
          </p:cNvPr>
          <p:cNvSpPr>
            <a:spLocks noGrp="1"/>
          </p:cNvSpPr>
          <p:nvPr>
            <p:ph type="body" sz="quarter" idx="11"/>
          </p:nvPr>
        </p:nvSpPr>
        <p:spPr>
          <a:xfrm>
            <a:off x="4356100" y="1837372"/>
            <a:ext cx="7253288" cy="276999"/>
          </a:xfrm>
          <a:prstGeom prst="rect">
            <a:avLst/>
          </a:prstGeom>
        </p:spPr>
        <p:txBody>
          <a:bodyPr anchor="t"/>
          <a:lstStyle>
            <a:lvl1pPr marL="201168" indent="-201168">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a:cxnSpLocks/>
          </p:cNvCxnSpPr>
          <p:nvPr/>
        </p:nvCxnSpPr>
        <p:spPr>
          <a:xfrm>
            <a:off x="585216" y="1546860"/>
            <a:ext cx="3182112" cy="0"/>
          </a:xfrm>
          <a:prstGeom prst="line">
            <a:avLst/>
          </a:prstGeom>
          <a:ln w="28575">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DF1A9F7D-F14E-4BCE-9EB4-D9EF47B67809}"/>
              </a:ext>
              <a:ext uri="{C183D7F6-B498-43B3-948B-1728B52AA6E4}">
                <adec:decorative xmlns:adec="http://schemas.microsoft.com/office/drawing/2017/decorative" val="1"/>
              </a:ext>
            </a:extLst>
          </p:cNvPr>
          <p:cNvCxnSpPr>
            <a:cxnSpLocks/>
          </p:cNvCxnSpPr>
          <p:nvPr/>
        </p:nvCxnSpPr>
        <p:spPr>
          <a:xfrm>
            <a:off x="4354523" y="1546860"/>
            <a:ext cx="7254865" cy="0"/>
          </a:xfrm>
          <a:prstGeom prst="line">
            <a:avLst/>
          </a:prstGeom>
          <a:ln w="19050">
            <a:solidFill>
              <a:schemeClr val="tx1">
                <a:alpha val="3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10" name="Picture 9" descr="A colorful gradient going from darker blue on the left side to light blue to magenta to orange on the right side">
            <a:extLst>
              <a:ext uri="{FF2B5EF4-FFF2-40B4-BE49-F238E27FC236}">
                <a16:creationId xmlns:a16="http://schemas.microsoft.com/office/drawing/2014/main" id="{EA057F72-1B5E-B539-638B-5BB6CF49B3C4}"/>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sp>
        <p:nvSpPr>
          <p:cNvPr id="3" name="TextBox 2">
            <a:extLst>
              <a:ext uri="{FF2B5EF4-FFF2-40B4-BE49-F238E27FC236}">
                <a16:creationId xmlns:a16="http://schemas.microsoft.com/office/drawing/2014/main" id="{B52DE7D6-9C00-9BB2-18CA-52BAADC65C80}"/>
              </a:ext>
            </a:extLst>
          </p:cNvPr>
          <p:cNvSpPr txBox="1"/>
          <p:nvPr userDrawn="1">
            <p:extLst>
              <p:ext uri="{1162E1C5-73C7-4A58-AE30-91384D911F3F}">
                <p184:classification xmlns:p184="http://schemas.microsoft.com/office/powerpoint/2018/4/main" val="ftr"/>
              </p:ext>
            </p:extLst>
          </p:nvPr>
        </p:nvSpPr>
        <p:spPr>
          <a:xfrm>
            <a:off x="3121446" y="6511422"/>
            <a:ext cx="5949107" cy="215444"/>
          </a:xfrm>
          <a:prstGeom prst="rect">
            <a:avLst/>
          </a:prstGeom>
        </p:spPr>
        <p:txBody>
          <a:bodyPr horzOverflow="overflow" wrap="square" lIns="45720" tIns="45720" rIns="45720" bIns="45720">
            <a:spAutoFit/>
          </a:bodyPr>
          <a:lstStyle/>
          <a:p>
            <a:pPr algn="ctr"/>
            <a:r>
              <a:rPr lang="en-US" sz="800" b="0">
                <a:solidFill>
                  <a:schemeClr val="tx2"/>
                </a:solidFill>
                <a:latin typeface="+mn-lt"/>
              </a:rPr>
              <a:t>Classified as Microsoft Confidential – content under embargo until Nov 18, 2025</a:t>
            </a:r>
          </a:p>
        </p:txBody>
      </p:sp>
    </p:spTree>
    <p:extLst>
      <p:ext uri="{BB962C8B-B14F-4D97-AF65-F5344CB8AC3E}">
        <p14:creationId xmlns:p14="http://schemas.microsoft.com/office/powerpoint/2010/main" val="1282820211"/>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1272">
          <p15:clr>
            <a:srgbClr val="5ACBF0"/>
          </p15:clr>
        </p15:guide>
        <p15:guide id="30" pos="2376">
          <p15:clr>
            <a:srgbClr val="5ACBF0"/>
          </p15:clr>
        </p15:guide>
        <p15:guide id="32" orient="horz" pos="1455">
          <p15:clr>
            <a:srgbClr val="5ACBF0"/>
          </p15:clr>
        </p15:guide>
      </p15:sldGuideLst>
    </p:ext>
  </p:extLst>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p:cSld name="Agenda 2">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95314F8-50E7-5287-848E-756303209003}"/>
              </a:ext>
            </a:extLst>
          </p:cNvPr>
          <p:cNvSpPr/>
          <p:nvPr userDrawn="1"/>
        </p:nvSpPr>
        <p:spPr bwMode="auto">
          <a:xfrm>
            <a:off x="0"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683250"/>
          </a:xfrm>
        </p:spPr>
        <p:txBody>
          <a:bodyPr anchor="ctr"/>
          <a:lstStyle>
            <a:lvl1pPr>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3288913"/>
            <a:ext cx="6667500" cy="276999"/>
          </a:xfrm>
          <a:prstGeom prst="rect">
            <a:avLst/>
          </a:prstGeom>
        </p:spPr>
        <p:txBody>
          <a:bodyPr anchor="ctr"/>
          <a:lstStyle>
            <a:lvl1pPr marL="201168" indent="-201168">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p:nvCxnSpPr>
        <p:spPr>
          <a:xfrm>
            <a:off x="4356100" y="2578100"/>
            <a:ext cx="0" cy="1701800"/>
          </a:xfrm>
          <a:prstGeom prst="line">
            <a:avLst/>
          </a:prstGeom>
          <a:ln w="28575">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9" name="Picture 8" descr="A colorful gradient going from darker blue on the left side to light blue to magenta to orange on the right side">
            <a:extLst>
              <a:ext uri="{FF2B5EF4-FFF2-40B4-BE49-F238E27FC236}">
                <a16:creationId xmlns:a16="http://schemas.microsoft.com/office/drawing/2014/main" id="{F375F9A5-D844-2D4C-747F-AE8CFBDFEF89}"/>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sp>
        <p:nvSpPr>
          <p:cNvPr id="6" name="TextBox 5">
            <a:extLst>
              <a:ext uri="{FF2B5EF4-FFF2-40B4-BE49-F238E27FC236}">
                <a16:creationId xmlns:a16="http://schemas.microsoft.com/office/drawing/2014/main" id="{C7A85089-7F22-B27B-9D33-86D98E85D19E}"/>
              </a:ext>
            </a:extLst>
          </p:cNvPr>
          <p:cNvSpPr txBox="1"/>
          <p:nvPr userDrawn="1">
            <p:extLst>
              <p:ext uri="{1162E1C5-73C7-4A58-AE30-91384D911F3F}">
                <p184:classification xmlns:p184="http://schemas.microsoft.com/office/powerpoint/2018/4/main" val="ftr"/>
              </p:ext>
            </p:extLst>
          </p:nvPr>
        </p:nvSpPr>
        <p:spPr>
          <a:xfrm>
            <a:off x="3121446" y="6511422"/>
            <a:ext cx="5949107" cy="215444"/>
          </a:xfrm>
          <a:prstGeom prst="rect">
            <a:avLst/>
          </a:prstGeom>
        </p:spPr>
        <p:txBody>
          <a:bodyPr horzOverflow="overflow" wrap="square" lIns="45720" tIns="45720" rIns="45720" bIns="45720">
            <a:spAutoFit/>
          </a:bodyPr>
          <a:lstStyle/>
          <a:p>
            <a:pPr algn="ctr"/>
            <a:r>
              <a:rPr lang="en-US" sz="800" b="0">
                <a:solidFill>
                  <a:schemeClr val="tx2"/>
                </a:solidFill>
                <a:latin typeface="+mn-lt"/>
              </a:rPr>
              <a:t>Classified as Microsoft Confidential – content under embargo until Nov 18, 2025</a:t>
            </a:r>
          </a:p>
        </p:txBody>
      </p:sp>
    </p:spTree>
    <p:extLst>
      <p:ext uri="{BB962C8B-B14F-4D97-AF65-F5344CB8AC3E}">
        <p14:creationId xmlns:p14="http://schemas.microsoft.com/office/powerpoint/2010/main" val="4182382978"/>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userDrawn="1">
  <p:cSld name="Demo slid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6072" y="3033223"/>
            <a:ext cx="4177284"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Demo title</a:t>
            </a:r>
          </a:p>
        </p:txBody>
      </p:sp>
      <p:sp>
        <p:nvSpPr>
          <p:cNvPr id="5" name="Text Placeholder 4"/>
          <p:cNvSpPr>
            <a:spLocks noGrp="1"/>
          </p:cNvSpPr>
          <p:nvPr>
            <p:ph type="body" sz="quarter" idx="12" hasCustomPrompt="1"/>
          </p:nvPr>
        </p:nvSpPr>
        <p:spPr>
          <a:xfrm>
            <a:off x="576072" y="3977319"/>
            <a:ext cx="4177284" cy="246221"/>
          </a:xfrm>
          <a:prstGeom prst="rect">
            <a:avLst/>
          </a:prstGeom>
          <a:noFill/>
        </p:spPr>
        <p:txBody>
          <a:bodyPr wrap="square"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5D5F20BF-1B1B-50CA-191C-F2202EAF5B89}"/>
              </a:ext>
            </a:extLst>
          </p:cNvPr>
          <p:cNvSpPr>
            <a:spLocks noGrp="1"/>
          </p:cNvSpPr>
          <p:nvPr>
            <p:ph type="pic" sz="quarter" idx="11" hasCustomPrompt="1"/>
          </p:nvPr>
        </p:nvSpPr>
        <p:spPr bwMode="ltGray">
          <a:xfrm>
            <a:off x="5334000" y="0"/>
            <a:ext cx="6858000" cy="6858000"/>
          </a:xfrm>
          <a:prstGeom prst="rect">
            <a:avLst/>
          </a:prstGeom>
          <a:blipFill>
            <a:blip r:embed="rId2" cstate="email">
              <a:extLst>
                <a:ext uri="{28A0092B-C50C-407E-A947-70E740481C1C}">
                  <a14:useLocalDpi xmlns:a14="http://schemas.microsoft.com/office/drawing/2010/main"/>
                </a:ext>
              </a:extLst>
            </a:blip>
            <a:stretch>
              <a:fillRect/>
            </a:stretch>
          </a:blipFill>
        </p:spPr>
        <p:txBody>
          <a:bodyPr lIns="0" tIns="2377440" rIns="0" anchor="t" anchorCtr="0">
            <a:noAutofit/>
          </a:bodyPr>
          <a:lstStyle>
            <a:lvl1pPr marL="0" indent="0" algn="ctr">
              <a:lnSpc>
                <a:spcPct val="100000"/>
              </a:lnSpc>
              <a:buNone/>
              <a:defRPr sz="1400" b="1">
                <a:solidFill>
                  <a:schemeClr val="tx2"/>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801D8B1F-EA31-48F4-42A3-896968E7C748}"/>
              </a:ext>
            </a:extLst>
          </p:cNvPr>
          <p:cNvSpPr txBox="1"/>
          <p:nvPr userDrawn="1">
            <p:extLst>
              <p:ext uri="{1162E1C5-73C7-4A58-AE30-91384D911F3F}">
                <p184:classification xmlns:p184="http://schemas.microsoft.com/office/powerpoint/2018/4/main" val="ftr"/>
              </p:ext>
            </p:extLst>
          </p:nvPr>
        </p:nvSpPr>
        <p:spPr>
          <a:xfrm>
            <a:off x="3121446" y="6511422"/>
            <a:ext cx="5949107" cy="215444"/>
          </a:xfrm>
          <a:prstGeom prst="rect">
            <a:avLst/>
          </a:prstGeom>
        </p:spPr>
        <p:txBody>
          <a:bodyPr horzOverflow="overflow" wrap="square" lIns="45720" tIns="45720" rIns="45720" bIns="45720">
            <a:spAutoFit/>
          </a:bodyPr>
          <a:lstStyle/>
          <a:p>
            <a:pPr algn="ctr"/>
            <a:r>
              <a:rPr lang="en-US" sz="800" b="0">
                <a:solidFill>
                  <a:schemeClr val="tx2"/>
                </a:solidFill>
                <a:latin typeface="+mn-lt"/>
              </a:rPr>
              <a:t>Classified as Microsoft Confidential – content under embargo until Nov 18, 2025</a:t>
            </a:r>
          </a:p>
        </p:txBody>
      </p:sp>
    </p:spTree>
    <p:extLst>
      <p:ext uri="{BB962C8B-B14F-4D97-AF65-F5344CB8AC3E}">
        <p14:creationId xmlns:p14="http://schemas.microsoft.com/office/powerpoint/2010/main" val="362943206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3" orient="horz" pos="1910">
          <p15:clr>
            <a:srgbClr val="5ACBF0"/>
          </p15:clr>
        </p15:guide>
        <p15:guide id="4" orient="horz" pos="2505">
          <p15:clr>
            <a:srgbClr val="5ACBF0"/>
          </p15:clr>
        </p15:guide>
        <p15:guide id="5" pos="3360">
          <p15:clr>
            <a:srgbClr val="5ACBF0"/>
          </p15:clr>
        </p15:guide>
        <p15:guide id="6" pos="3000">
          <p15:clr>
            <a:srgbClr val="5ACBF0"/>
          </p15:clr>
        </p15:guide>
      </p15:sldGuideLst>
    </p:ext>
  </p:extLst>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userDrawn="1">
  <p:cSld name="Demo slid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6072" y="3033223"/>
            <a:ext cx="4177284"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Demo title</a:t>
            </a:r>
          </a:p>
        </p:txBody>
      </p:sp>
      <p:sp>
        <p:nvSpPr>
          <p:cNvPr id="5" name="Text Placeholder 4"/>
          <p:cNvSpPr>
            <a:spLocks noGrp="1"/>
          </p:cNvSpPr>
          <p:nvPr>
            <p:ph type="body" sz="quarter" idx="12" hasCustomPrompt="1"/>
          </p:nvPr>
        </p:nvSpPr>
        <p:spPr>
          <a:xfrm>
            <a:off x="576072" y="3977319"/>
            <a:ext cx="4177284" cy="246221"/>
          </a:xfrm>
          <a:prstGeom prst="rect">
            <a:avLst/>
          </a:prstGeom>
          <a:noFill/>
        </p:spPr>
        <p:txBody>
          <a:bodyPr wrap="square"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pic>
        <p:nvPicPr>
          <p:cNvPr id="10" name="Picture 9" descr="A person with curly hair standing in brightly illuminating outdoor light and shadows">
            <a:extLst>
              <a:ext uri="{FF2B5EF4-FFF2-40B4-BE49-F238E27FC236}">
                <a16:creationId xmlns:a16="http://schemas.microsoft.com/office/drawing/2014/main" id="{2E82545A-FD52-D775-7812-AC95C1735C22}"/>
              </a:ext>
            </a:extLst>
          </p:cNvPr>
          <p:cNvPicPr>
            <a:picLocks noChangeAspect="1"/>
          </p:cNvPicPr>
          <p:nvPr userDrawn="1"/>
        </p:nvPicPr>
        <p:blipFill>
          <a:blip r:embed="rId3" cstate="screen">
            <a:alphaModFix/>
            <a:extLst>
              <a:ext uri="{28A0092B-C50C-407E-A947-70E740481C1C}">
                <a14:useLocalDpi xmlns:a14="http://schemas.microsoft.com/office/drawing/2010/main"/>
              </a:ext>
            </a:extLst>
          </a:blip>
          <a:srcRect l="17213" r="21311"/>
          <a:stretch/>
        </p:blipFill>
        <p:spPr>
          <a:xfrm>
            <a:off x="5334000" y="0"/>
            <a:ext cx="6858000" cy="6858000"/>
          </a:xfrm>
          <a:prstGeom prst="roundRect">
            <a:avLst>
              <a:gd name="adj" fmla="val 0"/>
            </a:avLst>
          </a:prstGeom>
        </p:spPr>
      </p:pic>
      <p:sp>
        <p:nvSpPr>
          <p:cNvPr id="3" name="TextBox 2">
            <a:extLst>
              <a:ext uri="{FF2B5EF4-FFF2-40B4-BE49-F238E27FC236}">
                <a16:creationId xmlns:a16="http://schemas.microsoft.com/office/drawing/2014/main" id="{C3038FF5-C35F-A9A5-6013-901BF044D4EE}"/>
              </a:ext>
            </a:extLst>
          </p:cNvPr>
          <p:cNvSpPr txBox="1"/>
          <p:nvPr userDrawn="1">
            <p:extLst>
              <p:ext uri="{1162E1C5-73C7-4A58-AE30-91384D911F3F}">
                <p184:classification xmlns:p184="http://schemas.microsoft.com/office/powerpoint/2018/4/main" val="ftr"/>
              </p:ext>
            </p:extLst>
          </p:nvPr>
        </p:nvSpPr>
        <p:spPr>
          <a:xfrm>
            <a:off x="3121446" y="6511422"/>
            <a:ext cx="5949107" cy="215444"/>
          </a:xfrm>
          <a:prstGeom prst="rect">
            <a:avLst/>
          </a:prstGeom>
        </p:spPr>
        <p:txBody>
          <a:bodyPr horzOverflow="overflow" wrap="square" lIns="45720" tIns="45720" rIns="45720" bIns="45720">
            <a:spAutoFit/>
          </a:bodyPr>
          <a:lstStyle/>
          <a:p>
            <a:pPr algn="ctr"/>
            <a:r>
              <a:rPr lang="en-US" sz="800" b="0">
                <a:solidFill>
                  <a:schemeClr val="tx2"/>
                </a:solidFill>
                <a:latin typeface="+mn-lt"/>
              </a:rPr>
              <a:t>Classified as Microsoft Confidential – content under embargo until Nov 18, 2025</a:t>
            </a:r>
          </a:p>
        </p:txBody>
      </p:sp>
    </p:spTree>
    <p:extLst>
      <p:ext uri="{BB962C8B-B14F-4D97-AF65-F5344CB8AC3E}">
        <p14:creationId xmlns:p14="http://schemas.microsoft.com/office/powerpoint/2010/main" val="94876854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3" orient="horz" pos="1910">
          <p15:clr>
            <a:srgbClr val="5ACBF0"/>
          </p15:clr>
        </p15:guide>
        <p15:guide id="4" orient="horz" pos="2505">
          <p15:clr>
            <a:srgbClr val="5ACBF0"/>
          </p15:clr>
        </p15:guide>
        <p15:guide id="5" pos="3360">
          <p15:clr>
            <a:srgbClr val="5ACBF0"/>
          </p15:clr>
        </p15:guide>
        <p15:guide id="6" pos="3000">
          <p15:clr>
            <a:srgbClr val="5ACBF0"/>
          </p15:clr>
        </p15:guide>
      </p15:sldGuideLst>
    </p:ext>
  </p:extLst>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userDrawn="1">
  <p:cSld name="Demo slide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6072" y="3033223"/>
            <a:ext cx="4177284"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Demo title</a:t>
            </a:r>
          </a:p>
        </p:txBody>
      </p:sp>
      <p:sp>
        <p:nvSpPr>
          <p:cNvPr id="5" name="Text Placeholder 4"/>
          <p:cNvSpPr>
            <a:spLocks noGrp="1"/>
          </p:cNvSpPr>
          <p:nvPr>
            <p:ph type="body" sz="quarter" idx="12" hasCustomPrompt="1"/>
          </p:nvPr>
        </p:nvSpPr>
        <p:spPr>
          <a:xfrm>
            <a:off x="576072" y="3977319"/>
            <a:ext cx="4177284" cy="246221"/>
          </a:xfrm>
          <a:prstGeom prst="rect">
            <a:avLst/>
          </a:prstGeom>
          <a:noFill/>
        </p:spPr>
        <p:txBody>
          <a:bodyPr wrap="square"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pic>
        <p:nvPicPr>
          <p:cNvPr id="4" name="Picture 3">
            <a:extLst>
              <a:ext uri="{FF2B5EF4-FFF2-40B4-BE49-F238E27FC236}">
                <a16:creationId xmlns:a16="http://schemas.microsoft.com/office/drawing/2014/main" id="{EF270AE3-8618-7645-AE3C-5E57E3BF172C}"/>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5636036" y="302036"/>
            <a:ext cx="6251164" cy="6251164"/>
          </a:xfrm>
          <a:prstGeom prst="roundRect">
            <a:avLst>
              <a:gd name="adj" fmla="val 2595"/>
            </a:avLst>
          </a:prstGeom>
        </p:spPr>
      </p:pic>
    </p:spTree>
    <p:extLst>
      <p:ext uri="{BB962C8B-B14F-4D97-AF65-F5344CB8AC3E}">
        <p14:creationId xmlns:p14="http://schemas.microsoft.com/office/powerpoint/2010/main" val="129693532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3" orient="horz" pos="1910">
          <p15:clr>
            <a:srgbClr val="5ACBF0"/>
          </p15:clr>
        </p15:guide>
        <p15:guide id="4" orient="horz" pos="2505">
          <p15:clr>
            <a:srgbClr val="5ACBF0"/>
          </p15:clr>
        </p15:guide>
        <p15:guide id="5" pos="3360">
          <p15:clr>
            <a:srgbClr val="5ACBF0"/>
          </p15:clr>
        </p15:guide>
        <p15:guide id="6" pos="3000">
          <p15:clr>
            <a:srgbClr val="5ACBF0"/>
          </p15:clr>
        </p15:guide>
      </p15:sldGuideLst>
    </p:ext>
  </p:extLst>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userDrawn="1">
  <p:cSld name="Demo slide 4">
    <p:bg>
      <p:bgPr>
        <a:solidFill>
          <a:srgbClr val="E8E6DF"/>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6072" y="3033223"/>
            <a:ext cx="4177284"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Demo title</a:t>
            </a:r>
          </a:p>
        </p:txBody>
      </p:sp>
      <p:sp>
        <p:nvSpPr>
          <p:cNvPr id="5" name="Text Placeholder 4"/>
          <p:cNvSpPr>
            <a:spLocks noGrp="1"/>
          </p:cNvSpPr>
          <p:nvPr>
            <p:ph type="body" sz="quarter" idx="12" hasCustomPrompt="1"/>
          </p:nvPr>
        </p:nvSpPr>
        <p:spPr>
          <a:xfrm>
            <a:off x="576072" y="3977319"/>
            <a:ext cx="4177284" cy="246221"/>
          </a:xfrm>
          <a:prstGeom prst="rect">
            <a:avLst/>
          </a:prstGeom>
          <a:noFill/>
        </p:spPr>
        <p:txBody>
          <a:bodyPr wrap="square"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pic>
        <p:nvPicPr>
          <p:cNvPr id="4" name="Picture 3" descr="A person with white beard and hat&#10;&#10;Description automatically generated">
            <a:extLst>
              <a:ext uri="{FF2B5EF4-FFF2-40B4-BE49-F238E27FC236}">
                <a16:creationId xmlns:a16="http://schemas.microsoft.com/office/drawing/2014/main" id="{6114E386-90DD-2D33-E4EE-56C7BEC347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5334000" y="0"/>
            <a:ext cx="6858000" cy="6858000"/>
          </a:xfrm>
          <a:prstGeom prst="rect">
            <a:avLst/>
          </a:prstGeom>
        </p:spPr>
      </p:pic>
      <p:sp>
        <p:nvSpPr>
          <p:cNvPr id="3" name="Rectangle 2">
            <a:extLst>
              <a:ext uri="{FF2B5EF4-FFF2-40B4-BE49-F238E27FC236}">
                <a16:creationId xmlns:a16="http://schemas.microsoft.com/office/drawing/2014/main" id="{232DA8AD-FBCB-B320-7C32-5B6DFD8E5B66}"/>
              </a:ext>
            </a:extLst>
          </p:cNvPr>
          <p:cNvSpPr/>
          <p:nvPr userDrawn="1"/>
        </p:nvSpPr>
        <p:spPr bwMode="auto">
          <a:xfrm>
            <a:off x="0" y="-1"/>
            <a:ext cx="5334000" cy="6857999"/>
          </a:xfrm>
          <a:prstGeom prst="rect">
            <a:avLst/>
          </a:prstGeom>
          <a:gradFill flip="none" rotWithShape="1">
            <a:gsLst>
              <a:gs pos="100000">
                <a:schemeClr val="bg1">
                  <a:alpha val="0"/>
                </a:schemeClr>
              </a:gs>
              <a:gs pos="0">
                <a:schemeClr val="bg1">
                  <a:shade val="100000"/>
                  <a:satMod val="115000"/>
                  <a:alpha val="22143"/>
                </a:schemeClr>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chemeClr val="tx1"/>
              </a:solidFill>
              <a:ea typeface="Segoe UI" pitchFamily="34" charset="0"/>
              <a:cs typeface="Segoe UI" pitchFamily="34" charset="0"/>
            </a:endParaRPr>
          </a:p>
        </p:txBody>
      </p:sp>
      <p:sp>
        <p:nvSpPr>
          <p:cNvPr id="6" name="TextBox 5">
            <a:extLst>
              <a:ext uri="{FF2B5EF4-FFF2-40B4-BE49-F238E27FC236}">
                <a16:creationId xmlns:a16="http://schemas.microsoft.com/office/drawing/2014/main" id="{108B7949-1264-899C-1491-10601CA84FBE}"/>
              </a:ext>
            </a:extLst>
          </p:cNvPr>
          <p:cNvSpPr txBox="1"/>
          <p:nvPr userDrawn="1">
            <p:extLst>
              <p:ext uri="{1162E1C5-73C7-4A58-AE30-91384D911F3F}">
                <p184:classification xmlns:p184="http://schemas.microsoft.com/office/powerpoint/2018/4/main" val="ftr"/>
              </p:ext>
            </p:extLst>
          </p:nvPr>
        </p:nvSpPr>
        <p:spPr>
          <a:xfrm>
            <a:off x="3121446" y="6511422"/>
            <a:ext cx="5949107" cy="215444"/>
          </a:xfrm>
          <a:prstGeom prst="rect">
            <a:avLst/>
          </a:prstGeom>
        </p:spPr>
        <p:txBody>
          <a:bodyPr horzOverflow="overflow" wrap="square" lIns="45720" tIns="45720" rIns="45720" bIns="45720">
            <a:spAutoFit/>
          </a:bodyPr>
          <a:lstStyle/>
          <a:p>
            <a:pPr algn="ctr"/>
            <a:r>
              <a:rPr lang="en-US" sz="800" b="0">
                <a:solidFill>
                  <a:schemeClr val="tx2"/>
                </a:solidFill>
                <a:latin typeface="+mn-lt"/>
              </a:rPr>
              <a:t>Classified as Microsoft Confidential – content under embargo until Nov 18, 2025</a:t>
            </a:r>
          </a:p>
        </p:txBody>
      </p:sp>
    </p:spTree>
    <p:extLst>
      <p:ext uri="{BB962C8B-B14F-4D97-AF65-F5344CB8AC3E}">
        <p14:creationId xmlns:p14="http://schemas.microsoft.com/office/powerpoint/2010/main" val="131717070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3" orient="horz" pos="1910">
          <p15:clr>
            <a:srgbClr val="5ACBF0"/>
          </p15:clr>
        </p15:guide>
        <p15:guide id="4" orient="horz" pos="2505">
          <p15:clr>
            <a:srgbClr val="5ACBF0"/>
          </p15:clr>
        </p15:guide>
        <p15:guide id="5" pos="3360">
          <p15:clr>
            <a:srgbClr val="5ACBF0"/>
          </p15:clr>
        </p15:guide>
        <p15:guide id="6" pos="3000">
          <p15:clr>
            <a:srgbClr val="5ACBF0"/>
          </p15:clr>
        </p15:guide>
      </p15:sldGuideLst>
    </p:ext>
  </p:extLst>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chemeClr val="bg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C9C269-D98F-D9FE-1184-5E914A126A00}"/>
              </a:ext>
            </a:extLst>
          </p:cNvPr>
          <p:cNvSpPr/>
          <p:nvPr userDrawn="1"/>
        </p:nvSpPr>
        <p:spPr bwMode="auto">
          <a:xfrm>
            <a:off x="0"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2" name="Title 1"/>
          <p:cNvSpPr>
            <a:spLocks noGrp="1"/>
          </p:cNvSpPr>
          <p:nvPr>
            <p:ph type="title" hasCustomPrompt="1"/>
          </p:nvPr>
        </p:nvSpPr>
        <p:spPr>
          <a:xfrm>
            <a:off x="576072"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C1E8B5B3-E911-FA3B-060D-08ACEFE48A20}"/>
              </a:ext>
            </a:extLst>
          </p:cNvPr>
          <p:cNvSpPr>
            <a:spLocks noGrp="1"/>
          </p:cNvSpPr>
          <p:nvPr>
            <p:ph type="pic" sz="quarter" idx="11" hasCustomPrompt="1"/>
          </p:nvPr>
        </p:nvSpPr>
        <p:spPr bwMode="ltGray">
          <a:xfrm>
            <a:off x="5334000" y="0"/>
            <a:ext cx="6858000" cy="6858000"/>
          </a:xfrm>
          <a:prstGeom prst="rect">
            <a:avLst/>
          </a:prstGeom>
          <a:blipFill>
            <a:blip r:embed="rId2" cstate="email">
              <a:extLst>
                <a:ext uri="{28A0092B-C50C-407E-A947-70E740481C1C}">
                  <a14:useLocalDpi xmlns:a14="http://schemas.microsoft.com/office/drawing/2010/main"/>
                </a:ext>
              </a:extLst>
            </a:blip>
            <a:stretch>
              <a:fillRect/>
            </a:stretch>
          </a:blipFill>
        </p:spPr>
        <p:txBody>
          <a:bodyPr lIns="0" tIns="2377440" rIns="0" anchor="t" anchorCtr="0">
            <a:noAutofit/>
          </a:bodyPr>
          <a:lstStyle>
            <a:lvl1pPr marL="0" indent="0" algn="ctr">
              <a:lnSpc>
                <a:spcPct val="100000"/>
              </a:lnSpc>
              <a:buNone/>
              <a:defRPr sz="1400" b="1">
                <a:solidFill>
                  <a:schemeClr val="bg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264B4CB0-26D0-46F7-0D46-CB57535BCEF6}"/>
              </a:ext>
            </a:extLst>
          </p:cNvPr>
          <p:cNvSpPr txBox="1"/>
          <p:nvPr userDrawn="1">
            <p:extLst>
              <p:ext uri="{1162E1C5-73C7-4A58-AE30-91384D911F3F}">
                <p184:classification xmlns:p184="http://schemas.microsoft.com/office/powerpoint/2018/4/main" val="ftr"/>
              </p:ext>
            </p:extLst>
          </p:nvPr>
        </p:nvSpPr>
        <p:spPr>
          <a:xfrm>
            <a:off x="3121446" y="6511422"/>
            <a:ext cx="5949107" cy="215444"/>
          </a:xfrm>
          <a:prstGeom prst="rect">
            <a:avLst/>
          </a:prstGeom>
        </p:spPr>
        <p:txBody>
          <a:bodyPr horzOverflow="overflow" wrap="square" lIns="45720" tIns="45720" rIns="45720" bIns="45720">
            <a:spAutoFit/>
          </a:bodyPr>
          <a:lstStyle/>
          <a:p>
            <a:pPr algn="ctr"/>
            <a:r>
              <a:rPr lang="en-US" sz="800" b="0">
                <a:solidFill>
                  <a:schemeClr val="tx2"/>
                </a:solidFill>
                <a:latin typeface="+mn-lt"/>
              </a:rPr>
              <a:t>Classified as Microsoft Confidential – content under embargo until Nov 18, 2025</a:t>
            </a:r>
          </a:p>
        </p:txBody>
      </p:sp>
    </p:spTree>
    <p:extLst>
      <p:ext uri="{BB962C8B-B14F-4D97-AF65-F5344CB8AC3E}">
        <p14:creationId xmlns:p14="http://schemas.microsoft.com/office/powerpoint/2010/main" val="185326566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userDrawn="1">
  <p:cSld name="Section Title 2">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6072"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pic>
        <p:nvPicPr>
          <p:cNvPr id="7" name="Picture 6">
            <a:extLst>
              <a:ext uri="{FF2B5EF4-FFF2-40B4-BE49-F238E27FC236}">
                <a16:creationId xmlns:a16="http://schemas.microsoft.com/office/drawing/2014/main" id="{8111608B-3482-A33C-BA63-70C5869A2ACA}"/>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5334001" y="0"/>
            <a:ext cx="6858000" cy="6861846"/>
          </a:xfrm>
          <a:prstGeom prst="rect">
            <a:avLst/>
          </a:prstGeom>
        </p:spPr>
      </p:pic>
      <p:sp>
        <p:nvSpPr>
          <p:cNvPr id="3" name="TextBox 2">
            <a:extLst>
              <a:ext uri="{FF2B5EF4-FFF2-40B4-BE49-F238E27FC236}">
                <a16:creationId xmlns:a16="http://schemas.microsoft.com/office/drawing/2014/main" id="{FC1F9DC0-A827-8B4B-1A19-BF45E5B3DF71}"/>
              </a:ext>
            </a:extLst>
          </p:cNvPr>
          <p:cNvSpPr txBox="1"/>
          <p:nvPr userDrawn="1">
            <p:extLst>
              <p:ext uri="{1162E1C5-73C7-4A58-AE30-91384D911F3F}">
                <p184:classification xmlns:p184="http://schemas.microsoft.com/office/powerpoint/2018/4/main" val="ftr"/>
              </p:ext>
            </p:extLst>
          </p:nvPr>
        </p:nvSpPr>
        <p:spPr>
          <a:xfrm>
            <a:off x="3121446" y="6511422"/>
            <a:ext cx="5949107" cy="215444"/>
          </a:xfrm>
          <a:prstGeom prst="rect">
            <a:avLst/>
          </a:prstGeom>
        </p:spPr>
        <p:txBody>
          <a:bodyPr horzOverflow="overflow" wrap="square" lIns="45720" tIns="45720" rIns="45720" bIns="45720">
            <a:spAutoFit/>
          </a:bodyPr>
          <a:lstStyle/>
          <a:p>
            <a:pPr algn="ctr"/>
            <a:r>
              <a:rPr lang="en-US" sz="800" b="0">
                <a:solidFill>
                  <a:schemeClr val="tx2"/>
                </a:solidFill>
                <a:latin typeface="+mn-lt"/>
              </a:rPr>
              <a:t>Classified as Microsoft Confidential – content under embargo until Nov 18, 2025</a:t>
            </a:r>
          </a:p>
        </p:txBody>
      </p:sp>
    </p:spTree>
    <p:extLst>
      <p:ext uri="{BB962C8B-B14F-4D97-AF65-F5344CB8AC3E}">
        <p14:creationId xmlns:p14="http://schemas.microsoft.com/office/powerpoint/2010/main" val="107553748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userDrawn="1">
  <p:cSld name="Section Title 3">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6072"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pic>
        <p:nvPicPr>
          <p:cNvPr id="8" name="Picture 7">
            <a:extLst>
              <a:ext uri="{FF2B5EF4-FFF2-40B4-BE49-F238E27FC236}">
                <a16:creationId xmlns:a16="http://schemas.microsoft.com/office/drawing/2014/main" id="{27F67BE8-1773-C479-4149-41024CAFA3D9}"/>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5334000" y="0"/>
            <a:ext cx="6858000" cy="6858000"/>
          </a:xfrm>
          <a:prstGeom prst="rect">
            <a:avLst/>
          </a:prstGeom>
        </p:spPr>
      </p:pic>
      <p:sp>
        <p:nvSpPr>
          <p:cNvPr id="3" name="TextBox 2">
            <a:extLst>
              <a:ext uri="{FF2B5EF4-FFF2-40B4-BE49-F238E27FC236}">
                <a16:creationId xmlns:a16="http://schemas.microsoft.com/office/drawing/2014/main" id="{FD6DFE8C-1F41-FE62-0C0C-2A11219EC58C}"/>
              </a:ext>
            </a:extLst>
          </p:cNvPr>
          <p:cNvSpPr txBox="1"/>
          <p:nvPr userDrawn="1">
            <p:extLst>
              <p:ext uri="{1162E1C5-73C7-4A58-AE30-91384D911F3F}">
                <p184:classification xmlns:p184="http://schemas.microsoft.com/office/powerpoint/2018/4/main" val="ftr"/>
              </p:ext>
            </p:extLst>
          </p:nvPr>
        </p:nvSpPr>
        <p:spPr>
          <a:xfrm>
            <a:off x="3121446" y="6511422"/>
            <a:ext cx="5949107" cy="215444"/>
          </a:xfrm>
          <a:prstGeom prst="rect">
            <a:avLst/>
          </a:prstGeom>
        </p:spPr>
        <p:txBody>
          <a:bodyPr horzOverflow="overflow" wrap="square" lIns="45720" tIns="45720" rIns="45720" bIns="45720">
            <a:spAutoFit/>
          </a:bodyPr>
          <a:lstStyle/>
          <a:p>
            <a:pPr algn="ctr"/>
            <a:r>
              <a:rPr lang="en-US" sz="800" b="0">
                <a:solidFill>
                  <a:schemeClr val="tx2"/>
                </a:solidFill>
                <a:latin typeface="+mn-lt"/>
              </a:rPr>
              <a:t>Classified as Microsoft Confidential – content under embargo until Nov 18, 2025</a:t>
            </a:r>
          </a:p>
        </p:txBody>
      </p:sp>
    </p:spTree>
    <p:extLst>
      <p:ext uri="{BB962C8B-B14F-4D97-AF65-F5344CB8AC3E}">
        <p14:creationId xmlns:p14="http://schemas.microsoft.com/office/powerpoint/2010/main" val="86331653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userDrawn="1">
  <p:cSld name="Section Title 4">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6072"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pic>
        <p:nvPicPr>
          <p:cNvPr id="4" name="Picture 3" descr="A close-up of a colorful wave&#10;&#10;Description automatically generated">
            <a:extLst>
              <a:ext uri="{FF2B5EF4-FFF2-40B4-BE49-F238E27FC236}">
                <a16:creationId xmlns:a16="http://schemas.microsoft.com/office/drawing/2014/main" id="{7E23DEF3-55CD-9793-23E4-712C6621B71E}"/>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5334000" y="0"/>
            <a:ext cx="6856632" cy="6858000"/>
          </a:xfrm>
          <a:prstGeom prst="rect">
            <a:avLst/>
          </a:prstGeom>
        </p:spPr>
      </p:pic>
      <p:sp>
        <p:nvSpPr>
          <p:cNvPr id="3" name="TextBox 2">
            <a:extLst>
              <a:ext uri="{FF2B5EF4-FFF2-40B4-BE49-F238E27FC236}">
                <a16:creationId xmlns:a16="http://schemas.microsoft.com/office/drawing/2014/main" id="{3CB5A9A1-76A2-3E78-8215-3FB516CD6DA4}"/>
              </a:ext>
            </a:extLst>
          </p:cNvPr>
          <p:cNvSpPr txBox="1"/>
          <p:nvPr userDrawn="1">
            <p:extLst>
              <p:ext uri="{1162E1C5-73C7-4A58-AE30-91384D911F3F}">
                <p184:classification xmlns:p184="http://schemas.microsoft.com/office/powerpoint/2018/4/main" val="ftr"/>
              </p:ext>
            </p:extLst>
          </p:nvPr>
        </p:nvSpPr>
        <p:spPr>
          <a:xfrm>
            <a:off x="3121446" y="6511422"/>
            <a:ext cx="5949107" cy="215444"/>
          </a:xfrm>
          <a:prstGeom prst="rect">
            <a:avLst/>
          </a:prstGeom>
        </p:spPr>
        <p:txBody>
          <a:bodyPr horzOverflow="overflow" wrap="square" lIns="45720" tIns="45720" rIns="45720" bIns="45720">
            <a:spAutoFit/>
          </a:bodyPr>
          <a:lstStyle/>
          <a:p>
            <a:pPr algn="ctr"/>
            <a:r>
              <a:rPr lang="en-US" sz="800" b="0">
                <a:solidFill>
                  <a:schemeClr val="tx2"/>
                </a:solidFill>
                <a:latin typeface="+mn-lt"/>
              </a:rPr>
              <a:t>Classified as Microsoft Confidential – content under embargo until Nov 18, 2025</a:t>
            </a:r>
          </a:p>
        </p:txBody>
      </p:sp>
    </p:spTree>
    <p:extLst>
      <p:ext uri="{BB962C8B-B14F-4D97-AF65-F5344CB8AC3E}">
        <p14:creationId xmlns:p14="http://schemas.microsoft.com/office/powerpoint/2010/main" val="393763745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userDrawn="1">
  <p:cSld name="Section Title Full Blue">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3C80F9F-53D7-FD76-F927-4B731F87465C}"/>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0" y="0"/>
            <a:ext cx="12192000" cy="6857999"/>
          </a:xfrm>
          <a:prstGeom prst="rect">
            <a:avLst/>
          </a:prstGeom>
        </p:spPr>
      </p:pic>
      <p:sp>
        <p:nvSpPr>
          <p:cNvPr id="2" name="Title 1"/>
          <p:cNvSpPr>
            <a:spLocks noGrp="1"/>
          </p:cNvSpPr>
          <p:nvPr>
            <p:ph type="title" hasCustomPrompt="1"/>
          </p:nvPr>
        </p:nvSpPr>
        <p:spPr>
          <a:xfrm>
            <a:off x="576072"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sp>
        <p:nvSpPr>
          <p:cNvPr id="4" name="TextBox 3">
            <a:extLst>
              <a:ext uri="{FF2B5EF4-FFF2-40B4-BE49-F238E27FC236}">
                <a16:creationId xmlns:a16="http://schemas.microsoft.com/office/drawing/2014/main" id="{51CD786D-169C-50A3-D2CF-C6318F076BF2}"/>
              </a:ext>
            </a:extLst>
          </p:cNvPr>
          <p:cNvSpPr txBox="1"/>
          <p:nvPr userDrawn="1">
            <p:extLst>
              <p:ext uri="{1162E1C5-73C7-4A58-AE30-91384D911F3F}">
                <p184:classification xmlns:p184="http://schemas.microsoft.com/office/powerpoint/2018/4/main" val="ftr"/>
              </p:ext>
            </p:extLst>
          </p:nvPr>
        </p:nvSpPr>
        <p:spPr>
          <a:xfrm>
            <a:off x="3121446" y="6511422"/>
            <a:ext cx="5949107" cy="215444"/>
          </a:xfrm>
          <a:prstGeom prst="rect">
            <a:avLst/>
          </a:prstGeom>
        </p:spPr>
        <p:txBody>
          <a:bodyPr horzOverflow="overflow" wrap="square" lIns="45720" tIns="45720" rIns="45720" bIns="45720">
            <a:spAutoFit/>
          </a:bodyPr>
          <a:lstStyle/>
          <a:p>
            <a:pPr algn="ctr"/>
            <a:r>
              <a:rPr lang="en-US" sz="800" b="0">
                <a:solidFill>
                  <a:schemeClr val="tx2"/>
                </a:solidFill>
                <a:latin typeface="+mn-lt"/>
              </a:rPr>
              <a:t>Classified as Microsoft Confidential – content under embargo until Nov 18, 2025</a:t>
            </a:r>
          </a:p>
        </p:txBody>
      </p:sp>
    </p:spTree>
    <p:extLst>
      <p:ext uri="{BB962C8B-B14F-4D97-AF65-F5344CB8AC3E}">
        <p14:creationId xmlns:p14="http://schemas.microsoft.com/office/powerpoint/2010/main" val="46238965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userDrawn="1">
  <p:cSld name="Section Title Full Gold">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C22813B-0916-B031-5A6D-6C69C51D405F}"/>
              </a:ext>
              <a:ext uri="{C183D7F6-B498-43B3-948B-1728B52AA6E4}">
                <adec:decorative xmlns:adec="http://schemas.microsoft.com/office/drawing/2017/decorative" val="1"/>
              </a:ext>
            </a:extLst>
          </p:cNvPr>
          <p:cNvPicPr>
            <a:picLocks noChangeAspect="1"/>
          </p:cNvPicPr>
          <p:nvPr userDrawn="1"/>
        </p:nvPicPr>
        <p:blipFill>
          <a:blip r:embed="rId2"/>
          <a:srcRect/>
          <a:stretch/>
        </p:blipFill>
        <p:spPr>
          <a:xfrm>
            <a:off x="0" y="0"/>
            <a:ext cx="12191999" cy="6857998"/>
          </a:xfrm>
          <a:prstGeom prst="rect">
            <a:avLst/>
          </a:prstGeom>
        </p:spPr>
      </p:pic>
      <p:sp>
        <p:nvSpPr>
          <p:cNvPr id="2" name="Title 1"/>
          <p:cNvSpPr>
            <a:spLocks noGrp="1"/>
          </p:cNvSpPr>
          <p:nvPr>
            <p:ph type="title" hasCustomPrompt="1"/>
          </p:nvPr>
        </p:nvSpPr>
        <p:spPr>
          <a:xfrm>
            <a:off x="576072"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sp>
        <p:nvSpPr>
          <p:cNvPr id="3" name="TextBox 2">
            <a:extLst>
              <a:ext uri="{FF2B5EF4-FFF2-40B4-BE49-F238E27FC236}">
                <a16:creationId xmlns:a16="http://schemas.microsoft.com/office/drawing/2014/main" id="{8B1B7C67-8F4F-4058-3F09-A69716BC0309}"/>
              </a:ext>
            </a:extLst>
          </p:cNvPr>
          <p:cNvSpPr txBox="1"/>
          <p:nvPr userDrawn="1">
            <p:extLst>
              <p:ext uri="{1162E1C5-73C7-4A58-AE30-91384D911F3F}">
                <p184:classification xmlns:p184="http://schemas.microsoft.com/office/powerpoint/2018/4/main" val="ftr"/>
              </p:ext>
            </p:extLst>
          </p:nvPr>
        </p:nvSpPr>
        <p:spPr>
          <a:xfrm>
            <a:off x="3121446" y="6511422"/>
            <a:ext cx="5949107" cy="215444"/>
          </a:xfrm>
          <a:prstGeom prst="rect">
            <a:avLst/>
          </a:prstGeom>
        </p:spPr>
        <p:txBody>
          <a:bodyPr horzOverflow="overflow" wrap="square" lIns="45720" tIns="45720" rIns="45720" bIns="45720">
            <a:spAutoFit/>
          </a:bodyPr>
          <a:lstStyle/>
          <a:p>
            <a:pPr algn="ctr"/>
            <a:r>
              <a:rPr lang="en-US" sz="800" b="0">
                <a:solidFill>
                  <a:schemeClr val="tx2"/>
                </a:solidFill>
                <a:latin typeface="+mn-lt"/>
              </a:rPr>
              <a:t>Classified as Microsoft Confidential – content under embargo until Nov 18, 2025</a:t>
            </a:r>
          </a:p>
        </p:txBody>
      </p:sp>
    </p:spTree>
    <p:extLst>
      <p:ext uri="{BB962C8B-B14F-4D97-AF65-F5344CB8AC3E}">
        <p14:creationId xmlns:p14="http://schemas.microsoft.com/office/powerpoint/2010/main" val="380482003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userDrawn="1">
  <p:cSld name="Section Title Cream Gradient">
    <p:bg>
      <p:bgPr>
        <a:solidFill>
          <a:schemeClr val="bg1"/>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12F533E-13F8-CA91-8068-2E10F3E01094}"/>
              </a:ext>
            </a:extLst>
          </p:cNvPr>
          <p:cNvSpPr/>
          <p:nvPr userDrawn="1"/>
        </p:nvSpPr>
        <p:spPr bwMode="auto">
          <a:xfrm>
            <a:off x="0" y="0"/>
            <a:ext cx="12188952" cy="6858000"/>
          </a:xfrm>
          <a:prstGeom prst="rect">
            <a:avLst/>
          </a:prstGeom>
          <a:gradFill flip="none" rotWithShape="1">
            <a:gsLst>
              <a:gs pos="100000">
                <a:srgbClr val="F9ECDC"/>
              </a:gs>
              <a:gs pos="0">
                <a:srgbClr val="E5D0B9"/>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2" name="Title 1"/>
          <p:cNvSpPr>
            <a:spLocks noGrp="1"/>
          </p:cNvSpPr>
          <p:nvPr>
            <p:ph type="title" hasCustomPrompt="1"/>
          </p:nvPr>
        </p:nvSpPr>
        <p:spPr>
          <a:xfrm>
            <a:off x="576072"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pic>
        <p:nvPicPr>
          <p:cNvPr id="7" name="Picture 6">
            <a:extLst>
              <a:ext uri="{FF2B5EF4-FFF2-40B4-BE49-F238E27FC236}">
                <a16:creationId xmlns:a16="http://schemas.microsoft.com/office/drawing/2014/main" id="{950F8DA4-AA5F-00A5-3FC7-349A40EA3800}"/>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6726866"/>
            <a:ext cx="12188952" cy="131066"/>
          </a:xfrm>
          <a:prstGeom prst="roundRect">
            <a:avLst>
              <a:gd name="adj" fmla="val 0"/>
            </a:avLst>
          </a:prstGeom>
        </p:spPr>
      </p:pic>
      <p:sp>
        <p:nvSpPr>
          <p:cNvPr id="3" name="TextBox 2">
            <a:extLst>
              <a:ext uri="{FF2B5EF4-FFF2-40B4-BE49-F238E27FC236}">
                <a16:creationId xmlns:a16="http://schemas.microsoft.com/office/drawing/2014/main" id="{532A6F01-C711-4EC8-8A45-4CC29DFEA21D}"/>
              </a:ext>
            </a:extLst>
          </p:cNvPr>
          <p:cNvSpPr txBox="1"/>
          <p:nvPr userDrawn="1">
            <p:extLst>
              <p:ext uri="{1162E1C5-73C7-4A58-AE30-91384D911F3F}">
                <p184:classification xmlns:p184="http://schemas.microsoft.com/office/powerpoint/2018/4/main" val="ftr"/>
              </p:ext>
            </p:extLst>
          </p:nvPr>
        </p:nvSpPr>
        <p:spPr>
          <a:xfrm>
            <a:off x="3121446" y="6511422"/>
            <a:ext cx="5949107" cy="215444"/>
          </a:xfrm>
          <a:prstGeom prst="rect">
            <a:avLst/>
          </a:prstGeom>
        </p:spPr>
        <p:txBody>
          <a:bodyPr horzOverflow="overflow" wrap="square" lIns="45720" tIns="45720" rIns="45720" bIns="45720">
            <a:spAutoFit/>
          </a:bodyPr>
          <a:lstStyle/>
          <a:p>
            <a:pPr algn="ctr"/>
            <a:r>
              <a:rPr lang="en-US" sz="800" b="0">
                <a:solidFill>
                  <a:schemeClr val="tx2"/>
                </a:solidFill>
                <a:latin typeface="+mn-lt"/>
              </a:rPr>
              <a:t>Classified as Microsoft Confidential – content under embargo until Nov 18, 2025</a:t>
            </a:r>
          </a:p>
        </p:txBody>
      </p:sp>
    </p:spTree>
    <p:extLst>
      <p:ext uri="{BB962C8B-B14F-4D97-AF65-F5344CB8AC3E}">
        <p14:creationId xmlns:p14="http://schemas.microsoft.com/office/powerpoint/2010/main" val="214298673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Section Title 5">
    <p:bg>
      <p:bgPr>
        <a:solidFill>
          <a:schemeClr val="accent1"/>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8B8FDC08-6E01-3B36-160B-ED2547ADFBDE}"/>
              </a:ext>
            </a:extLst>
          </p:cNvPr>
          <p:cNvSpPr>
            <a:spLocks noGrp="1"/>
          </p:cNvSpPr>
          <p:nvPr>
            <p:ph type="title" hasCustomPrompt="1"/>
          </p:nvPr>
        </p:nvSpPr>
        <p:spPr>
          <a:xfrm>
            <a:off x="576072"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spTree>
    <p:extLst>
      <p:ext uri="{BB962C8B-B14F-4D97-AF65-F5344CB8AC3E}">
        <p14:creationId xmlns:p14="http://schemas.microsoft.com/office/powerpoint/2010/main" val="2077418505"/>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userDrawn="1">
  <p:cSld name="Section Title 6">
    <p:bg>
      <p:bgPr>
        <a:solidFill>
          <a:srgbClr val="2A446F"/>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8B8FDC08-6E01-3B36-160B-ED2547ADFBDE}"/>
              </a:ext>
            </a:extLst>
          </p:cNvPr>
          <p:cNvSpPr>
            <a:spLocks noGrp="1"/>
          </p:cNvSpPr>
          <p:nvPr>
            <p:ph type="title" hasCustomPrompt="1"/>
          </p:nvPr>
        </p:nvSpPr>
        <p:spPr>
          <a:xfrm>
            <a:off x="576072"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spTree>
    <p:extLst>
      <p:ext uri="{BB962C8B-B14F-4D97-AF65-F5344CB8AC3E}">
        <p14:creationId xmlns:p14="http://schemas.microsoft.com/office/powerpoint/2010/main" val="4195982884"/>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userDrawn="1">
  <p:cSld name="Section Title 7">
    <p:bg>
      <p:bgPr>
        <a:solidFill>
          <a:schemeClr val="accent3"/>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8B8FDC08-6E01-3B36-160B-ED2547ADFBDE}"/>
              </a:ext>
            </a:extLst>
          </p:cNvPr>
          <p:cNvSpPr>
            <a:spLocks noGrp="1"/>
          </p:cNvSpPr>
          <p:nvPr>
            <p:ph type="title" hasCustomPrompt="1"/>
          </p:nvPr>
        </p:nvSpPr>
        <p:spPr>
          <a:xfrm>
            <a:off x="576072"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spTree>
    <p:extLst>
      <p:ext uri="{BB962C8B-B14F-4D97-AF65-F5344CB8AC3E}">
        <p14:creationId xmlns:p14="http://schemas.microsoft.com/office/powerpoint/2010/main" val="2576754015"/>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262EC4-DD39-EB54-3645-F5D77A41AB33}"/>
              </a:ext>
            </a:extLst>
          </p:cNvPr>
          <p:cNvSpPr>
            <a:spLocks noGrp="1"/>
          </p:cNvSpPr>
          <p:nvPr>
            <p:ph type="title"/>
          </p:nvPr>
        </p:nvSpPr>
        <p:spPr>
          <a:xfrm>
            <a:off x="585216" y="-420892"/>
            <a:ext cx="11018520" cy="276999"/>
          </a:xfrm>
        </p:spPr>
        <p:txBody>
          <a:bodyPr vert="horz" wrap="square" lIns="0" tIns="0" rIns="0" bIns="0" rtlCol="0" anchor="t">
            <a:spAutoFit/>
          </a:bodyPr>
          <a:lstStyle>
            <a:lvl1pPr>
              <a:defRPr lang="en-US" sz="1800" dirty="0"/>
            </a:lvl1pPr>
          </a:lstStyle>
          <a:p>
            <a:pPr lvl="0"/>
            <a:r>
              <a:rPr lang="en-US"/>
              <a:t>Click to edit Master title style</a:t>
            </a:r>
          </a:p>
        </p:txBody>
      </p:sp>
    </p:spTree>
    <p:extLst>
      <p:ext uri="{BB962C8B-B14F-4D97-AF65-F5344CB8AC3E}">
        <p14:creationId xmlns:p14="http://schemas.microsoft.com/office/powerpoint/2010/main" val="307852440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p:cSld name="Blank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217577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p:cSld name="Blank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461566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66.xml><?xml version="1.0" encoding="utf-8"?>
<p:sldLayout xmlns:a="http://schemas.openxmlformats.org/drawingml/2006/main" xmlns:r="http://schemas.openxmlformats.org/officeDocument/2006/relationships" xmlns:p="http://schemas.openxmlformats.org/presentationml/2006/main" preserve="1">
  <p:cSld name="Blank 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2365916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67.xml><?xml version="1.0" encoding="utf-8"?>
<p:sldLayout xmlns:a="http://schemas.openxmlformats.org/drawingml/2006/main" xmlns:r="http://schemas.openxmlformats.org/officeDocument/2006/relationships" xmlns:p="http://schemas.openxmlformats.org/presentationml/2006/main" preserve="1" userDrawn="1">
  <p:cSld name="Content Graphic">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BC87E-4CC9-0F44-6DF9-7F6E2A04362F}"/>
              </a:ext>
            </a:extLst>
          </p:cNvPr>
          <p:cNvSpPr>
            <a:spLocks noGrp="1"/>
          </p:cNvSpPr>
          <p:nvPr>
            <p:ph type="title"/>
          </p:nvPr>
        </p:nvSpPr>
        <p:spPr>
          <a:xfrm>
            <a:off x="913532" y="1008742"/>
            <a:ext cx="10363918" cy="430887"/>
          </a:xfrm>
        </p:spPr>
        <p:txBody>
          <a:bodyPr>
            <a:spAutoFit/>
          </a:bodyPr>
          <a:lstStyle>
            <a:lvl1pPr>
              <a:defRPr>
                <a:solidFill>
                  <a:schemeClr val="tx1"/>
                </a:solidFill>
              </a:defRPr>
            </a:lvl1pPr>
          </a:lstStyle>
          <a:p>
            <a:r>
              <a:rPr lang="en-US"/>
              <a:t>Click to edit Master title style</a:t>
            </a:r>
          </a:p>
        </p:txBody>
      </p:sp>
      <p:sp>
        <p:nvSpPr>
          <p:cNvPr id="4" name="Text Placeholder 4">
            <a:extLst>
              <a:ext uri="{FF2B5EF4-FFF2-40B4-BE49-F238E27FC236}">
                <a16:creationId xmlns:a16="http://schemas.microsoft.com/office/drawing/2014/main" id="{49DBCD25-6DFA-052F-4ED9-1E8C8737F934}"/>
              </a:ext>
            </a:extLst>
          </p:cNvPr>
          <p:cNvSpPr>
            <a:spLocks noGrp="1"/>
          </p:cNvSpPr>
          <p:nvPr>
            <p:ph type="body" sz="quarter" idx="11" hasCustomPrompt="1"/>
          </p:nvPr>
        </p:nvSpPr>
        <p:spPr>
          <a:xfrm>
            <a:off x="913532" y="818242"/>
            <a:ext cx="10363918" cy="184666"/>
          </a:xfrm>
          <a:prstGeom prst="rect">
            <a:avLst/>
          </a:prstGeo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
        <p:nvSpPr>
          <p:cNvPr id="3" name="Content Placeholder 3">
            <a:extLst>
              <a:ext uri="{FF2B5EF4-FFF2-40B4-BE49-F238E27FC236}">
                <a16:creationId xmlns:a16="http://schemas.microsoft.com/office/drawing/2014/main" id="{2155222B-26E4-2F43-D7F5-FC045289128D}"/>
              </a:ext>
            </a:extLst>
          </p:cNvPr>
          <p:cNvSpPr>
            <a:spLocks noGrp="1"/>
          </p:cNvSpPr>
          <p:nvPr>
            <p:ph sz="quarter" idx="10"/>
          </p:nvPr>
        </p:nvSpPr>
        <p:spPr>
          <a:xfrm>
            <a:off x="913382" y="2017712"/>
            <a:ext cx="10364218" cy="4251325"/>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7951176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68.xml><?xml version="1.0" encoding="utf-8"?>
<p:sldLayout xmlns:a="http://schemas.openxmlformats.org/drawingml/2006/main" xmlns:r="http://schemas.openxmlformats.org/officeDocument/2006/relationships" xmlns:p="http://schemas.openxmlformats.org/presentationml/2006/main" preserve="1" userDrawn="1">
  <p:cSld name="Content Graphic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96318D53-3286-EAEB-3098-F1081AF276A8}"/>
              </a:ext>
              <a:ext uri="{C183D7F6-B498-43B3-948B-1728B52AA6E4}">
                <adec:decorative xmlns:adec="http://schemas.microsoft.com/office/drawing/2017/decorative" val="1"/>
              </a:ext>
            </a:extLst>
          </p:cNvPr>
          <p:cNvPicPr>
            <a:picLocks noChangeAspect="1"/>
          </p:cNvPicPr>
          <p:nvPr userDrawn="1"/>
        </p:nvPicPr>
        <p:blipFill>
          <a:blip r:embed="rId3">
            <a:extLst>
              <a:ext uri="{BEBA8EAE-BF5A-486C-A8C5-ECC9F3942E4B}">
                <a14:imgProps xmlns:a14="http://schemas.microsoft.com/office/drawing/2010/main">
                  <a14:imgLayer r:embed="rId4">
                    <a14:imgEffect>
                      <a14:brightnessContrast bright="15000"/>
                    </a14:imgEffect>
                  </a14:imgLayer>
                </a14:imgProps>
              </a:ext>
            </a:extLst>
          </a:blip>
          <a:srcRect t="48" b="48"/>
          <a:stretch/>
        </p:blipFill>
        <p:spPr>
          <a:xfrm>
            <a:off x="578642" y="588018"/>
            <a:ext cx="11033446" cy="5681964"/>
          </a:xfrm>
          <a:prstGeom prst="roundRect">
            <a:avLst>
              <a:gd name="adj" fmla="val 2183"/>
            </a:avLst>
          </a:prstGeom>
        </p:spPr>
      </p:pic>
      <p:sp>
        <p:nvSpPr>
          <p:cNvPr id="3" name="Title 1">
            <a:extLst>
              <a:ext uri="{FF2B5EF4-FFF2-40B4-BE49-F238E27FC236}">
                <a16:creationId xmlns:a16="http://schemas.microsoft.com/office/drawing/2014/main" id="{3AD825C2-7FF1-3371-96A7-47B94663743F}"/>
              </a:ext>
            </a:extLst>
          </p:cNvPr>
          <p:cNvSpPr>
            <a:spLocks noGrp="1"/>
          </p:cNvSpPr>
          <p:nvPr>
            <p:ph type="title"/>
          </p:nvPr>
        </p:nvSpPr>
        <p:spPr>
          <a:xfrm>
            <a:off x="913532" y="1008742"/>
            <a:ext cx="10363918" cy="430887"/>
          </a:xfrm>
        </p:spPr>
        <p:txBody>
          <a:bodyPr>
            <a:spAutoFit/>
          </a:bodyPr>
          <a:lstStyle>
            <a:lvl1pPr>
              <a:defRPr>
                <a:solidFill>
                  <a:schemeClr val="tx1"/>
                </a:solidFill>
              </a:defRPr>
            </a:lvl1pPr>
          </a:lstStyle>
          <a:p>
            <a:r>
              <a:rPr lang="en-US"/>
              <a:t>Click to edit Master title style</a:t>
            </a:r>
          </a:p>
        </p:txBody>
      </p:sp>
      <p:sp>
        <p:nvSpPr>
          <p:cNvPr id="2" name="Text Placeholder 4">
            <a:extLst>
              <a:ext uri="{FF2B5EF4-FFF2-40B4-BE49-F238E27FC236}">
                <a16:creationId xmlns:a16="http://schemas.microsoft.com/office/drawing/2014/main" id="{8F683B1D-9A97-8095-D692-BB98BA5D36B9}"/>
              </a:ext>
            </a:extLst>
          </p:cNvPr>
          <p:cNvSpPr>
            <a:spLocks noGrp="1"/>
          </p:cNvSpPr>
          <p:nvPr>
            <p:ph type="body" sz="quarter" idx="11" hasCustomPrompt="1"/>
          </p:nvPr>
        </p:nvSpPr>
        <p:spPr>
          <a:xfrm>
            <a:off x="913532" y="818242"/>
            <a:ext cx="10363918" cy="184666"/>
          </a:xfrm>
          <a:prstGeom prst="rect">
            <a:avLst/>
          </a:prstGeo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
        <p:nvSpPr>
          <p:cNvPr id="4" name="Content Placeholder 3">
            <a:extLst>
              <a:ext uri="{FF2B5EF4-FFF2-40B4-BE49-F238E27FC236}">
                <a16:creationId xmlns:a16="http://schemas.microsoft.com/office/drawing/2014/main" id="{4DDFB201-BF2E-7E3A-CE08-CB33082FCE63}"/>
              </a:ext>
            </a:extLst>
          </p:cNvPr>
          <p:cNvSpPr>
            <a:spLocks noGrp="1"/>
          </p:cNvSpPr>
          <p:nvPr>
            <p:ph sz="quarter" idx="10"/>
          </p:nvPr>
        </p:nvSpPr>
        <p:spPr>
          <a:xfrm>
            <a:off x="913382" y="3708400"/>
            <a:ext cx="2505456" cy="892552"/>
          </a:xfrm>
          <a:prstGeom prst="rect">
            <a:avLst/>
          </a:prstGeom>
        </p:spPr>
        <p:txBody>
          <a:bodyPr/>
          <a:lstStyle>
            <a:lvl1pPr algn="ctr">
              <a:defRPr sz="1600">
                <a:solidFill>
                  <a:schemeClr val="tx1"/>
                </a:solidFill>
                <a:latin typeface="+mn-lt"/>
              </a:defRPr>
            </a:lvl1pPr>
            <a:lvl2pPr algn="ct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p:txBody>
      </p:sp>
      <p:sp>
        <p:nvSpPr>
          <p:cNvPr id="10" name="Content Placeholder 3">
            <a:extLst>
              <a:ext uri="{FF2B5EF4-FFF2-40B4-BE49-F238E27FC236}">
                <a16:creationId xmlns:a16="http://schemas.microsoft.com/office/drawing/2014/main" id="{7FEBBDF5-F084-CF10-5555-E3848FF67896}"/>
              </a:ext>
            </a:extLst>
          </p:cNvPr>
          <p:cNvSpPr>
            <a:spLocks noGrp="1"/>
          </p:cNvSpPr>
          <p:nvPr>
            <p:ph sz="quarter" idx="12"/>
          </p:nvPr>
        </p:nvSpPr>
        <p:spPr>
          <a:xfrm>
            <a:off x="3589909" y="3708400"/>
            <a:ext cx="2505456" cy="892552"/>
          </a:xfrm>
          <a:prstGeom prst="rect">
            <a:avLst/>
          </a:prstGeom>
        </p:spPr>
        <p:txBody>
          <a:bodyPr/>
          <a:lstStyle>
            <a:lvl1pPr algn="ctr">
              <a:defRPr sz="1600">
                <a:solidFill>
                  <a:schemeClr val="tx1"/>
                </a:solidFill>
                <a:latin typeface="+mn-lt"/>
              </a:defRPr>
            </a:lvl1pPr>
            <a:lvl2pPr algn="ct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p:txBody>
      </p:sp>
      <p:sp>
        <p:nvSpPr>
          <p:cNvPr id="11" name="Content Placeholder 3">
            <a:extLst>
              <a:ext uri="{FF2B5EF4-FFF2-40B4-BE49-F238E27FC236}">
                <a16:creationId xmlns:a16="http://schemas.microsoft.com/office/drawing/2014/main" id="{6B949797-8726-7778-B26B-C31DBA688882}"/>
              </a:ext>
            </a:extLst>
          </p:cNvPr>
          <p:cNvSpPr>
            <a:spLocks noGrp="1"/>
          </p:cNvSpPr>
          <p:nvPr>
            <p:ph sz="quarter" idx="13"/>
          </p:nvPr>
        </p:nvSpPr>
        <p:spPr>
          <a:xfrm>
            <a:off x="6266436" y="3708400"/>
            <a:ext cx="2505456" cy="892552"/>
          </a:xfrm>
          <a:prstGeom prst="rect">
            <a:avLst/>
          </a:prstGeom>
        </p:spPr>
        <p:txBody>
          <a:bodyPr/>
          <a:lstStyle>
            <a:lvl1pPr algn="ctr">
              <a:defRPr sz="1600">
                <a:solidFill>
                  <a:schemeClr val="tx1"/>
                </a:solidFill>
                <a:latin typeface="+mn-lt"/>
              </a:defRPr>
            </a:lvl1pPr>
            <a:lvl2pPr algn="ct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p:txBody>
      </p:sp>
      <p:sp>
        <p:nvSpPr>
          <p:cNvPr id="12" name="Content Placeholder 3">
            <a:extLst>
              <a:ext uri="{FF2B5EF4-FFF2-40B4-BE49-F238E27FC236}">
                <a16:creationId xmlns:a16="http://schemas.microsoft.com/office/drawing/2014/main" id="{C68450D2-B84B-EFE2-F1F2-471B2C05B0F2}"/>
              </a:ext>
            </a:extLst>
          </p:cNvPr>
          <p:cNvSpPr>
            <a:spLocks noGrp="1"/>
          </p:cNvSpPr>
          <p:nvPr>
            <p:ph sz="quarter" idx="14"/>
          </p:nvPr>
        </p:nvSpPr>
        <p:spPr>
          <a:xfrm>
            <a:off x="8885671" y="3708400"/>
            <a:ext cx="2505456" cy="892552"/>
          </a:xfrm>
          <a:prstGeom prst="rect">
            <a:avLst/>
          </a:prstGeom>
        </p:spPr>
        <p:txBody>
          <a:bodyPr/>
          <a:lstStyle>
            <a:lvl1pPr algn="ctr">
              <a:defRPr sz="1600">
                <a:solidFill>
                  <a:schemeClr val="tx1"/>
                </a:solidFill>
                <a:latin typeface="+mn-lt"/>
              </a:defRPr>
            </a:lvl1pPr>
            <a:lvl2pPr algn="ct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938246863"/>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userDrawn="1">
  <p:cSld name="Content Graphic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FB6B235D-925E-935A-C0D1-66A1BCB69698}"/>
              </a:ext>
              <a:ext uri="{C183D7F6-B498-43B3-948B-1728B52AA6E4}">
                <adec:decorative xmlns:adec="http://schemas.microsoft.com/office/drawing/2017/decorative" val="1"/>
              </a:ext>
            </a:extLst>
          </p:cNvPr>
          <p:cNvPicPr>
            <a:picLocks noChangeAspect="1"/>
          </p:cNvPicPr>
          <p:nvPr userDrawn="1"/>
        </p:nvPicPr>
        <p:blipFill>
          <a:blip r:embed="rId3">
            <a:lum bright="10000"/>
            <a:extLst>
              <a:ext uri="{96DAC541-7B7A-43D3-8B79-37D633B846F1}">
                <asvg:svgBlip xmlns:asvg="http://schemas.microsoft.com/office/drawing/2016/SVG/main" r:embed="rId4"/>
              </a:ext>
            </a:extLst>
          </a:blip>
          <a:srcRect l="29" r="29"/>
          <a:stretch/>
        </p:blipFill>
        <p:spPr>
          <a:xfrm>
            <a:off x="578642" y="588018"/>
            <a:ext cx="11033446" cy="5681964"/>
          </a:xfrm>
          <a:prstGeom prst="roundRect">
            <a:avLst>
              <a:gd name="adj" fmla="val 2183"/>
            </a:avLst>
          </a:prstGeom>
        </p:spPr>
      </p:pic>
      <p:sp>
        <p:nvSpPr>
          <p:cNvPr id="3" name="Title 1">
            <a:extLst>
              <a:ext uri="{FF2B5EF4-FFF2-40B4-BE49-F238E27FC236}">
                <a16:creationId xmlns:a16="http://schemas.microsoft.com/office/drawing/2014/main" id="{38A31E95-ADF9-9E3F-1324-0D2A40C31A9D}"/>
              </a:ext>
            </a:extLst>
          </p:cNvPr>
          <p:cNvSpPr>
            <a:spLocks noGrp="1"/>
          </p:cNvSpPr>
          <p:nvPr>
            <p:ph type="title"/>
          </p:nvPr>
        </p:nvSpPr>
        <p:spPr>
          <a:xfrm>
            <a:off x="913532" y="1008742"/>
            <a:ext cx="10363918" cy="430887"/>
          </a:xfrm>
        </p:spPr>
        <p:txBody>
          <a:bodyPr>
            <a:spAutoFit/>
          </a:bodyPr>
          <a:lstStyle>
            <a:lvl1pPr>
              <a:defRPr>
                <a:solidFill>
                  <a:schemeClr val="tx1"/>
                </a:solidFill>
              </a:defRPr>
            </a:lvl1pPr>
          </a:lstStyle>
          <a:p>
            <a:r>
              <a:rPr lang="en-US"/>
              <a:t>Click to edit Master title style</a:t>
            </a:r>
          </a:p>
        </p:txBody>
      </p:sp>
      <p:sp>
        <p:nvSpPr>
          <p:cNvPr id="6" name="Text Placeholder 4">
            <a:extLst>
              <a:ext uri="{FF2B5EF4-FFF2-40B4-BE49-F238E27FC236}">
                <a16:creationId xmlns:a16="http://schemas.microsoft.com/office/drawing/2014/main" id="{BE3AB752-DB9F-C311-68FE-01A729FCF97A}"/>
              </a:ext>
            </a:extLst>
          </p:cNvPr>
          <p:cNvSpPr>
            <a:spLocks noGrp="1"/>
          </p:cNvSpPr>
          <p:nvPr>
            <p:ph type="body" sz="quarter" idx="11" hasCustomPrompt="1"/>
          </p:nvPr>
        </p:nvSpPr>
        <p:spPr>
          <a:xfrm>
            <a:off x="913532" y="818242"/>
            <a:ext cx="10363918" cy="184666"/>
          </a:xfrm>
          <a:prstGeom prst="rect">
            <a:avLst/>
          </a:prstGeo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
        <p:nvSpPr>
          <p:cNvPr id="4" name="Content Placeholder 3">
            <a:extLst>
              <a:ext uri="{FF2B5EF4-FFF2-40B4-BE49-F238E27FC236}">
                <a16:creationId xmlns:a16="http://schemas.microsoft.com/office/drawing/2014/main" id="{855F23D6-B0F2-95EC-6A60-E33F63B03998}"/>
              </a:ext>
            </a:extLst>
          </p:cNvPr>
          <p:cNvSpPr>
            <a:spLocks noGrp="1"/>
          </p:cNvSpPr>
          <p:nvPr>
            <p:ph sz="quarter" idx="10"/>
          </p:nvPr>
        </p:nvSpPr>
        <p:spPr>
          <a:xfrm>
            <a:off x="913382" y="2017712"/>
            <a:ext cx="10364218" cy="4251325"/>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9084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userDrawn="1">
  <p:cSld name="Big Numb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E53C62E-72E5-F065-0EA5-5455A61A105D}"/>
              </a:ext>
            </a:extLst>
          </p:cNvPr>
          <p:cNvSpPr>
            <a:spLocks noGrp="1"/>
          </p:cNvSpPr>
          <p:nvPr>
            <p:ph type="title" hasCustomPrompt="1"/>
          </p:nvPr>
        </p:nvSpPr>
        <p:spPr>
          <a:xfrm>
            <a:off x="2147823" y="1778853"/>
            <a:ext cx="7896354" cy="2462213"/>
          </a:xfrm>
        </p:spPr>
        <p:txBody>
          <a:bodyPr/>
          <a:lstStyle>
            <a:lvl1pPr marL="0" indent="0" algn="ctr">
              <a:buFont typeface="Arial" panose="020B0604020202020204" pitchFamily="34" charset="0"/>
              <a:buNone/>
              <a:defRPr sz="16000">
                <a:latin typeface="+mn-lt"/>
              </a:defRPr>
            </a:lvl1pPr>
          </a:lstStyle>
          <a:p>
            <a:r>
              <a:rPr lang="en-US"/>
              <a:t>##</a:t>
            </a:r>
          </a:p>
        </p:txBody>
      </p:sp>
      <p:sp>
        <p:nvSpPr>
          <p:cNvPr id="6" name="Text Placeholder 5">
            <a:extLst>
              <a:ext uri="{FF2B5EF4-FFF2-40B4-BE49-F238E27FC236}">
                <a16:creationId xmlns:a16="http://schemas.microsoft.com/office/drawing/2014/main" id="{E61FDE9D-CE47-EE58-DDEB-A4E2C9956FDB}"/>
              </a:ext>
            </a:extLst>
          </p:cNvPr>
          <p:cNvSpPr>
            <a:spLocks noGrp="1"/>
          </p:cNvSpPr>
          <p:nvPr>
            <p:ph type="body" sz="quarter" idx="10" hasCustomPrompt="1"/>
          </p:nvPr>
        </p:nvSpPr>
        <p:spPr>
          <a:xfrm>
            <a:off x="2146300" y="4253885"/>
            <a:ext cx="7899400" cy="246221"/>
          </a:xfrm>
          <a:prstGeom prst="rect">
            <a:avLst/>
          </a:prstGeom>
        </p:spPr>
        <p:txBody>
          <a:bodyPr/>
          <a:lstStyle>
            <a:lvl1pPr marL="0" indent="0" algn="ctr">
              <a:buNone/>
              <a:defRPr sz="1600"/>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subtext style</a:t>
            </a:r>
          </a:p>
        </p:txBody>
      </p:sp>
      <p:sp>
        <p:nvSpPr>
          <p:cNvPr id="7" name="Text Placeholder 5">
            <a:extLst>
              <a:ext uri="{FF2B5EF4-FFF2-40B4-BE49-F238E27FC236}">
                <a16:creationId xmlns:a16="http://schemas.microsoft.com/office/drawing/2014/main" id="{483921F1-D334-EC88-D639-C6492418B9DD}"/>
              </a:ext>
            </a:extLst>
          </p:cNvPr>
          <p:cNvSpPr>
            <a:spLocks noGrp="1"/>
          </p:cNvSpPr>
          <p:nvPr>
            <p:ph type="body" sz="quarter" idx="11" hasCustomPrompt="1"/>
          </p:nvPr>
        </p:nvSpPr>
        <p:spPr>
          <a:xfrm>
            <a:off x="2146300" y="5384185"/>
            <a:ext cx="7899400" cy="153888"/>
          </a:xfrm>
          <a:prstGeom prst="rect">
            <a:avLst/>
          </a:prstGeom>
        </p:spPr>
        <p:txBody>
          <a:bodyPr/>
          <a:lstStyle>
            <a:lvl1pPr marL="0" indent="0" algn="ctr">
              <a:buNone/>
              <a:defRPr sz="1000"/>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footer style</a:t>
            </a:r>
          </a:p>
        </p:txBody>
      </p:sp>
    </p:spTree>
    <p:extLst>
      <p:ext uri="{BB962C8B-B14F-4D97-AF65-F5344CB8AC3E}">
        <p14:creationId xmlns:p14="http://schemas.microsoft.com/office/powerpoint/2010/main" val="1320923773"/>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2">
          <p15:clr>
            <a:srgbClr val="A4A3A4"/>
          </p15:clr>
        </p15:guide>
        <p15:guide id="24" pos="6120">
          <p15:clr>
            <a:srgbClr val="A4A3A4"/>
          </p15:clr>
        </p15:guide>
        <p15:guide id="25" pos="6308">
          <p15:clr>
            <a:srgbClr val="A4A3A4"/>
          </p15:clr>
        </p15:guide>
        <p15:guide id="26" pos="6717">
          <p15:clr>
            <a:srgbClr val="A4A3A4"/>
          </p15:clr>
        </p15:guide>
        <p15:guide id="27" pos="6900">
          <p15:clr>
            <a:srgbClr val="A4A3A4"/>
          </p15:clr>
        </p15:guide>
        <p15:guide id="28" orient="horz" pos="888">
          <p15:clr>
            <a:srgbClr val="5ACBF0"/>
          </p15:clr>
        </p15:guide>
        <p15:guide id="29" orient="horz" pos="1271">
          <p15:clr>
            <a:srgbClr val="5ACBF0"/>
          </p15:clr>
        </p15:guide>
        <p15:guide id="30" orient="horz" pos="288">
          <p15:clr>
            <a:srgbClr val="5ACBF0"/>
          </p15:clr>
        </p15:guide>
      </p15:sldGuideLst>
    </p:ext>
  </p:extLst>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userDrawn="1">
  <p:cSld name="Big Number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3">
            <a:extLst>
              <a:ext uri="{FF2B5EF4-FFF2-40B4-BE49-F238E27FC236}">
                <a16:creationId xmlns:a16="http://schemas.microsoft.com/office/drawing/2014/main" id="{4CD05008-D889-2657-9E64-AE1A68432B3A}"/>
              </a:ext>
            </a:extLst>
          </p:cNvPr>
          <p:cNvSpPr>
            <a:spLocks noGrp="1"/>
          </p:cNvSpPr>
          <p:nvPr>
            <p:ph type="title" hasCustomPrompt="1"/>
          </p:nvPr>
        </p:nvSpPr>
        <p:spPr>
          <a:xfrm>
            <a:off x="2147823" y="1778853"/>
            <a:ext cx="7896354" cy="2462213"/>
          </a:xfrm>
        </p:spPr>
        <p:txBody>
          <a:bodyPr/>
          <a:lstStyle>
            <a:lvl1pPr marL="0" indent="0" algn="ctr">
              <a:buFont typeface="Arial" panose="020B0604020202020204" pitchFamily="34" charset="0"/>
              <a:buNone/>
              <a:defRPr sz="16000">
                <a:latin typeface="+mn-lt"/>
              </a:defRPr>
            </a:lvl1pPr>
          </a:lstStyle>
          <a:p>
            <a:r>
              <a:rPr lang="en-US"/>
              <a:t>##</a:t>
            </a:r>
          </a:p>
        </p:txBody>
      </p:sp>
      <p:sp>
        <p:nvSpPr>
          <p:cNvPr id="4" name="Text Placeholder 5">
            <a:extLst>
              <a:ext uri="{FF2B5EF4-FFF2-40B4-BE49-F238E27FC236}">
                <a16:creationId xmlns:a16="http://schemas.microsoft.com/office/drawing/2014/main" id="{B90B9417-A140-ED0E-9B15-EC46E435206D}"/>
              </a:ext>
            </a:extLst>
          </p:cNvPr>
          <p:cNvSpPr>
            <a:spLocks noGrp="1"/>
          </p:cNvSpPr>
          <p:nvPr>
            <p:ph type="body" sz="quarter" idx="10" hasCustomPrompt="1"/>
          </p:nvPr>
        </p:nvSpPr>
        <p:spPr>
          <a:xfrm>
            <a:off x="2146300" y="4253885"/>
            <a:ext cx="7899400" cy="246221"/>
          </a:xfrm>
          <a:prstGeom prst="rect">
            <a:avLst/>
          </a:prstGeom>
        </p:spPr>
        <p:txBody>
          <a:bodyPr/>
          <a:lstStyle>
            <a:lvl1pPr marL="0" indent="0" algn="ctr">
              <a:buNone/>
              <a:defRPr sz="1600"/>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subtext style</a:t>
            </a:r>
          </a:p>
        </p:txBody>
      </p:sp>
      <p:sp>
        <p:nvSpPr>
          <p:cNvPr id="5" name="Text Placeholder 5">
            <a:extLst>
              <a:ext uri="{FF2B5EF4-FFF2-40B4-BE49-F238E27FC236}">
                <a16:creationId xmlns:a16="http://schemas.microsoft.com/office/drawing/2014/main" id="{AE6AC568-C052-9C82-938A-92DB6B485D9D}"/>
              </a:ext>
            </a:extLst>
          </p:cNvPr>
          <p:cNvSpPr>
            <a:spLocks noGrp="1"/>
          </p:cNvSpPr>
          <p:nvPr>
            <p:ph type="body" sz="quarter" idx="11" hasCustomPrompt="1"/>
          </p:nvPr>
        </p:nvSpPr>
        <p:spPr>
          <a:xfrm>
            <a:off x="2146300" y="5384185"/>
            <a:ext cx="7899400" cy="153888"/>
          </a:xfrm>
          <a:prstGeom prst="rect">
            <a:avLst/>
          </a:prstGeom>
        </p:spPr>
        <p:txBody>
          <a:bodyPr/>
          <a:lstStyle>
            <a:lvl1pPr marL="0" indent="0" algn="ctr">
              <a:buNone/>
              <a:defRPr sz="1000"/>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footer style</a:t>
            </a:r>
          </a:p>
        </p:txBody>
      </p:sp>
    </p:spTree>
    <p:extLst>
      <p:ext uri="{BB962C8B-B14F-4D97-AF65-F5344CB8AC3E}">
        <p14:creationId xmlns:p14="http://schemas.microsoft.com/office/powerpoint/2010/main" val="338698928"/>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userDrawn="1">
  <p:cSld name="Big Number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3">
            <a:extLst>
              <a:ext uri="{FF2B5EF4-FFF2-40B4-BE49-F238E27FC236}">
                <a16:creationId xmlns:a16="http://schemas.microsoft.com/office/drawing/2014/main" id="{F1F03AAB-35E4-75D5-BC32-B2CE3D93644D}"/>
              </a:ext>
            </a:extLst>
          </p:cNvPr>
          <p:cNvSpPr>
            <a:spLocks noGrp="1"/>
          </p:cNvSpPr>
          <p:nvPr>
            <p:ph type="title" hasCustomPrompt="1"/>
          </p:nvPr>
        </p:nvSpPr>
        <p:spPr>
          <a:xfrm>
            <a:off x="2147823" y="1778853"/>
            <a:ext cx="7896354" cy="2462213"/>
          </a:xfrm>
        </p:spPr>
        <p:txBody>
          <a:bodyPr/>
          <a:lstStyle>
            <a:lvl1pPr marL="0" indent="0" algn="ctr">
              <a:buFont typeface="Arial" panose="020B0604020202020204" pitchFamily="34" charset="0"/>
              <a:buNone/>
              <a:defRPr sz="16000">
                <a:latin typeface="+mn-lt"/>
              </a:defRPr>
            </a:lvl1pPr>
          </a:lstStyle>
          <a:p>
            <a:r>
              <a:rPr lang="en-US"/>
              <a:t>##</a:t>
            </a:r>
          </a:p>
        </p:txBody>
      </p:sp>
      <p:sp>
        <p:nvSpPr>
          <p:cNvPr id="4" name="Text Placeholder 5">
            <a:extLst>
              <a:ext uri="{FF2B5EF4-FFF2-40B4-BE49-F238E27FC236}">
                <a16:creationId xmlns:a16="http://schemas.microsoft.com/office/drawing/2014/main" id="{D1F2F5D4-3A80-B49A-353F-38D18DF589C8}"/>
              </a:ext>
            </a:extLst>
          </p:cNvPr>
          <p:cNvSpPr>
            <a:spLocks noGrp="1"/>
          </p:cNvSpPr>
          <p:nvPr>
            <p:ph type="body" sz="quarter" idx="10" hasCustomPrompt="1"/>
          </p:nvPr>
        </p:nvSpPr>
        <p:spPr>
          <a:xfrm>
            <a:off x="2146300" y="4253885"/>
            <a:ext cx="7899400" cy="246221"/>
          </a:xfrm>
          <a:prstGeom prst="rect">
            <a:avLst/>
          </a:prstGeom>
        </p:spPr>
        <p:txBody>
          <a:bodyPr/>
          <a:lstStyle>
            <a:lvl1pPr marL="0" indent="0" algn="ctr">
              <a:buNone/>
              <a:defRPr sz="1600"/>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subtext style</a:t>
            </a:r>
          </a:p>
        </p:txBody>
      </p:sp>
      <p:sp>
        <p:nvSpPr>
          <p:cNvPr id="5" name="Text Placeholder 5">
            <a:extLst>
              <a:ext uri="{FF2B5EF4-FFF2-40B4-BE49-F238E27FC236}">
                <a16:creationId xmlns:a16="http://schemas.microsoft.com/office/drawing/2014/main" id="{E7DA8D6A-DC14-6890-FE2C-FDB67210F327}"/>
              </a:ext>
            </a:extLst>
          </p:cNvPr>
          <p:cNvSpPr>
            <a:spLocks noGrp="1"/>
          </p:cNvSpPr>
          <p:nvPr>
            <p:ph type="body" sz="quarter" idx="11" hasCustomPrompt="1"/>
          </p:nvPr>
        </p:nvSpPr>
        <p:spPr>
          <a:xfrm>
            <a:off x="2146300" y="5384185"/>
            <a:ext cx="7899400" cy="153888"/>
          </a:xfrm>
          <a:prstGeom prst="rect">
            <a:avLst/>
          </a:prstGeom>
        </p:spPr>
        <p:txBody>
          <a:bodyPr/>
          <a:lstStyle>
            <a:lvl1pPr marL="0" indent="0" algn="ctr">
              <a:buNone/>
              <a:defRPr sz="1000"/>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footer style</a:t>
            </a:r>
          </a:p>
        </p:txBody>
      </p:sp>
    </p:spTree>
    <p:extLst>
      <p:ext uri="{BB962C8B-B14F-4D97-AF65-F5344CB8AC3E}">
        <p14:creationId xmlns:p14="http://schemas.microsoft.com/office/powerpoint/2010/main" val="138084863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userDrawn="1">
  <p:cSld name="Quote Slide">
    <p:bg>
      <p:bgPr>
        <a:solidFill>
          <a:srgbClr val="FFF8F3"/>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728B26F-D58F-C59C-79A9-B632CC130CA9}"/>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4925569"/>
            <a:ext cx="12192000" cy="1932431"/>
          </a:xfrm>
          <a:prstGeom prst="rect">
            <a:avLst/>
          </a:prstGeom>
        </p:spPr>
      </p:pic>
      <p:sp>
        <p:nvSpPr>
          <p:cNvPr id="2" name="Title 1">
            <a:extLst>
              <a:ext uri="{FF2B5EF4-FFF2-40B4-BE49-F238E27FC236}">
                <a16:creationId xmlns:a16="http://schemas.microsoft.com/office/drawing/2014/main" id="{4C7EB123-B336-56F7-07B9-7157FE92A3BD}"/>
              </a:ext>
            </a:extLst>
          </p:cNvPr>
          <p:cNvSpPr>
            <a:spLocks noGrp="1"/>
          </p:cNvSpPr>
          <p:nvPr>
            <p:ph type="title" hasCustomPrompt="1"/>
          </p:nvPr>
        </p:nvSpPr>
        <p:spPr>
          <a:xfrm>
            <a:off x="576072" y="3121223"/>
            <a:ext cx="5958557" cy="307777"/>
          </a:xfrm>
        </p:spPr>
        <p:txBody>
          <a:bodyPr anchor="b" anchorCtr="0"/>
          <a:lstStyle>
            <a:lvl1pPr>
              <a:defRPr sz="2000">
                <a:latin typeface="+mn-lt"/>
              </a:defRPr>
            </a:lvl1pPr>
          </a:lstStyle>
          <a:p>
            <a:r>
              <a:rPr lang="en-US"/>
              <a:t>Click to edit quote style</a:t>
            </a:r>
          </a:p>
        </p:txBody>
      </p:sp>
      <p:sp>
        <p:nvSpPr>
          <p:cNvPr id="6" name="Text Placeholder 5">
            <a:extLst>
              <a:ext uri="{FF2B5EF4-FFF2-40B4-BE49-F238E27FC236}">
                <a16:creationId xmlns:a16="http://schemas.microsoft.com/office/drawing/2014/main" id="{E17E51B3-B187-5510-113C-862CE543F9DF}"/>
              </a:ext>
            </a:extLst>
          </p:cNvPr>
          <p:cNvSpPr>
            <a:spLocks noGrp="1"/>
          </p:cNvSpPr>
          <p:nvPr>
            <p:ph type="body" sz="quarter" idx="10" hasCustomPrompt="1"/>
          </p:nvPr>
        </p:nvSpPr>
        <p:spPr>
          <a:xfrm>
            <a:off x="576072" y="3647032"/>
            <a:ext cx="5957887" cy="246221"/>
          </a:xfrm>
          <a:prstGeom prst="rect">
            <a:avLst/>
          </a:prstGeom>
        </p:spPr>
        <p:txBody>
          <a:bodyPr/>
          <a:lstStyle>
            <a:lvl1pPr marL="0" indent="0" algn="r">
              <a:buNone/>
              <a:defRPr sz="1600"/>
            </a:lvl1pPr>
          </a:lstStyle>
          <a:p>
            <a:pPr lvl="0"/>
            <a:r>
              <a:rPr lang="en-US"/>
              <a:t>Quote author, Title, Organization</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4F713963-A5EA-2AC4-41B1-2A1162C6E1A4}"/>
              </a:ext>
            </a:extLst>
          </p:cNvPr>
          <p:cNvSpPr>
            <a:spLocks noGrp="1"/>
          </p:cNvSpPr>
          <p:nvPr>
            <p:ph type="pic" sz="quarter" idx="11" hasCustomPrompt="1"/>
          </p:nvPr>
        </p:nvSpPr>
        <p:spPr bwMode="ltGray">
          <a:xfrm>
            <a:off x="7505699" y="1371600"/>
            <a:ext cx="4114800" cy="4114800"/>
          </a:xfrm>
          <a:prstGeom prst="roundRect">
            <a:avLst>
              <a:gd name="adj" fmla="val 2602"/>
            </a:avLst>
          </a:prstGeom>
          <a:blipFill>
            <a:blip r:embed="rId3" cstate="email">
              <a:extLst>
                <a:ext uri="{28A0092B-C50C-407E-A947-70E740481C1C}">
                  <a14:useLocalDpi xmlns:a14="http://schemas.microsoft.com/office/drawing/2010/main"/>
                </a:ext>
              </a:extLst>
            </a:blip>
            <a:stretch>
              <a:fillRect/>
            </a:stretch>
          </a:blipFill>
        </p:spPr>
        <p:txBody>
          <a:bodyPr lIns="0" tIns="1188720" rIns="0" anchor="t" anchorCtr="0">
            <a:noAutofit/>
          </a:bodyPr>
          <a:lstStyle>
            <a:lvl1pPr marL="0" indent="0" algn="ctr">
              <a:lnSpc>
                <a:spcPct val="100000"/>
              </a:lnSpc>
              <a:buNone/>
              <a:defRPr sz="12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pic>
        <p:nvPicPr>
          <p:cNvPr id="8" name="Graphic 7" descr="Quote mark">
            <a:extLst>
              <a:ext uri="{FF2B5EF4-FFF2-40B4-BE49-F238E27FC236}">
                <a16:creationId xmlns:a16="http://schemas.microsoft.com/office/drawing/2014/main" id="{64077A7A-76A3-4EA6-6BF5-2CFADD74DE4B}"/>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rot="10800000">
            <a:off x="570830" y="585788"/>
            <a:ext cx="674370" cy="587754"/>
          </a:xfrm>
          <a:prstGeom prst="rect">
            <a:avLst/>
          </a:prstGeom>
        </p:spPr>
      </p:pic>
    </p:spTree>
    <p:extLst>
      <p:ext uri="{BB962C8B-B14F-4D97-AF65-F5344CB8AC3E}">
        <p14:creationId xmlns:p14="http://schemas.microsoft.com/office/powerpoint/2010/main" val="1091774022"/>
      </p:ext>
    </p:extLst>
  </p:cSld>
  <p:clrMapOvr>
    <a:masterClrMapping/>
  </p:clrMapOvr>
  <p:transition>
    <p:fade/>
  </p:transition>
  <p:extLst>
    <p:ext uri="{DCECCB84-F9BA-43D5-87BE-67443E8EF086}">
      <p15:sldGuideLst xmlns:p15="http://schemas.microsoft.com/office/powerpoint/2012/main">
        <p15:guide id="1" orient="horz" pos="2184">
          <p15:clr>
            <a:srgbClr val="FBAE40"/>
          </p15:clr>
        </p15:guide>
        <p15:guide id="2" pos="3528">
          <p15:clr>
            <a:srgbClr val="FBAE40"/>
          </p15:clr>
        </p15:guide>
        <p15:guide id="3" pos="3168">
          <p15:clr>
            <a:srgbClr val="FBAE40"/>
          </p15:clr>
        </p15:guide>
      </p15:sldGuideLst>
    </p:ext>
  </p:extLst>
</p:sldLayout>
</file>

<file path=ppt/slideLayouts/slideLayout174.xml><?xml version="1.0" encoding="utf-8"?>
<p:sldLayout xmlns:a="http://schemas.openxmlformats.org/drawingml/2006/main" xmlns:r="http://schemas.openxmlformats.org/officeDocument/2006/relationships" xmlns:p="http://schemas.openxmlformats.org/presentationml/2006/main" preserve="1" userDrawn="1">
  <p:cSld name="Quote Slide 2">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7EB123-B336-56F7-07B9-7157FE92A3BD}"/>
              </a:ext>
            </a:extLst>
          </p:cNvPr>
          <p:cNvSpPr>
            <a:spLocks noGrp="1"/>
          </p:cNvSpPr>
          <p:nvPr>
            <p:ph type="title" hasCustomPrompt="1"/>
          </p:nvPr>
        </p:nvSpPr>
        <p:spPr>
          <a:xfrm>
            <a:off x="2549561" y="3159323"/>
            <a:ext cx="5958557" cy="307777"/>
          </a:xfrm>
        </p:spPr>
        <p:txBody>
          <a:bodyPr anchor="b" anchorCtr="0"/>
          <a:lstStyle>
            <a:lvl1pPr>
              <a:defRPr sz="2000">
                <a:solidFill>
                  <a:schemeClr val="bg1"/>
                </a:solidFill>
                <a:latin typeface="+mn-lt"/>
              </a:defRPr>
            </a:lvl1pPr>
          </a:lstStyle>
          <a:p>
            <a:r>
              <a:rPr lang="en-US"/>
              <a:t>Click to edit quote style</a:t>
            </a:r>
          </a:p>
        </p:txBody>
      </p:sp>
      <p:sp>
        <p:nvSpPr>
          <p:cNvPr id="6" name="Text Placeholder 5">
            <a:extLst>
              <a:ext uri="{FF2B5EF4-FFF2-40B4-BE49-F238E27FC236}">
                <a16:creationId xmlns:a16="http://schemas.microsoft.com/office/drawing/2014/main" id="{E17E51B3-B187-5510-113C-862CE543F9DF}"/>
              </a:ext>
            </a:extLst>
          </p:cNvPr>
          <p:cNvSpPr>
            <a:spLocks noGrp="1"/>
          </p:cNvSpPr>
          <p:nvPr>
            <p:ph type="body" sz="quarter" idx="10" hasCustomPrompt="1"/>
          </p:nvPr>
        </p:nvSpPr>
        <p:spPr>
          <a:xfrm>
            <a:off x="2549561" y="3647032"/>
            <a:ext cx="5957887" cy="246221"/>
          </a:xfrm>
          <a:prstGeom prst="rect">
            <a:avLst/>
          </a:prstGeom>
        </p:spPr>
        <p:txBody>
          <a:bodyPr/>
          <a:lstStyle>
            <a:lvl1pPr marL="0" indent="0" algn="r">
              <a:buNone/>
              <a:defRPr sz="1600">
                <a:solidFill>
                  <a:schemeClr val="bg1"/>
                </a:solidFill>
              </a:defRPr>
            </a:lvl1pPr>
          </a:lstStyle>
          <a:p>
            <a:pPr lvl="0"/>
            <a:r>
              <a:rPr lang="en-US"/>
              <a:t>Quote author, Title, Organization</a:t>
            </a:r>
          </a:p>
        </p:txBody>
      </p:sp>
      <p:pic>
        <p:nvPicPr>
          <p:cNvPr id="8" name="Graphic 7" descr="Quote mark">
            <a:extLst>
              <a:ext uri="{FF2B5EF4-FFF2-40B4-BE49-F238E27FC236}">
                <a16:creationId xmlns:a16="http://schemas.microsoft.com/office/drawing/2014/main" id="{64077A7A-76A3-4EA6-6BF5-2CFADD74DE4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0800000">
            <a:off x="571500" y="585788"/>
            <a:ext cx="674370" cy="587754"/>
          </a:xfrm>
          <a:prstGeom prst="rect">
            <a:avLst/>
          </a:prstGeom>
        </p:spPr>
      </p:pic>
      <p:pic>
        <p:nvPicPr>
          <p:cNvPr id="3" name="Graphic 2" descr="Quote mark">
            <a:extLst>
              <a:ext uri="{FF2B5EF4-FFF2-40B4-BE49-F238E27FC236}">
                <a16:creationId xmlns:a16="http://schemas.microsoft.com/office/drawing/2014/main" id="{3884F2AA-E820-B43C-3C64-DA0CC8A6998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134846" y="5845760"/>
            <a:ext cx="485654" cy="423277"/>
          </a:xfrm>
          <a:prstGeom prst="rect">
            <a:avLst/>
          </a:prstGeom>
        </p:spPr>
      </p:pic>
    </p:spTree>
    <p:extLst>
      <p:ext uri="{BB962C8B-B14F-4D97-AF65-F5344CB8AC3E}">
        <p14:creationId xmlns:p14="http://schemas.microsoft.com/office/powerpoint/2010/main" val="4017246979"/>
      </p:ext>
    </p:extLst>
  </p:cSld>
  <p:clrMapOvr>
    <a:masterClrMapping/>
  </p:clrMapOvr>
  <p:transition>
    <p:fade/>
  </p:transition>
  <p:extLst>
    <p:ext uri="{DCECCB84-F9BA-43D5-87BE-67443E8EF086}">
      <p15:sldGuideLst xmlns:p15="http://schemas.microsoft.com/office/powerpoint/2012/main">
        <p15:guide id="1" orient="horz" pos="2184">
          <p15:clr>
            <a:srgbClr val="FBAE40"/>
          </p15:clr>
        </p15:guide>
        <p15:guide id="2" pos="3528">
          <p15:clr>
            <a:srgbClr val="FBAE40"/>
          </p15:clr>
        </p15:guide>
        <p15:guide id="3" pos="3168">
          <p15:clr>
            <a:srgbClr val="FBAE40"/>
          </p15:clr>
        </p15:guide>
      </p15:sldGuideLst>
    </p:ext>
  </p:extLst>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userDrawn="1">
  <p:cSld name="Prompt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B7F9270-AED1-98AC-8B18-BC521548F627}"/>
              </a:ext>
            </a:extLst>
          </p:cNvPr>
          <p:cNvSpPr>
            <a:spLocks noGrp="1"/>
          </p:cNvSpPr>
          <p:nvPr>
            <p:ph type="title"/>
          </p:nvPr>
        </p:nvSpPr>
        <p:spPr/>
        <p:txBody>
          <a:bodyPr/>
          <a:lstStyle/>
          <a:p>
            <a:r>
              <a:rPr lang="en-US"/>
              <a:t>Click to edit Master title style</a:t>
            </a:r>
          </a:p>
        </p:txBody>
      </p:sp>
      <p:sp>
        <p:nvSpPr>
          <p:cNvPr id="8" name="Text Placeholder 7">
            <a:extLst>
              <a:ext uri="{FF2B5EF4-FFF2-40B4-BE49-F238E27FC236}">
                <a16:creationId xmlns:a16="http://schemas.microsoft.com/office/drawing/2014/main" id="{193FD22E-D362-78A6-2219-103E4138CA05}"/>
              </a:ext>
            </a:extLst>
          </p:cNvPr>
          <p:cNvSpPr>
            <a:spLocks noGrp="1"/>
          </p:cNvSpPr>
          <p:nvPr>
            <p:ph type="body" sz="quarter" idx="10"/>
          </p:nvPr>
        </p:nvSpPr>
        <p:spPr>
          <a:xfrm>
            <a:off x="4228113" y="2204106"/>
            <a:ext cx="3770601" cy="696337"/>
          </a:xfrm>
          <a:prstGeom prst="roundRect">
            <a:avLst>
              <a:gd name="adj" fmla="val 12775"/>
            </a:avLst>
          </a:prstGeom>
          <a:gradFill flip="none" rotWithShape="1">
            <a:gsLst>
              <a:gs pos="0">
                <a:schemeClr val="bg1">
                  <a:alpha val="25000"/>
                </a:schemeClr>
              </a:gs>
              <a:gs pos="100000">
                <a:schemeClr val="bg1"/>
              </a:gs>
            </a:gsLst>
            <a:path path="circle">
              <a:fillToRect l="100000" t="100000"/>
            </a:path>
            <a:tileRect r="-100000" b="-100000"/>
          </a:gradFill>
          <a:ln w="12700">
            <a:solidFill>
              <a:schemeClr val="bg1"/>
            </a:solidFill>
          </a:ln>
        </p:spPr>
        <p:txBody>
          <a:bodyPr wrap="square" lIns="274320" tIns="182880" rIns="274320" bIns="182880" anchor="ctr" anchorCtr="0"/>
          <a:lstStyle>
            <a:lvl1pPr marL="0" indent="0" algn="ctr">
              <a:buNone/>
              <a:defRPr/>
            </a:lvl1pPr>
            <a:lvl2pPr marL="228600" indent="0">
              <a:buNone/>
              <a:defRPr/>
            </a:lvl2pPr>
          </a:lstStyle>
          <a:p>
            <a:pPr lvl="0"/>
            <a:r>
              <a:rPr lang="en-US"/>
              <a:t>Click to edit Master text styles</a:t>
            </a:r>
          </a:p>
        </p:txBody>
      </p:sp>
      <p:sp>
        <p:nvSpPr>
          <p:cNvPr id="9" name="Text Placeholder 7">
            <a:extLst>
              <a:ext uri="{FF2B5EF4-FFF2-40B4-BE49-F238E27FC236}">
                <a16:creationId xmlns:a16="http://schemas.microsoft.com/office/drawing/2014/main" id="{ED89376E-3BB0-0414-9125-A137EF9F4E8D}"/>
              </a:ext>
            </a:extLst>
          </p:cNvPr>
          <p:cNvSpPr>
            <a:spLocks noGrp="1"/>
          </p:cNvSpPr>
          <p:nvPr>
            <p:ph type="body" sz="quarter" idx="11"/>
          </p:nvPr>
        </p:nvSpPr>
        <p:spPr>
          <a:xfrm>
            <a:off x="4228113" y="3301386"/>
            <a:ext cx="3770601" cy="696337"/>
          </a:xfrm>
          <a:prstGeom prst="roundRect">
            <a:avLst>
              <a:gd name="adj" fmla="val 12775"/>
            </a:avLst>
          </a:prstGeom>
          <a:gradFill flip="none" rotWithShape="1">
            <a:gsLst>
              <a:gs pos="0">
                <a:schemeClr val="bg1">
                  <a:alpha val="25000"/>
                </a:schemeClr>
              </a:gs>
              <a:gs pos="100000">
                <a:schemeClr val="bg1"/>
              </a:gs>
            </a:gsLst>
            <a:path path="circle">
              <a:fillToRect l="100000" t="100000"/>
            </a:path>
            <a:tileRect r="-100000" b="-100000"/>
          </a:gradFill>
          <a:ln w="12700">
            <a:solidFill>
              <a:schemeClr val="bg1"/>
            </a:solidFill>
          </a:ln>
        </p:spPr>
        <p:txBody>
          <a:bodyPr wrap="square" lIns="274320" tIns="182880" rIns="274320" bIns="182880" anchor="ctr" anchorCtr="0"/>
          <a:lstStyle>
            <a:lvl1pPr marL="0" indent="0" algn="ctr">
              <a:buNone/>
              <a:defRPr/>
            </a:lvl1pPr>
            <a:lvl2pPr marL="228600" indent="0">
              <a:buNone/>
              <a:defRPr/>
            </a:lvl2pPr>
          </a:lstStyle>
          <a:p>
            <a:pPr lvl="0"/>
            <a:r>
              <a:rPr lang="en-US"/>
              <a:t>Click to edit Master text styles</a:t>
            </a:r>
          </a:p>
        </p:txBody>
      </p:sp>
      <p:sp>
        <p:nvSpPr>
          <p:cNvPr id="10" name="Text Placeholder 7">
            <a:extLst>
              <a:ext uri="{FF2B5EF4-FFF2-40B4-BE49-F238E27FC236}">
                <a16:creationId xmlns:a16="http://schemas.microsoft.com/office/drawing/2014/main" id="{8D545552-38C6-59C4-C664-F1E24F0794B7}"/>
              </a:ext>
            </a:extLst>
          </p:cNvPr>
          <p:cNvSpPr>
            <a:spLocks noGrp="1"/>
          </p:cNvSpPr>
          <p:nvPr>
            <p:ph type="body" sz="quarter" idx="12"/>
          </p:nvPr>
        </p:nvSpPr>
        <p:spPr>
          <a:xfrm>
            <a:off x="4228113" y="4398666"/>
            <a:ext cx="3770601" cy="696337"/>
          </a:xfrm>
          <a:prstGeom prst="roundRect">
            <a:avLst>
              <a:gd name="adj" fmla="val 12775"/>
            </a:avLst>
          </a:prstGeom>
          <a:gradFill flip="none" rotWithShape="1">
            <a:gsLst>
              <a:gs pos="0">
                <a:schemeClr val="bg1">
                  <a:alpha val="25000"/>
                </a:schemeClr>
              </a:gs>
              <a:gs pos="100000">
                <a:schemeClr val="bg1"/>
              </a:gs>
            </a:gsLst>
            <a:path path="circle">
              <a:fillToRect l="100000" t="100000"/>
            </a:path>
            <a:tileRect r="-100000" b="-100000"/>
          </a:gradFill>
          <a:ln w="12700">
            <a:solidFill>
              <a:schemeClr val="bg1"/>
            </a:solidFill>
          </a:ln>
        </p:spPr>
        <p:txBody>
          <a:bodyPr wrap="square" lIns="274320" tIns="182880" rIns="274320" bIns="182880" anchor="ctr" anchorCtr="0"/>
          <a:lstStyle>
            <a:lvl1pPr marL="0" indent="0" algn="ctr">
              <a:buNone/>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2759784079"/>
      </p:ext>
    </p:extLst>
  </p:cSld>
  <p:clrMapOvr>
    <a:masterClrMapping/>
  </p:clrMapOvr>
  <p:transition>
    <p:fade/>
  </p:transition>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p:cSld name="Developer Code Layout">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636FE-845C-418D-82A1-1DA6DB73D781}"/>
              </a:ext>
            </a:extLst>
          </p:cNvPr>
          <p:cNvSpPr>
            <a:spLocks noGrp="1"/>
          </p:cNvSpPr>
          <p:nvPr>
            <p:ph type="title"/>
          </p:nvPr>
        </p:nvSpPr>
        <p:spPr/>
        <p:txBody>
          <a:bodyPr anchor="ctr"/>
          <a:lstStyle/>
          <a:p>
            <a:r>
              <a:rPr lang="en-US"/>
              <a:t>Click to edit Master title style</a:t>
            </a:r>
          </a:p>
        </p:txBody>
      </p:sp>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p:nvSpPr>
        <p:spPr bwMode="auto">
          <a:xfrm>
            <a:off x="0" y="1436688"/>
            <a:ext cx="12192000" cy="542131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Sans Display" pitchFamily="2" charset="0"/>
            </a:endParaRPr>
          </a:p>
        </p:txBody>
      </p:sp>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1436688"/>
            <a:ext cx="3788358" cy="446148"/>
          </a:xfrm>
          <a:prstGeom prst="rect">
            <a:avLst/>
          </a:prstGeo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2099310"/>
            <a:ext cx="11018520" cy="369332"/>
          </a:xfrm>
          <a:prstGeom prst="rect">
            <a:avLst/>
          </a:prstGeo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553" indent="0">
              <a:buNone/>
              <a:tabLst>
                <a:tab pos="344488" algn="l"/>
              </a:tabLst>
              <a:defRPr sz="2400">
                <a:solidFill>
                  <a:schemeClr val="tx1"/>
                </a:solidFill>
                <a:latin typeface="Consolas" panose="020B0609020204030204" pitchFamily="49" charset="0"/>
                <a:cs typeface="Consolas" panose="020B0609020204030204" pitchFamily="49" charset="0"/>
              </a:defRPr>
            </a:lvl2pPr>
            <a:lvl3pPr marL="584607" indent="0">
              <a:buNone/>
              <a:tabLst>
                <a:tab pos="569913" algn="l"/>
              </a:tabLst>
              <a:defRPr sz="2400">
                <a:solidFill>
                  <a:schemeClr val="tx1"/>
                </a:solidFill>
                <a:latin typeface="Consolas" panose="020B0609020204030204" pitchFamily="49" charset="0"/>
                <a:cs typeface="Consolas" panose="020B0609020204030204" pitchFamily="49" charset="0"/>
              </a:defRPr>
            </a:lvl3pPr>
            <a:lvl4pPr marL="814563" indent="0">
              <a:buNone/>
              <a:tabLst>
                <a:tab pos="800100" algn="l"/>
              </a:tabLst>
              <a:defRPr sz="2400">
                <a:solidFill>
                  <a:schemeClr val="tx1"/>
                </a:solidFill>
                <a:latin typeface="Consolas" panose="020B0609020204030204" pitchFamily="49" charset="0"/>
                <a:cs typeface="Consolas" panose="020B0609020204030204" pitchFamily="49" charset="0"/>
              </a:defRPr>
            </a:lvl4pPr>
            <a:lvl5pPr marL="1050997" indent="0">
              <a:buNone/>
              <a:tabLst>
                <a:tab pos="1028700" algn="l"/>
              </a:tabLst>
              <a:defRPr sz="24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p:txBody>
      </p:sp>
    </p:spTree>
    <p:extLst>
      <p:ext uri="{BB962C8B-B14F-4D97-AF65-F5344CB8AC3E}">
        <p14:creationId xmlns:p14="http://schemas.microsoft.com/office/powerpoint/2010/main" val="309027352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1322">
          <p15:clr>
            <a:srgbClr val="5ACBF0"/>
          </p15:clr>
        </p15:guide>
        <p15:guide id="2" orient="horz" pos="905">
          <p15:clr>
            <a:srgbClr val="5ACBF0"/>
          </p15:clr>
        </p15:guide>
        <p15:guide id="3" orient="horz" pos="288">
          <p15:clr>
            <a:srgbClr val="5ACBF0"/>
          </p15:clr>
        </p15:guide>
      </p15:sldGuideLst>
    </p:ext>
  </p:extLst>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p:cSld name="Code Bottom">
    <p:bg>
      <p:bgPr>
        <a:solidFill>
          <a:schemeClr val="bg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86390" y="1230681"/>
            <a:ext cx="11018520" cy="369332"/>
          </a:xfrm>
          <a:prstGeom prst="rect">
            <a:avLst/>
          </a:prstGeom>
        </p:spPr>
        <p:txBody>
          <a:bodyPr wrap="square">
            <a:spAutoFit/>
          </a:bodyPr>
          <a:lstStyle>
            <a:lvl1pPr marL="0" indent="0">
              <a:spcBef>
                <a:spcPts val="600"/>
              </a:spcBef>
              <a:spcAft>
                <a:spcPts val="0"/>
              </a:spcAft>
              <a:buNone/>
              <a:defRPr sz="2400">
                <a:solidFill>
                  <a:schemeClr val="tx1"/>
                </a:solidFill>
                <a:latin typeface="+mn-lt"/>
                <a:cs typeface="Segoe Sans Display" pitchFamily="2"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2827138"/>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Sans Display" pitchFamily="2" charset="0"/>
            </a:endParaRP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2827138"/>
            <a:ext cx="3788358" cy="446148"/>
          </a:xfrm>
          <a:prstGeom prst="rect">
            <a:avLst/>
          </a:prstGeo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3491219"/>
            <a:ext cx="11018520" cy="369332"/>
          </a:xfrm>
          <a:prstGeom prst="rect">
            <a:avLst/>
          </a:prstGeo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181337071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4" orient="horz" pos="1776">
          <p15:clr>
            <a:srgbClr val="5ACBF0"/>
          </p15:clr>
        </p15:guide>
        <p15:guide id="5" orient="horz" pos="2197">
          <p15:clr>
            <a:srgbClr val="5ACBF0"/>
          </p15:clr>
        </p15:guide>
        <p15:guide id="6" orient="horz" pos="773">
          <p15:clr>
            <a:srgbClr val="5ACBF0"/>
          </p15:clr>
        </p15:guide>
      </p15:sldGuideLst>
    </p:ext>
  </p:extLst>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p:cSld name="Code Top">
    <p:bg>
      <p:bgPr>
        <a:solidFill>
          <a:schemeClr val="bg2"/>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0"/>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Sans Display" pitchFamily="2" charset="0"/>
            </a:endParaRPr>
          </a:p>
        </p:txBody>
      </p:sp>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a:xfrm>
            <a:off x="588263" y="4224580"/>
            <a:ext cx="11018520" cy="492443"/>
          </a:xfrm>
        </p:spPr>
        <p:txBody>
          <a:bodyPr/>
          <a:lstStyle>
            <a:lvl1pPr>
              <a:defRPr sz="3200">
                <a:solidFill>
                  <a:schemeClr val="tx1"/>
                </a:solidFill>
              </a:defRPr>
            </a:lvl1pPr>
          </a:lstStyle>
          <a:p>
            <a:r>
              <a:rPr lang="en-US"/>
              <a:t>Click to edit Master title style</a:t>
            </a: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0"/>
            <a:ext cx="3788358" cy="446148"/>
          </a:xfrm>
          <a:prstGeom prst="rect">
            <a:avLst/>
          </a:prstGeo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660508"/>
            <a:ext cx="11018520" cy="369332"/>
          </a:xfrm>
          <a:prstGeom prst="rect">
            <a:avLst/>
          </a:prstGeo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91152" y="4996505"/>
            <a:ext cx="11018520" cy="369332"/>
          </a:xfrm>
          <a:prstGeom prst="rect">
            <a:avLst/>
          </a:prstGeom>
        </p:spPr>
        <p:txBody>
          <a:bodyPr wrap="square">
            <a:spAutoFit/>
          </a:bodyPr>
          <a:lstStyle>
            <a:lvl1pPr marL="0" indent="0">
              <a:spcBef>
                <a:spcPts val="600"/>
              </a:spcBef>
              <a:spcAft>
                <a:spcPts val="0"/>
              </a:spcAft>
              <a:buNone/>
              <a:defRPr sz="2400">
                <a:solidFill>
                  <a:schemeClr val="tx1"/>
                </a:solidFill>
                <a:latin typeface="+mn-lt"/>
                <a:cs typeface="Segoe Sans Display" pitchFamily="2"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685963990"/>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4" orient="horz" pos="2661">
          <p15:clr>
            <a:srgbClr val="5ACBF0"/>
          </p15:clr>
        </p15:guide>
        <p15:guide id="5" orient="horz" pos="3147">
          <p15:clr>
            <a:srgbClr val="5ACBF0"/>
          </p15:clr>
        </p15:guide>
        <p15:guide id="6" orient="horz" pos="419">
          <p15:clr>
            <a:srgbClr val="5ACBF0"/>
          </p15:clr>
        </p15:guide>
      </p15:sldGuideLst>
    </p:ext>
  </p:extLst>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p:cSld name="Code Right side">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2BB27-7DA5-4478-8C18-C1FFEE20AAC1}"/>
              </a:ext>
            </a:extLst>
          </p:cNvPr>
          <p:cNvSpPr>
            <a:spLocks noGrp="1"/>
          </p:cNvSpPr>
          <p:nvPr>
            <p:ph type="title" hasCustomPrompt="1"/>
          </p:nvPr>
        </p:nvSpPr>
        <p:spPr>
          <a:xfrm>
            <a:off x="588263" y="457200"/>
            <a:ext cx="4040887" cy="492443"/>
          </a:xfrm>
        </p:spPr>
        <p:txBody>
          <a:bodyPr/>
          <a:lstStyle>
            <a:lvl1pPr>
              <a:defRPr sz="3200">
                <a:solidFill>
                  <a:schemeClr val="tx1"/>
                </a:solidFill>
              </a:defRPr>
            </a:lvl1pPr>
          </a:lstStyle>
          <a:p>
            <a:r>
              <a:rPr lang="en-US"/>
              <a:t>Click to edit title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588965" y="1338139"/>
            <a:ext cx="4040185" cy="369332"/>
          </a:xfrm>
          <a:prstGeom prst="rect">
            <a:avLst/>
          </a:prstGeom>
        </p:spPr>
        <p:txBody>
          <a:bodyPr wrap="square">
            <a:spAutoFit/>
          </a:bodyPr>
          <a:lstStyle>
            <a:lvl1pPr marL="0" indent="0">
              <a:lnSpc>
                <a:spcPct val="100000"/>
              </a:lnSpc>
              <a:spcBef>
                <a:spcPts val="600"/>
              </a:spcBef>
              <a:spcAft>
                <a:spcPts val="0"/>
              </a:spcAft>
              <a:buNone/>
              <a:defRPr sz="2400" b="0" i="0" baseline="0">
                <a:solidFill>
                  <a:schemeClr val="tx1"/>
                </a:solidFill>
                <a:latin typeface="Segoe Sans Display" pitchFamily="2" charset="0"/>
                <a:cs typeface="Segoe Sans Display" pitchFamily="2"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Sans Display" pitchFamily="2" charset="0"/>
            </a:endParaRP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5211763" y="0"/>
            <a:ext cx="3788358" cy="492314"/>
          </a:xfrm>
          <a:prstGeom prst="rect">
            <a:avLst/>
          </a:prstGeo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00725" y="709187"/>
            <a:ext cx="5801961" cy="369332"/>
          </a:xfrm>
          <a:prstGeom prst="rect">
            <a:avLst/>
          </a:prstGeom>
        </p:spPr>
        <p:txBody>
          <a:bodyPr/>
          <a:lstStyle>
            <a:lvl1pPr marL="0" indent="0">
              <a:buNone/>
              <a:tabLst/>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410052330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p:cSld name="Code Left sde">
    <p:bg>
      <p:bgPr>
        <a:solidFill>
          <a:schemeClr val="bg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2"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Sans Display" pitchFamily="2" charset="0"/>
            </a:endParaRPr>
          </a:p>
        </p:txBody>
      </p:sp>
      <p:sp>
        <p:nvSpPr>
          <p:cNvPr id="2" name="Title 1">
            <a:extLst>
              <a:ext uri="{FF2B5EF4-FFF2-40B4-BE49-F238E27FC236}">
                <a16:creationId xmlns:a16="http://schemas.microsoft.com/office/drawing/2014/main" id="{6BB14A7D-C409-4A7C-9D82-A2E5DBB8AB72}"/>
              </a:ext>
            </a:extLst>
          </p:cNvPr>
          <p:cNvSpPr>
            <a:spLocks noGrp="1"/>
          </p:cNvSpPr>
          <p:nvPr>
            <p:ph type="title" hasCustomPrompt="1"/>
          </p:nvPr>
        </p:nvSpPr>
        <p:spPr>
          <a:xfrm>
            <a:off x="7575549" y="457200"/>
            <a:ext cx="4031233" cy="492443"/>
          </a:xfrm>
        </p:spPr>
        <p:txBody>
          <a:bodyPr/>
          <a:lstStyle>
            <a:lvl1pPr>
              <a:defRPr sz="3200">
                <a:solidFill>
                  <a:schemeClr val="tx1"/>
                </a:solidFill>
              </a:defRPr>
            </a:lvl1pPr>
          </a:lstStyle>
          <a:p>
            <a:r>
              <a:rPr lang="en-US"/>
              <a:t>Click to edit title</a:t>
            </a: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1" y="0"/>
            <a:ext cx="3788358" cy="492314"/>
          </a:xfrm>
          <a:prstGeom prst="rect">
            <a:avLst/>
          </a:prstGeo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4199" y="706011"/>
            <a:ext cx="5819775" cy="369332"/>
          </a:xfrm>
          <a:prstGeom prst="rect">
            <a:avLst/>
          </a:prstGeom>
        </p:spPr>
        <p:txBody>
          <a:bodyPr/>
          <a:lstStyle>
            <a:lvl1pPr marL="0" indent="0">
              <a:buNone/>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7575550" y="1336675"/>
            <a:ext cx="4033838" cy="369332"/>
          </a:xfrm>
          <a:prstGeom prst="rect">
            <a:avLst/>
          </a:prstGeom>
        </p:spPr>
        <p:txBody>
          <a:bodyPr wrap="square">
            <a:spAutoFit/>
          </a:bodyPr>
          <a:lstStyle>
            <a:lvl1pPr marL="0" indent="0">
              <a:lnSpc>
                <a:spcPct val="100000"/>
              </a:lnSpc>
              <a:spcBef>
                <a:spcPts val="600"/>
              </a:spcBef>
              <a:spcAft>
                <a:spcPts val="0"/>
              </a:spcAft>
              <a:buNone/>
              <a:defRPr sz="2400" b="0" i="0" baseline="0">
                <a:solidFill>
                  <a:schemeClr val="tx1"/>
                </a:solidFill>
                <a:latin typeface="Segoe Sans Display" pitchFamily="2" charset="0"/>
                <a:cs typeface="Segoe Sans Display" pitchFamily="2"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394588038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36">
          <p15:clr>
            <a:srgbClr val="5ACBF0"/>
          </p15:clr>
        </p15:guide>
        <p15:guide id="4" orient="horz" pos="839">
          <p15:clr>
            <a:srgbClr val="5ACBF0"/>
          </p15:clr>
        </p15:guide>
        <p15:guide id="6" pos="4402">
          <p15:clr>
            <a:srgbClr val="5ACBF0"/>
          </p15:clr>
        </p15:guide>
        <p15:guide id="7" pos="4034">
          <p15:clr>
            <a:srgbClr val="5ACBF0"/>
          </p15:clr>
        </p15:guide>
        <p15:guide id="8" pos="4772">
          <p15:clr>
            <a:srgbClr val="5ACBF0"/>
          </p15:clr>
        </p15:guide>
      </p15:sldGuideLst>
    </p:ext>
  </p:extLst>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bg1"/>
        </a:solidFill>
        <a:effectLst/>
      </p:bgPr>
    </p:bg>
    <p:spTree>
      <p:nvGrpSpPr>
        <p:cNvPr id="1" name=""/>
        <p:cNvGrpSpPr/>
        <p:nvPr/>
      </p:nvGrpSpPr>
      <p:grpSpPr>
        <a:xfrm>
          <a:off x="0" y="0"/>
          <a:ext cx="0" cy="0"/>
          <a:chOff x="0" y="0"/>
          <a:chExt cx="0" cy="0"/>
        </a:xfrm>
      </p:grpSpPr>
      <p:pic>
        <p:nvPicPr>
          <p:cNvPr id="2" name="Picture 1" descr="A close up of a toy&#10;&#10;Description automatically generated">
            <a:extLst>
              <a:ext uri="{FF2B5EF4-FFF2-40B4-BE49-F238E27FC236}">
                <a16:creationId xmlns:a16="http://schemas.microsoft.com/office/drawing/2014/main" id="{B9BB8E42-E9E3-39A4-743C-44A244AF2288}"/>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949" r="2" b="4951"/>
          <a:stretch/>
        </p:blipFill>
        <p:spPr>
          <a:xfrm>
            <a:off x="0" y="0"/>
            <a:ext cx="12191638" cy="6857796"/>
          </a:xfrm>
          <a:prstGeom prst="rect">
            <a:avLst/>
          </a:prstGeom>
        </p:spPr>
      </p:pic>
      <p:sp>
        <p:nvSpPr>
          <p:cNvPr id="3" name="TextBox 2">
            <a:extLst>
              <a:ext uri="{FF2B5EF4-FFF2-40B4-BE49-F238E27FC236}">
                <a16:creationId xmlns:a16="http://schemas.microsoft.com/office/drawing/2014/main" id="{37809D89-17EE-D9C9-77AB-DB15370EE3B1}"/>
              </a:ext>
            </a:extLst>
          </p:cNvPr>
          <p:cNvSpPr txBox="1"/>
          <p:nvPr userDrawn="1"/>
        </p:nvSpPr>
        <p:spPr>
          <a:xfrm>
            <a:off x="585216" y="3035808"/>
            <a:ext cx="3695700" cy="498598"/>
          </a:xfrm>
          <a:prstGeom prst="rect">
            <a:avLst/>
          </a:prstGeom>
          <a:noFill/>
        </p:spPr>
        <p:txBody>
          <a:bodyPr vert="horz" wrap="square" lIns="0" tIns="0" rIns="0" bIns="0" rtlCol="0" anchor="b" anchorCtr="0">
            <a:spAutoFit/>
          </a:bodyPr>
          <a:lstStyle>
            <a:lvl1pPr defTabSz="932742">
              <a:lnSpc>
                <a:spcPct val="90000"/>
              </a:lnSpc>
              <a:spcBef>
                <a:spcPct val="0"/>
              </a:spcBef>
              <a:buNone/>
              <a:defRPr lang="en-US" sz="3600" b="0" cap="none" spc="-50" baseline="0" dirty="0" smtClean="0">
                <a:ln w="3175">
                  <a:noFill/>
                </a:ln>
                <a:effectLst/>
                <a:latin typeface="+mj-lt"/>
                <a:cs typeface="Segoe Sans Display" pitchFamily="2" charset="0"/>
              </a:defRPr>
            </a:lvl1pPr>
          </a:lstStyle>
          <a:p>
            <a:pPr lvl="0"/>
            <a:r>
              <a:rPr lang="en-US"/>
              <a:t>Thank you.</a:t>
            </a:r>
          </a:p>
        </p:txBody>
      </p:sp>
      <p:sp>
        <p:nvSpPr>
          <p:cNvPr id="8" name="Title 7">
            <a:extLst>
              <a:ext uri="{FF2B5EF4-FFF2-40B4-BE49-F238E27FC236}">
                <a16:creationId xmlns:a16="http://schemas.microsoft.com/office/drawing/2014/main" id="{C9E9484E-0F6B-04E7-B2C6-42341D0FF2B4}"/>
              </a:ext>
            </a:extLst>
          </p:cNvPr>
          <p:cNvSpPr>
            <a:spLocks noGrp="1"/>
          </p:cNvSpPr>
          <p:nvPr>
            <p:ph type="title" hasCustomPrompt="1"/>
          </p:nvPr>
        </p:nvSpPr>
        <p:spPr>
          <a:xfrm>
            <a:off x="585216" y="-420892"/>
            <a:ext cx="11018520" cy="276999"/>
          </a:xfrm>
        </p:spPr>
        <p:txBody>
          <a:bodyPr/>
          <a:lstStyle>
            <a:lvl1pPr>
              <a:defRPr sz="1800"/>
            </a:lvl1pPr>
          </a:lstStyle>
          <a:p>
            <a:r>
              <a:rPr lang="en-US"/>
              <a:t>Thank you.</a:t>
            </a:r>
          </a:p>
        </p:txBody>
      </p:sp>
    </p:spTree>
    <p:extLst>
      <p:ext uri="{BB962C8B-B14F-4D97-AF65-F5344CB8AC3E}">
        <p14:creationId xmlns:p14="http://schemas.microsoft.com/office/powerpoint/2010/main" val="180365480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182.xml><?xml version="1.0" encoding="utf-8"?>
<p:sldLayout xmlns:a="http://schemas.openxmlformats.org/drawingml/2006/main" xmlns:r="http://schemas.openxmlformats.org/officeDocument/2006/relationships" xmlns:p="http://schemas.openxmlformats.org/presentationml/2006/main" preserve="1" userDrawn="1">
  <p:cSld name="1_Thank you">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CA7775C-4133-ABAD-0C3B-A8A6026E3AF8}"/>
              </a:ext>
            </a:extLst>
          </p:cNvPr>
          <p:cNvSpPr/>
          <p:nvPr userDrawn="1"/>
        </p:nvSpPr>
        <p:spPr bwMode="auto">
          <a:xfrm>
            <a:off x="0"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4" name="Picture 3" descr="A close-up of a colorful wave&#10;&#10;Description automatically generated">
            <a:extLst>
              <a:ext uri="{FF2B5EF4-FFF2-40B4-BE49-F238E27FC236}">
                <a16:creationId xmlns:a16="http://schemas.microsoft.com/office/drawing/2014/main" id="{7E23DEF3-55CD-9793-23E4-712C6621B71E}"/>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5334000" y="0"/>
            <a:ext cx="6856632" cy="6858000"/>
          </a:xfrm>
          <a:prstGeom prst="rect">
            <a:avLst/>
          </a:prstGeom>
        </p:spPr>
      </p:pic>
      <p:pic>
        <p:nvPicPr>
          <p:cNvPr id="9" name="Picture 8" descr="A colorful gradient going from darker blue on the left side to light blue to magenta to orange on the right side">
            <a:extLst>
              <a:ext uri="{FF2B5EF4-FFF2-40B4-BE49-F238E27FC236}">
                <a16:creationId xmlns:a16="http://schemas.microsoft.com/office/drawing/2014/main" id="{AC565FDC-0846-5D0F-BA1F-1574971CEC24}"/>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sp>
        <p:nvSpPr>
          <p:cNvPr id="3" name="TextBox 2">
            <a:extLst>
              <a:ext uri="{FF2B5EF4-FFF2-40B4-BE49-F238E27FC236}">
                <a16:creationId xmlns:a16="http://schemas.microsoft.com/office/drawing/2014/main" id="{37809D89-17EE-D9C9-77AB-DB15370EE3B1}"/>
              </a:ext>
            </a:extLst>
          </p:cNvPr>
          <p:cNvSpPr txBox="1"/>
          <p:nvPr userDrawn="1"/>
        </p:nvSpPr>
        <p:spPr>
          <a:xfrm>
            <a:off x="585216" y="3035808"/>
            <a:ext cx="3695700" cy="498598"/>
          </a:xfrm>
          <a:prstGeom prst="rect">
            <a:avLst/>
          </a:prstGeom>
          <a:noFill/>
        </p:spPr>
        <p:txBody>
          <a:bodyPr vert="horz" wrap="square" lIns="0" tIns="0" rIns="0" bIns="0" rtlCol="0" anchor="b" anchorCtr="0">
            <a:spAutoFit/>
          </a:bodyPr>
          <a:lstStyle>
            <a:lvl1pPr defTabSz="932742">
              <a:lnSpc>
                <a:spcPct val="90000"/>
              </a:lnSpc>
              <a:spcBef>
                <a:spcPct val="0"/>
              </a:spcBef>
              <a:buNone/>
              <a:defRPr lang="en-US" sz="3600" b="0" cap="none" spc="-50" baseline="0" dirty="0" smtClean="0">
                <a:ln w="3175">
                  <a:noFill/>
                </a:ln>
                <a:effectLst/>
                <a:latin typeface="+mj-lt"/>
                <a:cs typeface="Segoe Sans Display" pitchFamily="2" charset="0"/>
              </a:defRPr>
            </a:lvl1pPr>
          </a:lstStyle>
          <a:p>
            <a:pPr lvl="0"/>
            <a:r>
              <a:rPr lang="en-US"/>
              <a:t>Thank you.</a:t>
            </a:r>
          </a:p>
        </p:txBody>
      </p:sp>
      <p:sp>
        <p:nvSpPr>
          <p:cNvPr id="8" name="Title 7">
            <a:extLst>
              <a:ext uri="{FF2B5EF4-FFF2-40B4-BE49-F238E27FC236}">
                <a16:creationId xmlns:a16="http://schemas.microsoft.com/office/drawing/2014/main" id="{C9E9484E-0F6B-04E7-B2C6-42341D0FF2B4}"/>
              </a:ext>
            </a:extLst>
          </p:cNvPr>
          <p:cNvSpPr>
            <a:spLocks noGrp="1"/>
          </p:cNvSpPr>
          <p:nvPr>
            <p:ph type="title" hasCustomPrompt="1"/>
          </p:nvPr>
        </p:nvSpPr>
        <p:spPr>
          <a:xfrm>
            <a:off x="585216" y="-420892"/>
            <a:ext cx="11018520" cy="276999"/>
          </a:xfrm>
        </p:spPr>
        <p:txBody>
          <a:bodyPr/>
          <a:lstStyle>
            <a:lvl1pPr>
              <a:defRPr sz="1800"/>
            </a:lvl1pPr>
          </a:lstStyle>
          <a:p>
            <a:r>
              <a:rPr lang="en-US"/>
              <a:t>Thank you.</a:t>
            </a:r>
          </a:p>
        </p:txBody>
      </p:sp>
    </p:spTree>
    <p:extLst>
      <p:ext uri="{BB962C8B-B14F-4D97-AF65-F5344CB8AC3E}">
        <p14:creationId xmlns:p14="http://schemas.microsoft.com/office/powerpoint/2010/main" val="210777791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183.xml><?xml version="1.0" encoding="utf-8"?>
<p:sldLayout xmlns:a="http://schemas.openxmlformats.org/drawingml/2006/main" xmlns:r="http://schemas.openxmlformats.org/officeDocument/2006/relationships" xmlns:p="http://schemas.openxmlformats.org/presentationml/2006/main" showMasterSp="0" preserve="1" userDrawn="1">
  <p:cSld name="Closing slide_with Logo">
    <p:bg>
      <p:bgRef idx="1001">
        <a:schemeClr val="bg2"/>
      </p:bgRef>
    </p:bg>
    <p:spTree>
      <p:nvGrpSpPr>
        <p:cNvPr id="1" name=""/>
        <p:cNvGrpSpPr/>
        <p:nvPr/>
      </p:nvGrpSpPr>
      <p:grpSpPr>
        <a:xfrm>
          <a:off x="0" y="0"/>
          <a:ext cx="0" cy="0"/>
          <a:chOff x="0" y="0"/>
          <a:chExt cx="0" cy="0"/>
        </a:xfrm>
      </p:grpSpPr>
      <p:pic>
        <p:nvPicPr>
          <p:cNvPr id="8" name="Picture 7" descr="A close-up of a computer screen&#10;&#10;Description automatically generated">
            <a:extLst>
              <a:ext uri="{FF2B5EF4-FFF2-40B4-BE49-F238E27FC236}">
                <a16:creationId xmlns:a16="http://schemas.microsoft.com/office/drawing/2014/main" id="{2DB4627A-42AD-DD19-0422-DBBC9408E6AB}"/>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2" name="MS logo gray - EMF">
            <a:extLst>
              <a:ext uri="{FF2B5EF4-FFF2-40B4-BE49-F238E27FC236}">
                <a16:creationId xmlns:a16="http://schemas.microsoft.com/office/drawing/2014/main" id="{34855668-1A0A-E5EE-1D0F-97B30351BA0B}"/>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
        <p:nvSpPr>
          <p:cNvPr id="5" name="Text Box 3"/>
          <p:cNvSpPr txBox="1">
            <a:spLocks noChangeArrowheads="1"/>
          </p:cNvSpPr>
          <p:nvPr userDrawn="1"/>
        </p:nvSpPr>
        <p:spPr bwMode="blackWhite">
          <a:xfrm>
            <a:off x="584200" y="6446520"/>
            <a:ext cx="8193024" cy="153888"/>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1000">
                <a:solidFill>
                  <a:schemeClr val="tx1"/>
                </a:solidFill>
                <a:cs typeface="Segoe UI" pitchFamily="34" charset="0"/>
              </a:rPr>
              <a:t>© Copyright Microsoft Corporation. All rights reserved. </a:t>
            </a:r>
          </a:p>
        </p:txBody>
      </p:sp>
      <p:sp>
        <p:nvSpPr>
          <p:cNvPr id="3" name="Title 1">
            <a:extLst>
              <a:ext uri="{FF2B5EF4-FFF2-40B4-BE49-F238E27FC236}">
                <a16:creationId xmlns:a16="http://schemas.microsoft.com/office/drawing/2014/main" id="{5072CE3E-C99E-C188-A13F-A0815FF096D2}"/>
              </a:ext>
            </a:extLst>
          </p:cNvPr>
          <p:cNvSpPr>
            <a:spLocks noGrp="1"/>
          </p:cNvSpPr>
          <p:nvPr>
            <p:ph type="title" hasCustomPrompt="1"/>
          </p:nvPr>
        </p:nvSpPr>
        <p:spPr>
          <a:xfrm>
            <a:off x="588262" y="-307777"/>
            <a:ext cx="8193024" cy="307777"/>
          </a:xfrm>
        </p:spPr>
        <p:txBody>
          <a:bodyPr/>
          <a:lstStyle>
            <a:lvl1pPr>
              <a:defRPr sz="2000" b="0" i="0">
                <a:solidFill>
                  <a:srgbClr val="001F2D"/>
                </a:solidFill>
                <a:latin typeface="+mj-lt"/>
                <a:cs typeface="Segoe UI Semibold" panose="020B0502040204020203" pitchFamily="34" charset="0"/>
              </a:defRPr>
            </a:lvl1pPr>
          </a:lstStyle>
          <a:p>
            <a:r>
              <a:rPr lang="en-US"/>
              <a:t>Final slide with logo</a:t>
            </a:r>
          </a:p>
        </p:txBody>
      </p:sp>
    </p:spTree>
    <p:extLst>
      <p:ext uri="{BB962C8B-B14F-4D97-AF65-F5344CB8AC3E}">
        <p14:creationId xmlns:p14="http://schemas.microsoft.com/office/powerpoint/2010/main" val="3151996377"/>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84.xml><?xml version="1.0" encoding="utf-8"?>
<p:sldLayout xmlns:a="http://schemas.openxmlformats.org/drawingml/2006/main" xmlns:r="http://schemas.openxmlformats.org/officeDocument/2006/relationships" xmlns:p="http://schemas.openxmlformats.org/presentationml/2006/main" preserve="1" userDrawn="1">
  <p:cSld name="Closing logo slide">
    <p:bg>
      <p:bgRef idx="1001">
        <a:schemeClr val="bg2"/>
      </p:bgRef>
    </p:bg>
    <p:spTree>
      <p:nvGrpSpPr>
        <p:cNvPr id="1" name=""/>
        <p:cNvGrpSpPr/>
        <p:nvPr/>
      </p:nvGrpSpPr>
      <p:grpSpPr>
        <a:xfrm>
          <a:off x="0" y="0"/>
          <a:ext cx="0" cy="0"/>
          <a:chOff x="0" y="0"/>
          <a:chExt cx="0" cy="0"/>
        </a:xfrm>
      </p:grpSpPr>
      <p:sp>
        <p:nvSpPr>
          <p:cNvPr id="2" name="Text Box 3" descr="This is a copyright notice that should be included on the final slide."/>
          <p:cNvSpPr txBox="1">
            <a:spLocks noChangeArrowheads="1"/>
          </p:cNvSpPr>
          <p:nvPr/>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a:solidFill>
                  <a:schemeClr val="tx1"/>
                </a:solidFill>
                <a:cs typeface="Segoe Sans Display" pitchFamily="2" charset="0"/>
              </a:rPr>
              <a:t>© Copyright Microsoft Corporation. All rights reserved. </a:t>
            </a:r>
          </a:p>
        </p:txBody>
      </p:sp>
      <p:pic>
        <p:nvPicPr>
          <p:cNvPr id="4" name="Picture 3" descr="A logo of a company&#10;&#10;Description automatically generated">
            <a:extLst>
              <a:ext uri="{FF2B5EF4-FFF2-40B4-BE49-F238E27FC236}">
                <a16:creationId xmlns:a16="http://schemas.microsoft.com/office/drawing/2014/main" id="{6D0E7ACD-25E9-7FAD-3A11-733954C79AE2}"/>
              </a:ext>
            </a:extLst>
          </p:cNvPr>
          <p:cNvPicPr>
            <a:picLocks noChangeAspect="1"/>
          </p:cNvPicPr>
          <p:nvPr userDrawn="1"/>
        </p:nvPicPr>
        <p:blipFill rotWithShape="1">
          <a:blip r:embed="rId2"/>
          <a:srcRect l="12448" t="32535" r="14401" b="28160"/>
          <a:stretch/>
        </p:blipFill>
        <p:spPr>
          <a:xfrm>
            <a:off x="571500" y="581978"/>
            <a:ext cx="1454782" cy="343851"/>
          </a:xfrm>
          <a:prstGeom prst="rect">
            <a:avLst/>
          </a:prstGeom>
        </p:spPr>
      </p:pic>
      <p:sp>
        <p:nvSpPr>
          <p:cNvPr id="3" name="Title 2">
            <a:extLst>
              <a:ext uri="{FF2B5EF4-FFF2-40B4-BE49-F238E27FC236}">
                <a16:creationId xmlns:a16="http://schemas.microsoft.com/office/drawing/2014/main" id="{1643C870-A3BC-0AE9-86FC-9186C69D574A}"/>
              </a:ext>
            </a:extLst>
          </p:cNvPr>
          <p:cNvSpPr>
            <a:spLocks noGrp="1"/>
          </p:cNvSpPr>
          <p:nvPr>
            <p:ph type="title" hasCustomPrompt="1"/>
          </p:nvPr>
        </p:nvSpPr>
        <p:spPr>
          <a:xfrm>
            <a:off x="585216" y="-420892"/>
            <a:ext cx="11018520" cy="276999"/>
          </a:xfrm>
        </p:spPr>
        <p:txBody>
          <a:bodyPr vert="horz" wrap="square" lIns="0" tIns="0" rIns="0" bIns="0" rtlCol="0" anchor="t">
            <a:spAutoFit/>
          </a:bodyPr>
          <a:lstStyle>
            <a:lvl1pPr>
              <a:defRPr lang="en-US" sz="1800" dirty="0"/>
            </a:lvl1pPr>
          </a:lstStyle>
          <a:p>
            <a:pPr lvl="0"/>
            <a:r>
              <a:rPr lang="en-US"/>
              <a:t>Close</a:t>
            </a:r>
          </a:p>
        </p:txBody>
      </p:sp>
    </p:spTree>
    <p:extLst>
      <p:ext uri="{BB962C8B-B14F-4D97-AF65-F5344CB8AC3E}">
        <p14:creationId xmlns:p14="http://schemas.microsoft.com/office/powerpoint/2010/main" val="2703928429"/>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85.xml><?xml version="1.0" encoding="utf-8"?>
<p:sldLayout xmlns:a="http://schemas.openxmlformats.org/drawingml/2006/main" xmlns:r="http://schemas.openxmlformats.org/officeDocument/2006/relationships" xmlns:p="http://schemas.openxmlformats.org/presentationml/2006/main" preserve="1" userDrawn="1">
  <p:cSld name="Key Processes - Before/After AI">
    <p:spTree>
      <p:nvGrpSpPr>
        <p:cNvPr id="1" name=""/>
        <p:cNvGrpSpPr/>
        <p:nvPr/>
      </p:nvGrpSpPr>
      <p:grpSpPr>
        <a:xfrm>
          <a:off x="0" y="0"/>
          <a:ext cx="0" cy="0"/>
          <a:chOff x="0" y="0"/>
          <a:chExt cx="0" cy="0"/>
        </a:xfrm>
      </p:grpSpPr>
      <p:grpSp>
        <p:nvGrpSpPr>
          <p:cNvPr id="35" name="Group 34">
            <a:extLst>
              <a:ext uri="{FF2B5EF4-FFF2-40B4-BE49-F238E27FC236}">
                <a16:creationId xmlns:a16="http://schemas.microsoft.com/office/drawing/2014/main" id="{3C79BC07-2E4F-074C-E42E-3220BD3E1993}"/>
              </a:ext>
              <a:ext uri="{C183D7F6-B498-43B3-948B-1728B52AA6E4}">
                <adec:decorative xmlns:adec="http://schemas.microsoft.com/office/drawing/2017/decorative" val="1"/>
              </a:ext>
            </a:extLst>
          </p:cNvPr>
          <p:cNvGrpSpPr>
            <a:grpSpLocks noGrp="1" noUngrp="1" noRot="1" noMove="1" noResize="1"/>
          </p:cNvGrpSpPr>
          <p:nvPr userDrawn="1"/>
        </p:nvGrpSpPr>
        <p:grpSpPr>
          <a:xfrm>
            <a:off x="0" y="0"/>
            <a:ext cx="12188952" cy="6858000"/>
            <a:chOff x="0" y="0"/>
            <a:chExt cx="12188952" cy="6858000"/>
          </a:xfrm>
        </p:grpSpPr>
        <p:sp>
          <p:nvSpPr>
            <p:cNvPr id="2" name="Rectangle 1">
              <a:extLst>
                <a:ext uri="{FF2B5EF4-FFF2-40B4-BE49-F238E27FC236}">
                  <a16:creationId xmlns:a16="http://schemas.microsoft.com/office/drawing/2014/main" id="{D70D2C7A-4F5B-353D-0C06-7346A8207B45}"/>
                </a:ext>
              </a:extLst>
            </p:cNvPr>
            <p:cNvSpPr>
              <a:spLocks noGrp="1" noRot="1" noMove="1" noResize="1" noEditPoints="1" noAdjustHandles="1" noChangeArrowheads="1" noChangeShapeType="1"/>
            </p:cNvSpPr>
            <p:nvPr userDrawn="1"/>
          </p:nvSpPr>
          <p:spPr bwMode="auto">
            <a:xfrm>
              <a:off x="0"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3" name="Picture 2" descr="A colorful gradient going from darker blue on the left side to light blue to magenta to orange on the right side">
              <a:extLst>
                <a:ext uri="{FF2B5EF4-FFF2-40B4-BE49-F238E27FC236}">
                  <a16:creationId xmlns:a16="http://schemas.microsoft.com/office/drawing/2014/main" id="{B0ABAD7C-69B5-267A-50D7-D08FB74F67A5}"/>
                </a:ext>
              </a:extLst>
            </p:cNvPr>
            <p:cNvPicPr>
              <a:picLocks noGrp="1" noRot="1" noChangeAspect="1" noMove="1" noResize="1" noEditPoints="1" noAdjustHandles="1" noChangeArrowheads="1" noChangeShapeType="1" noCrop="1"/>
            </p:cNvPicPr>
            <p:nvPr userDrawn="1"/>
          </p:nvPicPr>
          <p:blipFill>
            <a:blip r:embed="rId2"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grpSp>
      <p:sp>
        <p:nvSpPr>
          <p:cNvPr id="5" name="Title 4">
            <a:extLst>
              <a:ext uri="{FF2B5EF4-FFF2-40B4-BE49-F238E27FC236}">
                <a16:creationId xmlns:a16="http://schemas.microsoft.com/office/drawing/2014/main" id="{0BCEAD74-397D-0D97-9041-3CFAF98275DD}"/>
              </a:ext>
            </a:extLst>
          </p:cNvPr>
          <p:cNvSpPr>
            <a:spLocks noGrp="1"/>
          </p:cNvSpPr>
          <p:nvPr>
            <p:ph type="title"/>
          </p:nvPr>
        </p:nvSpPr>
        <p:spPr/>
        <p:txBody>
          <a:bodyPr/>
          <a:lstStyle/>
          <a:p>
            <a:r>
              <a:rPr lang="en-US"/>
              <a:t>Click to edit Master title style</a:t>
            </a:r>
          </a:p>
        </p:txBody>
      </p:sp>
      <p:sp>
        <p:nvSpPr>
          <p:cNvPr id="6" name="Rounded Rectangle 79">
            <a:extLst>
              <a:ext uri="{FF2B5EF4-FFF2-40B4-BE49-F238E27FC236}">
                <a16:creationId xmlns:a16="http://schemas.microsoft.com/office/drawing/2014/main" id="{9E4DC3B4-6499-63C7-3136-22B6755463DB}"/>
              </a:ext>
              <a:ext uri="{C183D7F6-B498-43B3-948B-1728B52AA6E4}">
                <adec:decorative xmlns:adec="http://schemas.microsoft.com/office/drawing/2017/decorative" val="1"/>
              </a:ext>
            </a:extLst>
          </p:cNvPr>
          <p:cNvSpPr/>
          <p:nvPr userDrawn="1"/>
        </p:nvSpPr>
        <p:spPr bwMode="auto">
          <a:xfrm>
            <a:off x="559092" y="1310837"/>
            <a:ext cx="3383040" cy="5401248"/>
          </a:xfrm>
          <a:prstGeom prst="roundRect">
            <a:avLst>
              <a:gd name="adj" fmla="val 2935"/>
            </a:avLst>
          </a:prstGeom>
          <a:solidFill>
            <a:schemeClr val="accent3">
              <a:lumMod val="20000"/>
              <a:lumOff val="80000"/>
            </a:schemeClr>
          </a:solidFill>
          <a:ln w="19050">
            <a:gradFill flip="none" rotWithShape="1">
              <a:gsLst>
                <a:gs pos="50000">
                  <a:schemeClr val="bg1">
                    <a:alpha val="20000"/>
                  </a:schemeClr>
                </a:gs>
                <a:gs pos="0">
                  <a:schemeClr val="bg1"/>
                </a:gs>
                <a:gs pos="100000">
                  <a:schemeClr val="bg1"/>
                </a:gs>
              </a:gsLst>
              <a:lin ang="81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365760" rIns="182880" bIns="146304" numCol="1" spcCol="0" rtlCol="0" fromWordArt="0" anchor="t" anchorCtr="0" forceAA="0" compatLnSpc="1">
            <a:prstTxWarp prst="textNoShape">
              <a:avLst/>
            </a:prstTxWarp>
            <a:noAutofit/>
          </a:bodyPr>
          <a:lstStyle/>
          <a:p>
            <a:pPr>
              <a:spcBef>
                <a:spcPts val="1800"/>
              </a:spcBef>
              <a:buSzPct val="90000"/>
            </a:pPr>
            <a:endParaRPr lang="en-US">
              <a:solidFill>
                <a:srgbClr val="000000"/>
              </a:solidFill>
              <a:latin typeface="Segoe Sans Display"/>
              <a:cs typeface="Segoe Sans Display" pitchFamily="2" charset="0"/>
            </a:endParaRPr>
          </a:p>
        </p:txBody>
      </p:sp>
      <p:sp>
        <p:nvSpPr>
          <p:cNvPr id="7" name="Rounded Rectangle 80">
            <a:extLst>
              <a:ext uri="{FF2B5EF4-FFF2-40B4-BE49-F238E27FC236}">
                <a16:creationId xmlns:a16="http://schemas.microsoft.com/office/drawing/2014/main" id="{FAE29394-4DF2-FD1F-1AF1-260B0AF42F62}"/>
              </a:ext>
              <a:ext uri="{C183D7F6-B498-43B3-948B-1728B52AA6E4}">
                <adec:decorative xmlns:adec="http://schemas.microsoft.com/office/drawing/2017/decorative" val="1"/>
              </a:ext>
            </a:extLst>
          </p:cNvPr>
          <p:cNvSpPr/>
          <p:nvPr userDrawn="1"/>
        </p:nvSpPr>
        <p:spPr bwMode="auto">
          <a:xfrm>
            <a:off x="4170937" y="1310837"/>
            <a:ext cx="6253554" cy="5401248"/>
          </a:xfrm>
          <a:prstGeom prst="roundRect">
            <a:avLst>
              <a:gd name="adj" fmla="val 2180"/>
            </a:avLst>
          </a:prstGeom>
          <a:solidFill>
            <a:schemeClr val="accent3">
              <a:lumMod val="20000"/>
              <a:lumOff val="80000"/>
            </a:schemeClr>
          </a:solidFill>
          <a:ln w="19050">
            <a:gradFill flip="none" rotWithShape="1">
              <a:gsLst>
                <a:gs pos="50000">
                  <a:schemeClr val="bg1">
                    <a:alpha val="20000"/>
                  </a:schemeClr>
                </a:gs>
                <a:gs pos="0">
                  <a:schemeClr val="bg1"/>
                </a:gs>
                <a:gs pos="100000">
                  <a:schemeClr val="bg1"/>
                </a:gs>
              </a:gsLst>
              <a:lin ang="81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365760" rIns="182880" bIns="146304" numCol="1" spcCol="0" rtlCol="0" fromWordArt="0" anchor="t" anchorCtr="0" forceAA="0" compatLnSpc="1">
            <a:prstTxWarp prst="textNoShape">
              <a:avLst/>
            </a:prstTxWarp>
            <a:noAutofit/>
          </a:bodyPr>
          <a:lstStyle/>
          <a:p>
            <a:pPr>
              <a:spcBef>
                <a:spcPts val="1800"/>
              </a:spcBef>
              <a:buSzPct val="90000"/>
            </a:pPr>
            <a:endParaRPr lang="en-US">
              <a:solidFill>
                <a:srgbClr val="000000"/>
              </a:solidFill>
              <a:latin typeface="Segoe Sans Display"/>
              <a:cs typeface="Segoe Sans Display" pitchFamily="2" charset="0"/>
            </a:endParaRPr>
          </a:p>
        </p:txBody>
      </p:sp>
      <p:sp>
        <p:nvSpPr>
          <p:cNvPr id="9" name="Rectangle 8">
            <a:extLst>
              <a:ext uri="{FF2B5EF4-FFF2-40B4-BE49-F238E27FC236}">
                <a16:creationId xmlns:a16="http://schemas.microsoft.com/office/drawing/2014/main" id="{395FE5E3-B108-9973-E29F-F4169B842ECC}"/>
              </a:ext>
              <a:ext uri="{C183D7F6-B498-43B3-948B-1728B52AA6E4}">
                <adec:decorative xmlns:adec="http://schemas.microsoft.com/office/drawing/2017/decorative" val="1"/>
              </a:ext>
            </a:extLst>
          </p:cNvPr>
          <p:cNvSpPr/>
          <p:nvPr userDrawn="1"/>
        </p:nvSpPr>
        <p:spPr bwMode="auto">
          <a:xfrm>
            <a:off x="3446912" y="5874017"/>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0" name="Rectangle 9">
            <a:extLst>
              <a:ext uri="{FF2B5EF4-FFF2-40B4-BE49-F238E27FC236}">
                <a16:creationId xmlns:a16="http://schemas.microsoft.com/office/drawing/2014/main" id="{299A8EFD-2D0A-4BA9-1EFF-24E8AAD17AA0}"/>
              </a:ext>
              <a:ext uri="{C183D7F6-B498-43B3-948B-1728B52AA6E4}">
                <adec:decorative xmlns:adec="http://schemas.microsoft.com/office/drawing/2017/decorative" val="1"/>
              </a:ext>
            </a:extLst>
          </p:cNvPr>
          <p:cNvSpPr/>
          <p:nvPr userDrawn="1"/>
        </p:nvSpPr>
        <p:spPr bwMode="auto">
          <a:xfrm>
            <a:off x="3494230" y="1880589"/>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1" name="Rectangle 10">
            <a:extLst>
              <a:ext uri="{FF2B5EF4-FFF2-40B4-BE49-F238E27FC236}">
                <a16:creationId xmlns:a16="http://schemas.microsoft.com/office/drawing/2014/main" id="{96CF91C8-4DD4-D0F5-FCA4-79F8E1D3A5B6}"/>
              </a:ext>
              <a:ext uri="{C183D7F6-B498-43B3-948B-1728B52AA6E4}">
                <adec:decorative xmlns:adec="http://schemas.microsoft.com/office/drawing/2017/decorative" val="1"/>
              </a:ext>
            </a:extLst>
          </p:cNvPr>
          <p:cNvSpPr/>
          <p:nvPr userDrawn="1"/>
        </p:nvSpPr>
        <p:spPr bwMode="auto">
          <a:xfrm>
            <a:off x="3496418" y="2846431"/>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2" name="Rectangle 11">
            <a:extLst>
              <a:ext uri="{FF2B5EF4-FFF2-40B4-BE49-F238E27FC236}">
                <a16:creationId xmlns:a16="http://schemas.microsoft.com/office/drawing/2014/main" id="{E46ACF3F-45FE-47D6-C59E-50148796EE46}"/>
              </a:ext>
              <a:ext uri="{C183D7F6-B498-43B3-948B-1728B52AA6E4}">
                <adec:decorative xmlns:adec="http://schemas.microsoft.com/office/drawing/2017/decorative" val="1"/>
              </a:ext>
            </a:extLst>
          </p:cNvPr>
          <p:cNvSpPr/>
          <p:nvPr userDrawn="1"/>
        </p:nvSpPr>
        <p:spPr bwMode="auto">
          <a:xfrm>
            <a:off x="3493474" y="3780133"/>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3" name="Rectangle 12">
            <a:extLst>
              <a:ext uri="{FF2B5EF4-FFF2-40B4-BE49-F238E27FC236}">
                <a16:creationId xmlns:a16="http://schemas.microsoft.com/office/drawing/2014/main" id="{13E1A497-2059-869A-1E6F-D817713744F2}"/>
              </a:ext>
              <a:ext uri="{C183D7F6-B498-43B3-948B-1728B52AA6E4}">
                <adec:decorative xmlns:adec="http://schemas.microsoft.com/office/drawing/2017/decorative" val="1"/>
              </a:ext>
            </a:extLst>
          </p:cNvPr>
          <p:cNvSpPr/>
          <p:nvPr userDrawn="1"/>
        </p:nvSpPr>
        <p:spPr bwMode="auto">
          <a:xfrm>
            <a:off x="3488643" y="4808946"/>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4" name="Rounded Rectangle 46">
            <a:extLst>
              <a:ext uri="{FF2B5EF4-FFF2-40B4-BE49-F238E27FC236}">
                <a16:creationId xmlns:a16="http://schemas.microsoft.com/office/drawing/2014/main" id="{3063B761-DBCC-60FA-BD86-6849C7A698A6}"/>
              </a:ext>
              <a:ext uri="{C183D7F6-B498-43B3-948B-1728B52AA6E4}">
                <adec:decorative xmlns:adec="http://schemas.microsoft.com/office/drawing/2017/decorative" val="1"/>
              </a:ext>
            </a:extLst>
          </p:cNvPr>
          <p:cNvSpPr/>
          <p:nvPr userDrawn="1"/>
        </p:nvSpPr>
        <p:spPr bwMode="auto">
          <a:xfrm>
            <a:off x="4320505" y="1673761"/>
            <a:ext cx="5972919" cy="795538"/>
          </a:xfrm>
          <a:prstGeom prst="roundRect">
            <a:avLst>
              <a:gd name="adj" fmla="val 14994"/>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5" name="Rounded Rectangle 50">
            <a:extLst>
              <a:ext uri="{FF2B5EF4-FFF2-40B4-BE49-F238E27FC236}">
                <a16:creationId xmlns:a16="http://schemas.microsoft.com/office/drawing/2014/main" id="{F45FBE28-BE8D-DED6-3977-A35C74FD3290}"/>
              </a:ext>
              <a:ext uri="{C183D7F6-B498-43B3-948B-1728B52AA6E4}">
                <adec:decorative xmlns:adec="http://schemas.microsoft.com/office/drawing/2017/decorative" val="1"/>
              </a:ext>
            </a:extLst>
          </p:cNvPr>
          <p:cNvSpPr/>
          <p:nvPr userDrawn="1"/>
        </p:nvSpPr>
        <p:spPr bwMode="auto">
          <a:xfrm>
            <a:off x="4320505" y="2559324"/>
            <a:ext cx="5972919" cy="908626"/>
          </a:xfrm>
          <a:prstGeom prst="roundRect">
            <a:avLst>
              <a:gd name="adj" fmla="val 13128"/>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6" name="Rounded Rectangle 55">
            <a:extLst>
              <a:ext uri="{FF2B5EF4-FFF2-40B4-BE49-F238E27FC236}">
                <a16:creationId xmlns:a16="http://schemas.microsoft.com/office/drawing/2014/main" id="{2F64D3D4-86A8-332C-C08C-56C186DAB212}"/>
              </a:ext>
              <a:ext uri="{C183D7F6-B498-43B3-948B-1728B52AA6E4}">
                <adec:decorative xmlns:adec="http://schemas.microsoft.com/office/drawing/2017/decorative" val="1"/>
              </a:ext>
            </a:extLst>
          </p:cNvPr>
          <p:cNvSpPr/>
          <p:nvPr userDrawn="1"/>
        </p:nvSpPr>
        <p:spPr bwMode="auto">
          <a:xfrm>
            <a:off x="4320505" y="3557975"/>
            <a:ext cx="5972919" cy="901563"/>
          </a:xfrm>
          <a:prstGeom prst="roundRect">
            <a:avLst>
              <a:gd name="adj" fmla="val 13231"/>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7" name="Rounded Rectangle 60">
            <a:extLst>
              <a:ext uri="{FF2B5EF4-FFF2-40B4-BE49-F238E27FC236}">
                <a16:creationId xmlns:a16="http://schemas.microsoft.com/office/drawing/2014/main" id="{19F0CC36-F1FB-632F-7569-74DA79B953E9}"/>
              </a:ext>
              <a:ext uri="{C183D7F6-B498-43B3-948B-1728B52AA6E4}">
                <adec:decorative xmlns:adec="http://schemas.microsoft.com/office/drawing/2017/decorative" val="1"/>
              </a:ext>
            </a:extLst>
          </p:cNvPr>
          <p:cNvSpPr/>
          <p:nvPr userDrawn="1"/>
        </p:nvSpPr>
        <p:spPr bwMode="auto">
          <a:xfrm>
            <a:off x="4320505" y="4549563"/>
            <a:ext cx="5972919" cy="976499"/>
          </a:xfrm>
          <a:prstGeom prst="roundRect">
            <a:avLst>
              <a:gd name="adj" fmla="val 12215"/>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8" name="Rounded Rectangle 20">
            <a:extLst>
              <a:ext uri="{FF2B5EF4-FFF2-40B4-BE49-F238E27FC236}">
                <a16:creationId xmlns:a16="http://schemas.microsoft.com/office/drawing/2014/main" id="{3923BC9E-92B9-804E-6B78-A0405A155021}"/>
              </a:ext>
              <a:ext uri="{C183D7F6-B498-43B3-948B-1728B52AA6E4}">
                <adec:decorative xmlns:adec="http://schemas.microsoft.com/office/drawing/2017/decorative" val="1"/>
              </a:ext>
            </a:extLst>
          </p:cNvPr>
          <p:cNvSpPr/>
          <p:nvPr userDrawn="1"/>
        </p:nvSpPr>
        <p:spPr bwMode="auto">
          <a:xfrm>
            <a:off x="699425" y="1673761"/>
            <a:ext cx="3114353" cy="797309"/>
          </a:xfrm>
          <a:prstGeom prst="roundRect">
            <a:avLst>
              <a:gd name="adj" fmla="val 14961"/>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9" name="Rounded Rectangle 23">
            <a:extLst>
              <a:ext uri="{FF2B5EF4-FFF2-40B4-BE49-F238E27FC236}">
                <a16:creationId xmlns:a16="http://schemas.microsoft.com/office/drawing/2014/main" id="{DDF0544D-EDBE-E23C-1DEE-9321AD081C2F}"/>
              </a:ext>
              <a:ext uri="{C183D7F6-B498-43B3-948B-1728B52AA6E4}">
                <adec:decorative xmlns:adec="http://schemas.microsoft.com/office/drawing/2017/decorative" val="1"/>
              </a:ext>
            </a:extLst>
          </p:cNvPr>
          <p:cNvSpPr/>
          <p:nvPr userDrawn="1"/>
        </p:nvSpPr>
        <p:spPr bwMode="auto">
          <a:xfrm>
            <a:off x="699425" y="2567387"/>
            <a:ext cx="3114353" cy="1892151"/>
          </a:xfrm>
          <a:prstGeom prst="roundRect">
            <a:avLst>
              <a:gd name="adj" fmla="val 6304"/>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20" name="Rounded Rectangle 31">
            <a:extLst>
              <a:ext uri="{FF2B5EF4-FFF2-40B4-BE49-F238E27FC236}">
                <a16:creationId xmlns:a16="http://schemas.microsoft.com/office/drawing/2014/main" id="{C3455CCB-C24F-0918-DDC0-089FC7A04623}"/>
              </a:ext>
              <a:ext uri="{C183D7F6-B498-43B3-948B-1728B52AA6E4}">
                <adec:decorative xmlns:adec="http://schemas.microsoft.com/office/drawing/2017/decorative" val="1"/>
              </a:ext>
            </a:extLst>
          </p:cNvPr>
          <p:cNvSpPr/>
          <p:nvPr userDrawn="1"/>
        </p:nvSpPr>
        <p:spPr bwMode="auto">
          <a:xfrm>
            <a:off x="698469" y="4549563"/>
            <a:ext cx="3116336" cy="976499"/>
          </a:xfrm>
          <a:prstGeom prst="roundRect">
            <a:avLst>
              <a:gd name="adj" fmla="val 12215"/>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21" name="Rectangle: Rounded Corners 10">
            <a:extLst>
              <a:ext uri="{FF2B5EF4-FFF2-40B4-BE49-F238E27FC236}">
                <a16:creationId xmlns:a16="http://schemas.microsoft.com/office/drawing/2014/main" id="{57AC6C64-4EA9-70A1-AE04-D983F85F6C61}"/>
              </a:ext>
              <a:ext uri="{C183D7F6-B498-43B3-948B-1728B52AA6E4}">
                <adec:decorative xmlns:adec="http://schemas.microsoft.com/office/drawing/2017/decorative" val="1"/>
              </a:ext>
            </a:extLst>
          </p:cNvPr>
          <p:cNvSpPr/>
          <p:nvPr userDrawn="1"/>
        </p:nvSpPr>
        <p:spPr>
          <a:xfrm>
            <a:off x="559093" y="1190813"/>
            <a:ext cx="1224299" cy="273059"/>
          </a:xfrm>
          <a:prstGeom prst="roundRect">
            <a:avLst>
              <a:gd name="adj" fmla="val 50000"/>
            </a:avLst>
          </a:prstGeom>
          <a:solidFill>
            <a:schemeClr val="bg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i="0" u="none" strike="noStrike" kern="1200" cap="none" spc="0" normalizeH="0" baseline="0" noProof="0">
                <a:ln>
                  <a:noFill/>
                </a:ln>
                <a:solidFill>
                  <a:srgbClr val="FFFFFF"/>
                </a:solidFill>
                <a:effectLst/>
                <a:uLnTx/>
                <a:uFillTx/>
                <a:latin typeface="+mj-lt"/>
                <a:ea typeface="+mn-ea"/>
                <a:cs typeface="Segoe Sans Display" pitchFamily="2" charset="0"/>
              </a:rPr>
              <a:t>Key Processes</a:t>
            </a:r>
          </a:p>
        </p:txBody>
      </p:sp>
      <p:sp>
        <p:nvSpPr>
          <p:cNvPr id="30" name="Text Placeholder 29">
            <a:extLst>
              <a:ext uri="{FF2B5EF4-FFF2-40B4-BE49-F238E27FC236}">
                <a16:creationId xmlns:a16="http://schemas.microsoft.com/office/drawing/2014/main" id="{320DB206-1E09-B91E-9F54-10742BA42DF9}"/>
              </a:ext>
            </a:extLst>
          </p:cNvPr>
          <p:cNvSpPr>
            <a:spLocks noGrp="1"/>
          </p:cNvSpPr>
          <p:nvPr>
            <p:ph type="body" sz="quarter" idx="12"/>
          </p:nvPr>
        </p:nvSpPr>
        <p:spPr>
          <a:xfrm>
            <a:off x="798513" y="1795416"/>
            <a:ext cx="960120" cy="553998"/>
          </a:xfrm>
          <a:prstGeom prst="rect">
            <a:avLst/>
          </a:prstGeom>
        </p:spPr>
        <p:txBody>
          <a:bodyPr anchor="ctr" anchorCtr="0"/>
          <a:lstStyle>
            <a:lvl1pPr>
              <a:lnSpc>
                <a:spcPct val="100000"/>
              </a:lnSpc>
              <a:defRPr sz="1200"/>
            </a:lvl1pPr>
          </a:lstStyle>
          <a:p>
            <a:pPr lvl="0"/>
            <a:r>
              <a:rPr lang="en-US"/>
              <a:t>Click to edit Master text styles</a:t>
            </a:r>
          </a:p>
        </p:txBody>
      </p:sp>
      <p:sp>
        <p:nvSpPr>
          <p:cNvPr id="22" name="Rectangle: Rounded Corners 10">
            <a:extLst>
              <a:ext uri="{FF2B5EF4-FFF2-40B4-BE49-F238E27FC236}">
                <a16:creationId xmlns:a16="http://schemas.microsoft.com/office/drawing/2014/main" id="{F283C8DD-3E76-1525-2983-F78D468EABC0}"/>
              </a:ext>
              <a:ext uri="{C183D7F6-B498-43B3-948B-1728B52AA6E4}">
                <adec:decorative xmlns:adec="http://schemas.microsoft.com/office/drawing/2017/decorative" val="1"/>
              </a:ext>
            </a:extLst>
          </p:cNvPr>
          <p:cNvSpPr/>
          <p:nvPr userDrawn="1"/>
        </p:nvSpPr>
        <p:spPr>
          <a:xfrm>
            <a:off x="1898649" y="1190813"/>
            <a:ext cx="1892808" cy="273059"/>
          </a:xfrm>
          <a:prstGeom prst="roundRect">
            <a:avLst>
              <a:gd name="adj" fmla="val 50000"/>
            </a:avLst>
          </a:prstGeom>
          <a:solidFill>
            <a:schemeClr val="bg1">
              <a:lumMod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i="0" u="none" strike="noStrike" kern="1200" cap="none" spc="0" normalizeH="0" baseline="0" noProof="0">
                <a:ln>
                  <a:noFill/>
                </a:ln>
                <a:solidFill>
                  <a:srgbClr val="000000"/>
                </a:solidFill>
                <a:effectLst/>
                <a:uLnTx/>
                <a:uFillTx/>
                <a:latin typeface="+mj-lt"/>
                <a:ea typeface="+mn-ea"/>
                <a:cs typeface="Segoe Sans Display" pitchFamily="2" charset="0"/>
              </a:rPr>
              <a:t>Before AI</a:t>
            </a:r>
          </a:p>
        </p:txBody>
      </p:sp>
      <p:sp>
        <p:nvSpPr>
          <p:cNvPr id="24" name="Rounded Rectangle 60">
            <a:extLst>
              <a:ext uri="{FF2B5EF4-FFF2-40B4-BE49-F238E27FC236}">
                <a16:creationId xmlns:a16="http://schemas.microsoft.com/office/drawing/2014/main" id="{FE634DD4-3EF9-0D15-1DDE-4024D59FA392}"/>
              </a:ext>
              <a:ext uri="{C183D7F6-B498-43B3-948B-1728B52AA6E4}">
                <adec:decorative xmlns:adec="http://schemas.microsoft.com/office/drawing/2017/decorative" val="1"/>
              </a:ext>
            </a:extLst>
          </p:cNvPr>
          <p:cNvSpPr/>
          <p:nvPr userDrawn="1"/>
        </p:nvSpPr>
        <p:spPr bwMode="auto">
          <a:xfrm>
            <a:off x="4320505" y="5616087"/>
            <a:ext cx="5972919" cy="976499"/>
          </a:xfrm>
          <a:prstGeom prst="roundRect">
            <a:avLst>
              <a:gd name="adj" fmla="val 12215"/>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25" name="Rounded Rectangle 31">
            <a:extLst>
              <a:ext uri="{FF2B5EF4-FFF2-40B4-BE49-F238E27FC236}">
                <a16:creationId xmlns:a16="http://schemas.microsoft.com/office/drawing/2014/main" id="{582E95FF-F204-A2C6-B1D7-26E7D0C6E110}"/>
              </a:ext>
              <a:ext uri="{C183D7F6-B498-43B3-948B-1728B52AA6E4}">
                <adec:decorative xmlns:adec="http://schemas.microsoft.com/office/drawing/2017/decorative" val="1"/>
              </a:ext>
            </a:extLst>
          </p:cNvPr>
          <p:cNvSpPr/>
          <p:nvPr userDrawn="1"/>
        </p:nvSpPr>
        <p:spPr bwMode="auto">
          <a:xfrm>
            <a:off x="699048" y="5616087"/>
            <a:ext cx="3115136" cy="976499"/>
          </a:xfrm>
          <a:prstGeom prst="roundRect">
            <a:avLst>
              <a:gd name="adj" fmla="val 12215"/>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26" name="Rectangle: Rounded Corners 10">
            <a:extLst>
              <a:ext uri="{FF2B5EF4-FFF2-40B4-BE49-F238E27FC236}">
                <a16:creationId xmlns:a16="http://schemas.microsoft.com/office/drawing/2014/main" id="{FF4A5D24-E5ED-ED4B-73C8-FEEBC1E181E3}"/>
              </a:ext>
              <a:ext uri="{C183D7F6-B498-43B3-948B-1728B52AA6E4}">
                <adec:decorative xmlns:adec="http://schemas.microsoft.com/office/drawing/2017/decorative" val="1"/>
              </a:ext>
            </a:extLst>
          </p:cNvPr>
          <p:cNvSpPr/>
          <p:nvPr userDrawn="1"/>
        </p:nvSpPr>
        <p:spPr>
          <a:xfrm>
            <a:off x="4299290" y="1190813"/>
            <a:ext cx="1811983" cy="273059"/>
          </a:xfrm>
          <a:prstGeom prst="roundRect">
            <a:avLst>
              <a:gd name="adj" fmla="val 50000"/>
            </a:avLst>
          </a:prstGeom>
          <a:gradFill flip="none" rotWithShape="1">
            <a:gsLst>
              <a:gs pos="0">
                <a:srgbClr val="0178D4"/>
              </a:gs>
              <a:gs pos="67269">
                <a:srgbClr val="E176D5"/>
              </a:gs>
              <a:gs pos="33000">
                <a:srgbClr val="629CFF"/>
              </a:gs>
              <a:gs pos="100000">
                <a:srgbClr val="FDA778"/>
              </a:gs>
            </a:gsLst>
            <a:path path="circle">
              <a:fillToRect t="100000" r="100000"/>
            </a:path>
            <a:tileRect l="-100000" b="-100000"/>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i="0" u="none" strike="noStrike" kern="1200" cap="none" spc="0" normalizeH="0" baseline="0" noProof="0">
                <a:ln>
                  <a:noFill/>
                </a:ln>
                <a:solidFill>
                  <a:srgbClr val="FFFFFF"/>
                </a:solidFill>
                <a:effectLst/>
                <a:uLnTx/>
                <a:uFillTx/>
                <a:latin typeface="+mj-lt"/>
                <a:ea typeface="+mn-ea"/>
                <a:cs typeface="Segoe Sans Display" pitchFamily="2" charset="0"/>
              </a:rPr>
              <a:t>After AI</a:t>
            </a:r>
          </a:p>
        </p:txBody>
      </p:sp>
      <p:sp>
        <p:nvSpPr>
          <p:cNvPr id="33" name="Text Placeholder 32">
            <a:extLst>
              <a:ext uri="{FF2B5EF4-FFF2-40B4-BE49-F238E27FC236}">
                <a16:creationId xmlns:a16="http://schemas.microsoft.com/office/drawing/2014/main" id="{04735D59-0756-1F28-325D-B95A8012517D}"/>
              </a:ext>
            </a:extLst>
          </p:cNvPr>
          <p:cNvSpPr>
            <a:spLocks noGrp="1"/>
          </p:cNvSpPr>
          <p:nvPr>
            <p:ph type="body" sz="quarter" idx="13"/>
          </p:nvPr>
        </p:nvSpPr>
        <p:spPr>
          <a:xfrm>
            <a:off x="1898649" y="1995471"/>
            <a:ext cx="1792224" cy="153888"/>
          </a:xfrm>
          <a:prstGeom prst="rect">
            <a:avLst/>
          </a:prstGeom>
        </p:spPr>
        <p:txBody>
          <a:bodyPr anchor="ctr" anchorCtr="0"/>
          <a:lstStyle>
            <a:lvl1pPr>
              <a:lnSpc>
                <a:spcPct val="100000"/>
              </a:lnSpc>
              <a:spcBef>
                <a:spcPts val="300"/>
              </a:spcBef>
              <a:defRPr sz="1000">
                <a:latin typeface="+mn-lt"/>
              </a:defRPr>
            </a:lvl1pPr>
            <a:lvl2pPr>
              <a:defRPr sz="1000"/>
            </a:lvl2pPr>
            <a:lvl3pPr>
              <a:defRPr sz="1000"/>
            </a:lvl3pPr>
            <a:lvl4pPr>
              <a:defRPr sz="1000"/>
            </a:lvl4pPr>
            <a:lvl5pPr>
              <a:defRPr sz="1000"/>
            </a:lvl5pPr>
          </a:lstStyle>
          <a:p>
            <a:pPr lvl="0"/>
            <a:r>
              <a:rPr lang="en-US"/>
              <a:t>Click to edit Master text styles</a:t>
            </a:r>
          </a:p>
        </p:txBody>
      </p:sp>
      <p:sp>
        <p:nvSpPr>
          <p:cNvPr id="46" name="Text Placeholder 32">
            <a:extLst>
              <a:ext uri="{FF2B5EF4-FFF2-40B4-BE49-F238E27FC236}">
                <a16:creationId xmlns:a16="http://schemas.microsoft.com/office/drawing/2014/main" id="{8DC41E68-3E78-C147-795C-5CE3F98396FE}"/>
              </a:ext>
            </a:extLst>
          </p:cNvPr>
          <p:cNvSpPr>
            <a:spLocks noGrp="1"/>
          </p:cNvSpPr>
          <p:nvPr>
            <p:ph type="body" sz="quarter" idx="20"/>
          </p:nvPr>
        </p:nvSpPr>
        <p:spPr>
          <a:xfrm>
            <a:off x="4432788" y="1673761"/>
            <a:ext cx="2788920" cy="398058"/>
          </a:xfrm>
          <a:prstGeom prst="rect">
            <a:avLst/>
          </a:prstGeom>
        </p:spPr>
        <p:txBody>
          <a:bodyPr tIns="64008"/>
          <a:lstStyle>
            <a:lvl1pPr>
              <a:lnSpc>
                <a:spcPct val="100000"/>
              </a:lnSpc>
              <a:spcBef>
                <a:spcPts val="0"/>
              </a:spcBef>
              <a:defRPr sz="1000">
                <a:solidFill>
                  <a:srgbClr val="0078D4"/>
                </a:solidFill>
                <a:latin typeface="+mn-lt"/>
              </a:defRPr>
            </a:lvl1pPr>
            <a:lvl2pPr>
              <a:lnSpc>
                <a:spcPct val="100000"/>
              </a:lnSpc>
              <a:spcBef>
                <a:spcPts val="200"/>
              </a:spcBef>
              <a:defRPr sz="1000"/>
            </a:lvl2pPr>
            <a:lvl3pPr>
              <a:defRPr sz="1000"/>
            </a:lvl3pPr>
            <a:lvl4pPr>
              <a:defRPr sz="1000"/>
            </a:lvl4pPr>
            <a:lvl5pPr>
              <a:defRPr sz="1000"/>
            </a:lvl5pPr>
          </a:lstStyle>
          <a:p>
            <a:pPr lvl="0"/>
            <a:r>
              <a:rPr lang="en-US"/>
              <a:t>Click to edit Master text styles</a:t>
            </a:r>
          </a:p>
          <a:p>
            <a:pPr lvl="1"/>
            <a:r>
              <a:rPr lang="en-US"/>
              <a:t>Level 2</a:t>
            </a:r>
          </a:p>
        </p:txBody>
      </p:sp>
      <p:sp>
        <p:nvSpPr>
          <p:cNvPr id="56" name="Text Placeholder 32">
            <a:extLst>
              <a:ext uri="{FF2B5EF4-FFF2-40B4-BE49-F238E27FC236}">
                <a16:creationId xmlns:a16="http://schemas.microsoft.com/office/drawing/2014/main" id="{A35306A8-4AB6-27A1-2284-B67D86A65D03}"/>
              </a:ext>
            </a:extLst>
          </p:cNvPr>
          <p:cNvSpPr>
            <a:spLocks noGrp="1"/>
          </p:cNvSpPr>
          <p:nvPr>
            <p:ph type="body" sz="quarter" idx="21"/>
          </p:nvPr>
        </p:nvSpPr>
        <p:spPr>
          <a:xfrm>
            <a:off x="7405111" y="1673761"/>
            <a:ext cx="2788920" cy="398058"/>
          </a:xfrm>
          <a:prstGeom prst="rect">
            <a:avLst/>
          </a:prstGeom>
        </p:spPr>
        <p:txBody>
          <a:bodyPr tIns="64008"/>
          <a:lstStyle>
            <a:lvl1pPr>
              <a:lnSpc>
                <a:spcPct val="100000"/>
              </a:lnSpc>
              <a:spcBef>
                <a:spcPts val="0"/>
              </a:spcBef>
              <a:defRPr sz="1000">
                <a:solidFill>
                  <a:srgbClr val="0078D4"/>
                </a:solidFill>
                <a:latin typeface="+mn-lt"/>
              </a:defRPr>
            </a:lvl1pPr>
            <a:lvl2pPr>
              <a:lnSpc>
                <a:spcPct val="100000"/>
              </a:lnSpc>
              <a:spcBef>
                <a:spcPts val="200"/>
              </a:spcBef>
              <a:defRPr sz="1000"/>
            </a:lvl2pPr>
            <a:lvl3pPr>
              <a:defRPr sz="1000"/>
            </a:lvl3pPr>
            <a:lvl4pPr>
              <a:defRPr sz="1000"/>
            </a:lvl4pPr>
            <a:lvl5pPr>
              <a:defRPr sz="1000"/>
            </a:lvl5pPr>
          </a:lstStyle>
          <a:p>
            <a:pPr lvl="0"/>
            <a:r>
              <a:rPr lang="en-US"/>
              <a:t>Click to edit Master text styles</a:t>
            </a:r>
          </a:p>
          <a:p>
            <a:pPr lvl="1"/>
            <a:r>
              <a:rPr lang="en-US"/>
              <a:t>Level 2</a:t>
            </a:r>
          </a:p>
        </p:txBody>
      </p:sp>
      <p:sp>
        <p:nvSpPr>
          <p:cNvPr id="36" name="Text Placeholder 29">
            <a:extLst>
              <a:ext uri="{FF2B5EF4-FFF2-40B4-BE49-F238E27FC236}">
                <a16:creationId xmlns:a16="http://schemas.microsoft.com/office/drawing/2014/main" id="{4BA3A142-A819-F553-5D15-FB96846EDCA7}"/>
              </a:ext>
            </a:extLst>
          </p:cNvPr>
          <p:cNvSpPr>
            <a:spLocks noGrp="1"/>
          </p:cNvSpPr>
          <p:nvPr>
            <p:ph type="body" sz="quarter" idx="14"/>
          </p:nvPr>
        </p:nvSpPr>
        <p:spPr>
          <a:xfrm>
            <a:off x="798513" y="3236463"/>
            <a:ext cx="960120" cy="553998"/>
          </a:xfrm>
          <a:prstGeom prst="rect">
            <a:avLst/>
          </a:prstGeom>
        </p:spPr>
        <p:txBody>
          <a:bodyPr anchor="ctr" anchorCtr="0"/>
          <a:lstStyle>
            <a:lvl1pPr>
              <a:lnSpc>
                <a:spcPct val="100000"/>
              </a:lnSpc>
              <a:defRPr sz="1200"/>
            </a:lvl1pPr>
          </a:lstStyle>
          <a:p>
            <a:pPr lvl="0"/>
            <a:r>
              <a:rPr lang="en-US"/>
              <a:t>Click to edit Master text styles</a:t>
            </a:r>
          </a:p>
        </p:txBody>
      </p:sp>
      <p:sp>
        <p:nvSpPr>
          <p:cNvPr id="37" name="Text Placeholder 32">
            <a:extLst>
              <a:ext uri="{FF2B5EF4-FFF2-40B4-BE49-F238E27FC236}">
                <a16:creationId xmlns:a16="http://schemas.microsoft.com/office/drawing/2014/main" id="{D26EE3EA-C9A9-D990-9C00-02E44F91E73A}"/>
              </a:ext>
            </a:extLst>
          </p:cNvPr>
          <p:cNvSpPr>
            <a:spLocks noGrp="1"/>
          </p:cNvSpPr>
          <p:nvPr>
            <p:ph type="body" sz="quarter" idx="15"/>
          </p:nvPr>
        </p:nvSpPr>
        <p:spPr>
          <a:xfrm>
            <a:off x="1898649" y="3436518"/>
            <a:ext cx="1792224" cy="153888"/>
          </a:xfrm>
          <a:prstGeom prst="rect">
            <a:avLst/>
          </a:prstGeom>
        </p:spPr>
        <p:txBody>
          <a:bodyPr anchor="ctr" anchorCtr="0"/>
          <a:lstStyle>
            <a:lvl1pPr>
              <a:lnSpc>
                <a:spcPct val="100000"/>
              </a:lnSpc>
              <a:spcBef>
                <a:spcPts val="300"/>
              </a:spcBef>
              <a:defRPr sz="1000">
                <a:latin typeface="+mn-lt"/>
              </a:defRPr>
            </a:lvl1pPr>
            <a:lvl2pPr>
              <a:defRPr sz="1000"/>
            </a:lvl2pPr>
            <a:lvl3pPr>
              <a:defRPr sz="1000"/>
            </a:lvl3pPr>
            <a:lvl4pPr>
              <a:defRPr sz="1000"/>
            </a:lvl4pPr>
            <a:lvl5pPr>
              <a:defRPr sz="1000"/>
            </a:lvl5pPr>
          </a:lstStyle>
          <a:p>
            <a:pPr lvl="0"/>
            <a:r>
              <a:rPr lang="en-US"/>
              <a:t>Click to edit Master text styles</a:t>
            </a:r>
          </a:p>
        </p:txBody>
      </p:sp>
      <p:sp>
        <p:nvSpPr>
          <p:cNvPr id="57" name="Text Placeholder 32">
            <a:extLst>
              <a:ext uri="{FF2B5EF4-FFF2-40B4-BE49-F238E27FC236}">
                <a16:creationId xmlns:a16="http://schemas.microsoft.com/office/drawing/2014/main" id="{F0E4F28B-ABF1-36EC-1032-A02714B652A3}"/>
              </a:ext>
            </a:extLst>
          </p:cNvPr>
          <p:cNvSpPr>
            <a:spLocks noGrp="1"/>
          </p:cNvSpPr>
          <p:nvPr>
            <p:ph type="body" sz="quarter" idx="22"/>
          </p:nvPr>
        </p:nvSpPr>
        <p:spPr>
          <a:xfrm>
            <a:off x="4432789" y="2546006"/>
            <a:ext cx="2788920" cy="398058"/>
          </a:xfrm>
          <a:prstGeom prst="rect">
            <a:avLst/>
          </a:prstGeom>
        </p:spPr>
        <p:txBody>
          <a:bodyPr tIns="64008"/>
          <a:lstStyle>
            <a:lvl1pPr>
              <a:lnSpc>
                <a:spcPct val="100000"/>
              </a:lnSpc>
              <a:spcBef>
                <a:spcPts val="0"/>
              </a:spcBef>
              <a:defRPr sz="1000">
                <a:solidFill>
                  <a:srgbClr val="0078D4"/>
                </a:solidFill>
                <a:latin typeface="+mn-lt"/>
              </a:defRPr>
            </a:lvl1pPr>
            <a:lvl2pPr>
              <a:lnSpc>
                <a:spcPct val="100000"/>
              </a:lnSpc>
              <a:spcBef>
                <a:spcPts val="200"/>
              </a:spcBef>
              <a:defRPr sz="1000"/>
            </a:lvl2pPr>
            <a:lvl3pPr>
              <a:defRPr sz="1000"/>
            </a:lvl3pPr>
            <a:lvl4pPr>
              <a:defRPr sz="1000"/>
            </a:lvl4pPr>
            <a:lvl5pPr>
              <a:defRPr sz="1000"/>
            </a:lvl5pPr>
          </a:lstStyle>
          <a:p>
            <a:pPr lvl="0"/>
            <a:r>
              <a:rPr lang="en-US"/>
              <a:t>Click to edit Master text styles</a:t>
            </a:r>
          </a:p>
          <a:p>
            <a:pPr lvl="1"/>
            <a:r>
              <a:rPr lang="en-US"/>
              <a:t>Level 2</a:t>
            </a:r>
          </a:p>
        </p:txBody>
      </p:sp>
      <p:sp>
        <p:nvSpPr>
          <p:cNvPr id="58" name="Text Placeholder 32">
            <a:extLst>
              <a:ext uri="{FF2B5EF4-FFF2-40B4-BE49-F238E27FC236}">
                <a16:creationId xmlns:a16="http://schemas.microsoft.com/office/drawing/2014/main" id="{2ECDC387-F36E-528E-8201-026B467B78ED}"/>
              </a:ext>
            </a:extLst>
          </p:cNvPr>
          <p:cNvSpPr>
            <a:spLocks noGrp="1"/>
          </p:cNvSpPr>
          <p:nvPr>
            <p:ph type="body" sz="quarter" idx="23"/>
          </p:nvPr>
        </p:nvSpPr>
        <p:spPr>
          <a:xfrm>
            <a:off x="7405111" y="2546006"/>
            <a:ext cx="2788920" cy="398058"/>
          </a:xfrm>
          <a:prstGeom prst="rect">
            <a:avLst/>
          </a:prstGeom>
        </p:spPr>
        <p:txBody>
          <a:bodyPr tIns="64008"/>
          <a:lstStyle>
            <a:lvl1pPr>
              <a:lnSpc>
                <a:spcPct val="100000"/>
              </a:lnSpc>
              <a:spcBef>
                <a:spcPts val="0"/>
              </a:spcBef>
              <a:defRPr sz="1000">
                <a:solidFill>
                  <a:srgbClr val="0078D4"/>
                </a:solidFill>
                <a:latin typeface="+mn-lt"/>
              </a:defRPr>
            </a:lvl1pPr>
            <a:lvl2pPr>
              <a:lnSpc>
                <a:spcPct val="100000"/>
              </a:lnSpc>
              <a:spcBef>
                <a:spcPts val="200"/>
              </a:spcBef>
              <a:defRPr sz="1000"/>
            </a:lvl2pPr>
            <a:lvl3pPr>
              <a:defRPr sz="1000"/>
            </a:lvl3pPr>
            <a:lvl4pPr>
              <a:defRPr sz="1000"/>
            </a:lvl4pPr>
            <a:lvl5pPr>
              <a:defRPr sz="1000"/>
            </a:lvl5pPr>
          </a:lstStyle>
          <a:p>
            <a:pPr lvl="0"/>
            <a:r>
              <a:rPr lang="en-US"/>
              <a:t>Click to edit Master text styles</a:t>
            </a:r>
          </a:p>
          <a:p>
            <a:pPr lvl="1"/>
            <a:r>
              <a:rPr lang="en-US"/>
              <a:t>Level 2</a:t>
            </a:r>
          </a:p>
        </p:txBody>
      </p:sp>
      <p:sp>
        <p:nvSpPr>
          <p:cNvPr id="59" name="Text Placeholder 32">
            <a:extLst>
              <a:ext uri="{FF2B5EF4-FFF2-40B4-BE49-F238E27FC236}">
                <a16:creationId xmlns:a16="http://schemas.microsoft.com/office/drawing/2014/main" id="{B7C78BB3-DA91-4E6E-F986-D3754AD22421}"/>
              </a:ext>
            </a:extLst>
          </p:cNvPr>
          <p:cNvSpPr>
            <a:spLocks noGrp="1"/>
          </p:cNvSpPr>
          <p:nvPr>
            <p:ph type="body" sz="quarter" idx="24"/>
          </p:nvPr>
        </p:nvSpPr>
        <p:spPr>
          <a:xfrm>
            <a:off x="4432789" y="3557975"/>
            <a:ext cx="2788920" cy="398058"/>
          </a:xfrm>
          <a:prstGeom prst="rect">
            <a:avLst/>
          </a:prstGeom>
        </p:spPr>
        <p:txBody>
          <a:bodyPr tIns="64008"/>
          <a:lstStyle>
            <a:lvl1pPr>
              <a:lnSpc>
                <a:spcPct val="100000"/>
              </a:lnSpc>
              <a:spcBef>
                <a:spcPts val="0"/>
              </a:spcBef>
              <a:defRPr sz="1000">
                <a:solidFill>
                  <a:srgbClr val="0078D4"/>
                </a:solidFill>
                <a:latin typeface="+mn-lt"/>
              </a:defRPr>
            </a:lvl1pPr>
            <a:lvl2pPr>
              <a:lnSpc>
                <a:spcPct val="100000"/>
              </a:lnSpc>
              <a:spcBef>
                <a:spcPts val="200"/>
              </a:spcBef>
              <a:defRPr sz="1000"/>
            </a:lvl2pPr>
            <a:lvl3pPr>
              <a:defRPr sz="1000"/>
            </a:lvl3pPr>
            <a:lvl4pPr>
              <a:defRPr sz="1000"/>
            </a:lvl4pPr>
            <a:lvl5pPr>
              <a:defRPr sz="1000"/>
            </a:lvl5pPr>
          </a:lstStyle>
          <a:p>
            <a:pPr lvl="0"/>
            <a:r>
              <a:rPr lang="en-US"/>
              <a:t>Click to edit Master text styles</a:t>
            </a:r>
          </a:p>
          <a:p>
            <a:pPr lvl="1"/>
            <a:r>
              <a:rPr lang="en-US"/>
              <a:t>Level 2</a:t>
            </a:r>
          </a:p>
        </p:txBody>
      </p:sp>
      <p:sp>
        <p:nvSpPr>
          <p:cNvPr id="60" name="Text Placeholder 32">
            <a:extLst>
              <a:ext uri="{FF2B5EF4-FFF2-40B4-BE49-F238E27FC236}">
                <a16:creationId xmlns:a16="http://schemas.microsoft.com/office/drawing/2014/main" id="{45E89DB9-F245-9E41-1C7C-059AD53620EF}"/>
              </a:ext>
            </a:extLst>
          </p:cNvPr>
          <p:cNvSpPr>
            <a:spLocks noGrp="1"/>
          </p:cNvSpPr>
          <p:nvPr>
            <p:ph type="body" sz="quarter" idx="25"/>
          </p:nvPr>
        </p:nvSpPr>
        <p:spPr>
          <a:xfrm>
            <a:off x="7405111" y="3557975"/>
            <a:ext cx="2788920" cy="398058"/>
          </a:xfrm>
          <a:prstGeom prst="rect">
            <a:avLst/>
          </a:prstGeom>
        </p:spPr>
        <p:txBody>
          <a:bodyPr tIns="64008"/>
          <a:lstStyle>
            <a:lvl1pPr>
              <a:lnSpc>
                <a:spcPct val="100000"/>
              </a:lnSpc>
              <a:spcBef>
                <a:spcPts val="0"/>
              </a:spcBef>
              <a:defRPr sz="1000">
                <a:solidFill>
                  <a:srgbClr val="0078D4"/>
                </a:solidFill>
                <a:latin typeface="+mn-lt"/>
              </a:defRPr>
            </a:lvl1pPr>
            <a:lvl2pPr>
              <a:lnSpc>
                <a:spcPct val="100000"/>
              </a:lnSpc>
              <a:spcBef>
                <a:spcPts val="200"/>
              </a:spcBef>
              <a:defRPr sz="1000"/>
            </a:lvl2pPr>
            <a:lvl3pPr>
              <a:defRPr sz="1000"/>
            </a:lvl3pPr>
            <a:lvl4pPr>
              <a:defRPr sz="1000"/>
            </a:lvl4pPr>
            <a:lvl5pPr>
              <a:defRPr sz="1000"/>
            </a:lvl5pPr>
          </a:lstStyle>
          <a:p>
            <a:pPr lvl="0"/>
            <a:r>
              <a:rPr lang="en-US"/>
              <a:t>Click to edit Master text styles</a:t>
            </a:r>
          </a:p>
          <a:p>
            <a:pPr lvl="1"/>
            <a:r>
              <a:rPr lang="en-US"/>
              <a:t>Level 2</a:t>
            </a:r>
          </a:p>
        </p:txBody>
      </p:sp>
      <p:sp>
        <p:nvSpPr>
          <p:cNvPr id="38" name="Text Placeholder 29">
            <a:extLst>
              <a:ext uri="{FF2B5EF4-FFF2-40B4-BE49-F238E27FC236}">
                <a16:creationId xmlns:a16="http://schemas.microsoft.com/office/drawing/2014/main" id="{E32B60DA-E7BB-2B7E-DA8C-1DE2918AAF6D}"/>
              </a:ext>
            </a:extLst>
          </p:cNvPr>
          <p:cNvSpPr>
            <a:spLocks noGrp="1"/>
          </p:cNvSpPr>
          <p:nvPr>
            <p:ph type="body" sz="quarter" idx="16"/>
          </p:nvPr>
        </p:nvSpPr>
        <p:spPr>
          <a:xfrm>
            <a:off x="798513" y="4760813"/>
            <a:ext cx="960120" cy="553998"/>
          </a:xfrm>
          <a:prstGeom prst="rect">
            <a:avLst/>
          </a:prstGeom>
        </p:spPr>
        <p:txBody>
          <a:bodyPr anchor="ctr" anchorCtr="0"/>
          <a:lstStyle>
            <a:lvl1pPr>
              <a:lnSpc>
                <a:spcPct val="100000"/>
              </a:lnSpc>
              <a:defRPr sz="1200"/>
            </a:lvl1pPr>
          </a:lstStyle>
          <a:p>
            <a:pPr lvl="0"/>
            <a:r>
              <a:rPr lang="en-US"/>
              <a:t>Click to edit Master text styles</a:t>
            </a:r>
          </a:p>
        </p:txBody>
      </p:sp>
      <p:sp>
        <p:nvSpPr>
          <p:cNvPr id="39" name="Text Placeholder 32">
            <a:extLst>
              <a:ext uri="{FF2B5EF4-FFF2-40B4-BE49-F238E27FC236}">
                <a16:creationId xmlns:a16="http://schemas.microsoft.com/office/drawing/2014/main" id="{AD5D034B-B4D5-01E4-078A-4F1DE421991D}"/>
              </a:ext>
            </a:extLst>
          </p:cNvPr>
          <p:cNvSpPr>
            <a:spLocks noGrp="1"/>
          </p:cNvSpPr>
          <p:nvPr>
            <p:ph type="body" sz="quarter" idx="17"/>
          </p:nvPr>
        </p:nvSpPr>
        <p:spPr>
          <a:xfrm>
            <a:off x="1898649" y="4960868"/>
            <a:ext cx="1792224" cy="153888"/>
          </a:xfrm>
          <a:prstGeom prst="rect">
            <a:avLst/>
          </a:prstGeom>
        </p:spPr>
        <p:txBody>
          <a:bodyPr anchor="ctr" anchorCtr="0"/>
          <a:lstStyle>
            <a:lvl1pPr>
              <a:lnSpc>
                <a:spcPct val="100000"/>
              </a:lnSpc>
              <a:spcBef>
                <a:spcPts val="300"/>
              </a:spcBef>
              <a:defRPr sz="1000">
                <a:latin typeface="+mn-lt"/>
              </a:defRPr>
            </a:lvl1pPr>
            <a:lvl2pPr>
              <a:defRPr sz="1000"/>
            </a:lvl2pPr>
            <a:lvl3pPr>
              <a:defRPr sz="1000"/>
            </a:lvl3pPr>
            <a:lvl4pPr>
              <a:defRPr sz="1000"/>
            </a:lvl4pPr>
            <a:lvl5pPr>
              <a:defRPr sz="1000"/>
            </a:lvl5pPr>
          </a:lstStyle>
          <a:p>
            <a:pPr lvl="0"/>
            <a:r>
              <a:rPr lang="en-US"/>
              <a:t>Click to edit Master text styles</a:t>
            </a:r>
          </a:p>
        </p:txBody>
      </p:sp>
      <p:sp>
        <p:nvSpPr>
          <p:cNvPr id="61" name="Text Placeholder 32">
            <a:extLst>
              <a:ext uri="{FF2B5EF4-FFF2-40B4-BE49-F238E27FC236}">
                <a16:creationId xmlns:a16="http://schemas.microsoft.com/office/drawing/2014/main" id="{C7F804DA-BC3F-3640-998C-1BB1F57FB2DD}"/>
              </a:ext>
            </a:extLst>
          </p:cNvPr>
          <p:cNvSpPr>
            <a:spLocks noGrp="1"/>
          </p:cNvSpPr>
          <p:nvPr>
            <p:ph type="body" sz="quarter" idx="26"/>
          </p:nvPr>
        </p:nvSpPr>
        <p:spPr>
          <a:xfrm>
            <a:off x="4432789" y="4549563"/>
            <a:ext cx="2788920" cy="398058"/>
          </a:xfrm>
          <a:prstGeom prst="rect">
            <a:avLst/>
          </a:prstGeom>
        </p:spPr>
        <p:txBody>
          <a:bodyPr tIns="64008"/>
          <a:lstStyle>
            <a:lvl1pPr>
              <a:lnSpc>
                <a:spcPct val="100000"/>
              </a:lnSpc>
              <a:spcBef>
                <a:spcPts val="0"/>
              </a:spcBef>
              <a:defRPr sz="1000">
                <a:solidFill>
                  <a:srgbClr val="0078D4"/>
                </a:solidFill>
                <a:latin typeface="+mn-lt"/>
              </a:defRPr>
            </a:lvl1pPr>
            <a:lvl2pPr>
              <a:lnSpc>
                <a:spcPct val="100000"/>
              </a:lnSpc>
              <a:spcBef>
                <a:spcPts val="200"/>
              </a:spcBef>
              <a:defRPr sz="1000"/>
            </a:lvl2pPr>
            <a:lvl3pPr>
              <a:defRPr sz="1000"/>
            </a:lvl3pPr>
            <a:lvl4pPr>
              <a:defRPr sz="1000"/>
            </a:lvl4pPr>
            <a:lvl5pPr>
              <a:defRPr sz="1000"/>
            </a:lvl5pPr>
          </a:lstStyle>
          <a:p>
            <a:pPr lvl="0"/>
            <a:r>
              <a:rPr lang="en-US"/>
              <a:t>Click to edit Master text styles</a:t>
            </a:r>
          </a:p>
          <a:p>
            <a:pPr lvl="1"/>
            <a:r>
              <a:rPr lang="en-US"/>
              <a:t>Level 2</a:t>
            </a:r>
          </a:p>
        </p:txBody>
      </p:sp>
      <p:sp>
        <p:nvSpPr>
          <p:cNvPr id="62" name="Text Placeholder 32">
            <a:extLst>
              <a:ext uri="{FF2B5EF4-FFF2-40B4-BE49-F238E27FC236}">
                <a16:creationId xmlns:a16="http://schemas.microsoft.com/office/drawing/2014/main" id="{C6A9E63B-12A4-654D-49DD-164124F8D0B6}"/>
              </a:ext>
            </a:extLst>
          </p:cNvPr>
          <p:cNvSpPr>
            <a:spLocks noGrp="1"/>
          </p:cNvSpPr>
          <p:nvPr>
            <p:ph type="body" sz="quarter" idx="27"/>
          </p:nvPr>
        </p:nvSpPr>
        <p:spPr>
          <a:xfrm>
            <a:off x="7405111" y="4549563"/>
            <a:ext cx="2788920" cy="398058"/>
          </a:xfrm>
          <a:prstGeom prst="rect">
            <a:avLst/>
          </a:prstGeom>
        </p:spPr>
        <p:txBody>
          <a:bodyPr tIns="64008"/>
          <a:lstStyle>
            <a:lvl1pPr>
              <a:lnSpc>
                <a:spcPct val="100000"/>
              </a:lnSpc>
              <a:spcBef>
                <a:spcPts val="0"/>
              </a:spcBef>
              <a:defRPr sz="1000">
                <a:solidFill>
                  <a:srgbClr val="0078D4"/>
                </a:solidFill>
                <a:latin typeface="+mn-lt"/>
              </a:defRPr>
            </a:lvl1pPr>
            <a:lvl2pPr>
              <a:lnSpc>
                <a:spcPct val="100000"/>
              </a:lnSpc>
              <a:spcBef>
                <a:spcPts val="200"/>
              </a:spcBef>
              <a:defRPr sz="1000"/>
            </a:lvl2pPr>
            <a:lvl3pPr>
              <a:defRPr sz="1000"/>
            </a:lvl3pPr>
            <a:lvl4pPr>
              <a:defRPr sz="1000"/>
            </a:lvl4pPr>
            <a:lvl5pPr>
              <a:defRPr sz="1000"/>
            </a:lvl5pPr>
          </a:lstStyle>
          <a:p>
            <a:pPr lvl="0"/>
            <a:r>
              <a:rPr lang="en-US"/>
              <a:t>Click to edit Master text styles</a:t>
            </a:r>
          </a:p>
          <a:p>
            <a:pPr lvl="1"/>
            <a:r>
              <a:rPr lang="en-US"/>
              <a:t>Level 2</a:t>
            </a:r>
          </a:p>
        </p:txBody>
      </p:sp>
      <p:sp>
        <p:nvSpPr>
          <p:cNvPr id="40" name="Text Placeholder 29">
            <a:extLst>
              <a:ext uri="{FF2B5EF4-FFF2-40B4-BE49-F238E27FC236}">
                <a16:creationId xmlns:a16="http://schemas.microsoft.com/office/drawing/2014/main" id="{E4ADED78-B614-0FFF-B211-76B31F9AE9C5}"/>
              </a:ext>
            </a:extLst>
          </p:cNvPr>
          <p:cNvSpPr>
            <a:spLocks noGrp="1"/>
          </p:cNvSpPr>
          <p:nvPr>
            <p:ph type="body" sz="quarter" idx="18"/>
          </p:nvPr>
        </p:nvSpPr>
        <p:spPr>
          <a:xfrm>
            <a:off x="798513" y="5827337"/>
            <a:ext cx="960120" cy="553998"/>
          </a:xfrm>
          <a:prstGeom prst="rect">
            <a:avLst/>
          </a:prstGeom>
        </p:spPr>
        <p:txBody>
          <a:bodyPr anchor="ctr" anchorCtr="0"/>
          <a:lstStyle>
            <a:lvl1pPr>
              <a:lnSpc>
                <a:spcPct val="100000"/>
              </a:lnSpc>
              <a:defRPr sz="1200"/>
            </a:lvl1pPr>
          </a:lstStyle>
          <a:p>
            <a:pPr lvl="0"/>
            <a:r>
              <a:rPr lang="en-US"/>
              <a:t>Click to edit Master text styles</a:t>
            </a:r>
          </a:p>
        </p:txBody>
      </p:sp>
      <p:sp>
        <p:nvSpPr>
          <p:cNvPr id="41" name="Text Placeholder 32">
            <a:extLst>
              <a:ext uri="{FF2B5EF4-FFF2-40B4-BE49-F238E27FC236}">
                <a16:creationId xmlns:a16="http://schemas.microsoft.com/office/drawing/2014/main" id="{46CEDAE2-5599-F4E2-6E7F-C9E1F03E41A7}"/>
              </a:ext>
            </a:extLst>
          </p:cNvPr>
          <p:cNvSpPr>
            <a:spLocks noGrp="1"/>
          </p:cNvSpPr>
          <p:nvPr>
            <p:ph type="body" sz="quarter" idx="19"/>
          </p:nvPr>
        </p:nvSpPr>
        <p:spPr>
          <a:xfrm>
            <a:off x="1898649" y="6027392"/>
            <a:ext cx="1792224" cy="153888"/>
          </a:xfrm>
          <a:prstGeom prst="rect">
            <a:avLst/>
          </a:prstGeom>
        </p:spPr>
        <p:txBody>
          <a:bodyPr anchor="ctr" anchorCtr="0"/>
          <a:lstStyle>
            <a:lvl1pPr>
              <a:lnSpc>
                <a:spcPct val="100000"/>
              </a:lnSpc>
              <a:spcBef>
                <a:spcPts val="300"/>
              </a:spcBef>
              <a:defRPr sz="1000">
                <a:latin typeface="+mn-lt"/>
              </a:defRPr>
            </a:lvl1pPr>
            <a:lvl2pPr>
              <a:defRPr sz="1000"/>
            </a:lvl2pPr>
            <a:lvl3pPr>
              <a:defRPr sz="1000"/>
            </a:lvl3pPr>
            <a:lvl4pPr>
              <a:defRPr sz="1000"/>
            </a:lvl4pPr>
            <a:lvl5pPr>
              <a:defRPr sz="1000"/>
            </a:lvl5pPr>
          </a:lstStyle>
          <a:p>
            <a:pPr lvl="0"/>
            <a:r>
              <a:rPr lang="en-US"/>
              <a:t>Click to edit Master text styles</a:t>
            </a:r>
          </a:p>
        </p:txBody>
      </p:sp>
      <p:sp>
        <p:nvSpPr>
          <p:cNvPr id="63" name="Text Placeholder 32">
            <a:extLst>
              <a:ext uri="{FF2B5EF4-FFF2-40B4-BE49-F238E27FC236}">
                <a16:creationId xmlns:a16="http://schemas.microsoft.com/office/drawing/2014/main" id="{80030978-FE73-07C4-38E2-BEC98FAE1029}"/>
              </a:ext>
            </a:extLst>
          </p:cNvPr>
          <p:cNvSpPr>
            <a:spLocks noGrp="1"/>
          </p:cNvSpPr>
          <p:nvPr>
            <p:ph type="body" sz="quarter" idx="28"/>
          </p:nvPr>
        </p:nvSpPr>
        <p:spPr>
          <a:xfrm>
            <a:off x="4432789" y="5616087"/>
            <a:ext cx="2788920" cy="398058"/>
          </a:xfrm>
          <a:prstGeom prst="rect">
            <a:avLst/>
          </a:prstGeom>
        </p:spPr>
        <p:txBody>
          <a:bodyPr tIns="64008"/>
          <a:lstStyle>
            <a:lvl1pPr>
              <a:lnSpc>
                <a:spcPct val="100000"/>
              </a:lnSpc>
              <a:spcBef>
                <a:spcPts val="0"/>
              </a:spcBef>
              <a:defRPr sz="1000">
                <a:solidFill>
                  <a:srgbClr val="0078D4"/>
                </a:solidFill>
                <a:latin typeface="+mn-lt"/>
              </a:defRPr>
            </a:lvl1pPr>
            <a:lvl2pPr>
              <a:lnSpc>
                <a:spcPct val="100000"/>
              </a:lnSpc>
              <a:spcBef>
                <a:spcPts val="200"/>
              </a:spcBef>
              <a:defRPr sz="1000"/>
            </a:lvl2pPr>
            <a:lvl3pPr>
              <a:defRPr sz="1000"/>
            </a:lvl3pPr>
            <a:lvl4pPr>
              <a:defRPr sz="1000"/>
            </a:lvl4pPr>
            <a:lvl5pPr>
              <a:defRPr sz="1000"/>
            </a:lvl5pPr>
          </a:lstStyle>
          <a:p>
            <a:pPr lvl="0"/>
            <a:r>
              <a:rPr lang="en-US"/>
              <a:t>Click to edit Master text styles</a:t>
            </a:r>
          </a:p>
          <a:p>
            <a:pPr lvl="1"/>
            <a:r>
              <a:rPr lang="en-US"/>
              <a:t>Level 2</a:t>
            </a:r>
          </a:p>
        </p:txBody>
      </p:sp>
      <p:sp>
        <p:nvSpPr>
          <p:cNvPr id="64" name="Text Placeholder 32">
            <a:extLst>
              <a:ext uri="{FF2B5EF4-FFF2-40B4-BE49-F238E27FC236}">
                <a16:creationId xmlns:a16="http://schemas.microsoft.com/office/drawing/2014/main" id="{E93E70C8-4DCB-4FD4-1561-DC47304B7A44}"/>
              </a:ext>
            </a:extLst>
          </p:cNvPr>
          <p:cNvSpPr>
            <a:spLocks noGrp="1"/>
          </p:cNvSpPr>
          <p:nvPr>
            <p:ph type="body" sz="quarter" idx="29"/>
          </p:nvPr>
        </p:nvSpPr>
        <p:spPr>
          <a:xfrm>
            <a:off x="7405111" y="5616087"/>
            <a:ext cx="2788920" cy="398058"/>
          </a:xfrm>
          <a:prstGeom prst="rect">
            <a:avLst/>
          </a:prstGeom>
        </p:spPr>
        <p:txBody>
          <a:bodyPr tIns="64008"/>
          <a:lstStyle>
            <a:lvl1pPr>
              <a:lnSpc>
                <a:spcPct val="100000"/>
              </a:lnSpc>
              <a:spcBef>
                <a:spcPts val="0"/>
              </a:spcBef>
              <a:defRPr sz="1000">
                <a:solidFill>
                  <a:srgbClr val="0078D4"/>
                </a:solidFill>
                <a:latin typeface="+mn-lt"/>
              </a:defRPr>
            </a:lvl1pPr>
            <a:lvl2pPr>
              <a:lnSpc>
                <a:spcPct val="100000"/>
              </a:lnSpc>
              <a:spcBef>
                <a:spcPts val="200"/>
              </a:spcBef>
              <a:defRPr sz="1000"/>
            </a:lvl2pPr>
            <a:lvl3pPr>
              <a:defRPr sz="1000"/>
            </a:lvl3pPr>
            <a:lvl4pPr>
              <a:defRPr sz="1000"/>
            </a:lvl4pPr>
            <a:lvl5pPr>
              <a:defRPr sz="1000"/>
            </a:lvl5pPr>
          </a:lstStyle>
          <a:p>
            <a:pPr lvl="0"/>
            <a:r>
              <a:rPr lang="en-US"/>
              <a:t>Click to edit Master text styles</a:t>
            </a:r>
          </a:p>
          <a:p>
            <a:pPr lvl="1"/>
            <a:r>
              <a:rPr lang="en-US"/>
              <a:t>Level 2</a:t>
            </a:r>
          </a:p>
        </p:txBody>
      </p:sp>
    </p:spTree>
    <p:extLst>
      <p:ext uri="{BB962C8B-B14F-4D97-AF65-F5344CB8AC3E}">
        <p14:creationId xmlns:p14="http://schemas.microsoft.com/office/powerpoint/2010/main" val="417690026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86.xml><?xml version="1.0" encoding="utf-8"?>
<p:sldLayout xmlns:a="http://schemas.openxmlformats.org/drawingml/2006/main" xmlns:r="http://schemas.openxmlformats.org/officeDocument/2006/relationships" xmlns:p="http://schemas.openxmlformats.org/presentationml/2006/main" preserve="1" userDrawn="1">
  <p:cSld name="3 Key Processes - Before/After AI">
    <p:spTree>
      <p:nvGrpSpPr>
        <p:cNvPr id="1" name=""/>
        <p:cNvGrpSpPr/>
        <p:nvPr/>
      </p:nvGrpSpPr>
      <p:grpSpPr>
        <a:xfrm>
          <a:off x="0" y="0"/>
          <a:ext cx="0" cy="0"/>
          <a:chOff x="0" y="0"/>
          <a:chExt cx="0" cy="0"/>
        </a:xfrm>
      </p:grpSpPr>
      <p:grpSp>
        <p:nvGrpSpPr>
          <p:cNvPr id="35" name="Group 34">
            <a:extLst>
              <a:ext uri="{FF2B5EF4-FFF2-40B4-BE49-F238E27FC236}">
                <a16:creationId xmlns:a16="http://schemas.microsoft.com/office/drawing/2014/main" id="{3C79BC07-2E4F-074C-E42E-3220BD3E1993}"/>
              </a:ext>
              <a:ext uri="{C183D7F6-B498-43B3-948B-1728B52AA6E4}">
                <adec:decorative xmlns:adec="http://schemas.microsoft.com/office/drawing/2017/decorative" val="1"/>
              </a:ext>
            </a:extLst>
          </p:cNvPr>
          <p:cNvGrpSpPr>
            <a:grpSpLocks noGrp="1" noUngrp="1" noRot="1" noMove="1" noResize="1"/>
          </p:cNvGrpSpPr>
          <p:nvPr userDrawn="1"/>
        </p:nvGrpSpPr>
        <p:grpSpPr>
          <a:xfrm>
            <a:off x="0" y="0"/>
            <a:ext cx="12188952" cy="6858000"/>
            <a:chOff x="0" y="0"/>
            <a:chExt cx="12188952" cy="6858000"/>
          </a:xfrm>
        </p:grpSpPr>
        <p:sp>
          <p:nvSpPr>
            <p:cNvPr id="2" name="Rectangle 1">
              <a:extLst>
                <a:ext uri="{FF2B5EF4-FFF2-40B4-BE49-F238E27FC236}">
                  <a16:creationId xmlns:a16="http://schemas.microsoft.com/office/drawing/2014/main" id="{D70D2C7A-4F5B-353D-0C06-7346A8207B45}"/>
                </a:ext>
              </a:extLst>
            </p:cNvPr>
            <p:cNvSpPr>
              <a:spLocks noGrp="1" noRot="1" noMove="1" noResize="1" noEditPoints="1" noAdjustHandles="1" noChangeArrowheads="1" noChangeShapeType="1"/>
            </p:cNvSpPr>
            <p:nvPr userDrawn="1"/>
          </p:nvSpPr>
          <p:spPr bwMode="auto">
            <a:xfrm>
              <a:off x="0"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3" name="Picture 2" descr="A colorful gradient going from darker blue on the left side to light blue to magenta to orange on the right side">
              <a:extLst>
                <a:ext uri="{FF2B5EF4-FFF2-40B4-BE49-F238E27FC236}">
                  <a16:creationId xmlns:a16="http://schemas.microsoft.com/office/drawing/2014/main" id="{B0ABAD7C-69B5-267A-50D7-D08FB74F67A5}"/>
                </a:ext>
              </a:extLst>
            </p:cNvPr>
            <p:cNvPicPr>
              <a:picLocks noGrp="1" noRot="1" noChangeAspect="1" noMove="1" noResize="1" noEditPoints="1" noAdjustHandles="1" noChangeArrowheads="1" noChangeShapeType="1" noCrop="1"/>
            </p:cNvPicPr>
            <p:nvPr userDrawn="1"/>
          </p:nvPicPr>
          <p:blipFill>
            <a:blip r:embed="rId2"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grpSp>
      <p:sp>
        <p:nvSpPr>
          <p:cNvPr id="5" name="Title 4">
            <a:extLst>
              <a:ext uri="{FF2B5EF4-FFF2-40B4-BE49-F238E27FC236}">
                <a16:creationId xmlns:a16="http://schemas.microsoft.com/office/drawing/2014/main" id="{0BCEAD74-397D-0D97-9041-3CFAF98275DD}"/>
              </a:ext>
            </a:extLst>
          </p:cNvPr>
          <p:cNvSpPr>
            <a:spLocks noGrp="1"/>
          </p:cNvSpPr>
          <p:nvPr>
            <p:ph type="title"/>
          </p:nvPr>
        </p:nvSpPr>
        <p:spPr/>
        <p:txBody>
          <a:bodyPr/>
          <a:lstStyle/>
          <a:p>
            <a:r>
              <a:rPr lang="en-US"/>
              <a:t>Click to edit Master title style</a:t>
            </a:r>
          </a:p>
        </p:txBody>
      </p:sp>
      <p:sp>
        <p:nvSpPr>
          <p:cNvPr id="6" name="Rounded Rectangle 79">
            <a:extLst>
              <a:ext uri="{FF2B5EF4-FFF2-40B4-BE49-F238E27FC236}">
                <a16:creationId xmlns:a16="http://schemas.microsoft.com/office/drawing/2014/main" id="{9E4DC3B4-6499-63C7-3136-22B6755463DB}"/>
              </a:ext>
              <a:ext uri="{C183D7F6-B498-43B3-948B-1728B52AA6E4}">
                <adec:decorative xmlns:adec="http://schemas.microsoft.com/office/drawing/2017/decorative" val="1"/>
              </a:ext>
            </a:extLst>
          </p:cNvPr>
          <p:cNvSpPr/>
          <p:nvPr userDrawn="1"/>
        </p:nvSpPr>
        <p:spPr bwMode="auto">
          <a:xfrm>
            <a:off x="559092" y="1837887"/>
            <a:ext cx="3689058" cy="4604188"/>
          </a:xfrm>
          <a:prstGeom prst="roundRect">
            <a:avLst>
              <a:gd name="adj" fmla="val 2935"/>
            </a:avLst>
          </a:prstGeom>
          <a:solidFill>
            <a:schemeClr val="accent3">
              <a:lumMod val="20000"/>
              <a:lumOff val="80000"/>
            </a:schemeClr>
          </a:solidFill>
          <a:ln w="19050">
            <a:gradFill flip="none" rotWithShape="1">
              <a:gsLst>
                <a:gs pos="50000">
                  <a:schemeClr val="bg1">
                    <a:alpha val="20000"/>
                  </a:schemeClr>
                </a:gs>
                <a:gs pos="0">
                  <a:schemeClr val="bg1"/>
                </a:gs>
                <a:gs pos="100000">
                  <a:schemeClr val="bg1"/>
                </a:gs>
              </a:gsLst>
              <a:lin ang="81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365760" rIns="182880" bIns="146304" numCol="1" spcCol="0" rtlCol="0" fromWordArt="0" anchor="t" anchorCtr="0" forceAA="0" compatLnSpc="1">
            <a:prstTxWarp prst="textNoShape">
              <a:avLst/>
            </a:prstTxWarp>
            <a:noAutofit/>
          </a:bodyPr>
          <a:lstStyle/>
          <a:p>
            <a:pPr>
              <a:spcBef>
                <a:spcPts val="1800"/>
              </a:spcBef>
              <a:buSzPct val="90000"/>
            </a:pPr>
            <a:endParaRPr lang="en-US">
              <a:solidFill>
                <a:srgbClr val="000000"/>
              </a:solidFill>
              <a:latin typeface="Segoe Sans Display"/>
              <a:cs typeface="Segoe Sans Display" pitchFamily="2" charset="0"/>
            </a:endParaRPr>
          </a:p>
        </p:txBody>
      </p:sp>
      <p:sp>
        <p:nvSpPr>
          <p:cNvPr id="7" name="Rounded Rectangle 80">
            <a:extLst>
              <a:ext uri="{FF2B5EF4-FFF2-40B4-BE49-F238E27FC236}">
                <a16:creationId xmlns:a16="http://schemas.microsoft.com/office/drawing/2014/main" id="{FAE29394-4DF2-FD1F-1AF1-260B0AF42F62}"/>
              </a:ext>
              <a:ext uri="{C183D7F6-B498-43B3-948B-1728B52AA6E4}">
                <adec:decorative xmlns:adec="http://schemas.microsoft.com/office/drawing/2017/decorative" val="1"/>
              </a:ext>
            </a:extLst>
          </p:cNvPr>
          <p:cNvSpPr/>
          <p:nvPr userDrawn="1"/>
        </p:nvSpPr>
        <p:spPr bwMode="auto">
          <a:xfrm>
            <a:off x="4648199" y="1837887"/>
            <a:ext cx="5814391" cy="4604188"/>
          </a:xfrm>
          <a:prstGeom prst="roundRect">
            <a:avLst>
              <a:gd name="adj" fmla="val 2180"/>
            </a:avLst>
          </a:prstGeom>
          <a:solidFill>
            <a:schemeClr val="accent3">
              <a:lumMod val="20000"/>
              <a:lumOff val="80000"/>
            </a:schemeClr>
          </a:solidFill>
          <a:ln w="19050">
            <a:gradFill flip="none" rotWithShape="1">
              <a:gsLst>
                <a:gs pos="50000">
                  <a:schemeClr val="bg1">
                    <a:alpha val="20000"/>
                  </a:schemeClr>
                </a:gs>
                <a:gs pos="0">
                  <a:schemeClr val="bg1"/>
                </a:gs>
                <a:gs pos="100000">
                  <a:schemeClr val="bg1"/>
                </a:gs>
              </a:gsLst>
              <a:lin ang="81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365760" rIns="182880" bIns="146304" numCol="1" spcCol="0" rtlCol="0" fromWordArt="0" anchor="t" anchorCtr="0" forceAA="0" compatLnSpc="1">
            <a:prstTxWarp prst="textNoShape">
              <a:avLst/>
            </a:prstTxWarp>
            <a:noAutofit/>
          </a:bodyPr>
          <a:lstStyle/>
          <a:p>
            <a:pPr>
              <a:spcBef>
                <a:spcPts val="1800"/>
              </a:spcBef>
              <a:buSzPct val="90000"/>
            </a:pPr>
            <a:endParaRPr lang="en-US">
              <a:solidFill>
                <a:srgbClr val="000000"/>
              </a:solidFill>
              <a:latin typeface="Segoe Sans Display"/>
              <a:cs typeface="Segoe Sans Display" pitchFamily="2" charset="0"/>
            </a:endParaRPr>
          </a:p>
        </p:txBody>
      </p:sp>
      <p:sp>
        <p:nvSpPr>
          <p:cNvPr id="10" name="Rectangle 9">
            <a:extLst>
              <a:ext uri="{FF2B5EF4-FFF2-40B4-BE49-F238E27FC236}">
                <a16:creationId xmlns:a16="http://schemas.microsoft.com/office/drawing/2014/main" id="{299A8EFD-2D0A-4BA9-1EFF-24E8AAD17AA0}"/>
              </a:ext>
              <a:ext uri="{C183D7F6-B498-43B3-948B-1728B52AA6E4}">
                <adec:decorative xmlns:adec="http://schemas.microsoft.com/office/drawing/2017/decorative" val="1"/>
              </a:ext>
            </a:extLst>
          </p:cNvPr>
          <p:cNvSpPr/>
          <p:nvPr userDrawn="1"/>
        </p:nvSpPr>
        <p:spPr bwMode="auto">
          <a:xfrm>
            <a:off x="3494230" y="2541021"/>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2" name="Rectangle 11">
            <a:extLst>
              <a:ext uri="{FF2B5EF4-FFF2-40B4-BE49-F238E27FC236}">
                <a16:creationId xmlns:a16="http://schemas.microsoft.com/office/drawing/2014/main" id="{E46ACF3F-45FE-47D6-C59E-50148796EE46}"/>
              </a:ext>
              <a:ext uri="{C183D7F6-B498-43B3-948B-1728B52AA6E4}">
                <adec:decorative xmlns:adec="http://schemas.microsoft.com/office/drawing/2017/decorative" val="1"/>
              </a:ext>
            </a:extLst>
          </p:cNvPr>
          <p:cNvSpPr/>
          <p:nvPr userDrawn="1"/>
        </p:nvSpPr>
        <p:spPr bwMode="auto">
          <a:xfrm>
            <a:off x="3493474" y="3984383"/>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3" name="Rectangle 12">
            <a:extLst>
              <a:ext uri="{FF2B5EF4-FFF2-40B4-BE49-F238E27FC236}">
                <a16:creationId xmlns:a16="http://schemas.microsoft.com/office/drawing/2014/main" id="{13E1A497-2059-869A-1E6F-D817713744F2}"/>
              </a:ext>
              <a:ext uri="{C183D7F6-B498-43B3-948B-1728B52AA6E4}">
                <adec:decorative xmlns:adec="http://schemas.microsoft.com/office/drawing/2017/decorative" val="1"/>
              </a:ext>
            </a:extLst>
          </p:cNvPr>
          <p:cNvSpPr/>
          <p:nvPr userDrawn="1"/>
        </p:nvSpPr>
        <p:spPr bwMode="auto">
          <a:xfrm>
            <a:off x="3488643" y="5410082"/>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4" name="Rounded Rectangle 46">
            <a:extLst>
              <a:ext uri="{FF2B5EF4-FFF2-40B4-BE49-F238E27FC236}">
                <a16:creationId xmlns:a16="http://schemas.microsoft.com/office/drawing/2014/main" id="{3063B761-DBCC-60FA-BD86-6849C7A698A6}"/>
              </a:ext>
              <a:ext uri="{C183D7F6-B498-43B3-948B-1728B52AA6E4}">
                <adec:decorative xmlns:adec="http://schemas.microsoft.com/office/drawing/2017/decorative" val="1"/>
              </a:ext>
            </a:extLst>
          </p:cNvPr>
          <p:cNvSpPr/>
          <p:nvPr userDrawn="1"/>
        </p:nvSpPr>
        <p:spPr bwMode="auto">
          <a:xfrm>
            <a:off x="4814424" y="2200810"/>
            <a:ext cx="5479000" cy="1143000"/>
          </a:xfrm>
          <a:prstGeom prst="roundRect">
            <a:avLst>
              <a:gd name="adj" fmla="val 10436"/>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5" name="Rounded Rectangle 50">
            <a:extLst>
              <a:ext uri="{FF2B5EF4-FFF2-40B4-BE49-F238E27FC236}">
                <a16:creationId xmlns:a16="http://schemas.microsoft.com/office/drawing/2014/main" id="{F45FBE28-BE8D-DED6-3977-A35C74FD3290}"/>
              </a:ext>
              <a:ext uri="{C183D7F6-B498-43B3-948B-1728B52AA6E4}">
                <adec:decorative xmlns:adec="http://schemas.microsoft.com/office/drawing/2017/decorative" val="1"/>
              </a:ext>
            </a:extLst>
          </p:cNvPr>
          <p:cNvSpPr/>
          <p:nvPr userDrawn="1"/>
        </p:nvSpPr>
        <p:spPr bwMode="auto">
          <a:xfrm>
            <a:off x="4814424" y="3644172"/>
            <a:ext cx="5479000" cy="1143000"/>
          </a:xfrm>
          <a:prstGeom prst="roundRect">
            <a:avLst>
              <a:gd name="adj" fmla="val 10436"/>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6" name="Rounded Rectangle 55">
            <a:extLst>
              <a:ext uri="{FF2B5EF4-FFF2-40B4-BE49-F238E27FC236}">
                <a16:creationId xmlns:a16="http://schemas.microsoft.com/office/drawing/2014/main" id="{2F64D3D4-86A8-332C-C08C-56C186DAB212}"/>
              </a:ext>
              <a:ext uri="{C183D7F6-B498-43B3-948B-1728B52AA6E4}">
                <adec:decorative xmlns:adec="http://schemas.microsoft.com/office/drawing/2017/decorative" val="1"/>
              </a:ext>
            </a:extLst>
          </p:cNvPr>
          <p:cNvSpPr/>
          <p:nvPr userDrawn="1"/>
        </p:nvSpPr>
        <p:spPr bwMode="auto">
          <a:xfrm>
            <a:off x="4814424" y="5069871"/>
            <a:ext cx="5479000" cy="1143000"/>
          </a:xfrm>
          <a:prstGeom prst="roundRect">
            <a:avLst>
              <a:gd name="adj" fmla="val 10436"/>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8" name="Rounded Rectangle 20">
            <a:extLst>
              <a:ext uri="{FF2B5EF4-FFF2-40B4-BE49-F238E27FC236}">
                <a16:creationId xmlns:a16="http://schemas.microsoft.com/office/drawing/2014/main" id="{3923BC9E-92B9-804E-6B78-A0405A155021}"/>
              </a:ext>
              <a:ext uri="{C183D7F6-B498-43B3-948B-1728B52AA6E4}">
                <adec:decorative xmlns:adec="http://schemas.microsoft.com/office/drawing/2017/decorative" val="1"/>
              </a:ext>
            </a:extLst>
          </p:cNvPr>
          <p:cNvSpPr/>
          <p:nvPr userDrawn="1"/>
        </p:nvSpPr>
        <p:spPr bwMode="auto">
          <a:xfrm>
            <a:off x="699425" y="2200810"/>
            <a:ext cx="3434324" cy="1143000"/>
          </a:xfrm>
          <a:prstGeom prst="roundRect">
            <a:avLst>
              <a:gd name="adj" fmla="val 10436"/>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9" name="Rounded Rectangle 23">
            <a:extLst>
              <a:ext uri="{FF2B5EF4-FFF2-40B4-BE49-F238E27FC236}">
                <a16:creationId xmlns:a16="http://schemas.microsoft.com/office/drawing/2014/main" id="{DDF0544D-EDBE-E23C-1DEE-9321AD081C2F}"/>
              </a:ext>
              <a:ext uri="{C183D7F6-B498-43B3-948B-1728B52AA6E4}">
                <adec:decorative xmlns:adec="http://schemas.microsoft.com/office/drawing/2017/decorative" val="1"/>
              </a:ext>
            </a:extLst>
          </p:cNvPr>
          <p:cNvSpPr/>
          <p:nvPr userDrawn="1"/>
        </p:nvSpPr>
        <p:spPr bwMode="auto">
          <a:xfrm>
            <a:off x="699425" y="3644172"/>
            <a:ext cx="3434324" cy="1143000"/>
          </a:xfrm>
          <a:prstGeom prst="roundRect">
            <a:avLst>
              <a:gd name="adj" fmla="val 10436"/>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20" name="Rounded Rectangle 31">
            <a:extLst>
              <a:ext uri="{FF2B5EF4-FFF2-40B4-BE49-F238E27FC236}">
                <a16:creationId xmlns:a16="http://schemas.microsoft.com/office/drawing/2014/main" id="{C3455CCB-C24F-0918-DDC0-089FC7A04623}"/>
              </a:ext>
              <a:ext uri="{C183D7F6-B498-43B3-948B-1728B52AA6E4}">
                <adec:decorative xmlns:adec="http://schemas.microsoft.com/office/drawing/2017/decorative" val="1"/>
              </a:ext>
            </a:extLst>
          </p:cNvPr>
          <p:cNvSpPr/>
          <p:nvPr userDrawn="1"/>
        </p:nvSpPr>
        <p:spPr bwMode="auto">
          <a:xfrm>
            <a:off x="698468" y="5069871"/>
            <a:ext cx="3436510" cy="1143000"/>
          </a:xfrm>
          <a:prstGeom prst="roundRect">
            <a:avLst>
              <a:gd name="adj" fmla="val 10436"/>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21" name="Rectangle: Rounded Corners 10">
            <a:extLst>
              <a:ext uri="{FF2B5EF4-FFF2-40B4-BE49-F238E27FC236}">
                <a16:creationId xmlns:a16="http://schemas.microsoft.com/office/drawing/2014/main" id="{57AC6C64-4EA9-70A1-AE04-D983F85F6C61}"/>
              </a:ext>
              <a:ext uri="{C183D7F6-B498-43B3-948B-1728B52AA6E4}">
                <adec:decorative xmlns:adec="http://schemas.microsoft.com/office/drawing/2017/decorative" val="1"/>
              </a:ext>
            </a:extLst>
          </p:cNvPr>
          <p:cNvSpPr/>
          <p:nvPr userDrawn="1"/>
        </p:nvSpPr>
        <p:spPr>
          <a:xfrm>
            <a:off x="559093" y="1717863"/>
            <a:ext cx="1224299" cy="273059"/>
          </a:xfrm>
          <a:prstGeom prst="roundRect">
            <a:avLst>
              <a:gd name="adj" fmla="val 50000"/>
            </a:avLst>
          </a:prstGeom>
          <a:solidFill>
            <a:schemeClr val="bg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i="0" u="none" strike="noStrike" kern="1200" cap="none" spc="0" normalizeH="0" baseline="0" noProof="0">
                <a:ln>
                  <a:noFill/>
                </a:ln>
                <a:solidFill>
                  <a:srgbClr val="FFFFFF"/>
                </a:solidFill>
                <a:effectLst/>
                <a:uLnTx/>
                <a:uFillTx/>
                <a:latin typeface="+mj-lt"/>
                <a:ea typeface="+mn-ea"/>
                <a:cs typeface="Segoe Sans Display" pitchFamily="2" charset="0"/>
              </a:rPr>
              <a:t>Key Processes</a:t>
            </a:r>
          </a:p>
        </p:txBody>
      </p:sp>
      <p:sp>
        <p:nvSpPr>
          <p:cNvPr id="30" name="Text Placeholder 29">
            <a:extLst>
              <a:ext uri="{FF2B5EF4-FFF2-40B4-BE49-F238E27FC236}">
                <a16:creationId xmlns:a16="http://schemas.microsoft.com/office/drawing/2014/main" id="{320DB206-1E09-B91E-9F54-10742BA42DF9}"/>
              </a:ext>
            </a:extLst>
          </p:cNvPr>
          <p:cNvSpPr>
            <a:spLocks noGrp="1"/>
          </p:cNvSpPr>
          <p:nvPr>
            <p:ph type="body" sz="quarter" idx="12"/>
          </p:nvPr>
        </p:nvSpPr>
        <p:spPr>
          <a:xfrm>
            <a:off x="798513" y="2495311"/>
            <a:ext cx="960120" cy="553998"/>
          </a:xfrm>
          <a:prstGeom prst="rect">
            <a:avLst/>
          </a:prstGeom>
        </p:spPr>
        <p:txBody>
          <a:bodyPr anchor="ctr" anchorCtr="0"/>
          <a:lstStyle>
            <a:lvl1pPr>
              <a:lnSpc>
                <a:spcPct val="100000"/>
              </a:lnSpc>
              <a:defRPr sz="1200"/>
            </a:lvl1pPr>
          </a:lstStyle>
          <a:p>
            <a:pPr lvl="0"/>
            <a:r>
              <a:rPr lang="en-US"/>
              <a:t>Click to edit Master text styles</a:t>
            </a:r>
          </a:p>
        </p:txBody>
      </p:sp>
      <p:sp>
        <p:nvSpPr>
          <p:cNvPr id="22" name="Rectangle: Rounded Corners 10">
            <a:extLst>
              <a:ext uri="{FF2B5EF4-FFF2-40B4-BE49-F238E27FC236}">
                <a16:creationId xmlns:a16="http://schemas.microsoft.com/office/drawing/2014/main" id="{F283C8DD-3E76-1525-2983-F78D468EABC0}"/>
              </a:ext>
              <a:ext uri="{C183D7F6-B498-43B3-948B-1728B52AA6E4}">
                <adec:decorative xmlns:adec="http://schemas.microsoft.com/office/drawing/2017/decorative" val="1"/>
              </a:ext>
            </a:extLst>
          </p:cNvPr>
          <p:cNvSpPr/>
          <p:nvPr userDrawn="1"/>
        </p:nvSpPr>
        <p:spPr>
          <a:xfrm>
            <a:off x="1898649" y="1717863"/>
            <a:ext cx="1892808" cy="273059"/>
          </a:xfrm>
          <a:prstGeom prst="roundRect">
            <a:avLst>
              <a:gd name="adj" fmla="val 50000"/>
            </a:avLst>
          </a:prstGeom>
          <a:solidFill>
            <a:schemeClr val="bg1">
              <a:lumMod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i="0" u="none" strike="noStrike" kern="1200" cap="none" spc="0" normalizeH="0" baseline="0" noProof="0">
                <a:ln>
                  <a:noFill/>
                </a:ln>
                <a:solidFill>
                  <a:srgbClr val="000000"/>
                </a:solidFill>
                <a:effectLst/>
                <a:uLnTx/>
                <a:uFillTx/>
                <a:latin typeface="+mj-lt"/>
                <a:ea typeface="+mn-ea"/>
                <a:cs typeface="Segoe Sans Display" pitchFamily="2" charset="0"/>
              </a:rPr>
              <a:t>Before AI</a:t>
            </a:r>
          </a:p>
        </p:txBody>
      </p:sp>
      <p:sp>
        <p:nvSpPr>
          <p:cNvPr id="26" name="Rectangle: Rounded Corners 10">
            <a:extLst>
              <a:ext uri="{FF2B5EF4-FFF2-40B4-BE49-F238E27FC236}">
                <a16:creationId xmlns:a16="http://schemas.microsoft.com/office/drawing/2014/main" id="{FF4A5D24-E5ED-ED4B-73C8-FEEBC1E181E3}"/>
              </a:ext>
              <a:ext uri="{C183D7F6-B498-43B3-948B-1728B52AA6E4}">
                <adec:decorative xmlns:adec="http://schemas.microsoft.com/office/drawing/2017/decorative" val="1"/>
              </a:ext>
            </a:extLst>
          </p:cNvPr>
          <p:cNvSpPr/>
          <p:nvPr userDrawn="1"/>
        </p:nvSpPr>
        <p:spPr>
          <a:xfrm>
            <a:off x="4814424" y="1717863"/>
            <a:ext cx="1811983" cy="273059"/>
          </a:xfrm>
          <a:prstGeom prst="roundRect">
            <a:avLst>
              <a:gd name="adj" fmla="val 50000"/>
            </a:avLst>
          </a:prstGeom>
          <a:gradFill flip="none" rotWithShape="1">
            <a:gsLst>
              <a:gs pos="0">
                <a:srgbClr val="0178D4"/>
              </a:gs>
              <a:gs pos="67269">
                <a:srgbClr val="E176D5"/>
              </a:gs>
              <a:gs pos="33000">
                <a:srgbClr val="629CFF"/>
              </a:gs>
              <a:gs pos="100000">
                <a:srgbClr val="FDA778"/>
              </a:gs>
            </a:gsLst>
            <a:path path="circle">
              <a:fillToRect t="100000" r="100000"/>
            </a:path>
            <a:tileRect l="-100000" b="-100000"/>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i="0" u="none" strike="noStrike" kern="1200" cap="none" spc="0" normalizeH="0" baseline="0" noProof="0">
                <a:ln>
                  <a:noFill/>
                </a:ln>
                <a:solidFill>
                  <a:srgbClr val="FFFFFF"/>
                </a:solidFill>
                <a:effectLst/>
                <a:uLnTx/>
                <a:uFillTx/>
                <a:latin typeface="+mj-lt"/>
                <a:ea typeface="+mn-ea"/>
                <a:cs typeface="Segoe Sans Display" pitchFamily="2" charset="0"/>
              </a:rPr>
              <a:t>After AI</a:t>
            </a:r>
          </a:p>
        </p:txBody>
      </p:sp>
      <p:sp>
        <p:nvSpPr>
          <p:cNvPr id="33" name="Text Placeholder 32">
            <a:extLst>
              <a:ext uri="{FF2B5EF4-FFF2-40B4-BE49-F238E27FC236}">
                <a16:creationId xmlns:a16="http://schemas.microsoft.com/office/drawing/2014/main" id="{04735D59-0756-1F28-325D-B95A8012517D}"/>
              </a:ext>
            </a:extLst>
          </p:cNvPr>
          <p:cNvSpPr>
            <a:spLocks noGrp="1"/>
          </p:cNvSpPr>
          <p:nvPr>
            <p:ph type="body" sz="quarter" idx="13"/>
          </p:nvPr>
        </p:nvSpPr>
        <p:spPr>
          <a:xfrm>
            <a:off x="1898649" y="2699213"/>
            <a:ext cx="2103120" cy="146194"/>
          </a:xfrm>
          <a:prstGeom prst="rect">
            <a:avLst/>
          </a:prstGeom>
        </p:spPr>
        <p:txBody>
          <a:bodyPr anchor="ctr" anchorCtr="0"/>
          <a:lstStyle>
            <a:lvl1pPr>
              <a:lnSpc>
                <a:spcPct val="100000"/>
              </a:lnSpc>
              <a:spcBef>
                <a:spcPts val="300"/>
              </a:spcBef>
              <a:defRPr sz="950">
                <a:latin typeface="+mn-lt"/>
              </a:defRPr>
            </a:lvl1pPr>
            <a:lvl2pPr>
              <a:defRPr sz="1000"/>
            </a:lvl2pPr>
            <a:lvl3pPr>
              <a:defRPr sz="1000"/>
            </a:lvl3pPr>
            <a:lvl4pPr>
              <a:defRPr sz="1000"/>
            </a:lvl4pPr>
            <a:lvl5pPr>
              <a:defRPr sz="1000"/>
            </a:lvl5pPr>
          </a:lstStyle>
          <a:p>
            <a:pPr lvl="0"/>
            <a:r>
              <a:rPr lang="en-US"/>
              <a:t>Click to edit Master text styles</a:t>
            </a:r>
          </a:p>
        </p:txBody>
      </p:sp>
      <p:sp>
        <p:nvSpPr>
          <p:cNvPr id="46" name="Text Placeholder 32">
            <a:extLst>
              <a:ext uri="{FF2B5EF4-FFF2-40B4-BE49-F238E27FC236}">
                <a16:creationId xmlns:a16="http://schemas.microsoft.com/office/drawing/2014/main" id="{8DC41E68-3E78-C147-795C-5CE3F98396FE}"/>
              </a:ext>
            </a:extLst>
          </p:cNvPr>
          <p:cNvSpPr>
            <a:spLocks noGrp="1"/>
          </p:cNvSpPr>
          <p:nvPr>
            <p:ph type="body" sz="quarter" idx="20"/>
          </p:nvPr>
        </p:nvSpPr>
        <p:spPr>
          <a:xfrm>
            <a:off x="4898513" y="2577129"/>
            <a:ext cx="4816988" cy="390363"/>
          </a:xfrm>
          <a:prstGeom prst="rect">
            <a:avLst/>
          </a:prstGeom>
        </p:spPr>
        <p:txBody>
          <a:bodyPr tIns="64008" anchor="ctr" anchorCtr="0"/>
          <a:lstStyle>
            <a:lvl1pPr>
              <a:lnSpc>
                <a:spcPct val="100000"/>
              </a:lnSpc>
              <a:spcBef>
                <a:spcPts val="400"/>
              </a:spcBef>
              <a:defRPr sz="1000">
                <a:solidFill>
                  <a:srgbClr val="0078D4"/>
                </a:solidFill>
                <a:latin typeface="+mn-lt"/>
              </a:defRPr>
            </a:lvl1pPr>
            <a:lvl2pPr>
              <a:lnSpc>
                <a:spcPct val="100000"/>
              </a:lnSpc>
              <a:spcBef>
                <a:spcPts val="200"/>
              </a:spcBef>
              <a:defRPr sz="950"/>
            </a:lvl2pPr>
            <a:lvl3pPr>
              <a:defRPr sz="1000"/>
            </a:lvl3pPr>
            <a:lvl4pPr>
              <a:defRPr sz="1000"/>
            </a:lvl4pPr>
            <a:lvl5pPr>
              <a:defRPr sz="1000"/>
            </a:lvl5pPr>
          </a:lstStyle>
          <a:p>
            <a:pPr lvl="0"/>
            <a:r>
              <a:rPr lang="en-US"/>
              <a:t>Click to edit Master text styles</a:t>
            </a:r>
          </a:p>
          <a:p>
            <a:pPr lvl="1"/>
            <a:r>
              <a:rPr lang="en-US"/>
              <a:t>Level 2</a:t>
            </a:r>
          </a:p>
        </p:txBody>
      </p:sp>
      <p:sp>
        <p:nvSpPr>
          <p:cNvPr id="36" name="Text Placeholder 29">
            <a:extLst>
              <a:ext uri="{FF2B5EF4-FFF2-40B4-BE49-F238E27FC236}">
                <a16:creationId xmlns:a16="http://schemas.microsoft.com/office/drawing/2014/main" id="{4BA3A142-A819-F553-5D15-FB96846EDCA7}"/>
              </a:ext>
            </a:extLst>
          </p:cNvPr>
          <p:cNvSpPr>
            <a:spLocks noGrp="1"/>
          </p:cNvSpPr>
          <p:nvPr>
            <p:ph type="body" sz="quarter" idx="14"/>
          </p:nvPr>
        </p:nvSpPr>
        <p:spPr>
          <a:xfrm>
            <a:off x="798513" y="3938673"/>
            <a:ext cx="960120" cy="553998"/>
          </a:xfrm>
          <a:prstGeom prst="rect">
            <a:avLst/>
          </a:prstGeom>
        </p:spPr>
        <p:txBody>
          <a:bodyPr anchor="ctr" anchorCtr="0"/>
          <a:lstStyle>
            <a:lvl1pPr>
              <a:lnSpc>
                <a:spcPct val="100000"/>
              </a:lnSpc>
              <a:defRPr sz="1200"/>
            </a:lvl1pPr>
          </a:lstStyle>
          <a:p>
            <a:pPr lvl="0"/>
            <a:r>
              <a:rPr lang="en-US"/>
              <a:t>Click to edit Master text styles</a:t>
            </a:r>
          </a:p>
        </p:txBody>
      </p:sp>
      <p:sp>
        <p:nvSpPr>
          <p:cNvPr id="37" name="Text Placeholder 32">
            <a:extLst>
              <a:ext uri="{FF2B5EF4-FFF2-40B4-BE49-F238E27FC236}">
                <a16:creationId xmlns:a16="http://schemas.microsoft.com/office/drawing/2014/main" id="{D26EE3EA-C9A9-D990-9C00-02E44F91E73A}"/>
              </a:ext>
            </a:extLst>
          </p:cNvPr>
          <p:cNvSpPr>
            <a:spLocks noGrp="1"/>
          </p:cNvSpPr>
          <p:nvPr>
            <p:ph type="body" sz="quarter" idx="15"/>
          </p:nvPr>
        </p:nvSpPr>
        <p:spPr>
          <a:xfrm>
            <a:off x="1898649" y="4142575"/>
            <a:ext cx="2103120" cy="146194"/>
          </a:xfrm>
          <a:prstGeom prst="rect">
            <a:avLst/>
          </a:prstGeom>
        </p:spPr>
        <p:txBody>
          <a:bodyPr anchor="ctr" anchorCtr="0"/>
          <a:lstStyle>
            <a:lvl1pPr>
              <a:lnSpc>
                <a:spcPct val="100000"/>
              </a:lnSpc>
              <a:spcBef>
                <a:spcPts val="300"/>
              </a:spcBef>
              <a:defRPr sz="950">
                <a:latin typeface="+mn-lt"/>
              </a:defRPr>
            </a:lvl1pPr>
            <a:lvl2pPr>
              <a:defRPr sz="1000"/>
            </a:lvl2pPr>
            <a:lvl3pPr>
              <a:defRPr sz="1000"/>
            </a:lvl3pPr>
            <a:lvl4pPr>
              <a:defRPr sz="1000"/>
            </a:lvl4pPr>
            <a:lvl5pPr>
              <a:defRPr sz="1000"/>
            </a:lvl5pPr>
          </a:lstStyle>
          <a:p>
            <a:pPr lvl="0"/>
            <a:r>
              <a:rPr lang="en-US"/>
              <a:t>Click to edit Master text styles</a:t>
            </a:r>
          </a:p>
        </p:txBody>
      </p:sp>
      <p:sp>
        <p:nvSpPr>
          <p:cNvPr id="57" name="Text Placeholder 32">
            <a:extLst>
              <a:ext uri="{FF2B5EF4-FFF2-40B4-BE49-F238E27FC236}">
                <a16:creationId xmlns:a16="http://schemas.microsoft.com/office/drawing/2014/main" id="{F0E4F28B-ABF1-36EC-1032-A02714B652A3}"/>
              </a:ext>
            </a:extLst>
          </p:cNvPr>
          <p:cNvSpPr>
            <a:spLocks noGrp="1"/>
          </p:cNvSpPr>
          <p:nvPr>
            <p:ph type="body" sz="quarter" idx="22"/>
          </p:nvPr>
        </p:nvSpPr>
        <p:spPr>
          <a:xfrm>
            <a:off x="4898513" y="4020491"/>
            <a:ext cx="4816988" cy="390363"/>
          </a:xfrm>
          <a:prstGeom prst="rect">
            <a:avLst/>
          </a:prstGeom>
        </p:spPr>
        <p:txBody>
          <a:bodyPr tIns="64008" anchor="ctr" anchorCtr="0"/>
          <a:lstStyle>
            <a:lvl1pPr>
              <a:lnSpc>
                <a:spcPct val="100000"/>
              </a:lnSpc>
              <a:spcBef>
                <a:spcPts val="400"/>
              </a:spcBef>
              <a:defRPr sz="1000">
                <a:solidFill>
                  <a:srgbClr val="0078D4"/>
                </a:solidFill>
                <a:latin typeface="+mn-lt"/>
              </a:defRPr>
            </a:lvl1pPr>
            <a:lvl2pPr>
              <a:lnSpc>
                <a:spcPct val="100000"/>
              </a:lnSpc>
              <a:spcBef>
                <a:spcPts val="200"/>
              </a:spcBef>
              <a:defRPr sz="950"/>
            </a:lvl2pPr>
            <a:lvl3pPr>
              <a:defRPr sz="1000"/>
            </a:lvl3pPr>
            <a:lvl4pPr>
              <a:defRPr sz="1000"/>
            </a:lvl4pPr>
            <a:lvl5pPr>
              <a:defRPr sz="1000"/>
            </a:lvl5pPr>
          </a:lstStyle>
          <a:p>
            <a:pPr lvl="0"/>
            <a:r>
              <a:rPr lang="en-US"/>
              <a:t>Click to edit Master text styles</a:t>
            </a:r>
          </a:p>
          <a:p>
            <a:pPr lvl="1"/>
            <a:r>
              <a:rPr lang="en-US"/>
              <a:t>Level 2</a:t>
            </a:r>
          </a:p>
        </p:txBody>
      </p:sp>
      <p:sp>
        <p:nvSpPr>
          <p:cNvPr id="59" name="Text Placeholder 32">
            <a:extLst>
              <a:ext uri="{FF2B5EF4-FFF2-40B4-BE49-F238E27FC236}">
                <a16:creationId xmlns:a16="http://schemas.microsoft.com/office/drawing/2014/main" id="{B7C78BB3-DA91-4E6E-F986-D3754AD22421}"/>
              </a:ext>
            </a:extLst>
          </p:cNvPr>
          <p:cNvSpPr>
            <a:spLocks noGrp="1"/>
          </p:cNvSpPr>
          <p:nvPr>
            <p:ph type="body" sz="quarter" idx="24"/>
          </p:nvPr>
        </p:nvSpPr>
        <p:spPr>
          <a:xfrm>
            <a:off x="4898513" y="5446190"/>
            <a:ext cx="4816988" cy="390363"/>
          </a:xfrm>
          <a:prstGeom prst="rect">
            <a:avLst/>
          </a:prstGeom>
        </p:spPr>
        <p:txBody>
          <a:bodyPr tIns="64008" anchor="ctr" anchorCtr="0"/>
          <a:lstStyle>
            <a:lvl1pPr>
              <a:lnSpc>
                <a:spcPct val="100000"/>
              </a:lnSpc>
              <a:spcBef>
                <a:spcPts val="400"/>
              </a:spcBef>
              <a:defRPr sz="1000">
                <a:solidFill>
                  <a:srgbClr val="0078D4"/>
                </a:solidFill>
                <a:latin typeface="+mn-lt"/>
              </a:defRPr>
            </a:lvl1pPr>
            <a:lvl2pPr>
              <a:lnSpc>
                <a:spcPct val="100000"/>
              </a:lnSpc>
              <a:spcBef>
                <a:spcPts val="200"/>
              </a:spcBef>
              <a:defRPr sz="950"/>
            </a:lvl2pPr>
            <a:lvl3pPr>
              <a:defRPr sz="1000"/>
            </a:lvl3pPr>
            <a:lvl4pPr>
              <a:defRPr sz="1000"/>
            </a:lvl4pPr>
            <a:lvl5pPr>
              <a:defRPr sz="1000"/>
            </a:lvl5pPr>
          </a:lstStyle>
          <a:p>
            <a:pPr lvl="0"/>
            <a:r>
              <a:rPr lang="en-US"/>
              <a:t>Click to edit Master text styles</a:t>
            </a:r>
          </a:p>
          <a:p>
            <a:pPr lvl="1"/>
            <a:r>
              <a:rPr lang="en-US"/>
              <a:t>Level 2</a:t>
            </a:r>
          </a:p>
        </p:txBody>
      </p:sp>
      <p:sp>
        <p:nvSpPr>
          <p:cNvPr id="38" name="Text Placeholder 29">
            <a:extLst>
              <a:ext uri="{FF2B5EF4-FFF2-40B4-BE49-F238E27FC236}">
                <a16:creationId xmlns:a16="http://schemas.microsoft.com/office/drawing/2014/main" id="{E32B60DA-E7BB-2B7E-DA8C-1DE2918AAF6D}"/>
              </a:ext>
            </a:extLst>
          </p:cNvPr>
          <p:cNvSpPr>
            <a:spLocks noGrp="1"/>
          </p:cNvSpPr>
          <p:nvPr>
            <p:ph type="body" sz="quarter" idx="16"/>
          </p:nvPr>
        </p:nvSpPr>
        <p:spPr>
          <a:xfrm>
            <a:off x="798513" y="5364372"/>
            <a:ext cx="960120" cy="553998"/>
          </a:xfrm>
          <a:prstGeom prst="rect">
            <a:avLst/>
          </a:prstGeom>
        </p:spPr>
        <p:txBody>
          <a:bodyPr anchor="ctr" anchorCtr="0"/>
          <a:lstStyle>
            <a:lvl1pPr>
              <a:lnSpc>
                <a:spcPct val="100000"/>
              </a:lnSpc>
              <a:defRPr sz="1200"/>
            </a:lvl1pPr>
          </a:lstStyle>
          <a:p>
            <a:pPr lvl="0"/>
            <a:r>
              <a:rPr lang="en-US"/>
              <a:t>Click to edit Master text styles</a:t>
            </a:r>
          </a:p>
        </p:txBody>
      </p:sp>
      <p:sp>
        <p:nvSpPr>
          <p:cNvPr id="39" name="Text Placeholder 32">
            <a:extLst>
              <a:ext uri="{FF2B5EF4-FFF2-40B4-BE49-F238E27FC236}">
                <a16:creationId xmlns:a16="http://schemas.microsoft.com/office/drawing/2014/main" id="{AD5D034B-B4D5-01E4-078A-4F1DE421991D}"/>
              </a:ext>
            </a:extLst>
          </p:cNvPr>
          <p:cNvSpPr>
            <a:spLocks noGrp="1"/>
          </p:cNvSpPr>
          <p:nvPr>
            <p:ph type="body" sz="quarter" idx="17"/>
          </p:nvPr>
        </p:nvSpPr>
        <p:spPr>
          <a:xfrm>
            <a:off x="1898649" y="5568274"/>
            <a:ext cx="2103120" cy="146194"/>
          </a:xfrm>
          <a:prstGeom prst="rect">
            <a:avLst/>
          </a:prstGeom>
        </p:spPr>
        <p:txBody>
          <a:bodyPr anchor="ctr" anchorCtr="0"/>
          <a:lstStyle>
            <a:lvl1pPr>
              <a:lnSpc>
                <a:spcPct val="100000"/>
              </a:lnSpc>
              <a:spcBef>
                <a:spcPts val="300"/>
              </a:spcBef>
              <a:defRPr sz="950">
                <a:latin typeface="+mn-lt"/>
              </a:defRPr>
            </a:lvl1pPr>
            <a:lvl2pPr>
              <a:defRPr sz="1000"/>
            </a:lvl2pPr>
            <a:lvl3pPr>
              <a:defRPr sz="1000"/>
            </a:lvl3pPr>
            <a:lvl4pPr>
              <a:defRPr sz="1000"/>
            </a:lvl4pPr>
            <a:lvl5pPr>
              <a:defRPr sz="1000"/>
            </a:lvl5pPr>
          </a:lstStyle>
          <a:p>
            <a:pPr lvl="0"/>
            <a:r>
              <a:rPr lang="en-US"/>
              <a:t>Click to edit Master text styles</a:t>
            </a:r>
          </a:p>
        </p:txBody>
      </p:sp>
      <p:grpSp>
        <p:nvGrpSpPr>
          <p:cNvPr id="42" name="Group 41" hidden="1">
            <a:extLst>
              <a:ext uri="{FF2B5EF4-FFF2-40B4-BE49-F238E27FC236}">
                <a16:creationId xmlns:a16="http://schemas.microsoft.com/office/drawing/2014/main" id="{F53A1C28-20BE-4A4B-D66A-600BB88EB6BF}"/>
              </a:ext>
            </a:extLst>
          </p:cNvPr>
          <p:cNvGrpSpPr/>
          <p:nvPr userDrawn="1"/>
        </p:nvGrpSpPr>
        <p:grpSpPr>
          <a:xfrm>
            <a:off x="698469" y="1695932"/>
            <a:ext cx="9446947" cy="3796743"/>
            <a:chOff x="698469" y="1695932"/>
            <a:chExt cx="9446947" cy="3796743"/>
          </a:xfrm>
        </p:grpSpPr>
        <p:sp>
          <p:nvSpPr>
            <p:cNvPr id="4" name="Rounded Rectangle 50">
              <a:extLst>
                <a:ext uri="{FF2B5EF4-FFF2-40B4-BE49-F238E27FC236}">
                  <a16:creationId xmlns:a16="http://schemas.microsoft.com/office/drawing/2014/main" id="{C1DB0A56-625A-E13B-1B07-1B335728AC11}"/>
                </a:ext>
                <a:ext uri="{C183D7F6-B498-43B3-948B-1728B52AA6E4}">
                  <adec:decorative xmlns:adec="http://schemas.microsoft.com/office/drawing/2017/decorative" val="1"/>
                </a:ext>
              </a:extLst>
            </p:cNvPr>
            <p:cNvSpPr/>
            <p:nvPr userDrawn="1"/>
          </p:nvSpPr>
          <p:spPr bwMode="auto">
            <a:xfrm>
              <a:off x="4855540" y="1695932"/>
              <a:ext cx="5289876" cy="1143000"/>
            </a:xfrm>
            <a:prstGeom prst="roundRect">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endParaRPr>
            </a:p>
          </p:txBody>
        </p:sp>
        <p:sp>
          <p:nvSpPr>
            <p:cNvPr id="28" name="Rounded Rectangle 23">
              <a:extLst>
                <a:ext uri="{FF2B5EF4-FFF2-40B4-BE49-F238E27FC236}">
                  <a16:creationId xmlns:a16="http://schemas.microsoft.com/office/drawing/2014/main" id="{46457C18-BE03-7DFD-B7EB-6D5E6282FAA2}"/>
                </a:ext>
                <a:ext uri="{C183D7F6-B498-43B3-948B-1728B52AA6E4}">
                  <adec:decorative xmlns:adec="http://schemas.microsoft.com/office/drawing/2017/decorative" val="1"/>
                </a:ext>
              </a:extLst>
            </p:cNvPr>
            <p:cNvSpPr/>
            <p:nvPr userDrawn="1"/>
          </p:nvSpPr>
          <p:spPr bwMode="auto">
            <a:xfrm>
              <a:off x="698469" y="1695932"/>
              <a:ext cx="3230955" cy="1143000"/>
            </a:xfrm>
            <a:prstGeom prst="roundRect">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29" name="Rounded Rectangle 23">
              <a:extLst>
                <a:ext uri="{FF2B5EF4-FFF2-40B4-BE49-F238E27FC236}">
                  <a16:creationId xmlns:a16="http://schemas.microsoft.com/office/drawing/2014/main" id="{858DC625-74C9-8E6F-E17A-A6C457BCA83A}"/>
                </a:ext>
                <a:ext uri="{C183D7F6-B498-43B3-948B-1728B52AA6E4}">
                  <adec:decorative xmlns:adec="http://schemas.microsoft.com/office/drawing/2017/decorative" val="1"/>
                </a:ext>
              </a:extLst>
            </p:cNvPr>
            <p:cNvSpPr/>
            <p:nvPr userDrawn="1"/>
          </p:nvSpPr>
          <p:spPr bwMode="auto">
            <a:xfrm>
              <a:off x="698469" y="3019864"/>
              <a:ext cx="3230955" cy="1143000"/>
            </a:xfrm>
            <a:prstGeom prst="roundRect">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31" name="Rounded Rectangle 27">
              <a:extLst>
                <a:ext uri="{FF2B5EF4-FFF2-40B4-BE49-F238E27FC236}">
                  <a16:creationId xmlns:a16="http://schemas.microsoft.com/office/drawing/2014/main" id="{FFF80545-5C66-927D-6F4F-AC960CF585AC}"/>
                </a:ext>
                <a:ext uri="{C183D7F6-B498-43B3-948B-1728B52AA6E4}">
                  <adec:decorative xmlns:adec="http://schemas.microsoft.com/office/drawing/2017/decorative" val="1"/>
                </a:ext>
              </a:extLst>
            </p:cNvPr>
            <p:cNvSpPr/>
            <p:nvPr userDrawn="1"/>
          </p:nvSpPr>
          <p:spPr bwMode="auto">
            <a:xfrm>
              <a:off x="698469" y="4349675"/>
              <a:ext cx="3230955" cy="1143000"/>
            </a:xfrm>
            <a:prstGeom prst="roundRect">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32" name="Rounded Rectangle 50">
              <a:extLst>
                <a:ext uri="{FF2B5EF4-FFF2-40B4-BE49-F238E27FC236}">
                  <a16:creationId xmlns:a16="http://schemas.microsoft.com/office/drawing/2014/main" id="{274FB520-EEEC-EA40-72D4-B589424DA855}"/>
                </a:ext>
                <a:ext uri="{C183D7F6-B498-43B3-948B-1728B52AA6E4}">
                  <adec:decorative xmlns:adec="http://schemas.microsoft.com/office/drawing/2017/decorative" val="1"/>
                </a:ext>
              </a:extLst>
            </p:cNvPr>
            <p:cNvSpPr/>
            <p:nvPr userDrawn="1"/>
          </p:nvSpPr>
          <p:spPr bwMode="auto">
            <a:xfrm>
              <a:off x="4855540" y="3019864"/>
              <a:ext cx="5289876" cy="1143000"/>
            </a:xfrm>
            <a:prstGeom prst="roundRect">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endParaRPr>
            </a:p>
          </p:txBody>
        </p:sp>
        <p:sp>
          <p:nvSpPr>
            <p:cNvPr id="34" name="Rounded Rectangle 55">
              <a:extLst>
                <a:ext uri="{FF2B5EF4-FFF2-40B4-BE49-F238E27FC236}">
                  <a16:creationId xmlns:a16="http://schemas.microsoft.com/office/drawing/2014/main" id="{40D39853-C478-B1E3-375D-73B75075DFF9}"/>
                </a:ext>
                <a:ext uri="{C183D7F6-B498-43B3-948B-1728B52AA6E4}">
                  <adec:decorative xmlns:adec="http://schemas.microsoft.com/office/drawing/2017/decorative" val="1"/>
                </a:ext>
              </a:extLst>
            </p:cNvPr>
            <p:cNvSpPr/>
            <p:nvPr userDrawn="1"/>
          </p:nvSpPr>
          <p:spPr bwMode="auto">
            <a:xfrm>
              <a:off x="4855074" y="4349675"/>
              <a:ext cx="5289876" cy="1143000"/>
            </a:xfrm>
            <a:prstGeom prst="roundRect">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endParaRPr>
            </a:p>
          </p:txBody>
        </p:sp>
      </p:grpSp>
    </p:spTree>
    <p:extLst>
      <p:ext uri="{BB962C8B-B14F-4D97-AF65-F5344CB8AC3E}">
        <p14:creationId xmlns:p14="http://schemas.microsoft.com/office/powerpoint/2010/main" val="406459651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87.xml><?xml version="1.0" encoding="utf-8"?>
<p:sldLayout xmlns:a="http://schemas.openxmlformats.org/drawingml/2006/main" xmlns:r="http://schemas.openxmlformats.org/officeDocument/2006/relationships" xmlns:p="http://schemas.openxmlformats.org/presentationml/2006/main" preserve="1" userDrawn="1">
  <p:cSld name="4 Key Processes - Before/After AI">
    <p:spTree>
      <p:nvGrpSpPr>
        <p:cNvPr id="1" name=""/>
        <p:cNvGrpSpPr/>
        <p:nvPr/>
      </p:nvGrpSpPr>
      <p:grpSpPr>
        <a:xfrm>
          <a:off x="0" y="0"/>
          <a:ext cx="0" cy="0"/>
          <a:chOff x="0" y="0"/>
          <a:chExt cx="0" cy="0"/>
        </a:xfrm>
      </p:grpSpPr>
      <p:grpSp>
        <p:nvGrpSpPr>
          <p:cNvPr id="35" name="Group 34">
            <a:extLst>
              <a:ext uri="{FF2B5EF4-FFF2-40B4-BE49-F238E27FC236}">
                <a16:creationId xmlns:a16="http://schemas.microsoft.com/office/drawing/2014/main" id="{3C79BC07-2E4F-074C-E42E-3220BD3E1993}"/>
              </a:ext>
              <a:ext uri="{C183D7F6-B498-43B3-948B-1728B52AA6E4}">
                <adec:decorative xmlns:adec="http://schemas.microsoft.com/office/drawing/2017/decorative" val="1"/>
              </a:ext>
            </a:extLst>
          </p:cNvPr>
          <p:cNvGrpSpPr>
            <a:grpSpLocks noGrp="1" noUngrp="1" noRot="1" noMove="1" noResize="1"/>
          </p:cNvGrpSpPr>
          <p:nvPr userDrawn="1"/>
        </p:nvGrpSpPr>
        <p:grpSpPr>
          <a:xfrm>
            <a:off x="0" y="0"/>
            <a:ext cx="12188952" cy="6858000"/>
            <a:chOff x="0" y="0"/>
            <a:chExt cx="12188952" cy="6858000"/>
          </a:xfrm>
        </p:grpSpPr>
        <p:sp>
          <p:nvSpPr>
            <p:cNvPr id="2" name="Rectangle 1">
              <a:extLst>
                <a:ext uri="{FF2B5EF4-FFF2-40B4-BE49-F238E27FC236}">
                  <a16:creationId xmlns:a16="http://schemas.microsoft.com/office/drawing/2014/main" id="{D70D2C7A-4F5B-353D-0C06-7346A8207B45}"/>
                </a:ext>
              </a:extLst>
            </p:cNvPr>
            <p:cNvSpPr>
              <a:spLocks noGrp="1" noRot="1" noMove="1" noResize="1" noEditPoints="1" noAdjustHandles="1" noChangeArrowheads="1" noChangeShapeType="1"/>
            </p:cNvSpPr>
            <p:nvPr userDrawn="1"/>
          </p:nvSpPr>
          <p:spPr bwMode="auto">
            <a:xfrm>
              <a:off x="0"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3" name="Picture 2" descr="A colorful gradient going from darker blue on the left side to light blue to magenta to orange on the right side">
              <a:extLst>
                <a:ext uri="{FF2B5EF4-FFF2-40B4-BE49-F238E27FC236}">
                  <a16:creationId xmlns:a16="http://schemas.microsoft.com/office/drawing/2014/main" id="{B0ABAD7C-69B5-267A-50D7-D08FB74F67A5}"/>
                </a:ext>
              </a:extLst>
            </p:cNvPr>
            <p:cNvPicPr>
              <a:picLocks noGrp="1" noRot="1" noChangeAspect="1" noMove="1" noResize="1" noEditPoints="1" noAdjustHandles="1" noChangeArrowheads="1" noChangeShapeType="1" noCrop="1"/>
            </p:cNvPicPr>
            <p:nvPr userDrawn="1"/>
          </p:nvPicPr>
          <p:blipFill>
            <a:blip r:embed="rId2"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grpSp>
      <p:sp>
        <p:nvSpPr>
          <p:cNvPr id="5" name="Title 4">
            <a:extLst>
              <a:ext uri="{FF2B5EF4-FFF2-40B4-BE49-F238E27FC236}">
                <a16:creationId xmlns:a16="http://schemas.microsoft.com/office/drawing/2014/main" id="{0BCEAD74-397D-0D97-9041-3CFAF98275DD}"/>
              </a:ext>
            </a:extLst>
          </p:cNvPr>
          <p:cNvSpPr>
            <a:spLocks noGrp="1"/>
          </p:cNvSpPr>
          <p:nvPr>
            <p:ph type="title"/>
          </p:nvPr>
        </p:nvSpPr>
        <p:spPr/>
        <p:txBody>
          <a:bodyPr/>
          <a:lstStyle/>
          <a:p>
            <a:r>
              <a:rPr lang="en-US"/>
              <a:t>Click to edit Master title style</a:t>
            </a:r>
          </a:p>
        </p:txBody>
      </p:sp>
      <p:sp>
        <p:nvSpPr>
          <p:cNvPr id="6" name="Rounded Rectangle 79">
            <a:extLst>
              <a:ext uri="{FF2B5EF4-FFF2-40B4-BE49-F238E27FC236}">
                <a16:creationId xmlns:a16="http://schemas.microsoft.com/office/drawing/2014/main" id="{9E4DC3B4-6499-63C7-3136-22B6755463DB}"/>
              </a:ext>
              <a:ext uri="{C183D7F6-B498-43B3-948B-1728B52AA6E4}">
                <adec:decorative xmlns:adec="http://schemas.microsoft.com/office/drawing/2017/decorative" val="1"/>
              </a:ext>
            </a:extLst>
          </p:cNvPr>
          <p:cNvSpPr/>
          <p:nvPr userDrawn="1"/>
        </p:nvSpPr>
        <p:spPr bwMode="auto">
          <a:xfrm>
            <a:off x="559092" y="1310837"/>
            <a:ext cx="3383040" cy="5335290"/>
          </a:xfrm>
          <a:prstGeom prst="roundRect">
            <a:avLst>
              <a:gd name="adj" fmla="val 2935"/>
            </a:avLst>
          </a:prstGeom>
          <a:solidFill>
            <a:schemeClr val="accent3">
              <a:lumMod val="20000"/>
              <a:lumOff val="80000"/>
            </a:schemeClr>
          </a:solidFill>
          <a:ln w="19050">
            <a:gradFill flip="none" rotWithShape="1">
              <a:gsLst>
                <a:gs pos="50000">
                  <a:schemeClr val="bg1">
                    <a:alpha val="20000"/>
                  </a:schemeClr>
                </a:gs>
                <a:gs pos="0">
                  <a:schemeClr val="bg1"/>
                </a:gs>
                <a:gs pos="100000">
                  <a:schemeClr val="bg1"/>
                </a:gs>
              </a:gsLst>
              <a:lin ang="81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365760" rIns="182880" bIns="146304" numCol="1" spcCol="0" rtlCol="0" fromWordArt="0" anchor="t" anchorCtr="0" forceAA="0" compatLnSpc="1">
            <a:prstTxWarp prst="textNoShape">
              <a:avLst/>
            </a:prstTxWarp>
            <a:noAutofit/>
          </a:bodyPr>
          <a:lstStyle/>
          <a:p>
            <a:pPr>
              <a:spcBef>
                <a:spcPts val="1800"/>
              </a:spcBef>
              <a:buSzPct val="90000"/>
            </a:pPr>
            <a:endParaRPr lang="en-US">
              <a:solidFill>
                <a:srgbClr val="000000"/>
              </a:solidFill>
              <a:latin typeface="Segoe Sans Display"/>
              <a:cs typeface="Segoe Sans Display" pitchFamily="2" charset="0"/>
            </a:endParaRPr>
          </a:p>
        </p:txBody>
      </p:sp>
      <p:sp>
        <p:nvSpPr>
          <p:cNvPr id="7" name="Rounded Rectangle 80">
            <a:extLst>
              <a:ext uri="{FF2B5EF4-FFF2-40B4-BE49-F238E27FC236}">
                <a16:creationId xmlns:a16="http://schemas.microsoft.com/office/drawing/2014/main" id="{FAE29394-4DF2-FD1F-1AF1-260B0AF42F62}"/>
              </a:ext>
              <a:ext uri="{C183D7F6-B498-43B3-948B-1728B52AA6E4}">
                <adec:decorative xmlns:adec="http://schemas.microsoft.com/office/drawing/2017/decorative" val="1"/>
              </a:ext>
            </a:extLst>
          </p:cNvPr>
          <p:cNvSpPr/>
          <p:nvPr userDrawn="1"/>
        </p:nvSpPr>
        <p:spPr bwMode="auto">
          <a:xfrm>
            <a:off x="4170937" y="1310837"/>
            <a:ext cx="6253554" cy="5335290"/>
          </a:xfrm>
          <a:prstGeom prst="roundRect">
            <a:avLst>
              <a:gd name="adj" fmla="val 2180"/>
            </a:avLst>
          </a:prstGeom>
          <a:solidFill>
            <a:schemeClr val="accent3">
              <a:lumMod val="20000"/>
              <a:lumOff val="80000"/>
            </a:schemeClr>
          </a:solidFill>
          <a:ln w="19050">
            <a:gradFill flip="none" rotWithShape="1">
              <a:gsLst>
                <a:gs pos="50000">
                  <a:schemeClr val="bg1">
                    <a:alpha val="20000"/>
                  </a:schemeClr>
                </a:gs>
                <a:gs pos="0">
                  <a:schemeClr val="bg1"/>
                </a:gs>
                <a:gs pos="100000">
                  <a:schemeClr val="bg1"/>
                </a:gs>
              </a:gsLst>
              <a:lin ang="81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365760" rIns="182880" bIns="146304" numCol="1" spcCol="0" rtlCol="0" fromWordArt="0" anchor="t" anchorCtr="0" forceAA="0" compatLnSpc="1">
            <a:prstTxWarp prst="textNoShape">
              <a:avLst/>
            </a:prstTxWarp>
            <a:noAutofit/>
          </a:bodyPr>
          <a:lstStyle/>
          <a:p>
            <a:pPr>
              <a:spcBef>
                <a:spcPts val="1800"/>
              </a:spcBef>
              <a:buSzPct val="90000"/>
            </a:pPr>
            <a:endParaRPr lang="en-US">
              <a:solidFill>
                <a:srgbClr val="000000"/>
              </a:solidFill>
              <a:latin typeface="Segoe Sans Display"/>
              <a:cs typeface="Segoe Sans Display" pitchFamily="2" charset="0"/>
            </a:endParaRPr>
          </a:p>
        </p:txBody>
      </p:sp>
      <p:sp>
        <p:nvSpPr>
          <p:cNvPr id="9" name="Rectangle 8">
            <a:extLst>
              <a:ext uri="{FF2B5EF4-FFF2-40B4-BE49-F238E27FC236}">
                <a16:creationId xmlns:a16="http://schemas.microsoft.com/office/drawing/2014/main" id="{395FE5E3-B108-9973-E29F-F4169B842ECC}"/>
              </a:ext>
              <a:ext uri="{C183D7F6-B498-43B3-948B-1728B52AA6E4}">
                <adec:decorative xmlns:adec="http://schemas.microsoft.com/office/drawing/2017/decorative" val="1"/>
              </a:ext>
            </a:extLst>
          </p:cNvPr>
          <p:cNvSpPr/>
          <p:nvPr userDrawn="1"/>
        </p:nvSpPr>
        <p:spPr bwMode="auto">
          <a:xfrm>
            <a:off x="3446912" y="5717916"/>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0" name="Rectangle 9">
            <a:extLst>
              <a:ext uri="{FF2B5EF4-FFF2-40B4-BE49-F238E27FC236}">
                <a16:creationId xmlns:a16="http://schemas.microsoft.com/office/drawing/2014/main" id="{299A8EFD-2D0A-4BA9-1EFF-24E8AAD17AA0}"/>
              </a:ext>
              <a:ext uri="{C183D7F6-B498-43B3-948B-1728B52AA6E4}">
                <adec:decorative xmlns:adec="http://schemas.microsoft.com/office/drawing/2017/decorative" val="1"/>
              </a:ext>
            </a:extLst>
          </p:cNvPr>
          <p:cNvSpPr/>
          <p:nvPr userDrawn="1"/>
        </p:nvSpPr>
        <p:spPr bwMode="auto">
          <a:xfrm>
            <a:off x="3494230" y="2000255"/>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1" name="Rectangle 10">
            <a:extLst>
              <a:ext uri="{FF2B5EF4-FFF2-40B4-BE49-F238E27FC236}">
                <a16:creationId xmlns:a16="http://schemas.microsoft.com/office/drawing/2014/main" id="{96CF91C8-4DD4-D0F5-FCA4-79F8E1D3A5B6}"/>
              </a:ext>
              <a:ext uri="{C183D7F6-B498-43B3-948B-1728B52AA6E4}">
                <adec:decorative xmlns:adec="http://schemas.microsoft.com/office/drawing/2017/decorative" val="1"/>
              </a:ext>
            </a:extLst>
          </p:cNvPr>
          <p:cNvSpPr/>
          <p:nvPr userDrawn="1"/>
        </p:nvSpPr>
        <p:spPr bwMode="auto">
          <a:xfrm>
            <a:off x="3496418" y="3239385"/>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2" name="Rectangle 11">
            <a:extLst>
              <a:ext uri="{FF2B5EF4-FFF2-40B4-BE49-F238E27FC236}">
                <a16:creationId xmlns:a16="http://schemas.microsoft.com/office/drawing/2014/main" id="{E46ACF3F-45FE-47D6-C59E-50148796EE46}"/>
              </a:ext>
              <a:ext uri="{C183D7F6-B498-43B3-948B-1728B52AA6E4}">
                <adec:decorative xmlns:adec="http://schemas.microsoft.com/office/drawing/2017/decorative" val="1"/>
              </a:ext>
            </a:extLst>
          </p:cNvPr>
          <p:cNvSpPr/>
          <p:nvPr userDrawn="1"/>
        </p:nvSpPr>
        <p:spPr bwMode="auto">
          <a:xfrm>
            <a:off x="3493474" y="4478515"/>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4" name="Rounded Rectangle 46">
            <a:extLst>
              <a:ext uri="{FF2B5EF4-FFF2-40B4-BE49-F238E27FC236}">
                <a16:creationId xmlns:a16="http://schemas.microsoft.com/office/drawing/2014/main" id="{3063B761-DBCC-60FA-BD86-6849C7A698A6}"/>
              </a:ext>
              <a:ext uri="{C183D7F6-B498-43B3-948B-1728B52AA6E4}">
                <adec:decorative xmlns:adec="http://schemas.microsoft.com/office/drawing/2017/decorative" val="1"/>
              </a:ext>
            </a:extLst>
          </p:cNvPr>
          <p:cNvSpPr>
            <a:spLocks/>
          </p:cNvSpPr>
          <p:nvPr userDrawn="1"/>
        </p:nvSpPr>
        <p:spPr bwMode="auto">
          <a:xfrm>
            <a:off x="4320505" y="1673760"/>
            <a:ext cx="5972919" cy="1115568"/>
          </a:xfrm>
          <a:prstGeom prst="roundRect">
            <a:avLst>
              <a:gd name="adj" fmla="val 14994"/>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95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5" name="Rounded Rectangle 50">
            <a:extLst>
              <a:ext uri="{FF2B5EF4-FFF2-40B4-BE49-F238E27FC236}">
                <a16:creationId xmlns:a16="http://schemas.microsoft.com/office/drawing/2014/main" id="{F45FBE28-BE8D-DED6-3977-A35C74FD3290}"/>
              </a:ext>
              <a:ext uri="{C183D7F6-B498-43B3-948B-1728B52AA6E4}">
                <adec:decorative xmlns:adec="http://schemas.microsoft.com/office/drawing/2017/decorative" val="1"/>
              </a:ext>
            </a:extLst>
          </p:cNvPr>
          <p:cNvSpPr>
            <a:spLocks/>
          </p:cNvSpPr>
          <p:nvPr userDrawn="1"/>
        </p:nvSpPr>
        <p:spPr bwMode="auto">
          <a:xfrm>
            <a:off x="4320505" y="2912890"/>
            <a:ext cx="5972919" cy="1115568"/>
          </a:xfrm>
          <a:prstGeom prst="roundRect">
            <a:avLst>
              <a:gd name="adj" fmla="val 13128"/>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95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6" name="Rounded Rectangle 55">
            <a:extLst>
              <a:ext uri="{FF2B5EF4-FFF2-40B4-BE49-F238E27FC236}">
                <a16:creationId xmlns:a16="http://schemas.microsoft.com/office/drawing/2014/main" id="{2F64D3D4-86A8-332C-C08C-56C186DAB212}"/>
              </a:ext>
              <a:ext uri="{C183D7F6-B498-43B3-948B-1728B52AA6E4}">
                <adec:decorative xmlns:adec="http://schemas.microsoft.com/office/drawing/2017/decorative" val="1"/>
              </a:ext>
            </a:extLst>
          </p:cNvPr>
          <p:cNvSpPr>
            <a:spLocks/>
          </p:cNvSpPr>
          <p:nvPr userDrawn="1"/>
        </p:nvSpPr>
        <p:spPr bwMode="auto">
          <a:xfrm>
            <a:off x="4320505" y="4152020"/>
            <a:ext cx="5972919" cy="1115568"/>
          </a:xfrm>
          <a:prstGeom prst="roundRect">
            <a:avLst>
              <a:gd name="adj" fmla="val 13231"/>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95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8" name="Rounded Rectangle 20">
            <a:extLst>
              <a:ext uri="{FF2B5EF4-FFF2-40B4-BE49-F238E27FC236}">
                <a16:creationId xmlns:a16="http://schemas.microsoft.com/office/drawing/2014/main" id="{3923BC9E-92B9-804E-6B78-A0405A155021}"/>
              </a:ext>
              <a:ext uri="{C183D7F6-B498-43B3-948B-1728B52AA6E4}">
                <adec:decorative xmlns:adec="http://schemas.microsoft.com/office/drawing/2017/decorative" val="1"/>
              </a:ext>
            </a:extLst>
          </p:cNvPr>
          <p:cNvSpPr>
            <a:spLocks/>
          </p:cNvSpPr>
          <p:nvPr userDrawn="1"/>
        </p:nvSpPr>
        <p:spPr bwMode="auto">
          <a:xfrm>
            <a:off x="699425" y="1673760"/>
            <a:ext cx="3114353" cy="1115568"/>
          </a:xfrm>
          <a:prstGeom prst="roundRect">
            <a:avLst>
              <a:gd name="adj" fmla="val 14961"/>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9" name="Rounded Rectangle 23">
            <a:extLst>
              <a:ext uri="{FF2B5EF4-FFF2-40B4-BE49-F238E27FC236}">
                <a16:creationId xmlns:a16="http://schemas.microsoft.com/office/drawing/2014/main" id="{DDF0544D-EDBE-E23C-1DEE-9321AD081C2F}"/>
              </a:ext>
              <a:ext uri="{C183D7F6-B498-43B3-948B-1728B52AA6E4}">
                <adec:decorative xmlns:adec="http://schemas.microsoft.com/office/drawing/2017/decorative" val="1"/>
              </a:ext>
            </a:extLst>
          </p:cNvPr>
          <p:cNvSpPr>
            <a:spLocks/>
          </p:cNvSpPr>
          <p:nvPr userDrawn="1"/>
        </p:nvSpPr>
        <p:spPr bwMode="auto">
          <a:xfrm>
            <a:off x="699425" y="2883250"/>
            <a:ext cx="3114353" cy="1115568"/>
          </a:xfrm>
          <a:prstGeom prst="roundRect">
            <a:avLst>
              <a:gd name="adj" fmla="val 14961"/>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21" name="Rectangle: Rounded Corners 10">
            <a:extLst>
              <a:ext uri="{FF2B5EF4-FFF2-40B4-BE49-F238E27FC236}">
                <a16:creationId xmlns:a16="http://schemas.microsoft.com/office/drawing/2014/main" id="{57AC6C64-4EA9-70A1-AE04-D983F85F6C61}"/>
              </a:ext>
              <a:ext uri="{C183D7F6-B498-43B3-948B-1728B52AA6E4}">
                <adec:decorative xmlns:adec="http://schemas.microsoft.com/office/drawing/2017/decorative" val="1"/>
              </a:ext>
            </a:extLst>
          </p:cNvPr>
          <p:cNvSpPr/>
          <p:nvPr userDrawn="1"/>
        </p:nvSpPr>
        <p:spPr>
          <a:xfrm>
            <a:off x="559093" y="1190813"/>
            <a:ext cx="1224299" cy="273059"/>
          </a:xfrm>
          <a:prstGeom prst="roundRect">
            <a:avLst>
              <a:gd name="adj" fmla="val 50000"/>
            </a:avLst>
          </a:prstGeom>
          <a:solidFill>
            <a:schemeClr val="bg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i="0" u="none" strike="noStrike" kern="1200" cap="none" spc="0" normalizeH="0" baseline="0" noProof="0">
                <a:ln>
                  <a:noFill/>
                </a:ln>
                <a:solidFill>
                  <a:srgbClr val="FFFFFF"/>
                </a:solidFill>
                <a:effectLst/>
                <a:uLnTx/>
                <a:uFillTx/>
                <a:latin typeface="+mj-lt"/>
                <a:ea typeface="+mn-ea"/>
                <a:cs typeface="Segoe Sans Display" pitchFamily="2" charset="0"/>
              </a:rPr>
              <a:t>Key Processes</a:t>
            </a:r>
          </a:p>
        </p:txBody>
      </p:sp>
      <p:sp>
        <p:nvSpPr>
          <p:cNvPr id="30" name="Text Placeholder 29">
            <a:extLst>
              <a:ext uri="{FF2B5EF4-FFF2-40B4-BE49-F238E27FC236}">
                <a16:creationId xmlns:a16="http://schemas.microsoft.com/office/drawing/2014/main" id="{320DB206-1E09-B91E-9F54-10742BA42DF9}"/>
              </a:ext>
            </a:extLst>
          </p:cNvPr>
          <p:cNvSpPr>
            <a:spLocks noGrp="1"/>
          </p:cNvSpPr>
          <p:nvPr>
            <p:ph type="body" sz="quarter" idx="12"/>
          </p:nvPr>
        </p:nvSpPr>
        <p:spPr>
          <a:xfrm>
            <a:off x="798513" y="1977629"/>
            <a:ext cx="960120" cy="507831"/>
          </a:xfrm>
          <a:prstGeom prst="rect">
            <a:avLst/>
          </a:prstGeom>
        </p:spPr>
        <p:txBody>
          <a:bodyPr anchor="ctr" anchorCtr="0"/>
          <a:lstStyle>
            <a:lvl1pPr>
              <a:lnSpc>
                <a:spcPct val="100000"/>
              </a:lnSpc>
              <a:defRPr sz="1100"/>
            </a:lvl1pPr>
          </a:lstStyle>
          <a:p>
            <a:pPr lvl="0"/>
            <a:r>
              <a:rPr lang="en-US"/>
              <a:t>Click to edit Master text styles</a:t>
            </a:r>
          </a:p>
        </p:txBody>
      </p:sp>
      <p:sp>
        <p:nvSpPr>
          <p:cNvPr id="22" name="Rectangle: Rounded Corners 10">
            <a:extLst>
              <a:ext uri="{FF2B5EF4-FFF2-40B4-BE49-F238E27FC236}">
                <a16:creationId xmlns:a16="http://schemas.microsoft.com/office/drawing/2014/main" id="{F283C8DD-3E76-1525-2983-F78D468EABC0}"/>
              </a:ext>
              <a:ext uri="{C183D7F6-B498-43B3-948B-1728B52AA6E4}">
                <adec:decorative xmlns:adec="http://schemas.microsoft.com/office/drawing/2017/decorative" val="1"/>
              </a:ext>
            </a:extLst>
          </p:cNvPr>
          <p:cNvSpPr/>
          <p:nvPr userDrawn="1"/>
        </p:nvSpPr>
        <p:spPr>
          <a:xfrm>
            <a:off x="1898649" y="1190813"/>
            <a:ext cx="1892808" cy="273059"/>
          </a:xfrm>
          <a:prstGeom prst="roundRect">
            <a:avLst>
              <a:gd name="adj" fmla="val 50000"/>
            </a:avLst>
          </a:prstGeom>
          <a:solidFill>
            <a:schemeClr val="bg1">
              <a:lumMod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i="0" u="none" strike="noStrike" kern="1200" cap="none" spc="0" normalizeH="0" baseline="0" noProof="0">
                <a:ln>
                  <a:noFill/>
                </a:ln>
                <a:solidFill>
                  <a:srgbClr val="000000"/>
                </a:solidFill>
                <a:effectLst/>
                <a:uLnTx/>
                <a:uFillTx/>
                <a:latin typeface="+mj-lt"/>
                <a:ea typeface="+mn-ea"/>
                <a:cs typeface="Segoe Sans Display" pitchFamily="2" charset="0"/>
              </a:rPr>
              <a:t>Before AI</a:t>
            </a:r>
          </a:p>
        </p:txBody>
      </p:sp>
      <p:sp>
        <p:nvSpPr>
          <p:cNvPr id="24" name="Rounded Rectangle 60">
            <a:extLst>
              <a:ext uri="{FF2B5EF4-FFF2-40B4-BE49-F238E27FC236}">
                <a16:creationId xmlns:a16="http://schemas.microsoft.com/office/drawing/2014/main" id="{FE634DD4-3EF9-0D15-1DDE-4024D59FA392}"/>
              </a:ext>
              <a:ext uri="{C183D7F6-B498-43B3-948B-1728B52AA6E4}">
                <adec:decorative xmlns:adec="http://schemas.microsoft.com/office/drawing/2017/decorative" val="1"/>
              </a:ext>
            </a:extLst>
          </p:cNvPr>
          <p:cNvSpPr>
            <a:spLocks/>
          </p:cNvSpPr>
          <p:nvPr userDrawn="1"/>
        </p:nvSpPr>
        <p:spPr bwMode="auto">
          <a:xfrm>
            <a:off x="4320505" y="5391151"/>
            <a:ext cx="5972919" cy="1116108"/>
          </a:xfrm>
          <a:prstGeom prst="roundRect">
            <a:avLst>
              <a:gd name="adj" fmla="val 12215"/>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95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25" name="Rounded Rectangle 31">
            <a:extLst>
              <a:ext uri="{FF2B5EF4-FFF2-40B4-BE49-F238E27FC236}">
                <a16:creationId xmlns:a16="http://schemas.microsoft.com/office/drawing/2014/main" id="{582E95FF-F204-A2C6-B1D7-26E7D0C6E110}"/>
              </a:ext>
              <a:ext uri="{C183D7F6-B498-43B3-948B-1728B52AA6E4}">
                <adec:decorative xmlns:adec="http://schemas.microsoft.com/office/drawing/2017/decorative" val="1"/>
              </a:ext>
            </a:extLst>
          </p:cNvPr>
          <p:cNvSpPr>
            <a:spLocks/>
          </p:cNvSpPr>
          <p:nvPr userDrawn="1"/>
        </p:nvSpPr>
        <p:spPr bwMode="auto">
          <a:xfrm>
            <a:off x="699048" y="5391151"/>
            <a:ext cx="3115136" cy="1116108"/>
          </a:xfrm>
          <a:prstGeom prst="roundRect">
            <a:avLst>
              <a:gd name="adj" fmla="val 14961"/>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26" name="Rectangle: Rounded Corners 10">
            <a:extLst>
              <a:ext uri="{FF2B5EF4-FFF2-40B4-BE49-F238E27FC236}">
                <a16:creationId xmlns:a16="http://schemas.microsoft.com/office/drawing/2014/main" id="{FF4A5D24-E5ED-ED4B-73C8-FEEBC1E181E3}"/>
              </a:ext>
              <a:ext uri="{C183D7F6-B498-43B3-948B-1728B52AA6E4}">
                <adec:decorative xmlns:adec="http://schemas.microsoft.com/office/drawing/2017/decorative" val="1"/>
              </a:ext>
            </a:extLst>
          </p:cNvPr>
          <p:cNvSpPr/>
          <p:nvPr userDrawn="1"/>
        </p:nvSpPr>
        <p:spPr>
          <a:xfrm>
            <a:off x="4299290" y="1190813"/>
            <a:ext cx="1811983" cy="273059"/>
          </a:xfrm>
          <a:prstGeom prst="roundRect">
            <a:avLst>
              <a:gd name="adj" fmla="val 50000"/>
            </a:avLst>
          </a:prstGeom>
          <a:gradFill flip="none" rotWithShape="1">
            <a:gsLst>
              <a:gs pos="0">
                <a:srgbClr val="0178D4"/>
              </a:gs>
              <a:gs pos="67269">
                <a:srgbClr val="E176D5"/>
              </a:gs>
              <a:gs pos="33000">
                <a:srgbClr val="629CFF"/>
              </a:gs>
              <a:gs pos="100000">
                <a:srgbClr val="FDA778"/>
              </a:gs>
            </a:gsLst>
            <a:path path="circle">
              <a:fillToRect t="100000" r="100000"/>
            </a:path>
            <a:tileRect l="-100000" b="-100000"/>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i="0" u="none" strike="noStrike" kern="1200" cap="none" spc="0" normalizeH="0" baseline="0" noProof="0">
                <a:ln>
                  <a:noFill/>
                </a:ln>
                <a:solidFill>
                  <a:srgbClr val="FFFFFF"/>
                </a:solidFill>
                <a:effectLst/>
                <a:uLnTx/>
                <a:uFillTx/>
                <a:latin typeface="+mj-lt"/>
                <a:ea typeface="+mn-ea"/>
                <a:cs typeface="Segoe Sans Display" pitchFamily="2" charset="0"/>
              </a:rPr>
              <a:t>After AI</a:t>
            </a:r>
          </a:p>
        </p:txBody>
      </p:sp>
      <p:sp>
        <p:nvSpPr>
          <p:cNvPr id="33" name="Text Placeholder 32">
            <a:extLst>
              <a:ext uri="{FF2B5EF4-FFF2-40B4-BE49-F238E27FC236}">
                <a16:creationId xmlns:a16="http://schemas.microsoft.com/office/drawing/2014/main" id="{04735D59-0756-1F28-325D-B95A8012517D}"/>
              </a:ext>
            </a:extLst>
          </p:cNvPr>
          <p:cNvSpPr>
            <a:spLocks noGrp="1"/>
          </p:cNvSpPr>
          <p:nvPr>
            <p:ph type="body" sz="quarter" idx="13"/>
          </p:nvPr>
        </p:nvSpPr>
        <p:spPr>
          <a:xfrm>
            <a:off x="1898649" y="2158447"/>
            <a:ext cx="1792224" cy="146194"/>
          </a:xfrm>
          <a:prstGeom prst="rect">
            <a:avLst/>
          </a:prstGeom>
        </p:spPr>
        <p:txBody>
          <a:bodyPr anchor="ctr" anchorCtr="0"/>
          <a:lstStyle>
            <a:lvl1pPr>
              <a:lnSpc>
                <a:spcPct val="100000"/>
              </a:lnSpc>
              <a:spcBef>
                <a:spcPts val="300"/>
              </a:spcBef>
              <a:defRPr sz="950">
                <a:latin typeface="+mn-lt"/>
              </a:defRPr>
            </a:lvl1pPr>
            <a:lvl2pPr>
              <a:defRPr sz="1000"/>
            </a:lvl2pPr>
            <a:lvl3pPr>
              <a:defRPr sz="1000"/>
            </a:lvl3pPr>
            <a:lvl4pPr>
              <a:defRPr sz="1000"/>
            </a:lvl4pPr>
            <a:lvl5pPr>
              <a:defRPr sz="1000"/>
            </a:lvl5pPr>
          </a:lstStyle>
          <a:p>
            <a:pPr lvl="0"/>
            <a:r>
              <a:rPr lang="en-US"/>
              <a:t>Click to edit Master text styles</a:t>
            </a:r>
          </a:p>
        </p:txBody>
      </p:sp>
      <p:sp>
        <p:nvSpPr>
          <p:cNvPr id="46" name="Text Placeholder 32">
            <a:extLst>
              <a:ext uri="{FF2B5EF4-FFF2-40B4-BE49-F238E27FC236}">
                <a16:creationId xmlns:a16="http://schemas.microsoft.com/office/drawing/2014/main" id="{8DC41E68-3E78-C147-795C-5CE3F98396FE}"/>
              </a:ext>
            </a:extLst>
          </p:cNvPr>
          <p:cNvSpPr>
            <a:spLocks noGrp="1"/>
          </p:cNvSpPr>
          <p:nvPr>
            <p:ph type="body" sz="quarter" idx="20"/>
          </p:nvPr>
        </p:nvSpPr>
        <p:spPr>
          <a:xfrm>
            <a:off x="4432788" y="2040210"/>
            <a:ext cx="5631962" cy="382669"/>
          </a:xfrm>
          <a:prstGeom prst="rect">
            <a:avLst/>
          </a:prstGeom>
        </p:spPr>
        <p:txBody>
          <a:bodyPr tIns="64008" anchor="ctr" anchorCtr="0"/>
          <a:lstStyle>
            <a:lvl1pPr>
              <a:lnSpc>
                <a:spcPct val="100000"/>
              </a:lnSpc>
              <a:spcBef>
                <a:spcPts val="0"/>
              </a:spcBef>
              <a:defRPr sz="950">
                <a:solidFill>
                  <a:srgbClr val="0078D4"/>
                </a:solidFill>
                <a:latin typeface="+mn-lt"/>
              </a:defRPr>
            </a:lvl1pPr>
            <a:lvl2pPr>
              <a:lnSpc>
                <a:spcPct val="100000"/>
              </a:lnSpc>
              <a:spcBef>
                <a:spcPts val="200"/>
              </a:spcBef>
              <a:defRPr sz="950"/>
            </a:lvl2pPr>
            <a:lvl3pPr>
              <a:defRPr sz="1000"/>
            </a:lvl3pPr>
            <a:lvl4pPr>
              <a:defRPr sz="1000"/>
            </a:lvl4pPr>
            <a:lvl5pPr>
              <a:defRPr sz="1000"/>
            </a:lvl5pPr>
          </a:lstStyle>
          <a:p>
            <a:pPr lvl="0"/>
            <a:r>
              <a:rPr lang="en-US"/>
              <a:t>Click to edit Master text styles</a:t>
            </a:r>
          </a:p>
          <a:p>
            <a:pPr lvl="1"/>
            <a:r>
              <a:rPr lang="en-US"/>
              <a:t>Level 2</a:t>
            </a:r>
          </a:p>
        </p:txBody>
      </p:sp>
      <p:sp>
        <p:nvSpPr>
          <p:cNvPr id="36" name="Text Placeholder 29">
            <a:extLst>
              <a:ext uri="{FF2B5EF4-FFF2-40B4-BE49-F238E27FC236}">
                <a16:creationId xmlns:a16="http://schemas.microsoft.com/office/drawing/2014/main" id="{4BA3A142-A819-F553-5D15-FB96846EDCA7}"/>
              </a:ext>
            </a:extLst>
          </p:cNvPr>
          <p:cNvSpPr>
            <a:spLocks noGrp="1"/>
          </p:cNvSpPr>
          <p:nvPr>
            <p:ph type="body" sz="quarter" idx="14"/>
          </p:nvPr>
        </p:nvSpPr>
        <p:spPr>
          <a:xfrm>
            <a:off x="798513" y="3187119"/>
            <a:ext cx="960120" cy="507831"/>
          </a:xfrm>
          <a:prstGeom prst="rect">
            <a:avLst/>
          </a:prstGeom>
        </p:spPr>
        <p:txBody>
          <a:bodyPr anchor="ctr" anchorCtr="0"/>
          <a:lstStyle>
            <a:lvl1pPr>
              <a:lnSpc>
                <a:spcPct val="100000"/>
              </a:lnSpc>
              <a:defRPr sz="1100"/>
            </a:lvl1pPr>
          </a:lstStyle>
          <a:p>
            <a:pPr lvl="0"/>
            <a:r>
              <a:rPr lang="en-US"/>
              <a:t>Click to edit Master text styles</a:t>
            </a:r>
          </a:p>
        </p:txBody>
      </p:sp>
      <p:sp>
        <p:nvSpPr>
          <p:cNvPr id="37" name="Text Placeholder 32">
            <a:extLst>
              <a:ext uri="{FF2B5EF4-FFF2-40B4-BE49-F238E27FC236}">
                <a16:creationId xmlns:a16="http://schemas.microsoft.com/office/drawing/2014/main" id="{D26EE3EA-C9A9-D990-9C00-02E44F91E73A}"/>
              </a:ext>
            </a:extLst>
          </p:cNvPr>
          <p:cNvSpPr>
            <a:spLocks noGrp="1"/>
          </p:cNvSpPr>
          <p:nvPr>
            <p:ph type="body" sz="quarter" idx="15"/>
          </p:nvPr>
        </p:nvSpPr>
        <p:spPr>
          <a:xfrm>
            <a:off x="1898649" y="3367937"/>
            <a:ext cx="1792224" cy="146194"/>
          </a:xfrm>
          <a:prstGeom prst="rect">
            <a:avLst/>
          </a:prstGeom>
        </p:spPr>
        <p:txBody>
          <a:bodyPr anchor="ctr" anchorCtr="0"/>
          <a:lstStyle>
            <a:lvl1pPr>
              <a:lnSpc>
                <a:spcPct val="100000"/>
              </a:lnSpc>
              <a:spcBef>
                <a:spcPts val="300"/>
              </a:spcBef>
              <a:defRPr sz="950">
                <a:latin typeface="+mn-lt"/>
              </a:defRPr>
            </a:lvl1pPr>
            <a:lvl2pPr>
              <a:defRPr sz="1000"/>
            </a:lvl2pPr>
            <a:lvl3pPr>
              <a:defRPr sz="1000"/>
            </a:lvl3pPr>
            <a:lvl4pPr>
              <a:defRPr sz="1000"/>
            </a:lvl4pPr>
            <a:lvl5pPr>
              <a:defRPr sz="1000"/>
            </a:lvl5pPr>
          </a:lstStyle>
          <a:p>
            <a:pPr lvl="0"/>
            <a:r>
              <a:rPr lang="en-US"/>
              <a:t>Click to edit Master text styles</a:t>
            </a:r>
          </a:p>
        </p:txBody>
      </p:sp>
      <p:sp>
        <p:nvSpPr>
          <p:cNvPr id="57" name="Text Placeholder 32">
            <a:extLst>
              <a:ext uri="{FF2B5EF4-FFF2-40B4-BE49-F238E27FC236}">
                <a16:creationId xmlns:a16="http://schemas.microsoft.com/office/drawing/2014/main" id="{F0E4F28B-ABF1-36EC-1032-A02714B652A3}"/>
              </a:ext>
            </a:extLst>
          </p:cNvPr>
          <p:cNvSpPr>
            <a:spLocks noGrp="1"/>
          </p:cNvSpPr>
          <p:nvPr>
            <p:ph type="body" sz="quarter" idx="22"/>
          </p:nvPr>
        </p:nvSpPr>
        <p:spPr>
          <a:xfrm>
            <a:off x="4432789" y="3279340"/>
            <a:ext cx="5631962" cy="382669"/>
          </a:xfrm>
          <a:prstGeom prst="rect">
            <a:avLst/>
          </a:prstGeom>
        </p:spPr>
        <p:txBody>
          <a:bodyPr tIns="64008" anchor="ctr" anchorCtr="0"/>
          <a:lstStyle>
            <a:lvl1pPr>
              <a:lnSpc>
                <a:spcPct val="100000"/>
              </a:lnSpc>
              <a:spcBef>
                <a:spcPts val="0"/>
              </a:spcBef>
              <a:defRPr sz="950">
                <a:solidFill>
                  <a:srgbClr val="0078D4"/>
                </a:solidFill>
                <a:latin typeface="+mn-lt"/>
              </a:defRPr>
            </a:lvl1pPr>
            <a:lvl2pPr>
              <a:lnSpc>
                <a:spcPct val="100000"/>
              </a:lnSpc>
              <a:spcBef>
                <a:spcPts val="200"/>
              </a:spcBef>
              <a:defRPr sz="950"/>
            </a:lvl2pPr>
            <a:lvl3pPr>
              <a:defRPr sz="1000"/>
            </a:lvl3pPr>
            <a:lvl4pPr>
              <a:defRPr sz="1000"/>
            </a:lvl4pPr>
            <a:lvl5pPr>
              <a:defRPr sz="1000"/>
            </a:lvl5pPr>
          </a:lstStyle>
          <a:p>
            <a:pPr lvl="0"/>
            <a:r>
              <a:rPr lang="en-US"/>
              <a:t>Click to edit Master text styles</a:t>
            </a:r>
          </a:p>
          <a:p>
            <a:pPr lvl="1"/>
            <a:r>
              <a:rPr lang="en-US"/>
              <a:t>Level 2</a:t>
            </a:r>
          </a:p>
        </p:txBody>
      </p:sp>
      <p:sp>
        <p:nvSpPr>
          <p:cNvPr id="59" name="Text Placeholder 32">
            <a:extLst>
              <a:ext uri="{FF2B5EF4-FFF2-40B4-BE49-F238E27FC236}">
                <a16:creationId xmlns:a16="http://schemas.microsoft.com/office/drawing/2014/main" id="{B7C78BB3-DA91-4E6E-F986-D3754AD22421}"/>
              </a:ext>
            </a:extLst>
          </p:cNvPr>
          <p:cNvSpPr>
            <a:spLocks noGrp="1"/>
          </p:cNvSpPr>
          <p:nvPr>
            <p:ph type="body" sz="quarter" idx="24"/>
          </p:nvPr>
        </p:nvSpPr>
        <p:spPr>
          <a:xfrm>
            <a:off x="4432789" y="4518470"/>
            <a:ext cx="5631962" cy="382669"/>
          </a:xfrm>
          <a:prstGeom prst="rect">
            <a:avLst/>
          </a:prstGeom>
        </p:spPr>
        <p:txBody>
          <a:bodyPr tIns="64008" anchor="ctr" anchorCtr="0"/>
          <a:lstStyle>
            <a:lvl1pPr>
              <a:lnSpc>
                <a:spcPct val="100000"/>
              </a:lnSpc>
              <a:spcBef>
                <a:spcPts val="0"/>
              </a:spcBef>
              <a:defRPr sz="950">
                <a:solidFill>
                  <a:srgbClr val="0078D4"/>
                </a:solidFill>
                <a:latin typeface="+mn-lt"/>
              </a:defRPr>
            </a:lvl1pPr>
            <a:lvl2pPr>
              <a:lnSpc>
                <a:spcPct val="100000"/>
              </a:lnSpc>
              <a:spcBef>
                <a:spcPts val="200"/>
              </a:spcBef>
              <a:defRPr sz="950"/>
            </a:lvl2pPr>
            <a:lvl3pPr>
              <a:defRPr sz="1000"/>
            </a:lvl3pPr>
            <a:lvl4pPr>
              <a:defRPr sz="1000"/>
            </a:lvl4pPr>
            <a:lvl5pPr>
              <a:defRPr sz="1000"/>
            </a:lvl5pPr>
          </a:lstStyle>
          <a:p>
            <a:pPr lvl="0"/>
            <a:r>
              <a:rPr lang="en-US"/>
              <a:t>Click to edit Master text styles</a:t>
            </a:r>
          </a:p>
          <a:p>
            <a:pPr lvl="1"/>
            <a:r>
              <a:rPr lang="en-US"/>
              <a:t>Level 2</a:t>
            </a:r>
          </a:p>
        </p:txBody>
      </p:sp>
      <p:sp>
        <p:nvSpPr>
          <p:cNvPr id="40" name="Text Placeholder 29">
            <a:extLst>
              <a:ext uri="{FF2B5EF4-FFF2-40B4-BE49-F238E27FC236}">
                <a16:creationId xmlns:a16="http://schemas.microsoft.com/office/drawing/2014/main" id="{E4ADED78-B614-0FFF-B211-76B31F9AE9C5}"/>
              </a:ext>
            </a:extLst>
          </p:cNvPr>
          <p:cNvSpPr>
            <a:spLocks noGrp="1"/>
          </p:cNvSpPr>
          <p:nvPr>
            <p:ph type="body" sz="quarter" idx="18"/>
          </p:nvPr>
        </p:nvSpPr>
        <p:spPr>
          <a:xfrm>
            <a:off x="798513" y="5695290"/>
            <a:ext cx="960120" cy="507831"/>
          </a:xfrm>
          <a:prstGeom prst="rect">
            <a:avLst/>
          </a:prstGeom>
        </p:spPr>
        <p:txBody>
          <a:bodyPr anchor="ctr" anchorCtr="0"/>
          <a:lstStyle>
            <a:lvl1pPr>
              <a:lnSpc>
                <a:spcPct val="100000"/>
              </a:lnSpc>
              <a:defRPr sz="1100"/>
            </a:lvl1pPr>
          </a:lstStyle>
          <a:p>
            <a:pPr lvl="0"/>
            <a:r>
              <a:rPr lang="en-US"/>
              <a:t>Click to edit Master text styles</a:t>
            </a:r>
          </a:p>
        </p:txBody>
      </p:sp>
      <p:sp>
        <p:nvSpPr>
          <p:cNvPr id="41" name="Text Placeholder 32">
            <a:extLst>
              <a:ext uri="{FF2B5EF4-FFF2-40B4-BE49-F238E27FC236}">
                <a16:creationId xmlns:a16="http://schemas.microsoft.com/office/drawing/2014/main" id="{46CEDAE2-5599-F4E2-6E7F-C9E1F03E41A7}"/>
              </a:ext>
            </a:extLst>
          </p:cNvPr>
          <p:cNvSpPr>
            <a:spLocks noGrp="1"/>
          </p:cNvSpPr>
          <p:nvPr>
            <p:ph type="body" sz="quarter" idx="19"/>
          </p:nvPr>
        </p:nvSpPr>
        <p:spPr>
          <a:xfrm>
            <a:off x="1898649" y="5876108"/>
            <a:ext cx="1792224" cy="146194"/>
          </a:xfrm>
          <a:prstGeom prst="rect">
            <a:avLst/>
          </a:prstGeom>
        </p:spPr>
        <p:txBody>
          <a:bodyPr anchor="ctr" anchorCtr="0"/>
          <a:lstStyle>
            <a:lvl1pPr>
              <a:lnSpc>
                <a:spcPct val="100000"/>
              </a:lnSpc>
              <a:spcBef>
                <a:spcPts val="300"/>
              </a:spcBef>
              <a:defRPr sz="950">
                <a:latin typeface="+mn-lt"/>
              </a:defRPr>
            </a:lvl1pPr>
            <a:lvl2pPr>
              <a:defRPr sz="1000"/>
            </a:lvl2pPr>
            <a:lvl3pPr>
              <a:defRPr sz="1000"/>
            </a:lvl3pPr>
            <a:lvl4pPr>
              <a:defRPr sz="1000"/>
            </a:lvl4pPr>
            <a:lvl5pPr>
              <a:defRPr sz="1000"/>
            </a:lvl5pPr>
          </a:lstStyle>
          <a:p>
            <a:pPr lvl="0"/>
            <a:r>
              <a:rPr lang="en-US"/>
              <a:t>Click to edit Master text styles</a:t>
            </a:r>
          </a:p>
        </p:txBody>
      </p:sp>
      <p:sp>
        <p:nvSpPr>
          <p:cNvPr id="63" name="Text Placeholder 32">
            <a:extLst>
              <a:ext uri="{FF2B5EF4-FFF2-40B4-BE49-F238E27FC236}">
                <a16:creationId xmlns:a16="http://schemas.microsoft.com/office/drawing/2014/main" id="{80030978-FE73-07C4-38E2-BEC98FAE1029}"/>
              </a:ext>
            </a:extLst>
          </p:cNvPr>
          <p:cNvSpPr>
            <a:spLocks noGrp="1"/>
          </p:cNvSpPr>
          <p:nvPr>
            <p:ph type="body" sz="quarter" idx="28"/>
          </p:nvPr>
        </p:nvSpPr>
        <p:spPr>
          <a:xfrm>
            <a:off x="4432789" y="5757871"/>
            <a:ext cx="5631962" cy="382669"/>
          </a:xfrm>
          <a:prstGeom prst="rect">
            <a:avLst/>
          </a:prstGeom>
        </p:spPr>
        <p:txBody>
          <a:bodyPr tIns="64008" anchor="ctr" anchorCtr="0"/>
          <a:lstStyle>
            <a:lvl1pPr>
              <a:lnSpc>
                <a:spcPct val="100000"/>
              </a:lnSpc>
              <a:spcBef>
                <a:spcPts val="0"/>
              </a:spcBef>
              <a:defRPr sz="950">
                <a:solidFill>
                  <a:srgbClr val="0078D4"/>
                </a:solidFill>
                <a:latin typeface="+mn-lt"/>
              </a:defRPr>
            </a:lvl1pPr>
            <a:lvl2pPr>
              <a:lnSpc>
                <a:spcPct val="100000"/>
              </a:lnSpc>
              <a:spcBef>
                <a:spcPts val="200"/>
              </a:spcBef>
              <a:defRPr sz="950"/>
            </a:lvl2pPr>
            <a:lvl3pPr>
              <a:defRPr sz="1000"/>
            </a:lvl3pPr>
            <a:lvl4pPr>
              <a:defRPr sz="1000"/>
            </a:lvl4pPr>
            <a:lvl5pPr>
              <a:defRPr sz="1000"/>
            </a:lvl5pPr>
          </a:lstStyle>
          <a:p>
            <a:pPr lvl="0"/>
            <a:r>
              <a:rPr lang="en-US"/>
              <a:t>Click to edit Master text styles</a:t>
            </a:r>
          </a:p>
          <a:p>
            <a:pPr lvl="1"/>
            <a:r>
              <a:rPr lang="en-US"/>
              <a:t>Level 2</a:t>
            </a:r>
          </a:p>
        </p:txBody>
      </p:sp>
      <p:sp>
        <p:nvSpPr>
          <p:cNvPr id="4" name="Rounded Rectangle 23">
            <a:extLst>
              <a:ext uri="{FF2B5EF4-FFF2-40B4-BE49-F238E27FC236}">
                <a16:creationId xmlns:a16="http://schemas.microsoft.com/office/drawing/2014/main" id="{C32EBA0D-9E4C-D25F-5B81-272FA1CC217D}"/>
              </a:ext>
              <a:ext uri="{C183D7F6-B498-43B3-948B-1728B52AA6E4}">
                <adec:decorative xmlns:adec="http://schemas.microsoft.com/office/drawing/2017/decorative" val="1"/>
              </a:ext>
            </a:extLst>
          </p:cNvPr>
          <p:cNvSpPr>
            <a:spLocks/>
          </p:cNvSpPr>
          <p:nvPr userDrawn="1"/>
        </p:nvSpPr>
        <p:spPr bwMode="auto">
          <a:xfrm>
            <a:off x="699425" y="4152020"/>
            <a:ext cx="3114353" cy="1115568"/>
          </a:xfrm>
          <a:prstGeom prst="roundRect">
            <a:avLst>
              <a:gd name="adj" fmla="val 14961"/>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8" name="Text Placeholder 29">
            <a:extLst>
              <a:ext uri="{FF2B5EF4-FFF2-40B4-BE49-F238E27FC236}">
                <a16:creationId xmlns:a16="http://schemas.microsoft.com/office/drawing/2014/main" id="{DFA133CA-8E89-74C6-250B-E24A6EC18989}"/>
              </a:ext>
            </a:extLst>
          </p:cNvPr>
          <p:cNvSpPr>
            <a:spLocks noGrp="1"/>
          </p:cNvSpPr>
          <p:nvPr>
            <p:ph type="body" sz="quarter" idx="30"/>
          </p:nvPr>
        </p:nvSpPr>
        <p:spPr>
          <a:xfrm>
            <a:off x="798513" y="4455889"/>
            <a:ext cx="960120" cy="507831"/>
          </a:xfrm>
          <a:prstGeom prst="rect">
            <a:avLst/>
          </a:prstGeom>
        </p:spPr>
        <p:txBody>
          <a:bodyPr anchor="ctr" anchorCtr="0"/>
          <a:lstStyle>
            <a:lvl1pPr>
              <a:lnSpc>
                <a:spcPct val="100000"/>
              </a:lnSpc>
              <a:defRPr sz="1100"/>
            </a:lvl1pPr>
          </a:lstStyle>
          <a:p>
            <a:pPr lvl="0"/>
            <a:r>
              <a:rPr lang="en-US"/>
              <a:t>Click to edit Master text styles</a:t>
            </a:r>
          </a:p>
        </p:txBody>
      </p:sp>
      <p:sp>
        <p:nvSpPr>
          <p:cNvPr id="23" name="Text Placeholder 32">
            <a:extLst>
              <a:ext uri="{FF2B5EF4-FFF2-40B4-BE49-F238E27FC236}">
                <a16:creationId xmlns:a16="http://schemas.microsoft.com/office/drawing/2014/main" id="{5D933910-FE18-266F-2E15-062F7BB22197}"/>
              </a:ext>
            </a:extLst>
          </p:cNvPr>
          <p:cNvSpPr>
            <a:spLocks noGrp="1"/>
          </p:cNvSpPr>
          <p:nvPr>
            <p:ph type="body" sz="quarter" idx="31"/>
          </p:nvPr>
        </p:nvSpPr>
        <p:spPr>
          <a:xfrm>
            <a:off x="1898649" y="4636707"/>
            <a:ext cx="1792224" cy="146194"/>
          </a:xfrm>
          <a:prstGeom prst="rect">
            <a:avLst/>
          </a:prstGeom>
        </p:spPr>
        <p:txBody>
          <a:bodyPr anchor="ctr" anchorCtr="0"/>
          <a:lstStyle>
            <a:lvl1pPr>
              <a:lnSpc>
                <a:spcPct val="100000"/>
              </a:lnSpc>
              <a:spcBef>
                <a:spcPts val="300"/>
              </a:spcBef>
              <a:defRPr sz="950">
                <a:latin typeface="+mn-lt"/>
              </a:defRPr>
            </a:lvl1pPr>
            <a:lvl2pPr>
              <a:defRPr sz="1000"/>
            </a:lvl2pPr>
            <a:lvl3pPr>
              <a:defRPr sz="1000"/>
            </a:lvl3pPr>
            <a:lvl4pPr>
              <a:defRPr sz="1000"/>
            </a:lvl4pPr>
            <a:lvl5pPr>
              <a:defRPr sz="1000"/>
            </a:lvl5pPr>
          </a:lstStyle>
          <a:p>
            <a:pPr lvl="0"/>
            <a:r>
              <a:rPr lang="en-US"/>
              <a:t>Click to edit Master text styles</a:t>
            </a:r>
          </a:p>
        </p:txBody>
      </p:sp>
    </p:spTree>
    <p:extLst>
      <p:ext uri="{BB962C8B-B14F-4D97-AF65-F5344CB8AC3E}">
        <p14:creationId xmlns:p14="http://schemas.microsoft.com/office/powerpoint/2010/main" val="359351571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88.xml><?xml version="1.0" encoding="utf-8"?>
<p:sldLayout xmlns:a="http://schemas.openxmlformats.org/drawingml/2006/main" xmlns:r="http://schemas.openxmlformats.org/officeDocument/2006/relationships" xmlns:p="http://schemas.openxmlformats.org/presentationml/2006/main" preserve="1" userDrawn="1">
  <p:cSld name="5 Key Processes - Before/After AI">
    <p:spTree>
      <p:nvGrpSpPr>
        <p:cNvPr id="1" name=""/>
        <p:cNvGrpSpPr/>
        <p:nvPr/>
      </p:nvGrpSpPr>
      <p:grpSpPr>
        <a:xfrm>
          <a:off x="0" y="0"/>
          <a:ext cx="0" cy="0"/>
          <a:chOff x="0" y="0"/>
          <a:chExt cx="0" cy="0"/>
        </a:xfrm>
      </p:grpSpPr>
      <p:grpSp>
        <p:nvGrpSpPr>
          <p:cNvPr id="35" name="Group 34">
            <a:extLst>
              <a:ext uri="{FF2B5EF4-FFF2-40B4-BE49-F238E27FC236}">
                <a16:creationId xmlns:a16="http://schemas.microsoft.com/office/drawing/2014/main" id="{3C79BC07-2E4F-074C-E42E-3220BD3E1993}"/>
              </a:ext>
              <a:ext uri="{C183D7F6-B498-43B3-948B-1728B52AA6E4}">
                <adec:decorative xmlns:adec="http://schemas.microsoft.com/office/drawing/2017/decorative" val="1"/>
              </a:ext>
            </a:extLst>
          </p:cNvPr>
          <p:cNvGrpSpPr>
            <a:grpSpLocks noGrp="1" noUngrp="1" noRot="1" noMove="1" noResize="1"/>
          </p:cNvGrpSpPr>
          <p:nvPr userDrawn="1"/>
        </p:nvGrpSpPr>
        <p:grpSpPr>
          <a:xfrm>
            <a:off x="0" y="0"/>
            <a:ext cx="12188952" cy="6858000"/>
            <a:chOff x="0" y="0"/>
            <a:chExt cx="12188952" cy="6858000"/>
          </a:xfrm>
        </p:grpSpPr>
        <p:sp>
          <p:nvSpPr>
            <p:cNvPr id="2" name="Rectangle 1">
              <a:extLst>
                <a:ext uri="{FF2B5EF4-FFF2-40B4-BE49-F238E27FC236}">
                  <a16:creationId xmlns:a16="http://schemas.microsoft.com/office/drawing/2014/main" id="{D70D2C7A-4F5B-353D-0C06-7346A8207B45}"/>
                </a:ext>
              </a:extLst>
            </p:cNvPr>
            <p:cNvSpPr>
              <a:spLocks noGrp="1" noRot="1" noMove="1" noResize="1" noEditPoints="1" noAdjustHandles="1" noChangeArrowheads="1" noChangeShapeType="1"/>
            </p:cNvSpPr>
            <p:nvPr userDrawn="1"/>
          </p:nvSpPr>
          <p:spPr bwMode="auto">
            <a:xfrm>
              <a:off x="0"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3" name="Picture 2" descr="A colorful gradient going from darker blue on the left side to light blue to magenta to orange on the right side">
              <a:extLst>
                <a:ext uri="{FF2B5EF4-FFF2-40B4-BE49-F238E27FC236}">
                  <a16:creationId xmlns:a16="http://schemas.microsoft.com/office/drawing/2014/main" id="{B0ABAD7C-69B5-267A-50D7-D08FB74F67A5}"/>
                </a:ext>
              </a:extLst>
            </p:cNvPr>
            <p:cNvPicPr>
              <a:picLocks noGrp="1" noRot="1" noChangeAspect="1" noMove="1" noResize="1" noEditPoints="1" noAdjustHandles="1" noChangeArrowheads="1" noChangeShapeType="1" noCrop="1"/>
            </p:cNvPicPr>
            <p:nvPr userDrawn="1"/>
          </p:nvPicPr>
          <p:blipFill>
            <a:blip r:embed="rId2"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grpSp>
      <p:sp>
        <p:nvSpPr>
          <p:cNvPr id="5" name="Title 4">
            <a:extLst>
              <a:ext uri="{FF2B5EF4-FFF2-40B4-BE49-F238E27FC236}">
                <a16:creationId xmlns:a16="http://schemas.microsoft.com/office/drawing/2014/main" id="{0BCEAD74-397D-0D97-9041-3CFAF98275DD}"/>
              </a:ext>
            </a:extLst>
          </p:cNvPr>
          <p:cNvSpPr>
            <a:spLocks noGrp="1"/>
          </p:cNvSpPr>
          <p:nvPr>
            <p:ph type="title"/>
          </p:nvPr>
        </p:nvSpPr>
        <p:spPr/>
        <p:txBody>
          <a:bodyPr/>
          <a:lstStyle/>
          <a:p>
            <a:r>
              <a:rPr lang="en-US"/>
              <a:t>Click to edit Master title style</a:t>
            </a:r>
          </a:p>
        </p:txBody>
      </p:sp>
      <p:sp>
        <p:nvSpPr>
          <p:cNvPr id="6" name="Rounded Rectangle 79">
            <a:extLst>
              <a:ext uri="{FF2B5EF4-FFF2-40B4-BE49-F238E27FC236}">
                <a16:creationId xmlns:a16="http://schemas.microsoft.com/office/drawing/2014/main" id="{9E4DC3B4-6499-63C7-3136-22B6755463DB}"/>
              </a:ext>
              <a:ext uri="{C183D7F6-B498-43B3-948B-1728B52AA6E4}">
                <adec:decorative xmlns:adec="http://schemas.microsoft.com/office/drawing/2017/decorative" val="1"/>
              </a:ext>
            </a:extLst>
          </p:cNvPr>
          <p:cNvSpPr/>
          <p:nvPr userDrawn="1"/>
        </p:nvSpPr>
        <p:spPr bwMode="auto">
          <a:xfrm>
            <a:off x="559092" y="1310837"/>
            <a:ext cx="3480778" cy="5335290"/>
          </a:xfrm>
          <a:prstGeom prst="roundRect">
            <a:avLst>
              <a:gd name="adj" fmla="val 2935"/>
            </a:avLst>
          </a:prstGeom>
          <a:solidFill>
            <a:schemeClr val="accent3">
              <a:lumMod val="20000"/>
              <a:lumOff val="80000"/>
            </a:schemeClr>
          </a:solidFill>
          <a:ln w="19050">
            <a:gradFill flip="none" rotWithShape="1">
              <a:gsLst>
                <a:gs pos="50000">
                  <a:schemeClr val="bg1">
                    <a:alpha val="20000"/>
                  </a:schemeClr>
                </a:gs>
                <a:gs pos="0">
                  <a:schemeClr val="bg1"/>
                </a:gs>
                <a:gs pos="100000">
                  <a:schemeClr val="bg1"/>
                </a:gs>
              </a:gsLst>
              <a:lin ang="81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365760" rIns="182880" bIns="146304" numCol="1" spcCol="0" rtlCol="0" fromWordArt="0" anchor="t" anchorCtr="0" forceAA="0" compatLnSpc="1">
            <a:prstTxWarp prst="textNoShape">
              <a:avLst/>
            </a:prstTxWarp>
            <a:noAutofit/>
          </a:bodyPr>
          <a:lstStyle/>
          <a:p>
            <a:pPr>
              <a:spcBef>
                <a:spcPts val="1800"/>
              </a:spcBef>
              <a:buSzPct val="90000"/>
            </a:pPr>
            <a:endParaRPr lang="en-US">
              <a:solidFill>
                <a:srgbClr val="000000"/>
              </a:solidFill>
              <a:latin typeface="Segoe Sans Display"/>
              <a:cs typeface="Segoe Sans Display" pitchFamily="2" charset="0"/>
            </a:endParaRPr>
          </a:p>
        </p:txBody>
      </p:sp>
      <p:sp>
        <p:nvSpPr>
          <p:cNvPr id="7" name="Rounded Rectangle 80">
            <a:extLst>
              <a:ext uri="{FF2B5EF4-FFF2-40B4-BE49-F238E27FC236}">
                <a16:creationId xmlns:a16="http://schemas.microsoft.com/office/drawing/2014/main" id="{FAE29394-4DF2-FD1F-1AF1-260B0AF42F62}"/>
              </a:ext>
              <a:ext uri="{C183D7F6-B498-43B3-948B-1728B52AA6E4}">
                <adec:decorative xmlns:adec="http://schemas.microsoft.com/office/drawing/2017/decorative" val="1"/>
              </a:ext>
            </a:extLst>
          </p:cNvPr>
          <p:cNvSpPr/>
          <p:nvPr userDrawn="1"/>
        </p:nvSpPr>
        <p:spPr bwMode="auto">
          <a:xfrm>
            <a:off x="4170937" y="1310837"/>
            <a:ext cx="6253554" cy="5335290"/>
          </a:xfrm>
          <a:prstGeom prst="roundRect">
            <a:avLst>
              <a:gd name="adj" fmla="val 2180"/>
            </a:avLst>
          </a:prstGeom>
          <a:solidFill>
            <a:schemeClr val="accent3">
              <a:lumMod val="20000"/>
              <a:lumOff val="80000"/>
            </a:schemeClr>
          </a:solidFill>
          <a:ln w="19050">
            <a:gradFill flip="none" rotWithShape="1">
              <a:gsLst>
                <a:gs pos="50000">
                  <a:schemeClr val="bg1">
                    <a:alpha val="20000"/>
                  </a:schemeClr>
                </a:gs>
                <a:gs pos="0">
                  <a:schemeClr val="bg1"/>
                </a:gs>
                <a:gs pos="100000">
                  <a:schemeClr val="bg1"/>
                </a:gs>
              </a:gsLst>
              <a:lin ang="81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365760" rIns="182880" bIns="146304" numCol="1" spcCol="0" rtlCol="0" fromWordArt="0" anchor="t" anchorCtr="0" forceAA="0" compatLnSpc="1">
            <a:prstTxWarp prst="textNoShape">
              <a:avLst/>
            </a:prstTxWarp>
            <a:noAutofit/>
          </a:bodyPr>
          <a:lstStyle/>
          <a:p>
            <a:pPr>
              <a:spcBef>
                <a:spcPts val="1800"/>
              </a:spcBef>
              <a:buSzPct val="90000"/>
            </a:pPr>
            <a:endParaRPr lang="en-US">
              <a:solidFill>
                <a:srgbClr val="000000"/>
              </a:solidFill>
              <a:latin typeface="Segoe Sans Display"/>
              <a:cs typeface="Segoe Sans Display" pitchFamily="2" charset="0"/>
            </a:endParaRPr>
          </a:p>
        </p:txBody>
      </p:sp>
      <p:sp>
        <p:nvSpPr>
          <p:cNvPr id="9" name="Rectangle 8">
            <a:extLst>
              <a:ext uri="{FF2B5EF4-FFF2-40B4-BE49-F238E27FC236}">
                <a16:creationId xmlns:a16="http://schemas.microsoft.com/office/drawing/2014/main" id="{395FE5E3-B108-9973-E29F-F4169B842ECC}"/>
              </a:ext>
              <a:ext uri="{C183D7F6-B498-43B3-948B-1728B52AA6E4}">
                <adec:decorative xmlns:adec="http://schemas.microsoft.com/office/drawing/2017/decorative" val="1"/>
              </a:ext>
            </a:extLst>
          </p:cNvPr>
          <p:cNvSpPr/>
          <p:nvPr userDrawn="1"/>
        </p:nvSpPr>
        <p:spPr bwMode="auto">
          <a:xfrm>
            <a:off x="3446912" y="5825187"/>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0" name="Rectangle 9">
            <a:extLst>
              <a:ext uri="{FF2B5EF4-FFF2-40B4-BE49-F238E27FC236}">
                <a16:creationId xmlns:a16="http://schemas.microsoft.com/office/drawing/2014/main" id="{299A8EFD-2D0A-4BA9-1EFF-24E8AAD17AA0}"/>
              </a:ext>
              <a:ext uri="{C183D7F6-B498-43B3-948B-1728B52AA6E4}">
                <adec:decorative xmlns:adec="http://schemas.microsoft.com/office/drawing/2017/decorative" val="1"/>
              </a:ext>
            </a:extLst>
          </p:cNvPr>
          <p:cNvSpPr/>
          <p:nvPr userDrawn="1"/>
        </p:nvSpPr>
        <p:spPr bwMode="auto">
          <a:xfrm>
            <a:off x="3494230" y="1893253"/>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1" name="Rectangle 10">
            <a:extLst>
              <a:ext uri="{FF2B5EF4-FFF2-40B4-BE49-F238E27FC236}">
                <a16:creationId xmlns:a16="http://schemas.microsoft.com/office/drawing/2014/main" id="{96CF91C8-4DD4-D0F5-FCA4-79F8E1D3A5B6}"/>
              </a:ext>
              <a:ext uri="{C183D7F6-B498-43B3-948B-1728B52AA6E4}">
                <adec:decorative xmlns:adec="http://schemas.microsoft.com/office/drawing/2017/decorative" val="1"/>
              </a:ext>
            </a:extLst>
          </p:cNvPr>
          <p:cNvSpPr/>
          <p:nvPr userDrawn="1"/>
        </p:nvSpPr>
        <p:spPr bwMode="auto">
          <a:xfrm>
            <a:off x="3496418" y="2876237"/>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2" name="Rectangle 11">
            <a:extLst>
              <a:ext uri="{FF2B5EF4-FFF2-40B4-BE49-F238E27FC236}">
                <a16:creationId xmlns:a16="http://schemas.microsoft.com/office/drawing/2014/main" id="{E46ACF3F-45FE-47D6-C59E-50148796EE46}"/>
              </a:ext>
              <a:ext uri="{C183D7F6-B498-43B3-948B-1728B52AA6E4}">
                <adec:decorative xmlns:adec="http://schemas.microsoft.com/office/drawing/2017/decorative" val="1"/>
              </a:ext>
            </a:extLst>
          </p:cNvPr>
          <p:cNvSpPr/>
          <p:nvPr userDrawn="1"/>
        </p:nvSpPr>
        <p:spPr bwMode="auto">
          <a:xfrm>
            <a:off x="3493474" y="3859220"/>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3" name="Rectangle 12">
            <a:extLst>
              <a:ext uri="{FF2B5EF4-FFF2-40B4-BE49-F238E27FC236}">
                <a16:creationId xmlns:a16="http://schemas.microsoft.com/office/drawing/2014/main" id="{13E1A497-2059-869A-1E6F-D817713744F2}"/>
              </a:ext>
              <a:ext uri="{C183D7F6-B498-43B3-948B-1728B52AA6E4}">
                <adec:decorative xmlns:adec="http://schemas.microsoft.com/office/drawing/2017/decorative" val="1"/>
              </a:ext>
            </a:extLst>
          </p:cNvPr>
          <p:cNvSpPr/>
          <p:nvPr userDrawn="1"/>
        </p:nvSpPr>
        <p:spPr bwMode="auto">
          <a:xfrm>
            <a:off x="3488643" y="4842204"/>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4" name="Rounded Rectangle 46">
            <a:extLst>
              <a:ext uri="{FF2B5EF4-FFF2-40B4-BE49-F238E27FC236}">
                <a16:creationId xmlns:a16="http://schemas.microsoft.com/office/drawing/2014/main" id="{3063B761-DBCC-60FA-BD86-6849C7A698A6}"/>
              </a:ext>
              <a:ext uri="{C183D7F6-B498-43B3-948B-1728B52AA6E4}">
                <adec:decorative xmlns:adec="http://schemas.microsoft.com/office/drawing/2017/decorative" val="1"/>
              </a:ext>
            </a:extLst>
          </p:cNvPr>
          <p:cNvSpPr>
            <a:spLocks/>
          </p:cNvSpPr>
          <p:nvPr userDrawn="1"/>
        </p:nvSpPr>
        <p:spPr bwMode="auto">
          <a:xfrm>
            <a:off x="4320505" y="1578510"/>
            <a:ext cx="5972919" cy="932688"/>
          </a:xfrm>
          <a:prstGeom prst="roundRect">
            <a:avLst>
              <a:gd name="adj" fmla="val 14994"/>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95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5" name="Rounded Rectangle 50">
            <a:extLst>
              <a:ext uri="{FF2B5EF4-FFF2-40B4-BE49-F238E27FC236}">
                <a16:creationId xmlns:a16="http://schemas.microsoft.com/office/drawing/2014/main" id="{F45FBE28-BE8D-DED6-3977-A35C74FD3290}"/>
              </a:ext>
              <a:ext uri="{C183D7F6-B498-43B3-948B-1728B52AA6E4}">
                <adec:decorative xmlns:adec="http://schemas.microsoft.com/office/drawing/2017/decorative" val="1"/>
              </a:ext>
            </a:extLst>
          </p:cNvPr>
          <p:cNvSpPr>
            <a:spLocks/>
          </p:cNvSpPr>
          <p:nvPr userDrawn="1"/>
        </p:nvSpPr>
        <p:spPr bwMode="auto">
          <a:xfrm>
            <a:off x="4320505" y="2585306"/>
            <a:ext cx="5972919" cy="932688"/>
          </a:xfrm>
          <a:prstGeom prst="roundRect">
            <a:avLst>
              <a:gd name="adj" fmla="val 13128"/>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95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6" name="Rounded Rectangle 55">
            <a:extLst>
              <a:ext uri="{FF2B5EF4-FFF2-40B4-BE49-F238E27FC236}">
                <a16:creationId xmlns:a16="http://schemas.microsoft.com/office/drawing/2014/main" id="{2F64D3D4-86A8-332C-C08C-56C186DAB212}"/>
              </a:ext>
              <a:ext uri="{C183D7F6-B498-43B3-948B-1728B52AA6E4}">
                <adec:decorative xmlns:adec="http://schemas.microsoft.com/office/drawing/2017/decorative" val="1"/>
              </a:ext>
            </a:extLst>
          </p:cNvPr>
          <p:cNvSpPr>
            <a:spLocks/>
          </p:cNvSpPr>
          <p:nvPr userDrawn="1"/>
        </p:nvSpPr>
        <p:spPr bwMode="auto">
          <a:xfrm>
            <a:off x="4320505" y="3592102"/>
            <a:ext cx="5972919" cy="932688"/>
          </a:xfrm>
          <a:prstGeom prst="roundRect">
            <a:avLst>
              <a:gd name="adj" fmla="val 13231"/>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95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7" name="Rounded Rectangle 60">
            <a:extLst>
              <a:ext uri="{FF2B5EF4-FFF2-40B4-BE49-F238E27FC236}">
                <a16:creationId xmlns:a16="http://schemas.microsoft.com/office/drawing/2014/main" id="{19F0CC36-F1FB-632F-7569-74DA79B953E9}"/>
              </a:ext>
              <a:ext uri="{C183D7F6-B498-43B3-948B-1728B52AA6E4}">
                <adec:decorative xmlns:adec="http://schemas.microsoft.com/office/drawing/2017/decorative" val="1"/>
              </a:ext>
            </a:extLst>
          </p:cNvPr>
          <p:cNvSpPr>
            <a:spLocks/>
          </p:cNvSpPr>
          <p:nvPr userDrawn="1"/>
        </p:nvSpPr>
        <p:spPr bwMode="auto">
          <a:xfrm>
            <a:off x="4320505" y="4598898"/>
            <a:ext cx="5972919" cy="932688"/>
          </a:xfrm>
          <a:prstGeom prst="roundRect">
            <a:avLst>
              <a:gd name="adj" fmla="val 12215"/>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95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8" name="Rounded Rectangle 20">
            <a:extLst>
              <a:ext uri="{FF2B5EF4-FFF2-40B4-BE49-F238E27FC236}">
                <a16:creationId xmlns:a16="http://schemas.microsoft.com/office/drawing/2014/main" id="{3923BC9E-92B9-804E-6B78-A0405A155021}"/>
              </a:ext>
              <a:ext uri="{C183D7F6-B498-43B3-948B-1728B52AA6E4}">
                <adec:decorative xmlns:adec="http://schemas.microsoft.com/office/drawing/2017/decorative" val="1"/>
              </a:ext>
            </a:extLst>
          </p:cNvPr>
          <p:cNvSpPr>
            <a:spLocks/>
          </p:cNvSpPr>
          <p:nvPr userDrawn="1"/>
        </p:nvSpPr>
        <p:spPr bwMode="auto">
          <a:xfrm>
            <a:off x="699425" y="1578510"/>
            <a:ext cx="3204328" cy="932688"/>
          </a:xfrm>
          <a:prstGeom prst="roundRect">
            <a:avLst>
              <a:gd name="adj" fmla="val 14961"/>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9" name="Rounded Rectangle 23">
            <a:extLst>
              <a:ext uri="{FF2B5EF4-FFF2-40B4-BE49-F238E27FC236}">
                <a16:creationId xmlns:a16="http://schemas.microsoft.com/office/drawing/2014/main" id="{DDF0544D-EDBE-E23C-1DEE-9321AD081C2F}"/>
              </a:ext>
              <a:ext uri="{C183D7F6-B498-43B3-948B-1728B52AA6E4}">
                <adec:decorative xmlns:adec="http://schemas.microsoft.com/office/drawing/2017/decorative" val="1"/>
              </a:ext>
            </a:extLst>
          </p:cNvPr>
          <p:cNvSpPr>
            <a:spLocks/>
          </p:cNvSpPr>
          <p:nvPr userDrawn="1"/>
        </p:nvSpPr>
        <p:spPr bwMode="auto">
          <a:xfrm>
            <a:off x="699425" y="2585306"/>
            <a:ext cx="3204328" cy="932688"/>
          </a:xfrm>
          <a:prstGeom prst="roundRect">
            <a:avLst>
              <a:gd name="adj" fmla="val 14961"/>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20" name="Rounded Rectangle 31">
            <a:extLst>
              <a:ext uri="{FF2B5EF4-FFF2-40B4-BE49-F238E27FC236}">
                <a16:creationId xmlns:a16="http://schemas.microsoft.com/office/drawing/2014/main" id="{C3455CCB-C24F-0918-DDC0-089FC7A04623}"/>
              </a:ext>
              <a:ext uri="{C183D7F6-B498-43B3-948B-1728B52AA6E4}">
                <adec:decorative xmlns:adec="http://schemas.microsoft.com/office/drawing/2017/decorative" val="1"/>
              </a:ext>
            </a:extLst>
          </p:cNvPr>
          <p:cNvSpPr>
            <a:spLocks/>
          </p:cNvSpPr>
          <p:nvPr userDrawn="1"/>
        </p:nvSpPr>
        <p:spPr bwMode="auto">
          <a:xfrm>
            <a:off x="698468" y="4598898"/>
            <a:ext cx="3206369" cy="932688"/>
          </a:xfrm>
          <a:prstGeom prst="roundRect">
            <a:avLst>
              <a:gd name="adj" fmla="val 14961"/>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21" name="Rectangle: Rounded Corners 10">
            <a:extLst>
              <a:ext uri="{FF2B5EF4-FFF2-40B4-BE49-F238E27FC236}">
                <a16:creationId xmlns:a16="http://schemas.microsoft.com/office/drawing/2014/main" id="{57AC6C64-4EA9-70A1-AE04-D983F85F6C61}"/>
              </a:ext>
              <a:ext uri="{C183D7F6-B498-43B3-948B-1728B52AA6E4}">
                <adec:decorative xmlns:adec="http://schemas.microsoft.com/office/drawing/2017/decorative" val="1"/>
              </a:ext>
            </a:extLst>
          </p:cNvPr>
          <p:cNvSpPr/>
          <p:nvPr userDrawn="1"/>
        </p:nvSpPr>
        <p:spPr>
          <a:xfrm>
            <a:off x="559093" y="1190813"/>
            <a:ext cx="1224299" cy="273059"/>
          </a:xfrm>
          <a:prstGeom prst="roundRect">
            <a:avLst>
              <a:gd name="adj" fmla="val 50000"/>
            </a:avLst>
          </a:prstGeom>
          <a:solidFill>
            <a:schemeClr val="bg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i="0" u="none" strike="noStrike" kern="1200" cap="none" spc="0" normalizeH="0" baseline="0" noProof="0">
                <a:ln>
                  <a:noFill/>
                </a:ln>
                <a:solidFill>
                  <a:srgbClr val="FFFFFF"/>
                </a:solidFill>
                <a:effectLst/>
                <a:uLnTx/>
                <a:uFillTx/>
                <a:latin typeface="+mj-lt"/>
                <a:ea typeface="+mn-ea"/>
                <a:cs typeface="Segoe Sans Display" pitchFamily="2" charset="0"/>
              </a:rPr>
              <a:t>Key Processes</a:t>
            </a:r>
          </a:p>
        </p:txBody>
      </p:sp>
      <p:sp>
        <p:nvSpPr>
          <p:cNvPr id="30" name="Text Placeholder 29">
            <a:extLst>
              <a:ext uri="{FF2B5EF4-FFF2-40B4-BE49-F238E27FC236}">
                <a16:creationId xmlns:a16="http://schemas.microsoft.com/office/drawing/2014/main" id="{320DB206-1E09-B91E-9F54-10742BA42DF9}"/>
              </a:ext>
            </a:extLst>
          </p:cNvPr>
          <p:cNvSpPr>
            <a:spLocks noGrp="1"/>
          </p:cNvSpPr>
          <p:nvPr>
            <p:ph type="body" sz="quarter" idx="12"/>
          </p:nvPr>
        </p:nvSpPr>
        <p:spPr>
          <a:xfrm>
            <a:off x="798513" y="1790939"/>
            <a:ext cx="960120" cy="507831"/>
          </a:xfrm>
          <a:prstGeom prst="rect">
            <a:avLst/>
          </a:prstGeom>
        </p:spPr>
        <p:txBody>
          <a:bodyPr anchor="ctr" anchorCtr="0"/>
          <a:lstStyle>
            <a:lvl1pPr>
              <a:lnSpc>
                <a:spcPct val="100000"/>
              </a:lnSpc>
              <a:defRPr sz="1100"/>
            </a:lvl1pPr>
          </a:lstStyle>
          <a:p>
            <a:pPr lvl="0"/>
            <a:r>
              <a:rPr lang="en-US"/>
              <a:t>Click to edit Master text styles</a:t>
            </a:r>
          </a:p>
        </p:txBody>
      </p:sp>
      <p:sp>
        <p:nvSpPr>
          <p:cNvPr id="22" name="Rectangle: Rounded Corners 10">
            <a:extLst>
              <a:ext uri="{FF2B5EF4-FFF2-40B4-BE49-F238E27FC236}">
                <a16:creationId xmlns:a16="http://schemas.microsoft.com/office/drawing/2014/main" id="{F283C8DD-3E76-1525-2983-F78D468EABC0}"/>
              </a:ext>
              <a:ext uri="{C183D7F6-B498-43B3-948B-1728B52AA6E4}">
                <adec:decorative xmlns:adec="http://schemas.microsoft.com/office/drawing/2017/decorative" val="1"/>
              </a:ext>
            </a:extLst>
          </p:cNvPr>
          <p:cNvSpPr/>
          <p:nvPr userDrawn="1"/>
        </p:nvSpPr>
        <p:spPr>
          <a:xfrm>
            <a:off x="1898649" y="1190813"/>
            <a:ext cx="1892808" cy="273059"/>
          </a:xfrm>
          <a:prstGeom prst="roundRect">
            <a:avLst>
              <a:gd name="adj" fmla="val 50000"/>
            </a:avLst>
          </a:prstGeom>
          <a:solidFill>
            <a:schemeClr val="bg1">
              <a:lumMod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i="0" u="none" strike="noStrike" kern="1200" cap="none" spc="0" normalizeH="0" baseline="0" noProof="0">
                <a:ln>
                  <a:noFill/>
                </a:ln>
                <a:solidFill>
                  <a:srgbClr val="000000"/>
                </a:solidFill>
                <a:effectLst/>
                <a:uLnTx/>
                <a:uFillTx/>
                <a:latin typeface="+mj-lt"/>
                <a:ea typeface="+mn-ea"/>
                <a:cs typeface="Segoe Sans Display" pitchFamily="2" charset="0"/>
              </a:rPr>
              <a:t>Before AI</a:t>
            </a:r>
          </a:p>
        </p:txBody>
      </p:sp>
      <p:sp>
        <p:nvSpPr>
          <p:cNvPr id="24" name="Rounded Rectangle 60">
            <a:extLst>
              <a:ext uri="{FF2B5EF4-FFF2-40B4-BE49-F238E27FC236}">
                <a16:creationId xmlns:a16="http://schemas.microsoft.com/office/drawing/2014/main" id="{FE634DD4-3EF9-0D15-1DDE-4024D59FA392}"/>
              </a:ext>
              <a:ext uri="{C183D7F6-B498-43B3-948B-1728B52AA6E4}">
                <adec:decorative xmlns:adec="http://schemas.microsoft.com/office/drawing/2017/decorative" val="1"/>
              </a:ext>
            </a:extLst>
          </p:cNvPr>
          <p:cNvSpPr>
            <a:spLocks/>
          </p:cNvSpPr>
          <p:nvPr userDrawn="1"/>
        </p:nvSpPr>
        <p:spPr bwMode="auto">
          <a:xfrm>
            <a:off x="4320505" y="5605694"/>
            <a:ext cx="5972919" cy="932688"/>
          </a:xfrm>
          <a:prstGeom prst="roundRect">
            <a:avLst>
              <a:gd name="adj" fmla="val 12215"/>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95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25" name="Rounded Rectangle 31">
            <a:extLst>
              <a:ext uri="{FF2B5EF4-FFF2-40B4-BE49-F238E27FC236}">
                <a16:creationId xmlns:a16="http://schemas.microsoft.com/office/drawing/2014/main" id="{582E95FF-F204-A2C6-B1D7-26E7D0C6E110}"/>
              </a:ext>
              <a:ext uri="{C183D7F6-B498-43B3-948B-1728B52AA6E4}">
                <adec:decorative xmlns:adec="http://schemas.microsoft.com/office/drawing/2017/decorative" val="1"/>
              </a:ext>
            </a:extLst>
          </p:cNvPr>
          <p:cNvSpPr>
            <a:spLocks/>
          </p:cNvSpPr>
          <p:nvPr userDrawn="1"/>
        </p:nvSpPr>
        <p:spPr bwMode="auto">
          <a:xfrm>
            <a:off x="699048" y="5605694"/>
            <a:ext cx="3205134" cy="932688"/>
          </a:xfrm>
          <a:prstGeom prst="roundRect">
            <a:avLst>
              <a:gd name="adj" fmla="val 14961"/>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26" name="Rectangle: Rounded Corners 10">
            <a:extLst>
              <a:ext uri="{FF2B5EF4-FFF2-40B4-BE49-F238E27FC236}">
                <a16:creationId xmlns:a16="http://schemas.microsoft.com/office/drawing/2014/main" id="{FF4A5D24-E5ED-ED4B-73C8-FEEBC1E181E3}"/>
              </a:ext>
              <a:ext uri="{C183D7F6-B498-43B3-948B-1728B52AA6E4}">
                <adec:decorative xmlns:adec="http://schemas.microsoft.com/office/drawing/2017/decorative" val="1"/>
              </a:ext>
            </a:extLst>
          </p:cNvPr>
          <p:cNvSpPr/>
          <p:nvPr userDrawn="1"/>
        </p:nvSpPr>
        <p:spPr>
          <a:xfrm>
            <a:off x="4299290" y="1190813"/>
            <a:ext cx="1811983" cy="273059"/>
          </a:xfrm>
          <a:prstGeom prst="roundRect">
            <a:avLst>
              <a:gd name="adj" fmla="val 50000"/>
            </a:avLst>
          </a:prstGeom>
          <a:gradFill flip="none" rotWithShape="1">
            <a:gsLst>
              <a:gs pos="0">
                <a:srgbClr val="0178D4"/>
              </a:gs>
              <a:gs pos="67269">
                <a:srgbClr val="E176D5"/>
              </a:gs>
              <a:gs pos="33000">
                <a:srgbClr val="629CFF"/>
              </a:gs>
              <a:gs pos="100000">
                <a:srgbClr val="FDA778"/>
              </a:gs>
            </a:gsLst>
            <a:path path="circle">
              <a:fillToRect t="100000" r="100000"/>
            </a:path>
            <a:tileRect l="-100000" b="-100000"/>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i="0" u="none" strike="noStrike" kern="1200" cap="none" spc="0" normalizeH="0" baseline="0" noProof="0">
                <a:ln>
                  <a:noFill/>
                </a:ln>
                <a:solidFill>
                  <a:srgbClr val="FFFFFF"/>
                </a:solidFill>
                <a:effectLst/>
                <a:uLnTx/>
                <a:uFillTx/>
                <a:latin typeface="+mj-lt"/>
                <a:ea typeface="+mn-ea"/>
                <a:cs typeface="Segoe Sans Display" pitchFamily="2" charset="0"/>
              </a:rPr>
              <a:t>After AI</a:t>
            </a:r>
          </a:p>
        </p:txBody>
      </p:sp>
      <p:sp>
        <p:nvSpPr>
          <p:cNvPr id="33" name="Text Placeholder 32">
            <a:extLst>
              <a:ext uri="{FF2B5EF4-FFF2-40B4-BE49-F238E27FC236}">
                <a16:creationId xmlns:a16="http://schemas.microsoft.com/office/drawing/2014/main" id="{04735D59-0756-1F28-325D-B95A8012517D}"/>
              </a:ext>
            </a:extLst>
          </p:cNvPr>
          <p:cNvSpPr>
            <a:spLocks noGrp="1"/>
          </p:cNvSpPr>
          <p:nvPr>
            <p:ph type="body" sz="quarter" idx="13"/>
          </p:nvPr>
        </p:nvSpPr>
        <p:spPr>
          <a:xfrm>
            <a:off x="1898649" y="1975605"/>
            <a:ext cx="1920240" cy="138499"/>
          </a:xfrm>
          <a:prstGeom prst="rect">
            <a:avLst/>
          </a:prstGeom>
        </p:spPr>
        <p:txBody>
          <a:bodyPr anchor="ctr" anchorCtr="0"/>
          <a:lstStyle>
            <a:lvl1pPr>
              <a:lnSpc>
                <a:spcPct val="100000"/>
              </a:lnSpc>
              <a:spcBef>
                <a:spcPts val="300"/>
              </a:spcBef>
              <a:defRPr sz="900">
                <a:latin typeface="+mn-lt"/>
              </a:defRPr>
            </a:lvl1pPr>
            <a:lvl2pPr>
              <a:defRPr sz="1000"/>
            </a:lvl2pPr>
            <a:lvl3pPr>
              <a:defRPr sz="1000"/>
            </a:lvl3pPr>
            <a:lvl4pPr>
              <a:defRPr sz="1000"/>
            </a:lvl4pPr>
            <a:lvl5pPr>
              <a:defRPr sz="1000"/>
            </a:lvl5pPr>
          </a:lstStyle>
          <a:p>
            <a:pPr lvl="0"/>
            <a:r>
              <a:rPr lang="en-US"/>
              <a:t>Click to edit Master text styles</a:t>
            </a:r>
          </a:p>
        </p:txBody>
      </p:sp>
      <p:sp>
        <p:nvSpPr>
          <p:cNvPr id="46" name="Text Placeholder 32">
            <a:extLst>
              <a:ext uri="{FF2B5EF4-FFF2-40B4-BE49-F238E27FC236}">
                <a16:creationId xmlns:a16="http://schemas.microsoft.com/office/drawing/2014/main" id="{8DC41E68-3E78-C147-795C-5CE3F98396FE}"/>
              </a:ext>
            </a:extLst>
          </p:cNvPr>
          <p:cNvSpPr>
            <a:spLocks noGrp="1"/>
          </p:cNvSpPr>
          <p:nvPr>
            <p:ph type="body" sz="quarter" idx="20"/>
          </p:nvPr>
        </p:nvSpPr>
        <p:spPr>
          <a:xfrm>
            <a:off x="4432788" y="1578510"/>
            <a:ext cx="2788920" cy="382669"/>
          </a:xfrm>
          <a:prstGeom prst="rect">
            <a:avLst/>
          </a:prstGeom>
        </p:spPr>
        <p:txBody>
          <a:bodyPr tIns="64008"/>
          <a:lstStyle>
            <a:lvl1pPr>
              <a:lnSpc>
                <a:spcPct val="100000"/>
              </a:lnSpc>
              <a:spcBef>
                <a:spcPts val="0"/>
              </a:spcBef>
              <a:defRPr sz="950">
                <a:solidFill>
                  <a:srgbClr val="0078D4"/>
                </a:solidFill>
                <a:latin typeface="+mn-lt"/>
              </a:defRPr>
            </a:lvl1pPr>
            <a:lvl2pPr>
              <a:lnSpc>
                <a:spcPct val="100000"/>
              </a:lnSpc>
              <a:spcBef>
                <a:spcPts val="200"/>
              </a:spcBef>
              <a:defRPr sz="900"/>
            </a:lvl2pPr>
            <a:lvl3pPr>
              <a:defRPr sz="1000"/>
            </a:lvl3pPr>
            <a:lvl4pPr>
              <a:defRPr sz="1000"/>
            </a:lvl4pPr>
            <a:lvl5pPr>
              <a:defRPr sz="1000"/>
            </a:lvl5pPr>
          </a:lstStyle>
          <a:p>
            <a:pPr lvl="0"/>
            <a:r>
              <a:rPr lang="en-US"/>
              <a:t>Click to edit Master text styles</a:t>
            </a:r>
          </a:p>
          <a:p>
            <a:pPr lvl="1"/>
            <a:r>
              <a:rPr lang="en-US"/>
              <a:t>Level 2</a:t>
            </a:r>
          </a:p>
        </p:txBody>
      </p:sp>
      <p:sp>
        <p:nvSpPr>
          <p:cNvPr id="56" name="Text Placeholder 32">
            <a:extLst>
              <a:ext uri="{FF2B5EF4-FFF2-40B4-BE49-F238E27FC236}">
                <a16:creationId xmlns:a16="http://schemas.microsoft.com/office/drawing/2014/main" id="{A35306A8-4AB6-27A1-2284-B67D86A65D03}"/>
              </a:ext>
            </a:extLst>
          </p:cNvPr>
          <p:cNvSpPr>
            <a:spLocks noGrp="1"/>
          </p:cNvSpPr>
          <p:nvPr>
            <p:ph type="body" sz="quarter" idx="21"/>
          </p:nvPr>
        </p:nvSpPr>
        <p:spPr>
          <a:xfrm>
            <a:off x="7405111" y="1578510"/>
            <a:ext cx="2788920" cy="382669"/>
          </a:xfrm>
          <a:prstGeom prst="rect">
            <a:avLst/>
          </a:prstGeom>
        </p:spPr>
        <p:txBody>
          <a:bodyPr tIns="64008"/>
          <a:lstStyle>
            <a:lvl1pPr>
              <a:lnSpc>
                <a:spcPct val="100000"/>
              </a:lnSpc>
              <a:spcBef>
                <a:spcPts val="0"/>
              </a:spcBef>
              <a:defRPr sz="950">
                <a:solidFill>
                  <a:srgbClr val="0078D4"/>
                </a:solidFill>
                <a:latin typeface="+mn-lt"/>
              </a:defRPr>
            </a:lvl1pPr>
            <a:lvl2pPr>
              <a:lnSpc>
                <a:spcPct val="100000"/>
              </a:lnSpc>
              <a:spcBef>
                <a:spcPts val="200"/>
              </a:spcBef>
              <a:defRPr sz="900"/>
            </a:lvl2pPr>
            <a:lvl3pPr>
              <a:defRPr sz="1000"/>
            </a:lvl3pPr>
            <a:lvl4pPr>
              <a:defRPr sz="1000"/>
            </a:lvl4pPr>
            <a:lvl5pPr>
              <a:defRPr sz="1000"/>
            </a:lvl5pPr>
          </a:lstStyle>
          <a:p>
            <a:pPr lvl="0"/>
            <a:r>
              <a:rPr lang="en-US"/>
              <a:t>Click to edit Master text styles</a:t>
            </a:r>
          </a:p>
          <a:p>
            <a:pPr lvl="1"/>
            <a:r>
              <a:rPr lang="en-US"/>
              <a:t>Level 2</a:t>
            </a:r>
          </a:p>
        </p:txBody>
      </p:sp>
      <p:sp>
        <p:nvSpPr>
          <p:cNvPr id="36" name="Text Placeholder 29">
            <a:extLst>
              <a:ext uri="{FF2B5EF4-FFF2-40B4-BE49-F238E27FC236}">
                <a16:creationId xmlns:a16="http://schemas.microsoft.com/office/drawing/2014/main" id="{4BA3A142-A819-F553-5D15-FB96846EDCA7}"/>
              </a:ext>
            </a:extLst>
          </p:cNvPr>
          <p:cNvSpPr>
            <a:spLocks noGrp="1"/>
          </p:cNvSpPr>
          <p:nvPr>
            <p:ph type="body" sz="quarter" idx="14"/>
          </p:nvPr>
        </p:nvSpPr>
        <p:spPr>
          <a:xfrm>
            <a:off x="798513" y="2797735"/>
            <a:ext cx="960120" cy="507831"/>
          </a:xfrm>
          <a:prstGeom prst="rect">
            <a:avLst/>
          </a:prstGeom>
        </p:spPr>
        <p:txBody>
          <a:bodyPr anchor="ctr" anchorCtr="0"/>
          <a:lstStyle>
            <a:lvl1pPr>
              <a:lnSpc>
                <a:spcPct val="100000"/>
              </a:lnSpc>
              <a:defRPr sz="1100"/>
            </a:lvl1pPr>
          </a:lstStyle>
          <a:p>
            <a:pPr lvl="0"/>
            <a:r>
              <a:rPr lang="en-US"/>
              <a:t>Click to edit Master text styles</a:t>
            </a:r>
          </a:p>
        </p:txBody>
      </p:sp>
      <p:sp>
        <p:nvSpPr>
          <p:cNvPr id="37" name="Text Placeholder 32">
            <a:extLst>
              <a:ext uri="{FF2B5EF4-FFF2-40B4-BE49-F238E27FC236}">
                <a16:creationId xmlns:a16="http://schemas.microsoft.com/office/drawing/2014/main" id="{D26EE3EA-C9A9-D990-9C00-02E44F91E73A}"/>
              </a:ext>
            </a:extLst>
          </p:cNvPr>
          <p:cNvSpPr>
            <a:spLocks noGrp="1"/>
          </p:cNvSpPr>
          <p:nvPr>
            <p:ph type="body" sz="quarter" idx="15"/>
          </p:nvPr>
        </p:nvSpPr>
        <p:spPr>
          <a:xfrm>
            <a:off x="1898649" y="2982401"/>
            <a:ext cx="1920240" cy="138499"/>
          </a:xfrm>
          <a:prstGeom prst="rect">
            <a:avLst/>
          </a:prstGeom>
        </p:spPr>
        <p:txBody>
          <a:bodyPr anchor="ctr" anchorCtr="0"/>
          <a:lstStyle>
            <a:lvl1pPr>
              <a:lnSpc>
                <a:spcPct val="100000"/>
              </a:lnSpc>
              <a:spcBef>
                <a:spcPts val="300"/>
              </a:spcBef>
              <a:defRPr sz="900">
                <a:latin typeface="+mn-lt"/>
              </a:defRPr>
            </a:lvl1pPr>
            <a:lvl2pPr>
              <a:defRPr sz="1000"/>
            </a:lvl2pPr>
            <a:lvl3pPr>
              <a:defRPr sz="1000"/>
            </a:lvl3pPr>
            <a:lvl4pPr>
              <a:defRPr sz="1000"/>
            </a:lvl4pPr>
            <a:lvl5pPr>
              <a:defRPr sz="1000"/>
            </a:lvl5pPr>
          </a:lstStyle>
          <a:p>
            <a:pPr lvl="0"/>
            <a:r>
              <a:rPr lang="en-US"/>
              <a:t>Click to edit Master text styles</a:t>
            </a:r>
          </a:p>
        </p:txBody>
      </p:sp>
      <p:sp>
        <p:nvSpPr>
          <p:cNvPr id="57" name="Text Placeholder 32">
            <a:extLst>
              <a:ext uri="{FF2B5EF4-FFF2-40B4-BE49-F238E27FC236}">
                <a16:creationId xmlns:a16="http://schemas.microsoft.com/office/drawing/2014/main" id="{F0E4F28B-ABF1-36EC-1032-A02714B652A3}"/>
              </a:ext>
            </a:extLst>
          </p:cNvPr>
          <p:cNvSpPr>
            <a:spLocks noGrp="1"/>
          </p:cNvSpPr>
          <p:nvPr>
            <p:ph type="body" sz="quarter" idx="22"/>
          </p:nvPr>
        </p:nvSpPr>
        <p:spPr>
          <a:xfrm>
            <a:off x="4432789" y="2585306"/>
            <a:ext cx="2788920" cy="382669"/>
          </a:xfrm>
          <a:prstGeom prst="rect">
            <a:avLst/>
          </a:prstGeom>
        </p:spPr>
        <p:txBody>
          <a:bodyPr tIns="64008"/>
          <a:lstStyle>
            <a:lvl1pPr>
              <a:lnSpc>
                <a:spcPct val="100000"/>
              </a:lnSpc>
              <a:spcBef>
                <a:spcPts val="0"/>
              </a:spcBef>
              <a:defRPr sz="950">
                <a:solidFill>
                  <a:srgbClr val="0078D4"/>
                </a:solidFill>
                <a:latin typeface="+mn-lt"/>
              </a:defRPr>
            </a:lvl1pPr>
            <a:lvl2pPr>
              <a:lnSpc>
                <a:spcPct val="100000"/>
              </a:lnSpc>
              <a:spcBef>
                <a:spcPts val="200"/>
              </a:spcBef>
              <a:defRPr sz="900"/>
            </a:lvl2pPr>
            <a:lvl3pPr>
              <a:defRPr sz="1000"/>
            </a:lvl3pPr>
            <a:lvl4pPr>
              <a:defRPr sz="1000"/>
            </a:lvl4pPr>
            <a:lvl5pPr>
              <a:defRPr sz="1000"/>
            </a:lvl5pPr>
          </a:lstStyle>
          <a:p>
            <a:pPr lvl="0"/>
            <a:r>
              <a:rPr lang="en-US"/>
              <a:t>Click to edit Master text styles</a:t>
            </a:r>
          </a:p>
          <a:p>
            <a:pPr lvl="1"/>
            <a:r>
              <a:rPr lang="en-US"/>
              <a:t>Level 2</a:t>
            </a:r>
          </a:p>
        </p:txBody>
      </p:sp>
      <p:sp>
        <p:nvSpPr>
          <p:cNvPr id="58" name="Text Placeholder 32">
            <a:extLst>
              <a:ext uri="{FF2B5EF4-FFF2-40B4-BE49-F238E27FC236}">
                <a16:creationId xmlns:a16="http://schemas.microsoft.com/office/drawing/2014/main" id="{2ECDC387-F36E-528E-8201-026B467B78ED}"/>
              </a:ext>
            </a:extLst>
          </p:cNvPr>
          <p:cNvSpPr>
            <a:spLocks noGrp="1"/>
          </p:cNvSpPr>
          <p:nvPr>
            <p:ph type="body" sz="quarter" idx="23"/>
          </p:nvPr>
        </p:nvSpPr>
        <p:spPr>
          <a:xfrm>
            <a:off x="7405111" y="2585306"/>
            <a:ext cx="2788920" cy="382669"/>
          </a:xfrm>
          <a:prstGeom prst="rect">
            <a:avLst/>
          </a:prstGeom>
        </p:spPr>
        <p:txBody>
          <a:bodyPr tIns="64008"/>
          <a:lstStyle>
            <a:lvl1pPr>
              <a:lnSpc>
                <a:spcPct val="100000"/>
              </a:lnSpc>
              <a:spcBef>
                <a:spcPts val="0"/>
              </a:spcBef>
              <a:defRPr sz="950">
                <a:solidFill>
                  <a:srgbClr val="0078D4"/>
                </a:solidFill>
                <a:latin typeface="+mn-lt"/>
              </a:defRPr>
            </a:lvl1pPr>
            <a:lvl2pPr>
              <a:lnSpc>
                <a:spcPct val="100000"/>
              </a:lnSpc>
              <a:spcBef>
                <a:spcPts val="200"/>
              </a:spcBef>
              <a:defRPr sz="900"/>
            </a:lvl2pPr>
            <a:lvl3pPr>
              <a:defRPr sz="1000"/>
            </a:lvl3pPr>
            <a:lvl4pPr>
              <a:defRPr sz="1000"/>
            </a:lvl4pPr>
            <a:lvl5pPr>
              <a:defRPr sz="1000"/>
            </a:lvl5pPr>
          </a:lstStyle>
          <a:p>
            <a:pPr lvl="0"/>
            <a:r>
              <a:rPr lang="en-US"/>
              <a:t>Click to edit Master text styles</a:t>
            </a:r>
          </a:p>
          <a:p>
            <a:pPr lvl="1"/>
            <a:r>
              <a:rPr lang="en-US"/>
              <a:t>Level 2</a:t>
            </a:r>
          </a:p>
        </p:txBody>
      </p:sp>
      <p:sp>
        <p:nvSpPr>
          <p:cNvPr id="59" name="Text Placeholder 32">
            <a:extLst>
              <a:ext uri="{FF2B5EF4-FFF2-40B4-BE49-F238E27FC236}">
                <a16:creationId xmlns:a16="http://schemas.microsoft.com/office/drawing/2014/main" id="{B7C78BB3-DA91-4E6E-F986-D3754AD22421}"/>
              </a:ext>
            </a:extLst>
          </p:cNvPr>
          <p:cNvSpPr>
            <a:spLocks noGrp="1"/>
          </p:cNvSpPr>
          <p:nvPr>
            <p:ph type="body" sz="quarter" idx="24"/>
          </p:nvPr>
        </p:nvSpPr>
        <p:spPr>
          <a:xfrm>
            <a:off x="4432789" y="3592102"/>
            <a:ext cx="2788920" cy="382669"/>
          </a:xfrm>
          <a:prstGeom prst="rect">
            <a:avLst/>
          </a:prstGeom>
        </p:spPr>
        <p:txBody>
          <a:bodyPr tIns="64008"/>
          <a:lstStyle>
            <a:lvl1pPr>
              <a:lnSpc>
                <a:spcPct val="100000"/>
              </a:lnSpc>
              <a:spcBef>
                <a:spcPts val="0"/>
              </a:spcBef>
              <a:defRPr sz="950">
                <a:solidFill>
                  <a:srgbClr val="0078D4"/>
                </a:solidFill>
                <a:latin typeface="+mn-lt"/>
              </a:defRPr>
            </a:lvl1pPr>
            <a:lvl2pPr>
              <a:lnSpc>
                <a:spcPct val="100000"/>
              </a:lnSpc>
              <a:spcBef>
                <a:spcPts val="200"/>
              </a:spcBef>
              <a:defRPr sz="900"/>
            </a:lvl2pPr>
            <a:lvl3pPr>
              <a:defRPr sz="1000"/>
            </a:lvl3pPr>
            <a:lvl4pPr>
              <a:defRPr sz="1000"/>
            </a:lvl4pPr>
            <a:lvl5pPr>
              <a:defRPr sz="1000"/>
            </a:lvl5pPr>
          </a:lstStyle>
          <a:p>
            <a:pPr lvl="0"/>
            <a:r>
              <a:rPr lang="en-US"/>
              <a:t>Click to edit Master text styles</a:t>
            </a:r>
          </a:p>
          <a:p>
            <a:pPr lvl="1"/>
            <a:r>
              <a:rPr lang="en-US"/>
              <a:t>Level 2</a:t>
            </a:r>
          </a:p>
        </p:txBody>
      </p:sp>
      <p:sp>
        <p:nvSpPr>
          <p:cNvPr id="60" name="Text Placeholder 32">
            <a:extLst>
              <a:ext uri="{FF2B5EF4-FFF2-40B4-BE49-F238E27FC236}">
                <a16:creationId xmlns:a16="http://schemas.microsoft.com/office/drawing/2014/main" id="{45E89DB9-F245-9E41-1C7C-059AD53620EF}"/>
              </a:ext>
            </a:extLst>
          </p:cNvPr>
          <p:cNvSpPr>
            <a:spLocks noGrp="1"/>
          </p:cNvSpPr>
          <p:nvPr>
            <p:ph type="body" sz="quarter" idx="25"/>
          </p:nvPr>
        </p:nvSpPr>
        <p:spPr>
          <a:xfrm>
            <a:off x="7405111" y="3592102"/>
            <a:ext cx="2788920" cy="382669"/>
          </a:xfrm>
          <a:prstGeom prst="rect">
            <a:avLst/>
          </a:prstGeom>
        </p:spPr>
        <p:txBody>
          <a:bodyPr tIns="64008"/>
          <a:lstStyle>
            <a:lvl1pPr>
              <a:lnSpc>
                <a:spcPct val="100000"/>
              </a:lnSpc>
              <a:spcBef>
                <a:spcPts val="0"/>
              </a:spcBef>
              <a:defRPr sz="950">
                <a:solidFill>
                  <a:srgbClr val="0078D4"/>
                </a:solidFill>
                <a:latin typeface="+mn-lt"/>
              </a:defRPr>
            </a:lvl1pPr>
            <a:lvl2pPr>
              <a:lnSpc>
                <a:spcPct val="100000"/>
              </a:lnSpc>
              <a:spcBef>
                <a:spcPts val="200"/>
              </a:spcBef>
              <a:defRPr sz="900"/>
            </a:lvl2pPr>
            <a:lvl3pPr>
              <a:defRPr sz="1000"/>
            </a:lvl3pPr>
            <a:lvl4pPr>
              <a:defRPr sz="1000"/>
            </a:lvl4pPr>
            <a:lvl5pPr>
              <a:defRPr sz="1000"/>
            </a:lvl5pPr>
          </a:lstStyle>
          <a:p>
            <a:pPr lvl="0"/>
            <a:r>
              <a:rPr lang="en-US"/>
              <a:t>Click to edit Master text styles</a:t>
            </a:r>
          </a:p>
          <a:p>
            <a:pPr lvl="1"/>
            <a:r>
              <a:rPr lang="en-US"/>
              <a:t>Level 2</a:t>
            </a:r>
          </a:p>
        </p:txBody>
      </p:sp>
      <p:sp>
        <p:nvSpPr>
          <p:cNvPr id="38" name="Text Placeholder 29">
            <a:extLst>
              <a:ext uri="{FF2B5EF4-FFF2-40B4-BE49-F238E27FC236}">
                <a16:creationId xmlns:a16="http://schemas.microsoft.com/office/drawing/2014/main" id="{E32B60DA-E7BB-2B7E-DA8C-1DE2918AAF6D}"/>
              </a:ext>
            </a:extLst>
          </p:cNvPr>
          <p:cNvSpPr>
            <a:spLocks noGrp="1"/>
          </p:cNvSpPr>
          <p:nvPr>
            <p:ph type="body" sz="quarter" idx="16"/>
          </p:nvPr>
        </p:nvSpPr>
        <p:spPr>
          <a:xfrm>
            <a:off x="798513" y="4811327"/>
            <a:ext cx="960120" cy="507831"/>
          </a:xfrm>
          <a:prstGeom prst="rect">
            <a:avLst/>
          </a:prstGeom>
        </p:spPr>
        <p:txBody>
          <a:bodyPr anchor="ctr" anchorCtr="0"/>
          <a:lstStyle>
            <a:lvl1pPr>
              <a:lnSpc>
                <a:spcPct val="100000"/>
              </a:lnSpc>
              <a:defRPr sz="1100"/>
            </a:lvl1pPr>
          </a:lstStyle>
          <a:p>
            <a:pPr lvl="0"/>
            <a:r>
              <a:rPr lang="en-US"/>
              <a:t>Click to edit Master text styles</a:t>
            </a:r>
          </a:p>
        </p:txBody>
      </p:sp>
      <p:sp>
        <p:nvSpPr>
          <p:cNvPr id="39" name="Text Placeholder 32">
            <a:extLst>
              <a:ext uri="{FF2B5EF4-FFF2-40B4-BE49-F238E27FC236}">
                <a16:creationId xmlns:a16="http://schemas.microsoft.com/office/drawing/2014/main" id="{AD5D034B-B4D5-01E4-078A-4F1DE421991D}"/>
              </a:ext>
            </a:extLst>
          </p:cNvPr>
          <p:cNvSpPr>
            <a:spLocks noGrp="1"/>
          </p:cNvSpPr>
          <p:nvPr>
            <p:ph type="body" sz="quarter" idx="17"/>
          </p:nvPr>
        </p:nvSpPr>
        <p:spPr>
          <a:xfrm>
            <a:off x="1898649" y="4995993"/>
            <a:ext cx="1920240" cy="138499"/>
          </a:xfrm>
          <a:prstGeom prst="rect">
            <a:avLst/>
          </a:prstGeom>
        </p:spPr>
        <p:txBody>
          <a:bodyPr anchor="ctr" anchorCtr="0"/>
          <a:lstStyle>
            <a:lvl1pPr>
              <a:lnSpc>
                <a:spcPct val="100000"/>
              </a:lnSpc>
              <a:spcBef>
                <a:spcPts val="300"/>
              </a:spcBef>
              <a:defRPr sz="900">
                <a:latin typeface="+mn-lt"/>
              </a:defRPr>
            </a:lvl1pPr>
            <a:lvl2pPr>
              <a:defRPr sz="1000"/>
            </a:lvl2pPr>
            <a:lvl3pPr>
              <a:defRPr sz="1000"/>
            </a:lvl3pPr>
            <a:lvl4pPr>
              <a:defRPr sz="1000"/>
            </a:lvl4pPr>
            <a:lvl5pPr>
              <a:defRPr sz="1000"/>
            </a:lvl5pPr>
          </a:lstStyle>
          <a:p>
            <a:pPr lvl="0"/>
            <a:r>
              <a:rPr lang="en-US"/>
              <a:t>Click to edit Master text styles</a:t>
            </a:r>
          </a:p>
        </p:txBody>
      </p:sp>
      <p:sp>
        <p:nvSpPr>
          <p:cNvPr id="61" name="Text Placeholder 32">
            <a:extLst>
              <a:ext uri="{FF2B5EF4-FFF2-40B4-BE49-F238E27FC236}">
                <a16:creationId xmlns:a16="http://schemas.microsoft.com/office/drawing/2014/main" id="{C7F804DA-BC3F-3640-998C-1BB1F57FB2DD}"/>
              </a:ext>
            </a:extLst>
          </p:cNvPr>
          <p:cNvSpPr>
            <a:spLocks noGrp="1"/>
          </p:cNvSpPr>
          <p:nvPr>
            <p:ph type="body" sz="quarter" idx="26"/>
          </p:nvPr>
        </p:nvSpPr>
        <p:spPr>
          <a:xfrm>
            <a:off x="4432789" y="4598898"/>
            <a:ext cx="2788920" cy="382669"/>
          </a:xfrm>
          <a:prstGeom prst="rect">
            <a:avLst/>
          </a:prstGeom>
        </p:spPr>
        <p:txBody>
          <a:bodyPr tIns="64008"/>
          <a:lstStyle>
            <a:lvl1pPr>
              <a:lnSpc>
                <a:spcPct val="100000"/>
              </a:lnSpc>
              <a:spcBef>
                <a:spcPts val="0"/>
              </a:spcBef>
              <a:defRPr sz="950">
                <a:solidFill>
                  <a:srgbClr val="0078D4"/>
                </a:solidFill>
                <a:latin typeface="+mn-lt"/>
              </a:defRPr>
            </a:lvl1pPr>
            <a:lvl2pPr>
              <a:lnSpc>
                <a:spcPct val="100000"/>
              </a:lnSpc>
              <a:spcBef>
                <a:spcPts val="200"/>
              </a:spcBef>
              <a:defRPr sz="900"/>
            </a:lvl2pPr>
            <a:lvl3pPr>
              <a:defRPr sz="1000"/>
            </a:lvl3pPr>
            <a:lvl4pPr>
              <a:defRPr sz="1000"/>
            </a:lvl4pPr>
            <a:lvl5pPr>
              <a:defRPr sz="1000"/>
            </a:lvl5pPr>
          </a:lstStyle>
          <a:p>
            <a:pPr lvl="0"/>
            <a:r>
              <a:rPr lang="en-US"/>
              <a:t>Click to edit Master text styles</a:t>
            </a:r>
          </a:p>
          <a:p>
            <a:pPr lvl="1"/>
            <a:r>
              <a:rPr lang="en-US"/>
              <a:t>Level 2</a:t>
            </a:r>
          </a:p>
        </p:txBody>
      </p:sp>
      <p:sp>
        <p:nvSpPr>
          <p:cNvPr id="62" name="Text Placeholder 32">
            <a:extLst>
              <a:ext uri="{FF2B5EF4-FFF2-40B4-BE49-F238E27FC236}">
                <a16:creationId xmlns:a16="http://schemas.microsoft.com/office/drawing/2014/main" id="{C6A9E63B-12A4-654D-49DD-164124F8D0B6}"/>
              </a:ext>
            </a:extLst>
          </p:cNvPr>
          <p:cNvSpPr>
            <a:spLocks noGrp="1"/>
          </p:cNvSpPr>
          <p:nvPr>
            <p:ph type="body" sz="quarter" idx="27"/>
          </p:nvPr>
        </p:nvSpPr>
        <p:spPr>
          <a:xfrm>
            <a:off x="7405111" y="4598898"/>
            <a:ext cx="2788920" cy="382669"/>
          </a:xfrm>
          <a:prstGeom prst="rect">
            <a:avLst/>
          </a:prstGeom>
        </p:spPr>
        <p:txBody>
          <a:bodyPr tIns="64008"/>
          <a:lstStyle>
            <a:lvl1pPr>
              <a:lnSpc>
                <a:spcPct val="100000"/>
              </a:lnSpc>
              <a:spcBef>
                <a:spcPts val="0"/>
              </a:spcBef>
              <a:defRPr sz="950">
                <a:solidFill>
                  <a:srgbClr val="0078D4"/>
                </a:solidFill>
                <a:latin typeface="+mn-lt"/>
              </a:defRPr>
            </a:lvl1pPr>
            <a:lvl2pPr>
              <a:lnSpc>
                <a:spcPct val="100000"/>
              </a:lnSpc>
              <a:spcBef>
                <a:spcPts val="200"/>
              </a:spcBef>
              <a:defRPr sz="900"/>
            </a:lvl2pPr>
            <a:lvl3pPr>
              <a:defRPr sz="1000"/>
            </a:lvl3pPr>
            <a:lvl4pPr>
              <a:defRPr sz="1000"/>
            </a:lvl4pPr>
            <a:lvl5pPr>
              <a:defRPr sz="1000"/>
            </a:lvl5pPr>
          </a:lstStyle>
          <a:p>
            <a:pPr lvl="0"/>
            <a:r>
              <a:rPr lang="en-US"/>
              <a:t>Click to edit Master text styles</a:t>
            </a:r>
          </a:p>
          <a:p>
            <a:pPr lvl="1"/>
            <a:r>
              <a:rPr lang="en-US"/>
              <a:t>Level 2</a:t>
            </a:r>
          </a:p>
        </p:txBody>
      </p:sp>
      <p:sp>
        <p:nvSpPr>
          <p:cNvPr id="40" name="Text Placeholder 29">
            <a:extLst>
              <a:ext uri="{FF2B5EF4-FFF2-40B4-BE49-F238E27FC236}">
                <a16:creationId xmlns:a16="http://schemas.microsoft.com/office/drawing/2014/main" id="{E4ADED78-B614-0FFF-B211-76B31F9AE9C5}"/>
              </a:ext>
            </a:extLst>
          </p:cNvPr>
          <p:cNvSpPr>
            <a:spLocks noGrp="1"/>
          </p:cNvSpPr>
          <p:nvPr>
            <p:ph type="body" sz="quarter" idx="18"/>
          </p:nvPr>
        </p:nvSpPr>
        <p:spPr>
          <a:xfrm>
            <a:off x="798513" y="5818123"/>
            <a:ext cx="960120" cy="507831"/>
          </a:xfrm>
          <a:prstGeom prst="rect">
            <a:avLst/>
          </a:prstGeom>
        </p:spPr>
        <p:txBody>
          <a:bodyPr anchor="ctr" anchorCtr="0"/>
          <a:lstStyle>
            <a:lvl1pPr>
              <a:lnSpc>
                <a:spcPct val="100000"/>
              </a:lnSpc>
              <a:defRPr sz="1100"/>
            </a:lvl1pPr>
          </a:lstStyle>
          <a:p>
            <a:pPr lvl="0"/>
            <a:r>
              <a:rPr lang="en-US"/>
              <a:t>Click to edit Master text styles</a:t>
            </a:r>
          </a:p>
        </p:txBody>
      </p:sp>
      <p:sp>
        <p:nvSpPr>
          <p:cNvPr id="41" name="Text Placeholder 32">
            <a:extLst>
              <a:ext uri="{FF2B5EF4-FFF2-40B4-BE49-F238E27FC236}">
                <a16:creationId xmlns:a16="http://schemas.microsoft.com/office/drawing/2014/main" id="{46CEDAE2-5599-F4E2-6E7F-C9E1F03E41A7}"/>
              </a:ext>
            </a:extLst>
          </p:cNvPr>
          <p:cNvSpPr>
            <a:spLocks noGrp="1"/>
          </p:cNvSpPr>
          <p:nvPr>
            <p:ph type="body" sz="quarter" idx="19"/>
          </p:nvPr>
        </p:nvSpPr>
        <p:spPr>
          <a:xfrm>
            <a:off x="1898649" y="6002789"/>
            <a:ext cx="1920240" cy="138499"/>
          </a:xfrm>
          <a:prstGeom prst="rect">
            <a:avLst/>
          </a:prstGeom>
        </p:spPr>
        <p:txBody>
          <a:bodyPr anchor="ctr" anchorCtr="0"/>
          <a:lstStyle>
            <a:lvl1pPr>
              <a:lnSpc>
                <a:spcPct val="100000"/>
              </a:lnSpc>
              <a:spcBef>
                <a:spcPts val="300"/>
              </a:spcBef>
              <a:defRPr sz="900">
                <a:latin typeface="+mn-lt"/>
              </a:defRPr>
            </a:lvl1pPr>
            <a:lvl2pPr>
              <a:defRPr sz="1000"/>
            </a:lvl2pPr>
            <a:lvl3pPr>
              <a:defRPr sz="1000"/>
            </a:lvl3pPr>
            <a:lvl4pPr>
              <a:defRPr sz="1000"/>
            </a:lvl4pPr>
            <a:lvl5pPr>
              <a:defRPr sz="1000"/>
            </a:lvl5pPr>
          </a:lstStyle>
          <a:p>
            <a:pPr lvl="0"/>
            <a:r>
              <a:rPr lang="en-US"/>
              <a:t>Click to edit Master text styles</a:t>
            </a:r>
          </a:p>
        </p:txBody>
      </p:sp>
      <p:sp>
        <p:nvSpPr>
          <p:cNvPr id="63" name="Text Placeholder 32">
            <a:extLst>
              <a:ext uri="{FF2B5EF4-FFF2-40B4-BE49-F238E27FC236}">
                <a16:creationId xmlns:a16="http://schemas.microsoft.com/office/drawing/2014/main" id="{80030978-FE73-07C4-38E2-BEC98FAE1029}"/>
              </a:ext>
            </a:extLst>
          </p:cNvPr>
          <p:cNvSpPr>
            <a:spLocks noGrp="1"/>
          </p:cNvSpPr>
          <p:nvPr>
            <p:ph type="body" sz="quarter" idx="28"/>
          </p:nvPr>
        </p:nvSpPr>
        <p:spPr>
          <a:xfrm>
            <a:off x="4432789" y="5605694"/>
            <a:ext cx="2788920" cy="382669"/>
          </a:xfrm>
          <a:prstGeom prst="rect">
            <a:avLst/>
          </a:prstGeom>
        </p:spPr>
        <p:txBody>
          <a:bodyPr tIns="64008"/>
          <a:lstStyle>
            <a:lvl1pPr>
              <a:lnSpc>
                <a:spcPct val="100000"/>
              </a:lnSpc>
              <a:spcBef>
                <a:spcPts val="0"/>
              </a:spcBef>
              <a:defRPr sz="950">
                <a:solidFill>
                  <a:srgbClr val="0078D4"/>
                </a:solidFill>
                <a:latin typeface="+mn-lt"/>
              </a:defRPr>
            </a:lvl1pPr>
            <a:lvl2pPr>
              <a:lnSpc>
                <a:spcPct val="100000"/>
              </a:lnSpc>
              <a:spcBef>
                <a:spcPts val="200"/>
              </a:spcBef>
              <a:defRPr sz="900"/>
            </a:lvl2pPr>
            <a:lvl3pPr>
              <a:defRPr sz="1000"/>
            </a:lvl3pPr>
            <a:lvl4pPr>
              <a:defRPr sz="1000"/>
            </a:lvl4pPr>
            <a:lvl5pPr>
              <a:defRPr sz="1000"/>
            </a:lvl5pPr>
          </a:lstStyle>
          <a:p>
            <a:pPr lvl="0"/>
            <a:r>
              <a:rPr lang="en-US"/>
              <a:t>Click to edit Master text styles</a:t>
            </a:r>
          </a:p>
          <a:p>
            <a:pPr lvl="1"/>
            <a:r>
              <a:rPr lang="en-US"/>
              <a:t>Level 2</a:t>
            </a:r>
          </a:p>
        </p:txBody>
      </p:sp>
      <p:sp>
        <p:nvSpPr>
          <p:cNvPr id="64" name="Text Placeholder 32">
            <a:extLst>
              <a:ext uri="{FF2B5EF4-FFF2-40B4-BE49-F238E27FC236}">
                <a16:creationId xmlns:a16="http://schemas.microsoft.com/office/drawing/2014/main" id="{E93E70C8-4DCB-4FD4-1561-DC47304B7A44}"/>
              </a:ext>
            </a:extLst>
          </p:cNvPr>
          <p:cNvSpPr>
            <a:spLocks noGrp="1"/>
          </p:cNvSpPr>
          <p:nvPr>
            <p:ph type="body" sz="quarter" idx="29"/>
          </p:nvPr>
        </p:nvSpPr>
        <p:spPr>
          <a:xfrm>
            <a:off x="7405111" y="5605694"/>
            <a:ext cx="2788920" cy="382669"/>
          </a:xfrm>
          <a:prstGeom prst="rect">
            <a:avLst/>
          </a:prstGeom>
        </p:spPr>
        <p:txBody>
          <a:bodyPr tIns="64008"/>
          <a:lstStyle>
            <a:lvl1pPr>
              <a:lnSpc>
                <a:spcPct val="100000"/>
              </a:lnSpc>
              <a:spcBef>
                <a:spcPts val="0"/>
              </a:spcBef>
              <a:defRPr sz="950">
                <a:solidFill>
                  <a:srgbClr val="0078D4"/>
                </a:solidFill>
                <a:latin typeface="+mn-lt"/>
              </a:defRPr>
            </a:lvl1pPr>
            <a:lvl2pPr>
              <a:lnSpc>
                <a:spcPct val="100000"/>
              </a:lnSpc>
              <a:spcBef>
                <a:spcPts val="200"/>
              </a:spcBef>
              <a:defRPr sz="900"/>
            </a:lvl2pPr>
            <a:lvl3pPr>
              <a:defRPr sz="1000"/>
            </a:lvl3pPr>
            <a:lvl4pPr>
              <a:defRPr sz="1000"/>
            </a:lvl4pPr>
            <a:lvl5pPr>
              <a:defRPr sz="1000"/>
            </a:lvl5pPr>
          </a:lstStyle>
          <a:p>
            <a:pPr lvl="0"/>
            <a:r>
              <a:rPr lang="en-US"/>
              <a:t>Click to edit Master text styles</a:t>
            </a:r>
          </a:p>
          <a:p>
            <a:pPr lvl="1"/>
            <a:r>
              <a:rPr lang="en-US"/>
              <a:t>Level 2</a:t>
            </a:r>
          </a:p>
        </p:txBody>
      </p:sp>
      <p:sp>
        <p:nvSpPr>
          <p:cNvPr id="4" name="Rounded Rectangle 23">
            <a:extLst>
              <a:ext uri="{FF2B5EF4-FFF2-40B4-BE49-F238E27FC236}">
                <a16:creationId xmlns:a16="http://schemas.microsoft.com/office/drawing/2014/main" id="{C32EBA0D-9E4C-D25F-5B81-272FA1CC217D}"/>
              </a:ext>
              <a:ext uri="{C183D7F6-B498-43B3-948B-1728B52AA6E4}">
                <adec:decorative xmlns:adec="http://schemas.microsoft.com/office/drawing/2017/decorative" val="1"/>
              </a:ext>
            </a:extLst>
          </p:cNvPr>
          <p:cNvSpPr>
            <a:spLocks/>
          </p:cNvSpPr>
          <p:nvPr userDrawn="1"/>
        </p:nvSpPr>
        <p:spPr bwMode="auto">
          <a:xfrm>
            <a:off x="699425" y="3592102"/>
            <a:ext cx="3204328" cy="932688"/>
          </a:xfrm>
          <a:prstGeom prst="roundRect">
            <a:avLst>
              <a:gd name="adj" fmla="val 14961"/>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8" name="Text Placeholder 29">
            <a:extLst>
              <a:ext uri="{FF2B5EF4-FFF2-40B4-BE49-F238E27FC236}">
                <a16:creationId xmlns:a16="http://schemas.microsoft.com/office/drawing/2014/main" id="{DFA133CA-8E89-74C6-250B-E24A6EC18989}"/>
              </a:ext>
            </a:extLst>
          </p:cNvPr>
          <p:cNvSpPr>
            <a:spLocks noGrp="1"/>
          </p:cNvSpPr>
          <p:nvPr>
            <p:ph type="body" sz="quarter" idx="30"/>
          </p:nvPr>
        </p:nvSpPr>
        <p:spPr>
          <a:xfrm>
            <a:off x="798513" y="3804531"/>
            <a:ext cx="960120" cy="507831"/>
          </a:xfrm>
          <a:prstGeom prst="rect">
            <a:avLst/>
          </a:prstGeom>
        </p:spPr>
        <p:txBody>
          <a:bodyPr anchor="ctr" anchorCtr="0"/>
          <a:lstStyle>
            <a:lvl1pPr>
              <a:lnSpc>
                <a:spcPct val="100000"/>
              </a:lnSpc>
              <a:defRPr sz="1100"/>
            </a:lvl1pPr>
          </a:lstStyle>
          <a:p>
            <a:pPr lvl="0"/>
            <a:r>
              <a:rPr lang="en-US"/>
              <a:t>Click to edit Master text styles</a:t>
            </a:r>
          </a:p>
        </p:txBody>
      </p:sp>
      <p:sp>
        <p:nvSpPr>
          <p:cNvPr id="23" name="Text Placeholder 32">
            <a:extLst>
              <a:ext uri="{FF2B5EF4-FFF2-40B4-BE49-F238E27FC236}">
                <a16:creationId xmlns:a16="http://schemas.microsoft.com/office/drawing/2014/main" id="{5D933910-FE18-266F-2E15-062F7BB22197}"/>
              </a:ext>
            </a:extLst>
          </p:cNvPr>
          <p:cNvSpPr>
            <a:spLocks noGrp="1"/>
          </p:cNvSpPr>
          <p:nvPr>
            <p:ph type="body" sz="quarter" idx="31"/>
          </p:nvPr>
        </p:nvSpPr>
        <p:spPr>
          <a:xfrm>
            <a:off x="1898649" y="3989197"/>
            <a:ext cx="1920240" cy="138499"/>
          </a:xfrm>
          <a:prstGeom prst="rect">
            <a:avLst/>
          </a:prstGeom>
        </p:spPr>
        <p:txBody>
          <a:bodyPr anchor="ctr" anchorCtr="0"/>
          <a:lstStyle>
            <a:lvl1pPr>
              <a:lnSpc>
                <a:spcPct val="100000"/>
              </a:lnSpc>
              <a:spcBef>
                <a:spcPts val="300"/>
              </a:spcBef>
              <a:defRPr sz="900">
                <a:latin typeface="+mn-lt"/>
              </a:defRPr>
            </a:lvl1pPr>
            <a:lvl2pPr>
              <a:defRPr sz="1000"/>
            </a:lvl2pPr>
            <a:lvl3pPr>
              <a:defRPr sz="1000"/>
            </a:lvl3pPr>
            <a:lvl4pPr>
              <a:defRPr sz="1000"/>
            </a:lvl4pPr>
            <a:lvl5pPr>
              <a:defRPr sz="1000"/>
            </a:lvl5pPr>
          </a:lstStyle>
          <a:p>
            <a:pPr lvl="0"/>
            <a:r>
              <a:rPr lang="en-US"/>
              <a:t>Click to edit Master text styles</a:t>
            </a:r>
          </a:p>
        </p:txBody>
      </p:sp>
    </p:spTree>
    <p:extLst>
      <p:ext uri="{BB962C8B-B14F-4D97-AF65-F5344CB8AC3E}">
        <p14:creationId xmlns:p14="http://schemas.microsoft.com/office/powerpoint/2010/main" val="390008283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89.xml><?xml version="1.0" encoding="utf-8"?>
<p:sldLayout xmlns:a="http://schemas.openxmlformats.org/drawingml/2006/main" xmlns:r="http://schemas.openxmlformats.org/officeDocument/2006/relationships" xmlns:p="http://schemas.openxmlformats.org/presentationml/2006/main" preserve="1" userDrawn="1">
  <p:cSld name="Copilot Impact">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3434CD3-B5AB-D10E-DB6D-E4408EEE1888}"/>
              </a:ext>
              <a:ext uri="{C183D7F6-B498-43B3-948B-1728B52AA6E4}">
                <adec:decorative xmlns:adec="http://schemas.microsoft.com/office/drawing/2017/decorative" val="1"/>
              </a:ext>
            </a:extLst>
          </p:cNvPr>
          <p:cNvGrpSpPr/>
          <p:nvPr userDrawn="1"/>
        </p:nvGrpSpPr>
        <p:grpSpPr>
          <a:xfrm>
            <a:off x="3048" y="0"/>
            <a:ext cx="12188952" cy="6858000"/>
            <a:chOff x="0" y="0"/>
            <a:chExt cx="12188952" cy="6858000"/>
          </a:xfrm>
        </p:grpSpPr>
        <p:sp>
          <p:nvSpPr>
            <p:cNvPr id="4" name="Rectangle 3">
              <a:extLst>
                <a:ext uri="{FF2B5EF4-FFF2-40B4-BE49-F238E27FC236}">
                  <a16:creationId xmlns:a16="http://schemas.microsoft.com/office/drawing/2014/main" id="{C58D21BD-6389-8481-3722-9F401AC1ECFB}"/>
                </a:ext>
              </a:extLst>
            </p:cNvPr>
            <p:cNvSpPr/>
            <p:nvPr userDrawn="1"/>
          </p:nvSpPr>
          <p:spPr bwMode="auto">
            <a:xfrm>
              <a:off x="0"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5" name="Picture 4" descr="A colorful gradient going from darker blue on the left side to light blue to magenta to orange on the right side">
              <a:extLst>
                <a:ext uri="{FF2B5EF4-FFF2-40B4-BE49-F238E27FC236}">
                  <a16:creationId xmlns:a16="http://schemas.microsoft.com/office/drawing/2014/main" id="{4BB01073-1777-1B14-214B-1FAE054897C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grpSp>
      <p:sp>
        <p:nvSpPr>
          <p:cNvPr id="25" name="Rectangle: Rounded Corners 24">
            <a:extLst>
              <a:ext uri="{FF2B5EF4-FFF2-40B4-BE49-F238E27FC236}">
                <a16:creationId xmlns:a16="http://schemas.microsoft.com/office/drawing/2014/main" id="{C73AEEC1-EA5F-9431-80A5-D3A454A59AAB}"/>
              </a:ext>
              <a:ext uri="{C183D7F6-B498-43B3-948B-1728B52AA6E4}">
                <adec:decorative xmlns:adec="http://schemas.microsoft.com/office/drawing/2017/decorative" val="1"/>
              </a:ext>
            </a:extLst>
          </p:cNvPr>
          <p:cNvSpPr/>
          <p:nvPr userDrawn="1"/>
        </p:nvSpPr>
        <p:spPr>
          <a:xfrm>
            <a:off x="8313434" y="1731038"/>
            <a:ext cx="3291840" cy="4532639"/>
          </a:xfrm>
          <a:prstGeom prst="roundRect">
            <a:avLst>
              <a:gd name="adj" fmla="val 4435"/>
            </a:avLst>
          </a:prstGeom>
          <a:solidFill>
            <a:schemeClr val="bg1"/>
          </a:solidFill>
          <a:ln w="15875">
            <a:solidFill>
              <a:schemeClr val="bg2">
                <a:lumMod val="9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R="0" lvl="0" indent="0" defTabSz="914367" fontAlgn="auto">
              <a:lnSpc>
                <a:spcPct val="100000"/>
              </a:lnSpc>
              <a:spcBef>
                <a:spcPts val="0"/>
              </a:spcBef>
              <a:spcAft>
                <a:spcPts val="0"/>
              </a:spcAft>
              <a:buClrTx/>
              <a:buSzTx/>
              <a:buFontTx/>
              <a:buNone/>
              <a:tabLst/>
            </a:pPr>
            <a:endParaRPr kumimoji="0" lang="en-US" b="0" i="0" u="none" strike="noStrike" kern="0" cap="none" spc="0" normalizeH="0" baseline="0" noProof="0">
              <a:ln>
                <a:noFill/>
              </a:ln>
              <a:solidFill>
                <a:srgbClr val="000000"/>
              </a:solidFill>
              <a:effectLst/>
              <a:uLnTx/>
              <a:uFillTx/>
              <a:latin typeface="Segoe UI"/>
              <a:cs typeface="Segoe UI"/>
            </a:endParaRPr>
          </a:p>
        </p:txBody>
      </p:sp>
      <p:sp>
        <p:nvSpPr>
          <p:cNvPr id="7" name="Title 6">
            <a:extLst>
              <a:ext uri="{FF2B5EF4-FFF2-40B4-BE49-F238E27FC236}">
                <a16:creationId xmlns:a16="http://schemas.microsoft.com/office/drawing/2014/main" id="{94584EB2-E663-4E79-1330-9D1AE176D89B}"/>
              </a:ext>
            </a:extLst>
          </p:cNvPr>
          <p:cNvSpPr>
            <a:spLocks noGrp="1"/>
          </p:cNvSpPr>
          <p:nvPr>
            <p:ph type="title"/>
          </p:nvPr>
        </p:nvSpPr>
        <p:spPr/>
        <p:txBody>
          <a:bodyPr/>
          <a:lstStyle/>
          <a:p>
            <a:r>
              <a:rPr lang="en-US"/>
              <a:t>Click to edit Master title style</a:t>
            </a:r>
          </a:p>
        </p:txBody>
      </p:sp>
      <p:sp>
        <p:nvSpPr>
          <p:cNvPr id="3" name="Text Placeholder 2">
            <a:extLst>
              <a:ext uri="{FF2B5EF4-FFF2-40B4-BE49-F238E27FC236}">
                <a16:creationId xmlns:a16="http://schemas.microsoft.com/office/drawing/2014/main" id="{47054975-9B72-B5D8-DC2C-2A1B1887D311}"/>
              </a:ext>
            </a:extLst>
          </p:cNvPr>
          <p:cNvSpPr>
            <a:spLocks noGrp="1"/>
          </p:cNvSpPr>
          <p:nvPr>
            <p:ph type="body" sz="quarter" idx="11" hasCustomPrompt="1"/>
          </p:nvPr>
        </p:nvSpPr>
        <p:spPr>
          <a:xfrm>
            <a:off x="574675" y="941388"/>
            <a:ext cx="11018520" cy="323165"/>
          </a:xfrm>
          <a:prstGeom prst="rect">
            <a:avLst/>
          </a:prstGeom>
        </p:spPr>
        <p:txBody>
          <a:bodyPr tIns="45720">
            <a:spAutoFit/>
          </a:bodyPr>
          <a:lstStyle>
            <a:lvl1pPr>
              <a:defRPr sz="1800">
                <a:solidFill>
                  <a:schemeClr val="tx1"/>
                </a:solidFill>
                <a:latin typeface="+mn-lt"/>
              </a:defRPr>
            </a:lvl1pPr>
          </a:lstStyle>
          <a:p>
            <a:pPr lvl="0"/>
            <a:r>
              <a:rPr lang="en-US"/>
              <a:t>Subtitle</a:t>
            </a:r>
          </a:p>
        </p:txBody>
      </p:sp>
      <p:sp>
        <p:nvSpPr>
          <p:cNvPr id="8" name="Rounded Rectangle 80">
            <a:extLst>
              <a:ext uri="{FF2B5EF4-FFF2-40B4-BE49-F238E27FC236}">
                <a16:creationId xmlns:a16="http://schemas.microsoft.com/office/drawing/2014/main" id="{CDA2C4DA-D9EA-4BC1-790F-5CD51FB5C7DC}"/>
              </a:ext>
              <a:ext uri="{C183D7F6-B498-43B3-948B-1728B52AA6E4}">
                <adec:decorative xmlns:adec="http://schemas.microsoft.com/office/drawing/2017/decorative" val="1"/>
              </a:ext>
            </a:extLst>
          </p:cNvPr>
          <p:cNvSpPr/>
          <p:nvPr userDrawn="1"/>
        </p:nvSpPr>
        <p:spPr bwMode="auto">
          <a:xfrm>
            <a:off x="574675" y="1737226"/>
            <a:ext cx="3291840" cy="1726634"/>
          </a:xfrm>
          <a:prstGeom prst="roundRect">
            <a:avLst>
              <a:gd name="adj" fmla="val 6254"/>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9" name="Rounded Rectangle 80">
            <a:extLst>
              <a:ext uri="{FF2B5EF4-FFF2-40B4-BE49-F238E27FC236}">
                <a16:creationId xmlns:a16="http://schemas.microsoft.com/office/drawing/2014/main" id="{91B0EE55-8281-26B9-0E61-32D2B7483583}"/>
              </a:ext>
              <a:ext uri="{C183D7F6-B498-43B3-948B-1728B52AA6E4}">
                <adec:decorative xmlns:adec="http://schemas.microsoft.com/office/drawing/2017/decorative" val="1"/>
              </a:ext>
            </a:extLst>
          </p:cNvPr>
          <p:cNvSpPr/>
          <p:nvPr userDrawn="1"/>
        </p:nvSpPr>
        <p:spPr bwMode="auto">
          <a:xfrm>
            <a:off x="4450080" y="1731039"/>
            <a:ext cx="3291840" cy="1726634"/>
          </a:xfrm>
          <a:prstGeom prst="roundRect">
            <a:avLst>
              <a:gd name="adj" fmla="val 6254"/>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cxnSp>
        <p:nvCxnSpPr>
          <p:cNvPr id="17" name="Straight Connector 16">
            <a:extLst>
              <a:ext uri="{FF2B5EF4-FFF2-40B4-BE49-F238E27FC236}">
                <a16:creationId xmlns:a16="http://schemas.microsoft.com/office/drawing/2014/main" id="{410A0039-E3A0-37BA-4F7A-197CA2A7EAF4}"/>
              </a:ext>
              <a:ext uri="{C183D7F6-B498-43B3-948B-1728B52AA6E4}">
                <adec:decorative xmlns:adec="http://schemas.microsoft.com/office/drawing/2017/decorative" val="1"/>
              </a:ext>
            </a:extLst>
          </p:cNvPr>
          <p:cNvCxnSpPr>
            <a:cxnSpLocks/>
          </p:cNvCxnSpPr>
          <p:nvPr userDrawn="1"/>
        </p:nvCxnSpPr>
        <p:spPr>
          <a:xfrm>
            <a:off x="1446415" y="3912555"/>
            <a:ext cx="6295505" cy="0"/>
          </a:xfrm>
          <a:prstGeom prst="line">
            <a:avLst/>
          </a:prstGeom>
          <a:ln w="12700">
            <a:solidFill>
              <a:srgbClr val="E1D3C7"/>
            </a:solidFill>
          </a:ln>
        </p:spPr>
        <p:style>
          <a:lnRef idx="1">
            <a:schemeClr val="accent1"/>
          </a:lnRef>
          <a:fillRef idx="0">
            <a:schemeClr val="accent1"/>
          </a:fillRef>
          <a:effectRef idx="0">
            <a:schemeClr val="accent1"/>
          </a:effectRef>
          <a:fontRef idx="minor">
            <a:schemeClr val="tx1"/>
          </a:fontRef>
        </p:style>
      </p:cxnSp>
      <p:sp>
        <p:nvSpPr>
          <p:cNvPr id="11" name="Rectangle: Rounded Corners 10">
            <a:extLst>
              <a:ext uri="{FF2B5EF4-FFF2-40B4-BE49-F238E27FC236}">
                <a16:creationId xmlns:a16="http://schemas.microsoft.com/office/drawing/2014/main" id="{B85E7996-D5BF-4B3B-BF27-C38435043BFB}"/>
              </a:ext>
            </a:extLst>
          </p:cNvPr>
          <p:cNvSpPr/>
          <p:nvPr userDrawn="1"/>
        </p:nvSpPr>
        <p:spPr>
          <a:xfrm>
            <a:off x="1326655" y="1600523"/>
            <a:ext cx="1811983" cy="393841"/>
          </a:xfrm>
          <a:prstGeom prst="roundRect">
            <a:avLst>
              <a:gd name="adj" fmla="val 50000"/>
            </a:avLst>
          </a:prstGeom>
          <a:solidFill>
            <a:schemeClr val="accent2"/>
          </a:solidFill>
          <a:ln w="19050" cap="rnd">
            <a:noFill/>
            <a:headEnd type="none" w="med" len="med"/>
            <a:tailEnd type="none" w="med" len="med"/>
          </a:ln>
          <a:effectLst>
            <a:outerShdw blurRad="63500" dist="63500" dir="2700000" algn="tl"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8288" rIns="0" bIns="45720" numCol="1" spcCol="0" rtlCol="0" fromWordArt="0" anchor="t" anchorCtr="0" forceAA="0" compatLnSpc="1">
            <a:prstTxWarp prst="textNoShape">
              <a:avLst/>
            </a:prstTxWarp>
            <a:spAutoFit/>
          </a:bodyPr>
          <a:lstStyle/>
          <a:p>
            <a:pPr algn="ctr" defTabSz="932449">
              <a:spcBef>
                <a:spcPts val="600"/>
              </a:spcBef>
            </a:pPr>
            <a:r>
              <a:rPr lang="en-US" sz="1400">
                <a:gradFill>
                  <a:gsLst>
                    <a:gs pos="1399">
                      <a:srgbClr val="FFFFFF"/>
                    </a:gs>
                    <a:gs pos="17000">
                      <a:srgbClr val="FFFFFF"/>
                    </a:gs>
                  </a:gsLst>
                  <a:path path="circle">
                    <a:fillToRect l="100000" t="100000"/>
                  </a:path>
                </a:gradFill>
                <a:latin typeface="+mj-lt"/>
              </a:rPr>
              <a:t>Ambition</a:t>
            </a:r>
          </a:p>
        </p:txBody>
      </p:sp>
      <p:sp>
        <p:nvSpPr>
          <p:cNvPr id="29" name="Text Placeholder 28">
            <a:extLst>
              <a:ext uri="{FF2B5EF4-FFF2-40B4-BE49-F238E27FC236}">
                <a16:creationId xmlns:a16="http://schemas.microsoft.com/office/drawing/2014/main" id="{4FC9B34B-5A81-3A09-10FB-9C41354FF6E1}"/>
              </a:ext>
            </a:extLst>
          </p:cNvPr>
          <p:cNvSpPr>
            <a:spLocks noGrp="1"/>
          </p:cNvSpPr>
          <p:nvPr>
            <p:ph type="body" sz="quarter" idx="15"/>
          </p:nvPr>
        </p:nvSpPr>
        <p:spPr>
          <a:xfrm>
            <a:off x="584200" y="2173080"/>
            <a:ext cx="3292475" cy="630942"/>
          </a:xfrm>
          <a:prstGeom prst="rect">
            <a:avLst/>
          </a:prstGeom>
        </p:spPr>
        <p:txBody>
          <a:bodyPr lIns="137160" rIns="137160"/>
          <a:lstStyle>
            <a:lvl1pPr>
              <a:defRPr sz="1200">
                <a:solidFill>
                  <a:schemeClr val="tx2"/>
                </a:solidFill>
                <a:latin typeface="+mn-lt"/>
              </a:defRPr>
            </a:lvl1pPr>
            <a:lvl2pPr>
              <a:spcBef>
                <a:spcPts val="300"/>
              </a:spcBef>
              <a:defRPr sz="1200"/>
            </a:lvl2pPr>
            <a:lvl3pPr marL="164592" indent="-164592">
              <a:spcBef>
                <a:spcPts val="300"/>
              </a:spcBef>
              <a:defRPr sz="1200"/>
            </a:lvl3pPr>
          </a:lstStyle>
          <a:p>
            <a:pPr lvl="0"/>
            <a:r>
              <a:rPr lang="en-US"/>
              <a:t>Click to edit Master text styles</a:t>
            </a:r>
          </a:p>
          <a:p>
            <a:pPr lvl="1"/>
            <a:r>
              <a:rPr lang="en-US"/>
              <a:t>Second level</a:t>
            </a:r>
          </a:p>
          <a:p>
            <a:pPr lvl="2"/>
            <a:r>
              <a:rPr lang="en-US"/>
              <a:t>Third level</a:t>
            </a:r>
          </a:p>
        </p:txBody>
      </p:sp>
      <p:sp>
        <p:nvSpPr>
          <p:cNvPr id="12" name="Rectangle: Rounded Corners 10">
            <a:extLst>
              <a:ext uri="{FF2B5EF4-FFF2-40B4-BE49-F238E27FC236}">
                <a16:creationId xmlns:a16="http://schemas.microsoft.com/office/drawing/2014/main" id="{73B0FA2C-E203-6C45-E612-A0DCBE0437A7}"/>
              </a:ext>
            </a:extLst>
          </p:cNvPr>
          <p:cNvSpPr/>
          <p:nvPr userDrawn="1"/>
        </p:nvSpPr>
        <p:spPr>
          <a:xfrm>
            <a:off x="5190009" y="1594510"/>
            <a:ext cx="1811983" cy="393841"/>
          </a:xfrm>
          <a:prstGeom prst="roundRect">
            <a:avLst>
              <a:gd name="adj" fmla="val 50000"/>
            </a:avLst>
          </a:prstGeom>
          <a:solidFill>
            <a:schemeClr val="accent2"/>
          </a:solidFill>
          <a:ln w="19050" cap="rnd">
            <a:noFill/>
            <a:headEnd type="none" w="med" len="med"/>
            <a:tailEnd type="none" w="med" len="med"/>
          </a:ln>
          <a:effectLst>
            <a:outerShdw blurRad="63500" dist="63500" dir="2700000" algn="tl"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8288" rIns="0" bIns="45720" numCol="1" spcCol="0" rtlCol="0" fromWordArt="0" anchor="t" anchorCtr="0" forceAA="0" compatLnSpc="1">
            <a:prstTxWarp prst="textNoShape">
              <a:avLst/>
            </a:prstTxWarp>
            <a:spAutoFit/>
          </a:bodyPr>
          <a:lstStyle/>
          <a:p>
            <a:pPr algn="ctr" defTabSz="932449">
              <a:spcBef>
                <a:spcPts val="600"/>
              </a:spcBef>
            </a:pPr>
            <a:r>
              <a:rPr lang="en-US" sz="1400">
                <a:gradFill>
                  <a:gsLst>
                    <a:gs pos="1399">
                      <a:srgbClr val="FFFFFF"/>
                    </a:gs>
                    <a:gs pos="17000">
                      <a:srgbClr val="FFFFFF"/>
                    </a:gs>
                  </a:gsLst>
                  <a:path path="circle">
                    <a:fillToRect l="100000" t="100000"/>
                  </a:path>
                </a:gradFill>
                <a:latin typeface="+mj-lt"/>
              </a:rPr>
              <a:t>Goal</a:t>
            </a:r>
          </a:p>
        </p:txBody>
      </p:sp>
      <p:sp>
        <p:nvSpPr>
          <p:cNvPr id="30" name="Text Placeholder 28">
            <a:extLst>
              <a:ext uri="{FF2B5EF4-FFF2-40B4-BE49-F238E27FC236}">
                <a16:creationId xmlns:a16="http://schemas.microsoft.com/office/drawing/2014/main" id="{6F8A2CCA-7BDC-25F6-6FE5-3B70990275F7}"/>
              </a:ext>
            </a:extLst>
          </p:cNvPr>
          <p:cNvSpPr>
            <a:spLocks noGrp="1"/>
          </p:cNvSpPr>
          <p:nvPr>
            <p:ph type="body" sz="quarter" idx="16"/>
          </p:nvPr>
        </p:nvSpPr>
        <p:spPr>
          <a:xfrm>
            <a:off x="4459538" y="2173078"/>
            <a:ext cx="3292475" cy="630942"/>
          </a:xfrm>
          <a:prstGeom prst="rect">
            <a:avLst/>
          </a:prstGeom>
        </p:spPr>
        <p:txBody>
          <a:bodyPr lIns="137160" rIns="137160"/>
          <a:lstStyle>
            <a:lvl1pPr>
              <a:defRPr sz="1200">
                <a:solidFill>
                  <a:schemeClr val="tx2"/>
                </a:solidFill>
                <a:latin typeface="+mn-lt"/>
              </a:defRPr>
            </a:lvl1pPr>
            <a:lvl2pPr>
              <a:spcBef>
                <a:spcPts val="300"/>
              </a:spcBef>
              <a:defRPr sz="1200"/>
            </a:lvl2pPr>
            <a:lvl3pPr marL="164592" indent="-164592">
              <a:spcBef>
                <a:spcPts val="300"/>
              </a:spcBef>
              <a:defRPr sz="1200"/>
            </a:lvl3pPr>
          </a:lstStyle>
          <a:p>
            <a:pPr lvl="0"/>
            <a:r>
              <a:rPr lang="en-US"/>
              <a:t>Click to edit Master text styles</a:t>
            </a:r>
          </a:p>
          <a:p>
            <a:pPr lvl="1"/>
            <a:r>
              <a:rPr lang="en-US"/>
              <a:t>Second level</a:t>
            </a:r>
          </a:p>
          <a:p>
            <a:pPr lvl="2"/>
            <a:r>
              <a:rPr lang="en-US"/>
              <a:t>Third level</a:t>
            </a:r>
          </a:p>
        </p:txBody>
      </p:sp>
      <p:sp>
        <p:nvSpPr>
          <p:cNvPr id="10" name="Rectangle: Rounded Corners 10">
            <a:extLst>
              <a:ext uri="{FF2B5EF4-FFF2-40B4-BE49-F238E27FC236}">
                <a16:creationId xmlns:a16="http://schemas.microsoft.com/office/drawing/2014/main" id="{F0543597-4B2E-D145-DF30-735818C8166B}"/>
              </a:ext>
            </a:extLst>
          </p:cNvPr>
          <p:cNvSpPr/>
          <p:nvPr userDrawn="1"/>
        </p:nvSpPr>
        <p:spPr>
          <a:xfrm>
            <a:off x="9053363" y="1600523"/>
            <a:ext cx="1811983" cy="393841"/>
          </a:xfrm>
          <a:prstGeom prst="roundRect">
            <a:avLst>
              <a:gd name="adj" fmla="val 50000"/>
            </a:avLst>
          </a:prstGeom>
          <a:solidFill>
            <a:schemeClr val="accent2"/>
          </a:solidFill>
          <a:ln w="19050" cap="rnd">
            <a:noFill/>
            <a:headEnd type="none" w="med" len="med"/>
            <a:tailEnd type="none" w="med" len="med"/>
          </a:ln>
          <a:effectLst>
            <a:outerShdw blurRad="63500" dist="63500" dir="2700000" algn="tl"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8288" rIns="0" bIns="45720" numCol="1" spcCol="0" rtlCol="0" fromWordArt="0" anchor="t" anchorCtr="0" forceAA="0" compatLnSpc="1">
            <a:prstTxWarp prst="textNoShape">
              <a:avLst/>
            </a:prstTxWarp>
            <a:spAutoFit/>
          </a:bodyPr>
          <a:lstStyle/>
          <a:p>
            <a:pPr algn="ctr" defTabSz="932449">
              <a:spcBef>
                <a:spcPts val="600"/>
              </a:spcBef>
            </a:pPr>
            <a:r>
              <a:rPr lang="en-US" sz="1400">
                <a:gradFill>
                  <a:gsLst>
                    <a:gs pos="1399">
                      <a:srgbClr val="FFFFFF"/>
                    </a:gs>
                    <a:gs pos="17000">
                      <a:srgbClr val="FFFFFF"/>
                    </a:gs>
                  </a:gsLst>
                  <a:path path="circle">
                    <a:fillToRect l="100000" t="100000"/>
                  </a:path>
                </a:gradFill>
                <a:latin typeface="+mj-lt"/>
              </a:rPr>
              <a:t>Approach</a:t>
            </a:r>
          </a:p>
        </p:txBody>
      </p:sp>
      <p:sp>
        <p:nvSpPr>
          <p:cNvPr id="31" name="Text Placeholder 28">
            <a:extLst>
              <a:ext uri="{FF2B5EF4-FFF2-40B4-BE49-F238E27FC236}">
                <a16:creationId xmlns:a16="http://schemas.microsoft.com/office/drawing/2014/main" id="{886F4193-138B-1E76-C9D9-CA0008A99DB1}"/>
              </a:ext>
            </a:extLst>
          </p:cNvPr>
          <p:cNvSpPr>
            <a:spLocks noGrp="1"/>
          </p:cNvSpPr>
          <p:nvPr>
            <p:ph type="body" sz="quarter" idx="17"/>
          </p:nvPr>
        </p:nvSpPr>
        <p:spPr>
          <a:xfrm>
            <a:off x="8303341" y="2724017"/>
            <a:ext cx="3292475" cy="184666"/>
          </a:xfrm>
          <a:prstGeom prst="rect">
            <a:avLst/>
          </a:prstGeom>
        </p:spPr>
        <p:txBody>
          <a:bodyPr lIns="137160" rIns="137160" anchor="ctr" anchorCtr="0">
            <a:spAutoFit/>
          </a:bodyPr>
          <a:lstStyle>
            <a:lvl1pPr>
              <a:defRPr sz="1200">
                <a:solidFill>
                  <a:schemeClr val="tx2"/>
                </a:solidFill>
                <a:latin typeface="+mn-lt"/>
              </a:defRPr>
            </a:lvl1pPr>
          </a:lstStyle>
          <a:p>
            <a:pPr lvl="0"/>
            <a:r>
              <a:rPr lang="en-US"/>
              <a:t>Click to edit Master text styles</a:t>
            </a:r>
          </a:p>
        </p:txBody>
      </p:sp>
      <p:sp>
        <p:nvSpPr>
          <p:cNvPr id="32" name="Text Placeholder 28">
            <a:extLst>
              <a:ext uri="{FF2B5EF4-FFF2-40B4-BE49-F238E27FC236}">
                <a16:creationId xmlns:a16="http://schemas.microsoft.com/office/drawing/2014/main" id="{69EF917B-94C4-921E-4DE6-565DF1DEB811}"/>
              </a:ext>
            </a:extLst>
          </p:cNvPr>
          <p:cNvSpPr>
            <a:spLocks noGrp="1"/>
          </p:cNvSpPr>
          <p:nvPr>
            <p:ph type="body" sz="quarter" idx="18"/>
          </p:nvPr>
        </p:nvSpPr>
        <p:spPr>
          <a:xfrm>
            <a:off x="8303341" y="4133079"/>
            <a:ext cx="3292475" cy="184666"/>
          </a:xfrm>
          <a:prstGeom prst="rect">
            <a:avLst/>
          </a:prstGeom>
        </p:spPr>
        <p:txBody>
          <a:bodyPr lIns="137160" rIns="137160" anchor="ctr" anchorCtr="0">
            <a:spAutoFit/>
          </a:bodyPr>
          <a:lstStyle>
            <a:lvl1pPr>
              <a:defRPr sz="1200">
                <a:solidFill>
                  <a:schemeClr val="tx2"/>
                </a:solidFill>
                <a:latin typeface="+mn-lt"/>
              </a:defRPr>
            </a:lvl1pPr>
          </a:lstStyle>
          <a:p>
            <a:pPr lvl="0"/>
            <a:r>
              <a:rPr lang="en-US"/>
              <a:t>Click to edit Master text styles</a:t>
            </a:r>
          </a:p>
        </p:txBody>
      </p:sp>
      <p:sp>
        <p:nvSpPr>
          <p:cNvPr id="33" name="Text Placeholder 28">
            <a:extLst>
              <a:ext uri="{FF2B5EF4-FFF2-40B4-BE49-F238E27FC236}">
                <a16:creationId xmlns:a16="http://schemas.microsoft.com/office/drawing/2014/main" id="{AED83C3E-CA1F-3974-41A1-2B0AF3E88B38}"/>
              </a:ext>
            </a:extLst>
          </p:cNvPr>
          <p:cNvSpPr>
            <a:spLocks noGrp="1"/>
          </p:cNvSpPr>
          <p:nvPr>
            <p:ph type="body" sz="quarter" idx="19"/>
          </p:nvPr>
        </p:nvSpPr>
        <p:spPr>
          <a:xfrm>
            <a:off x="8303341" y="5542140"/>
            <a:ext cx="3292475" cy="184666"/>
          </a:xfrm>
          <a:prstGeom prst="rect">
            <a:avLst/>
          </a:prstGeom>
        </p:spPr>
        <p:txBody>
          <a:bodyPr lIns="137160" rIns="137160" anchor="ctr" anchorCtr="0">
            <a:spAutoFit/>
          </a:bodyPr>
          <a:lstStyle>
            <a:lvl1pPr>
              <a:defRPr sz="1200">
                <a:solidFill>
                  <a:schemeClr val="tx2"/>
                </a:solidFill>
                <a:latin typeface="+mn-lt"/>
              </a:defRPr>
            </a:lvl1pPr>
          </a:lstStyle>
          <a:p>
            <a:pPr lvl="0"/>
            <a:r>
              <a:rPr lang="en-US"/>
              <a:t>Click to edit Master text styles</a:t>
            </a:r>
          </a:p>
        </p:txBody>
      </p:sp>
      <p:sp>
        <p:nvSpPr>
          <p:cNvPr id="18" name="Rectangle: Rounded Corners 17">
            <a:extLst>
              <a:ext uri="{FF2B5EF4-FFF2-40B4-BE49-F238E27FC236}">
                <a16:creationId xmlns:a16="http://schemas.microsoft.com/office/drawing/2014/main" id="{DE602759-D5CB-59FB-83DC-41FC240A198E}"/>
              </a:ext>
              <a:ext uri="{C183D7F6-B498-43B3-948B-1728B52AA6E4}">
                <adec:decorative xmlns:adec="http://schemas.microsoft.com/office/drawing/2017/decorative" val="1"/>
              </a:ext>
            </a:extLst>
          </p:cNvPr>
          <p:cNvSpPr/>
          <p:nvPr userDrawn="1"/>
        </p:nvSpPr>
        <p:spPr>
          <a:xfrm>
            <a:off x="574675" y="4526322"/>
            <a:ext cx="2103120" cy="1737360"/>
          </a:xfrm>
          <a:prstGeom prst="roundRect">
            <a:avLst>
              <a:gd name="adj" fmla="val 6215"/>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R="0" lvl="0" indent="0" defTabSz="932472" fontAlgn="base">
              <a:lnSpc>
                <a:spcPct val="100000"/>
              </a:lnSpc>
              <a:spcBef>
                <a:spcPct val="0"/>
              </a:spcBef>
              <a:spcAft>
                <a:spcPct val="0"/>
              </a:spcAft>
              <a:buClrTx/>
              <a:buSzTx/>
              <a:buFontTx/>
              <a:buNone/>
              <a:tabLst/>
            </a:pPr>
            <a:endParaRPr kumimoji="0" lang="en-US" sz="2000" b="0" i="0" u="none" strike="noStrike" cap="none" spc="0" normalizeH="0" baseline="0" noProof="0">
              <a:ln>
                <a:noFill/>
              </a:ln>
              <a:solidFill>
                <a:srgbClr val="FFFFFF"/>
              </a:solidFill>
              <a:effectLst/>
              <a:uLnTx/>
              <a:uFillTx/>
              <a:latin typeface="Segoe Sans Display" pitchFamily="2" charset="0"/>
              <a:ea typeface="Calibri" panose="020F0502020204030204" pitchFamily="34" charset="0"/>
              <a:cs typeface="Segoe Sans Display" pitchFamily="2" charset="0"/>
            </a:endParaRPr>
          </a:p>
        </p:txBody>
      </p:sp>
      <p:sp>
        <p:nvSpPr>
          <p:cNvPr id="19" name="Rectangle: Rounded Corners 18">
            <a:extLst>
              <a:ext uri="{FF2B5EF4-FFF2-40B4-BE49-F238E27FC236}">
                <a16:creationId xmlns:a16="http://schemas.microsoft.com/office/drawing/2014/main" id="{3760FDA5-25E5-23EE-82B9-EF5F45D85349}"/>
              </a:ext>
              <a:ext uri="{C183D7F6-B498-43B3-948B-1728B52AA6E4}">
                <adec:decorative xmlns:adec="http://schemas.microsoft.com/office/drawing/2017/decorative" val="1"/>
              </a:ext>
            </a:extLst>
          </p:cNvPr>
          <p:cNvSpPr/>
          <p:nvPr userDrawn="1"/>
        </p:nvSpPr>
        <p:spPr>
          <a:xfrm>
            <a:off x="3095983" y="4526322"/>
            <a:ext cx="2103120" cy="1737360"/>
          </a:xfrm>
          <a:prstGeom prst="roundRect">
            <a:avLst>
              <a:gd name="adj" fmla="val 6215"/>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R="0" lvl="0" indent="0" defTabSz="932472" fontAlgn="base">
              <a:lnSpc>
                <a:spcPct val="100000"/>
              </a:lnSpc>
              <a:spcBef>
                <a:spcPct val="0"/>
              </a:spcBef>
              <a:spcAft>
                <a:spcPct val="0"/>
              </a:spcAft>
              <a:buClrTx/>
              <a:buSzTx/>
              <a:buFontTx/>
              <a:buNone/>
              <a:tabLst/>
            </a:pPr>
            <a:endParaRPr kumimoji="0" lang="en-US" sz="2000" b="0" i="0" u="none" strike="noStrike" cap="none" spc="0" normalizeH="0" baseline="0" noProof="0">
              <a:ln>
                <a:noFill/>
              </a:ln>
              <a:solidFill>
                <a:srgbClr val="FFFFFF"/>
              </a:solidFill>
              <a:effectLst/>
              <a:uLnTx/>
              <a:uFillTx/>
              <a:latin typeface="Segoe Sans Display" pitchFamily="2" charset="0"/>
              <a:ea typeface="Calibri" panose="020F0502020204030204" pitchFamily="34" charset="0"/>
              <a:cs typeface="Segoe Sans Display" pitchFamily="2" charset="0"/>
            </a:endParaRPr>
          </a:p>
        </p:txBody>
      </p:sp>
      <p:sp>
        <p:nvSpPr>
          <p:cNvPr id="20" name="Rectangle: Rounded Corners 19">
            <a:extLst>
              <a:ext uri="{FF2B5EF4-FFF2-40B4-BE49-F238E27FC236}">
                <a16:creationId xmlns:a16="http://schemas.microsoft.com/office/drawing/2014/main" id="{0D5F0863-145A-E1F3-AC3C-9EFE022839A1}"/>
              </a:ext>
              <a:ext uri="{C183D7F6-B498-43B3-948B-1728B52AA6E4}">
                <adec:decorative xmlns:adec="http://schemas.microsoft.com/office/drawing/2017/decorative" val="1"/>
              </a:ext>
            </a:extLst>
          </p:cNvPr>
          <p:cNvSpPr/>
          <p:nvPr userDrawn="1"/>
        </p:nvSpPr>
        <p:spPr>
          <a:xfrm>
            <a:off x="5617291" y="4526322"/>
            <a:ext cx="2103120" cy="1737360"/>
          </a:xfrm>
          <a:prstGeom prst="roundRect">
            <a:avLst>
              <a:gd name="adj" fmla="val 6215"/>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R="0" lvl="0" indent="0" defTabSz="932472" fontAlgn="base">
              <a:lnSpc>
                <a:spcPct val="100000"/>
              </a:lnSpc>
              <a:spcBef>
                <a:spcPct val="0"/>
              </a:spcBef>
              <a:spcAft>
                <a:spcPct val="0"/>
              </a:spcAft>
              <a:buClrTx/>
              <a:buSzTx/>
              <a:buFontTx/>
              <a:buNone/>
              <a:tabLst/>
            </a:pPr>
            <a:endParaRPr kumimoji="0" lang="en-US" sz="2000" b="0" i="0" u="none" strike="noStrike" cap="none" spc="0" normalizeH="0" baseline="0" noProof="0">
              <a:ln>
                <a:noFill/>
              </a:ln>
              <a:solidFill>
                <a:srgbClr val="FFFFFF"/>
              </a:solidFill>
              <a:effectLst/>
              <a:uLnTx/>
              <a:uFillTx/>
              <a:latin typeface="Segoe Sans Display" pitchFamily="2" charset="0"/>
              <a:ea typeface="Calibri" panose="020F0502020204030204" pitchFamily="34" charset="0"/>
              <a:cs typeface="Segoe Sans Display" pitchFamily="2" charset="0"/>
            </a:endParaRPr>
          </a:p>
        </p:txBody>
      </p:sp>
      <p:sp>
        <p:nvSpPr>
          <p:cNvPr id="28" name="Text Placeholder 28">
            <a:extLst>
              <a:ext uri="{FF2B5EF4-FFF2-40B4-BE49-F238E27FC236}">
                <a16:creationId xmlns:a16="http://schemas.microsoft.com/office/drawing/2014/main" id="{584837D6-9AC9-DF6F-24DC-BD68727F06D3}"/>
              </a:ext>
            </a:extLst>
          </p:cNvPr>
          <p:cNvSpPr>
            <a:spLocks noGrp="1"/>
          </p:cNvSpPr>
          <p:nvPr>
            <p:ph type="body" sz="quarter" idx="21"/>
          </p:nvPr>
        </p:nvSpPr>
        <p:spPr>
          <a:xfrm>
            <a:off x="584201" y="4183194"/>
            <a:ext cx="1968500" cy="215444"/>
          </a:xfrm>
          <a:prstGeom prst="rect">
            <a:avLst/>
          </a:prstGeom>
        </p:spPr>
        <p:txBody>
          <a:bodyPr lIns="0" rIns="0"/>
          <a:lstStyle>
            <a:lvl1pPr>
              <a:defRPr sz="1400">
                <a:solidFill>
                  <a:schemeClr val="tx2"/>
                </a:solidFill>
                <a:latin typeface="+mn-lt"/>
              </a:defRPr>
            </a:lvl1pPr>
          </a:lstStyle>
          <a:p>
            <a:pPr lvl="0"/>
            <a:r>
              <a:rPr lang="en-US"/>
              <a:t>Click to edit</a:t>
            </a:r>
          </a:p>
        </p:txBody>
      </p:sp>
      <p:sp>
        <p:nvSpPr>
          <p:cNvPr id="27" name="Text Placeholder 26">
            <a:extLst>
              <a:ext uri="{FF2B5EF4-FFF2-40B4-BE49-F238E27FC236}">
                <a16:creationId xmlns:a16="http://schemas.microsoft.com/office/drawing/2014/main" id="{1966A5F5-487F-38E2-31AD-69410881CD41}"/>
              </a:ext>
            </a:extLst>
          </p:cNvPr>
          <p:cNvSpPr>
            <a:spLocks noGrp="1"/>
          </p:cNvSpPr>
          <p:nvPr>
            <p:ph type="body" sz="quarter" idx="20"/>
          </p:nvPr>
        </p:nvSpPr>
        <p:spPr>
          <a:xfrm>
            <a:off x="574675" y="3758667"/>
            <a:ext cx="1450012" cy="276999"/>
          </a:xfrm>
          <a:prstGeom prst="rect">
            <a:avLst/>
          </a:prstGeom>
          <a:solidFill>
            <a:srgbClr val="FFF8F3"/>
          </a:solidFill>
        </p:spPr>
        <p:txBody>
          <a:bodyPr wrap="none" rIns="182880"/>
          <a:lstStyle>
            <a:lvl1pPr>
              <a:defRPr sz="1800">
                <a:solidFill>
                  <a:schemeClr val="accent2">
                    <a:lumMod val="75000"/>
                  </a:schemeClr>
                </a:solidFill>
              </a:defRPr>
            </a:lvl1pPr>
          </a:lstStyle>
          <a:p>
            <a:pPr lvl="0"/>
            <a:r>
              <a:rPr lang="en-US"/>
              <a:t>Click to edit</a:t>
            </a:r>
          </a:p>
        </p:txBody>
      </p:sp>
      <p:sp>
        <p:nvSpPr>
          <p:cNvPr id="22" name="Text Placeholder 21">
            <a:extLst>
              <a:ext uri="{FF2B5EF4-FFF2-40B4-BE49-F238E27FC236}">
                <a16:creationId xmlns:a16="http://schemas.microsoft.com/office/drawing/2014/main" id="{8D49B5AF-A581-8673-2F9A-D713A4B557EC}"/>
              </a:ext>
            </a:extLst>
          </p:cNvPr>
          <p:cNvSpPr>
            <a:spLocks noGrp="1"/>
          </p:cNvSpPr>
          <p:nvPr>
            <p:ph type="body" sz="quarter" idx="12" hasCustomPrompt="1"/>
          </p:nvPr>
        </p:nvSpPr>
        <p:spPr>
          <a:xfrm>
            <a:off x="574675" y="4667250"/>
            <a:ext cx="2103120" cy="938719"/>
          </a:xfrm>
          <a:prstGeom prst="rect">
            <a:avLst/>
          </a:prstGeom>
        </p:spPr>
        <p:txBody>
          <a:bodyPr lIns="137160" rIns="137160"/>
          <a:lstStyle>
            <a:lvl1pPr>
              <a:spcBef>
                <a:spcPts val="0"/>
              </a:spcBef>
              <a:defRPr sz="3200">
                <a:solidFill>
                  <a:schemeClr val="accent2">
                    <a:lumMod val="75000"/>
                  </a:schemeClr>
                </a:solidFill>
              </a:defRPr>
            </a:lvl1pPr>
            <a:lvl2pPr>
              <a:spcBef>
                <a:spcPts val="0"/>
              </a:spcBef>
              <a:defRPr sz="1200">
                <a:solidFill>
                  <a:schemeClr val="tx2"/>
                </a:solidFill>
              </a:defRPr>
            </a:lvl2pPr>
            <a:lvl3pPr marL="0" indent="0">
              <a:buNone/>
              <a:defRPr sz="1200" i="1"/>
            </a:lvl3pPr>
          </a:lstStyle>
          <a:p>
            <a:pPr lvl="0"/>
            <a:r>
              <a:rPr lang="en-US"/>
              <a:t>##%</a:t>
            </a:r>
          </a:p>
          <a:p>
            <a:pPr lvl="1"/>
            <a:r>
              <a:rPr lang="en-US"/>
              <a:t>Second level</a:t>
            </a:r>
          </a:p>
          <a:p>
            <a:pPr lvl="2"/>
            <a:r>
              <a:rPr lang="en-US"/>
              <a:t>Third level</a:t>
            </a:r>
          </a:p>
        </p:txBody>
      </p:sp>
      <p:sp>
        <p:nvSpPr>
          <p:cNvPr id="35" name="Text Placeholder 28">
            <a:extLst>
              <a:ext uri="{FF2B5EF4-FFF2-40B4-BE49-F238E27FC236}">
                <a16:creationId xmlns:a16="http://schemas.microsoft.com/office/drawing/2014/main" id="{E21B1086-03D4-D8A6-EDF7-B21D17180E66}"/>
              </a:ext>
            </a:extLst>
          </p:cNvPr>
          <p:cNvSpPr>
            <a:spLocks noGrp="1"/>
          </p:cNvSpPr>
          <p:nvPr>
            <p:ph type="body" sz="quarter" idx="22"/>
          </p:nvPr>
        </p:nvSpPr>
        <p:spPr>
          <a:xfrm>
            <a:off x="3114122" y="4183194"/>
            <a:ext cx="1968500" cy="215444"/>
          </a:xfrm>
          <a:prstGeom prst="rect">
            <a:avLst/>
          </a:prstGeom>
        </p:spPr>
        <p:txBody>
          <a:bodyPr lIns="0" rIns="0"/>
          <a:lstStyle>
            <a:lvl1pPr>
              <a:defRPr sz="1400">
                <a:solidFill>
                  <a:schemeClr val="tx2"/>
                </a:solidFill>
                <a:latin typeface="+mn-lt"/>
              </a:defRPr>
            </a:lvl1pPr>
          </a:lstStyle>
          <a:p>
            <a:pPr lvl="0"/>
            <a:r>
              <a:rPr lang="en-US"/>
              <a:t>Click to edit</a:t>
            </a:r>
          </a:p>
        </p:txBody>
      </p:sp>
      <p:sp>
        <p:nvSpPr>
          <p:cNvPr id="23" name="Text Placeholder 21">
            <a:extLst>
              <a:ext uri="{FF2B5EF4-FFF2-40B4-BE49-F238E27FC236}">
                <a16:creationId xmlns:a16="http://schemas.microsoft.com/office/drawing/2014/main" id="{E74B66BA-251D-787B-1669-F62538B0EF4D}"/>
              </a:ext>
            </a:extLst>
          </p:cNvPr>
          <p:cNvSpPr>
            <a:spLocks noGrp="1"/>
          </p:cNvSpPr>
          <p:nvPr>
            <p:ph type="body" sz="quarter" idx="13" hasCustomPrompt="1"/>
          </p:nvPr>
        </p:nvSpPr>
        <p:spPr>
          <a:xfrm>
            <a:off x="3102008" y="4667250"/>
            <a:ext cx="2103120" cy="938719"/>
          </a:xfrm>
          <a:prstGeom prst="rect">
            <a:avLst/>
          </a:prstGeom>
        </p:spPr>
        <p:txBody>
          <a:bodyPr lIns="137160" rIns="137160"/>
          <a:lstStyle>
            <a:lvl1pPr>
              <a:spcBef>
                <a:spcPts val="0"/>
              </a:spcBef>
              <a:defRPr sz="3200">
                <a:solidFill>
                  <a:schemeClr val="accent2">
                    <a:lumMod val="75000"/>
                  </a:schemeClr>
                </a:solidFill>
              </a:defRPr>
            </a:lvl1pPr>
            <a:lvl2pPr>
              <a:spcBef>
                <a:spcPts val="0"/>
              </a:spcBef>
              <a:defRPr sz="1200">
                <a:solidFill>
                  <a:schemeClr val="tx2"/>
                </a:solidFill>
              </a:defRPr>
            </a:lvl2pPr>
            <a:lvl3pPr marL="0" indent="0">
              <a:buNone/>
              <a:defRPr sz="1200" i="1"/>
            </a:lvl3pPr>
          </a:lstStyle>
          <a:p>
            <a:pPr lvl="0"/>
            <a:r>
              <a:rPr lang="en-US"/>
              <a:t>##%</a:t>
            </a:r>
          </a:p>
          <a:p>
            <a:pPr lvl="1"/>
            <a:r>
              <a:rPr lang="en-US"/>
              <a:t>Second level</a:t>
            </a:r>
          </a:p>
          <a:p>
            <a:pPr lvl="2"/>
            <a:r>
              <a:rPr lang="en-US"/>
              <a:t>Third level</a:t>
            </a:r>
          </a:p>
        </p:txBody>
      </p:sp>
      <p:sp>
        <p:nvSpPr>
          <p:cNvPr id="36" name="Text Placeholder 28">
            <a:extLst>
              <a:ext uri="{FF2B5EF4-FFF2-40B4-BE49-F238E27FC236}">
                <a16:creationId xmlns:a16="http://schemas.microsoft.com/office/drawing/2014/main" id="{A9C7A361-EF4F-2E3F-4751-8E8BA9FDC9D8}"/>
              </a:ext>
            </a:extLst>
          </p:cNvPr>
          <p:cNvSpPr>
            <a:spLocks noGrp="1"/>
          </p:cNvSpPr>
          <p:nvPr>
            <p:ph type="body" sz="quarter" idx="23"/>
          </p:nvPr>
        </p:nvSpPr>
        <p:spPr>
          <a:xfrm>
            <a:off x="5629404" y="4183194"/>
            <a:ext cx="1968500" cy="215444"/>
          </a:xfrm>
          <a:prstGeom prst="rect">
            <a:avLst/>
          </a:prstGeom>
        </p:spPr>
        <p:txBody>
          <a:bodyPr lIns="0" rIns="0"/>
          <a:lstStyle>
            <a:lvl1pPr>
              <a:defRPr sz="1400">
                <a:solidFill>
                  <a:schemeClr val="tx2"/>
                </a:solidFill>
                <a:latin typeface="+mn-lt"/>
              </a:defRPr>
            </a:lvl1pPr>
          </a:lstStyle>
          <a:p>
            <a:pPr lvl="0"/>
            <a:r>
              <a:rPr lang="en-US"/>
              <a:t>Click to edit</a:t>
            </a:r>
          </a:p>
        </p:txBody>
      </p:sp>
      <p:sp>
        <p:nvSpPr>
          <p:cNvPr id="24" name="Text Placeholder 21">
            <a:extLst>
              <a:ext uri="{FF2B5EF4-FFF2-40B4-BE49-F238E27FC236}">
                <a16:creationId xmlns:a16="http://schemas.microsoft.com/office/drawing/2014/main" id="{D3CB9839-F2F7-C392-76E9-C1522FB24EDE}"/>
              </a:ext>
            </a:extLst>
          </p:cNvPr>
          <p:cNvSpPr>
            <a:spLocks noGrp="1"/>
          </p:cNvSpPr>
          <p:nvPr>
            <p:ph type="body" sz="quarter" idx="14" hasCustomPrompt="1"/>
          </p:nvPr>
        </p:nvSpPr>
        <p:spPr>
          <a:xfrm>
            <a:off x="5617291" y="4667250"/>
            <a:ext cx="2103120" cy="938719"/>
          </a:xfrm>
          <a:prstGeom prst="rect">
            <a:avLst/>
          </a:prstGeom>
        </p:spPr>
        <p:txBody>
          <a:bodyPr lIns="137160" rIns="137160"/>
          <a:lstStyle>
            <a:lvl1pPr>
              <a:spcBef>
                <a:spcPts val="0"/>
              </a:spcBef>
              <a:defRPr sz="3200">
                <a:solidFill>
                  <a:schemeClr val="accent2">
                    <a:lumMod val="75000"/>
                  </a:schemeClr>
                </a:solidFill>
              </a:defRPr>
            </a:lvl1pPr>
            <a:lvl2pPr>
              <a:spcBef>
                <a:spcPts val="0"/>
              </a:spcBef>
              <a:defRPr sz="1200">
                <a:solidFill>
                  <a:schemeClr val="tx2"/>
                </a:solidFill>
              </a:defRPr>
            </a:lvl2pPr>
            <a:lvl3pPr marL="0" indent="0">
              <a:buNone/>
              <a:defRPr sz="1200" i="1"/>
            </a:lvl3pPr>
          </a:lstStyle>
          <a:p>
            <a:pPr lvl="0"/>
            <a:r>
              <a:rPr lang="en-US"/>
              <a:t>##%</a:t>
            </a:r>
          </a:p>
          <a:p>
            <a:pPr lvl="1"/>
            <a:r>
              <a:rPr lang="en-US"/>
              <a:t>Second level</a:t>
            </a:r>
          </a:p>
          <a:p>
            <a:pPr lvl="2"/>
            <a:r>
              <a:rPr lang="en-US" sz="1200"/>
              <a:t>Third level</a:t>
            </a:r>
            <a:endParaRPr lang="en-US"/>
          </a:p>
        </p:txBody>
      </p:sp>
      <p:sp>
        <p:nvSpPr>
          <p:cNvPr id="39" name="Text Placeholder 12">
            <a:extLst>
              <a:ext uri="{FF2B5EF4-FFF2-40B4-BE49-F238E27FC236}">
                <a16:creationId xmlns:a16="http://schemas.microsoft.com/office/drawing/2014/main" id="{390451D9-D908-3B97-C523-5AD916D4DAB8}"/>
              </a:ext>
            </a:extLst>
          </p:cNvPr>
          <p:cNvSpPr>
            <a:spLocks noGrp="1"/>
          </p:cNvSpPr>
          <p:nvPr>
            <p:ph type="body" sz="quarter" idx="41"/>
          </p:nvPr>
        </p:nvSpPr>
        <p:spPr>
          <a:xfrm>
            <a:off x="584200" y="6482767"/>
            <a:ext cx="10058400" cy="123111"/>
          </a:xfrm>
          <a:prstGeom prst="rect">
            <a:avLst/>
          </a:prstGeom>
        </p:spPr>
        <p:txBody>
          <a:bodyPr anchor="b" anchorCtr="0"/>
          <a:lstStyle>
            <a:lvl1pPr>
              <a:spcBef>
                <a:spcPts val="100"/>
              </a:spcBef>
              <a:defRPr sz="800">
                <a:solidFill>
                  <a:schemeClr val="tx2"/>
                </a:solidFill>
                <a:latin typeface="+mn-lt"/>
              </a:defRPr>
            </a:lvl1pPr>
            <a:lvl2pPr>
              <a:defRPr sz="700"/>
            </a:lvl2pPr>
            <a:lvl3pPr>
              <a:defRPr sz="700"/>
            </a:lvl3pPr>
            <a:lvl4pPr>
              <a:defRPr sz="700"/>
            </a:lvl4pPr>
            <a:lvl5pPr>
              <a:defRPr sz="700"/>
            </a:lvl5pPr>
          </a:lstStyle>
          <a:p>
            <a:pPr lvl="0"/>
            <a:r>
              <a:rPr lang="en-US"/>
              <a:t>Click to edit Master text styles</a:t>
            </a:r>
          </a:p>
        </p:txBody>
      </p:sp>
    </p:spTree>
    <p:extLst>
      <p:ext uri="{BB962C8B-B14F-4D97-AF65-F5344CB8AC3E}">
        <p14:creationId xmlns:p14="http://schemas.microsoft.com/office/powerpoint/2010/main" val="171789380"/>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740">
          <p15:clr>
            <a:srgbClr val="5ACBF0"/>
          </p15:clr>
        </p15:guide>
      </p15:sldGuideLst>
    </p:ext>
  </p:extLst>
</p:sldLayout>
</file>

<file path=ppt/slideLayouts/slideLayout190.xml><?xml version="1.0" encoding="utf-8"?>
<p:sldLayout xmlns:a="http://schemas.openxmlformats.org/drawingml/2006/main" xmlns:r="http://schemas.openxmlformats.org/officeDocument/2006/relationships" xmlns:p="http://schemas.openxmlformats.org/presentationml/2006/main" preserve="1" userDrawn="1">
  <p:cSld name="1_Day in the life six steps">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9A0119C2-A320-B7AA-11DD-460625EF3060}"/>
              </a:ext>
              <a:ext uri="{C183D7F6-B498-43B3-948B-1728B52AA6E4}">
                <adec:decorative xmlns:adec="http://schemas.microsoft.com/office/drawing/2017/decorative" val="1"/>
              </a:ext>
            </a:extLst>
          </p:cNvPr>
          <p:cNvGrpSpPr>
            <a:grpSpLocks noGrp="1" noUngrp="1" noRot="1" noMove="1" noResize="1"/>
          </p:cNvGrpSpPr>
          <p:nvPr userDrawn="1"/>
        </p:nvGrpSpPr>
        <p:grpSpPr>
          <a:xfrm>
            <a:off x="3048" y="0"/>
            <a:ext cx="12188952" cy="6858000"/>
            <a:chOff x="3048" y="0"/>
            <a:chExt cx="12188952" cy="6858000"/>
          </a:xfrm>
        </p:grpSpPr>
        <p:sp>
          <p:nvSpPr>
            <p:cNvPr id="11" name="Rectangle 10">
              <a:extLst>
                <a:ext uri="{FF2B5EF4-FFF2-40B4-BE49-F238E27FC236}">
                  <a16:creationId xmlns:a16="http://schemas.microsoft.com/office/drawing/2014/main" id="{E1A20901-02EE-A18C-D7F0-964EA40ECB7D}"/>
                </a:ext>
              </a:extLst>
            </p:cNvPr>
            <p:cNvSpPr>
              <a:spLocks noGrp="1" noRot="1" noMove="1" noResize="1" noEditPoints="1" noAdjustHandles="1" noChangeArrowheads="1" noChangeShapeType="1"/>
            </p:cNvSpPr>
            <p:nvPr userDrawn="1"/>
          </p:nvSpPr>
          <p:spPr bwMode="auto">
            <a:xfrm>
              <a:off x="3048"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2" name="Picture 11" descr="A colorful gradient going from darker blue on the left side to light blue to magenta to orange on the right side">
              <a:extLst>
                <a:ext uri="{FF2B5EF4-FFF2-40B4-BE49-F238E27FC236}">
                  <a16:creationId xmlns:a16="http://schemas.microsoft.com/office/drawing/2014/main" id="{F19E7B0F-64A6-EDE0-A004-6345F3D3FF6B}"/>
                </a:ext>
              </a:extLst>
            </p:cNvPr>
            <p:cNvPicPr>
              <a:picLocks noGrp="1" noRot="1" noChangeAspect="1" noMove="1" noResize="1" noEditPoints="1" noAdjustHandles="1" noChangeArrowheads="1" noChangeShapeType="1" noCrop="1"/>
            </p:cNvPicPr>
            <p:nvPr userDrawn="1"/>
          </p:nvPicPr>
          <p:blipFill>
            <a:blip r:embed="rId2" cstate="email">
              <a:extLst>
                <a:ext uri="{28A0092B-C50C-407E-A947-70E740481C1C}">
                  <a14:useLocalDpi xmlns:a14="http://schemas.microsoft.com/office/drawing/2010/main"/>
                </a:ext>
              </a:extLst>
            </a:blip>
            <a:stretch>
              <a:fillRect/>
            </a:stretch>
          </p:blipFill>
          <p:spPr>
            <a:xfrm>
              <a:off x="3048" y="6724651"/>
              <a:ext cx="12188952" cy="133281"/>
            </a:xfrm>
            <a:prstGeom prst="roundRect">
              <a:avLst>
                <a:gd name="adj" fmla="val 0"/>
              </a:avLst>
            </a:prstGeom>
          </p:spPr>
        </p:pic>
      </p:grpSp>
      <p:sp>
        <p:nvSpPr>
          <p:cNvPr id="8" name="Freeform: Shape 2">
            <a:extLst>
              <a:ext uri="{FF2B5EF4-FFF2-40B4-BE49-F238E27FC236}">
                <a16:creationId xmlns:a16="http://schemas.microsoft.com/office/drawing/2014/main" id="{ACA1793F-CB56-036C-15C4-6F45C10EEB53}"/>
              </a:ext>
              <a:ext uri="{C183D7F6-B498-43B3-948B-1728B52AA6E4}">
                <adec:decorative xmlns:adec="http://schemas.microsoft.com/office/drawing/2017/decorative" val="1"/>
              </a:ext>
            </a:extLst>
          </p:cNvPr>
          <p:cNvSpPr/>
          <p:nvPr userDrawn="1"/>
        </p:nvSpPr>
        <p:spPr bwMode="auto">
          <a:xfrm>
            <a:off x="-1576" y="1637407"/>
            <a:ext cx="11100760" cy="2453282"/>
          </a:xfrm>
          <a:custGeom>
            <a:avLst/>
            <a:gdLst>
              <a:gd name="connsiteX0" fmla="*/ 0 w 9070975"/>
              <a:gd name="connsiteY0" fmla="*/ 0 h 2491048"/>
              <a:gd name="connsiteX1" fmla="*/ 8850592 w 9070975"/>
              <a:gd name="connsiteY1" fmla="*/ 0 h 2491048"/>
              <a:gd name="connsiteX2" fmla="*/ 9070975 w 9070975"/>
              <a:gd name="connsiteY2" fmla="*/ 220383 h 2491048"/>
              <a:gd name="connsiteX3" fmla="*/ 9070975 w 9070975"/>
              <a:gd name="connsiteY3" fmla="*/ 2270665 h 2491048"/>
              <a:gd name="connsiteX4" fmla="*/ 8850592 w 9070975"/>
              <a:gd name="connsiteY4" fmla="*/ 2491048 h 2491048"/>
              <a:gd name="connsiteX5" fmla="*/ 0 w 9070975"/>
              <a:gd name="connsiteY5" fmla="*/ 2491048 h 2491048"/>
              <a:gd name="connsiteX0" fmla="*/ 25400 w 9096375"/>
              <a:gd name="connsiteY0" fmla="*/ 0 h 2491048"/>
              <a:gd name="connsiteX1" fmla="*/ 8875992 w 9096375"/>
              <a:gd name="connsiteY1" fmla="*/ 0 h 2491048"/>
              <a:gd name="connsiteX2" fmla="*/ 9096375 w 9096375"/>
              <a:gd name="connsiteY2" fmla="*/ 220383 h 2491048"/>
              <a:gd name="connsiteX3" fmla="*/ 9096375 w 9096375"/>
              <a:gd name="connsiteY3" fmla="*/ 2270665 h 2491048"/>
              <a:gd name="connsiteX4" fmla="*/ 8875992 w 9096375"/>
              <a:gd name="connsiteY4" fmla="*/ 2491048 h 2491048"/>
              <a:gd name="connsiteX5" fmla="*/ 25400 w 9096375"/>
              <a:gd name="connsiteY5" fmla="*/ 2491048 h 2491048"/>
              <a:gd name="connsiteX6" fmla="*/ 0 w 9096375"/>
              <a:gd name="connsiteY6" fmla="*/ 1182948 h 2491048"/>
              <a:gd name="connsiteX7" fmla="*/ 25400 w 9096375"/>
              <a:gd name="connsiteY7" fmla="*/ 0 h 2491048"/>
              <a:gd name="connsiteX0" fmla="*/ 0 w 9096375"/>
              <a:gd name="connsiteY0" fmla="*/ 1182948 h 2491048"/>
              <a:gd name="connsiteX1" fmla="*/ 25400 w 9096375"/>
              <a:gd name="connsiteY1" fmla="*/ 0 h 2491048"/>
              <a:gd name="connsiteX2" fmla="*/ 8875992 w 9096375"/>
              <a:gd name="connsiteY2" fmla="*/ 0 h 2491048"/>
              <a:gd name="connsiteX3" fmla="*/ 9096375 w 9096375"/>
              <a:gd name="connsiteY3" fmla="*/ 220383 h 2491048"/>
              <a:gd name="connsiteX4" fmla="*/ 9096375 w 9096375"/>
              <a:gd name="connsiteY4" fmla="*/ 2270665 h 2491048"/>
              <a:gd name="connsiteX5" fmla="*/ 8875992 w 9096375"/>
              <a:gd name="connsiteY5" fmla="*/ 2491048 h 2491048"/>
              <a:gd name="connsiteX6" fmla="*/ 25400 w 9096375"/>
              <a:gd name="connsiteY6" fmla="*/ 2491048 h 2491048"/>
              <a:gd name="connsiteX7" fmla="*/ 91440 w 9096375"/>
              <a:gd name="connsiteY7" fmla="*/ 1274388 h 2491048"/>
              <a:gd name="connsiteX0" fmla="*/ 0 w 9096375"/>
              <a:gd name="connsiteY0" fmla="*/ 1182948 h 2491048"/>
              <a:gd name="connsiteX1" fmla="*/ 25400 w 9096375"/>
              <a:gd name="connsiteY1" fmla="*/ 0 h 2491048"/>
              <a:gd name="connsiteX2" fmla="*/ 8875992 w 9096375"/>
              <a:gd name="connsiteY2" fmla="*/ 0 h 2491048"/>
              <a:gd name="connsiteX3" fmla="*/ 9096375 w 9096375"/>
              <a:gd name="connsiteY3" fmla="*/ 220383 h 2491048"/>
              <a:gd name="connsiteX4" fmla="*/ 9096375 w 9096375"/>
              <a:gd name="connsiteY4" fmla="*/ 2270665 h 2491048"/>
              <a:gd name="connsiteX5" fmla="*/ 8875992 w 9096375"/>
              <a:gd name="connsiteY5" fmla="*/ 2491048 h 2491048"/>
              <a:gd name="connsiteX6" fmla="*/ 25400 w 9096375"/>
              <a:gd name="connsiteY6" fmla="*/ 2491048 h 2491048"/>
              <a:gd name="connsiteX0" fmla="*/ 0 w 9070975"/>
              <a:gd name="connsiteY0" fmla="*/ 0 h 2491048"/>
              <a:gd name="connsiteX1" fmla="*/ 8850592 w 9070975"/>
              <a:gd name="connsiteY1" fmla="*/ 0 h 2491048"/>
              <a:gd name="connsiteX2" fmla="*/ 9070975 w 9070975"/>
              <a:gd name="connsiteY2" fmla="*/ 220383 h 2491048"/>
              <a:gd name="connsiteX3" fmla="*/ 9070975 w 9070975"/>
              <a:gd name="connsiteY3" fmla="*/ 2270665 h 2491048"/>
              <a:gd name="connsiteX4" fmla="*/ 8850592 w 9070975"/>
              <a:gd name="connsiteY4" fmla="*/ 2491048 h 2491048"/>
              <a:gd name="connsiteX5" fmla="*/ 0 w 9070975"/>
              <a:gd name="connsiteY5" fmla="*/ 2491048 h 2491048"/>
              <a:gd name="connsiteX0" fmla="*/ 0 w 9706877"/>
              <a:gd name="connsiteY0" fmla="*/ 0 h 2491048"/>
              <a:gd name="connsiteX1" fmla="*/ 9486494 w 9706877"/>
              <a:gd name="connsiteY1" fmla="*/ 0 h 2491048"/>
              <a:gd name="connsiteX2" fmla="*/ 9706877 w 9706877"/>
              <a:gd name="connsiteY2" fmla="*/ 220383 h 2491048"/>
              <a:gd name="connsiteX3" fmla="*/ 9706877 w 9706877"/>
              <a:gd name="connsiteY3" fmla="*/ 2270665 h 2491048"/>
              <a:gd name="connsiteX4" fmla="*/ 9486494 w 9706877"/>
              <a:gd name="connsiteY4" fmla="*/ 2491048 h 2491048"/>
              <a:gd name="connsiteX5" fmla="*/ 635902 w 9706877"/>
              <a:gd name="connsiteY5" fmla="*/ 2491048 h 2491048"/>
              <a:gd name="connsiteX0" fmla="*/ 19270 w 9726147"/>
              <a:gd name="connsiteY0" fmla="*/ 0 h 2491048"/>
              <a:gd name="connsiteX1" fmla="*/ 9505764 w 9726147"/>
              <a:gd name="connsiteY1" fmla="*/ 0 h 2491048"/>
              <a:gd name="connsiteX2" fmla="*/ 9726147 w 9726147"/>
              <a:gd name="connsiteY2" fmla="*/ 220383 h 2491048"/>
              <a:gd name="connsiteX3" fmla="*/ 9726147 w 9726147"/>
              <a:gd name="connsiteY3" fmla="*/ 2270665 h 2491048"/>
              <a:gd name="connsiteX4" fmla="*/ 9505764 w 9726147"/>
              <a:gd name="connsiteY4" fmla="*/ 2491048 h 2491048"/>
              <a:gd name="connsiteX5" fmla="*/ 0 w 9726147"/>
              <a:gd name="connsiteY5" fmla="*/ 2491048 h 2491048"/>
              <a:gd name="connsiteX0" fmla="*/ 289046 w 9726147"/>
              <a:gd name="connsiteY0" fmla="*/ 0 h 2491048"/>
              <a:gd name="connsiteX1" fmla="*/ 9505764 w 9726147"/>
              <a:gd name="connsiteY1" fmla="*/ 0 h 2491048"/>
              <a:gd name="connsiteX2" fmla="*/ 9726147 w 9726147"/>
              <a:gd name="connsiteY2" fmla="*/ 220383 h 2491048"/>
              <a:gd name="connsiteX3" fmla="*/ 9726147 w 9726147"/>
              <a:gd name="connsiteY3" fmla="*/ 2270665 h 2491048"/>
              <a:gd name="connsiteX4" fmla="*/ 9505764 w 9726147"/>
              <a:gd name="connsiteY4" fmla="*/ 2491048 h 2491048"/>
              <a:gd name="connsiteX5" fmla="*/ 0 w 9726147"/>
              <a:gd name="connsiteY5" fmla="*/ 2491048 h 2491048"/>
              <a:gd name="connsiteX0" fmla="*/ 0 w 9745418"/>
              <a:gd name="connsiteY0" fmla="*/ 0 h 2491048"/>
              <a:gd name="connsiteX1" fmla="*/ 9525035 w 9745418"/>
              <a:gd name="connsiteY1" fmla="*/ 0 h 2491048"/>
              <a:gd name="connsiteX2" fmla="*/ 9745418 w 9745418"/>
              <a:gd name="connsiteY2" fmla="*/ 220383 h 2491048"/>
              <a:gd name="connsiteX3" fmla="*/ 9745418 w 9745418"/>
              <a:gd name="connsiteY3" fmla="*/ 2270665 h 2491048"/>
              <a:gd name="connsiteX4" fmla="*/ 9525035 w 9745418"/>
              <a:gd name="connsiteY4" fmla="*/ 2491048 h 2491048"/>
              <a:gd name="connsiteX5" fmla="*/ 19271 w 9745418"/>
              <a:gd name="connsiteY5" fmla="*/ 2491048 h 2491048"/>
              <a:gd name="connsiteX0" fmla="*/ 28903 w 9726147"/>
              <a:gd name="connsiteY0" fmla="*/ 0 h 2491048"/>
              <a:gd name="connsiteX1" fmla="*/ 9505764 w 9726147"/>
              <a:gd name="connsiteY1" fmla="*/ 0 h 2491048"/>
              <a:gd name="connsiteX2" fmla="*/ 9726147 w 9726147"/>
              <a:gd name="connsiteY2" fmla="*/ 220383 h 2491048"/>
              <a:gd name="connsiteX3" fmla="*/ 9726147 w 9726147"/>
              <a:gd name="connsiteY3" fmla="*/ 2270665 h 2491048"/>
              <a:gd name="connsiteX4" fmla="*/ 9505764 w 9726147"/>
              <a:gd name="connsiteY4" fmla="*/ 2491048 h 2491048"/>
              <a:gd name="connsiteX5" fmla="*/ 0 w 9726147"/>
              <a:gd name="connsiteY5" fmla="*/ 2491048 h 2491048"/>
              <a:gd name="connsiteX0" fmla="*/ 0 w 9697244"/>
              <a:gd name="connsiteY0" fmla="*/ 0 h 2491048"/>
              <a:gd name="connsiteX1" fmla="*/ 9476861 w 9697244"/>
              <a:gd name="connsiteY1" fmla="*/ 0 h 2491048"/>
              <a:gd name="connsiteX2" fmla="*/ 9697244 w 9697244"/>
              <a:gd name="connsiteY2" fmla="*/ 220383 h 2491048"/>
              <a:gd name="connsiteX3" fmla="*/ 9697244 w 9697244"/>
              <a:gd name="connsiteY3" fmla="*/ 2270665 h 2491048"/>
              <a:gd name="connsiteX4" fmla="*/ 9476861 w 9697244"/>
              <a:gd name="connsiteY4" fmla="*/ 2491048 h 2491048"/>
              <a:gd name="connsiteX5" fmla="*/ 154159 w 9697244"/>
              <a:gd name="connsiteY5" fmla="*/ 2491048 h 2491048"/>
              <a:gd name="connsiteX0" fmla="*/ 0 w 9697244"/>
              <a:gd name="connsiteY0" fmla="*/ 0 h 2491048"/>
              <a:gd name="connsiteX1" fmla="*/ 9476861 w 9697244"/>
              <a:gd name="connsiteY1" fmla="*/ 0 h 2491048"/>
              <a:gd name="connsiteX2" fmla="*/ 9697244 w 9697244"/>
              <a:gd name="connsiteY2" fmla="*/ 220383 h 2491048"/>
              <a:gd name="connsiteX3" fmla="*/ 9697244 w 9697244"/>
              <a:gd name="connsiteY3" fmla="*/ 2270665 h 2491048"/>
              <a:gd name="connsiteX4" fmla="*/ 9476861 w 9697244"/>
              <a:gd name="connsiteY4" fmla="*/ 2491048 h 2491048"/>
              <a:gd name="connsiteX5" fmla="*/ 1 w 9697244"/>
              <a:gd name="connsiteY5" fmla="*/ 2491048 h 2491048"/>
              <a:gd name="connsiteX0" fmla="*/ 240871 w 9938115"/>
              <a:gd name="connsiteY0" fmla="*/ 0 h 2491048"/>
              <a:gd name="connsiteX1" fmla="*/ 9717732 w 9938115"/>
              <a:gd name="connsiteY1" fmla="*/ 0 h 2491048"/>
              <a:gd name="connsiteX2" fmla="*/ 9938115 w 9938115"/>
              <a:gd name="connsiteY2" fmla="*/ 220383 h 2491048"/>
              <a:gd name="connsiteX3" fmla="*/ 9938115 w 9938115"/>
              <a:gd name="connsiteY3" fmla="*/ 2270665 h 2491048"/>
              <a:gd name="connsiteX4" fmla="*/ 9717732 w 9938115"/>
              <a:gd name="connsiteY4" fmla="*/ 2491048 h 2491048"/>
              <a:gd name="connsiteX5" fmla="*/ 0 w 9938115"/>
              <a:gd name="connsiteY5" fmla="*/ 2491048 h 2491048"/>
              <a:gd name="connsiteX0" fmla="*/ 9634 w 9938115"/>
              <a:gd name="connsiteY0" fmla="*/ 0 h 2491048"/>
              <a:gd name="connsiteX1" fmla="*/ 9717732 w 9938115"/>
              <a:gd name="connsiteY1" fmla="*/ 0 h 2491048"/>
              <a:gd name="connsiteX2" fmla="*/ 9938115 w 9938115"/>
              <a:gd name="connsiteY2" fmla="*/ 220383 h 2491048"/>
              <a:gd name="connsiteX3" fmla="*/ 9938115 w 9938115"/>
              <a:gd name="connsiteY3" fmla="*/ 2270665 h 2491048"/>
              <a:gd name="connsiteX4" fmla="*/ 9717732 w 9938115"/>
              <a:gd name="connsiteY4" fmla="*/ 2491048 h 2491048"/>
              <a:gd name="connsiteX5" fmla="*/ 0 w 9938115"/>
              <a:gd name="connsiteY5" fmla="*/ 2491048 h 2491048"/>
              <a:gd name="connsiteX0" fmla="*/ 0 w 10058822"/>
              <a:gd name="connsiteY0" fmla="*/ 0 h 2491048"/>
              <a:gd name="connsiteX1" fmla="*/ 9838439 w 10058822"/>
              <a:gd name="connsiteY1" fmla="*/ 0 h 2491048"/>
              <a:gd name="connsiteX2" fmla="*/ 10058822 w 10058822"/>
              <a:gd name="connsiteY2" fmla="*/ 220383 h 2491048"/>
              <a:gd name="connsiteX3" fmla="*/ 10058822 w 10058822"/>
              <a:gd name="connsiteY3" fmla="*/ 2270665 h 2491048"/>
              <a:gd name="connsiteX4" fmla="*/ 9838439 w 10058822"/>
              <a:gd name="connsiteY4" fmla="*/ 2491048 h 2491048"/>
              <a:gd name="connsiteX5" fmla="*/ 120707 w 10058822"/>
              <a:gd name="connsiteY5" fmla="*/ 2491048 h 2491048"/>
              <a:gd name="connsiteX0" fmla="*/ 324 w 10059146"/>
              <a:gd name="connsiteY0" fmla="*/ 0 h 2491048"/>
              <a:gd name="connsiteX1" fmla="*/ 9838763 w 10059146"/>
              <a:gd name="connsiteY1" fmla="*/ 0 h 2491048"/>
              <a:gd name="connsiteX2" fmla="*/ 10059146 w 10059146"/>
              <a:gd name="connsiteY2" fmla="*/ 220383 h 2491048"/>
              <a:gd name="connsiteX3" fmla="*/ 10059146 w 10059146"/>
              <a:gd name="connsiteY3" fmla="*/ 2270665 h 2491048"/>
              <a:gd name="connsiteX4" fmla="*/ 9838763 w 10059146"/>
              <a:gd name="connsiteY4" fmla="*/ 2491048 h 2491048"/>
              <a:gd name="connsiteX5" fmla="*/ 0 w 10059146"/>
              <a:gd name="connsiteY5" fmla="*/ 2491048 h 2491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59146" h="2491048">
                <a:moveTo>
                  <a:pt x="324" y="0"/>
                </a:moveTo>
                <a:lnTo>
                  <a:pt x="9838763" y="0"/>
                </a:lnTo>
                <a:cubicBezTo>
                  <a:pt x="9960477" y="0"/>
                  <a:pt x="10059146" y="98669"/>
                  <a:pt x="10059146" y="220383"/>
                </a:cubicBezTo>
                <a:lnTo>
                  <a:pt x="10059146" y="2270665"/>
                </a:lnTo>
                <a:cubicBezTo>
                  <a:pt x="10059146" y="2392379"/>
                  <a:pt x="9960477" y="2491048"/>
                  <a:pt x="9838763" y="2491048"/>
                </a:cubicBezTo>
                <a:lnTo>
                  <a:pt x="0" y="2491048"/>
                </a:lnTo>
              </a:path>
            </a:pathLst>
          </a:custGeom>
          <a:ln w="15875" cap="flat">
            <a:solidFill>
              <a:schemeClr val="accent3"/>
            </a:solidFill>
            <a:headEnd type="none" w="lg" len="med"/>
            <a:tailEnd type="none" w="lg" len="med"/>
          </a:ln>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R="0" lvl="0" indent="0" defTabSz="932472" fontAlgn="base">
              <a:lnSpc>
                <a:spcPct val="100000"/>
              </a:lnSpc>
              <a:spcBef>
                <a:spcPct val="0"/>
              </a:spcBef>
              <a:spcAft>
                <a:spcPct val="0"/>
              </a:spcAft>
              <a:buClrTx/>
              <a:buSzTx/>
              <a:buFontTx/>
              <a:buNone/>
              <a:tabLst/>
            </a:pPr>
            <a:endParaRPr kumimoji="0" lang="en-US" sz="2000" b="0" i="0" u="none" strike="noStrike" kern="0" cap="none" spc="0" normalizeH="0" baseline="0" noProof="0">
              <a:ln>
                <a:noFill/>
              </a:ln>
              <a:solidFill>
                <a:srgbClr val="FFFFFF"/>
              </a:solidFill>
              <a:effectLst/>
              <a:uLnTx/>
              <a:uFillTx/>
              <a:latin typeface="Segoe UI"/>
              <a:cs typeface="Segoe UI" pitchFamily="34" charset="0"/>
            </a:endParaRPr>
          </a:p>
        </p:txBody>
      </p:sp>
      <p:sp>
        <p:nvSpPr>
          <p:cNvPr id="2" name="Title 2">
            <a:extLst>
              <a:ext uri="{FF2B5EF4-FFF2-40B4-BE49-F238E27FC236}">
                <a16:creationId xmlns:a16="http://schemas.microsoft.com/office/drawing/2014/main" id="{4B2500C4-B436-4E3A-8A91-A02448A774DB}"/>
              </a:ext>
            </a:extLst>
          </p:cNvPr>
          <p:cNvSpPr>
            <a:spLocks noGrp="1"/>
          </p:cNvSpPr>
          <p:nvPr>
            <p:ph type="title" hasCustomPrompt="1"/>
          </p:nvPr>
        </p:nvSpPr>
        <p:spPr>
          <a:xfrm>
            <a:off x="584200" y="351933"/>
            <a:ext cx="6675120" cy="526298"/>
          </a:xfrm>
        </p:spPr>
        <p:txBody>
          <a:bodyPr tIns="0"/>
          <a:lstStyle>
            <a:lvl1pPr>
              <a:lnSpc>
                <a:spcPct val="95000"/>
              </a:lnSpc>
              <a:defRPr sz="1800" spc="0">
                <a:latin typeface="+mj-lt"/>
                <a:cs typeface="Segoe UI" panose="020B0502040204020203" pitchFamily="34" charset="0"/>
              </a:defRPr>
            </a:lvl1pPr>
          </a:lstStyle>
          <a:p>
            <a:r>
              <a:rPr lang="en-US"/>
              <a:t>Click to edit Master title style; can be up to two lines long; lorem ipsum dolor sit </a:t>
            </a:r>
            <a:r>
              <a:rPr lang="en-US" err="1"/>
              <a:t>amet</a:t>
            </a:r>
            <a:r>
              <a:rPr lang="en-US"/>
              <a:t> </a:t>
            </a:r>
            <a:r>
              <a:rPr lang="en-US" err="1"/>
              <a:t>consectetur</a:t>
            </a:r>
            <a:endParaRPr lang="en-US"/>
          </a:p>
        </p:txBody>
      </p:sp>
      <p:sp>
        <p:nvSpPr>
          <p:cNvPr id="84" name="TextBox 83">
            <a:extLst>
              <a:ext uri="{FF2B5EF4-FFF2-40B4-BE49-F238E27FC236}">
                <a16:creationId xmlns:a16="http://schemas.microsoft.com/office/drawing/2014/main" id="{8D8427AA-F015-D373-46E2-2EB1053D80CE}"/>
              </a:ext>
            </a:extLst>
          </p:cNvPr>
          <p:cNvSpPr txBox="1"/>
          <p:nvPr userDrawn="1"/>
        </p:nvSpPr>
        <p:spPr>
          <a:xfrm>
            <a:off x="9187165" y="351933"/>
            <a:ext cx="931764" cy="153888"/>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1" u="none" strike="noStrike" kern="1200" cap="none" spc="0" normalizeH="0" baseline="0" noProof="0">
                <a:ln>
                  <a:noFill/>
                </a:ln>
                <a:solidFill>
                  <a:srgbClr val="000000"/>
                </a:solidFill>
                <a:effectLst/>
                <a:uLnTx/>
                <a:uFillTx/>
                <a:latin typeface="Segoe UI Semibold" panose="020B0502040204020203" pitchFamily="34" charset="0"/>
                <a:cs typeface="Segoe UI Semibold" panose="020B0502040204020203" pitchFamily="34" charset="0"/>
              </a:rPr>
              <a:t>Available with:</a:t>
            </a:r>
          </a:p>
        </p:txBody>
      </p:sp>
      <p:sp>
        <p:nvSpPr>
          <p:cNvPr id="103" name="Text Placeholder 102">
            <a:extLst>
              <a:ext uri="{FF2B5EF4-FFF2-40B4-BE49-F238E27FC236}">
                <a16:creationId xmlns:a16="http://schemas.microsoft.com/office/drawing/2014/main" id="{6B562108-00FE-5F42-7550-13BB7DE58EA1}"/>
              </a:ext>
            </a:extLst>
          </p:cNvPr>
          <p:cNvSpPr>
            <a:spLocks noGrp="1"/>
          </p:cNvSpPr>
          <p:nvPr>
            <p:ph type="body" sz="quarter" idx="17" hasCustomPrompt="1"/>
          </p:nvPr>
        </p:nvSpPr>
        <p:spPr>
          <a:xfrm>
            <a:off x="7584282" y="521099"/>
            <a:ext cx="2534646" cy="169277"/>
          </a:xfrm>
          <a:prstGeom prst="rect">
            <a:avLst/>
          </a:prstGeom>
        </p:spPr>
        <p:txBody>
          <a:bodyPr/>
          <a:lstStyle>
            <a:lvl1pPr marL="0" indent="0" algn="r">
              <a:spcBef>
                <a:spcPts val="0"/>
              </a:spcBef>
              <a:buNone/>
              <a:defRPr sz="1100" b="1" i="0" spc="-20" baseline="0">
                <a:solidFill>
                  <a:schemeClr val="accent2">
                    <a:lumMod val="75000"/>
                  </a:schemeClr>
                </a:solidFill>
                <a:latin typeface="+mj-lt"/>
                <a:cs typeface="Segoe UI Semibold" panose="020B0502040204020203" pitchFamily="34" charset="0"/>
              </a:defRPr>
            </a:lvl1pPr>
            <a:lvl2pPr marL="228600" indent="0" algn="r">
              <a:spcBef>
                <a:spcPts val="0"/>
              </a:spcBef>
              <a:buNone/>
              <a:defRPr sz="1100" spc="-20" baseline="0">
                <a:solidFill>
                  <a:srgbClr val="B1B3B3"/>
                </a:solidFill>
              </a:defRPr>
            </a:lvl2pPr>
            <a:lvl3pPr algn="r">
              <a:defRPr/>
            </a:lvl3pPr>
            <a:lvl4pPr algn="r">
              <a:defRPr/>
            </a:lvl4pPr>
            <a:lvl5pPr algn="r">
              <a:defRPr/>
            </a:lvl5pPr>
          </a:lstStyle>
          <a:p>
            <a:pPr lvl="0"/>
            <a:r>
              <a:rPr lang="en-US"/>
              <a:t>Copilot for Microsoft 365</a:t>
            </a:r>
          </a:p>
        </p:txBody>
      </p:sp>
      <p:sp>
        <p:nvSpPr>
          <p:cNvPr id="75" name="TextBox 74">
            <a:extLst>
              <a:ext uri="{FF2B5EF4-FFF2-40B4-BE49-F238E27FC236}">
                <a16:creationId xmlns:a16="http://schemas.microsoft.com/office/drawing/2014/main" id="{1BB75DAB-4D8A-2933-BB52-0C94AA4816E3}"/>
              </a:ext>
            </a:extLst>
          </p:cNvPr>
          <p:cNvSpPr txBox="1"/>
          <p:nvPr userDrawn="1"/>
        </p:nvSpPr>
        <p:spPr>
          <a:xfrm>
            <a:off x="10430235" y="351933"/>
            <a:ext cx="931764" cy="153888"/>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1" u="none" strike="noStrike" kern="1200" cap="none" spc="0" normalizeH="0" baseline="0" noProof="0">
                <a:ln>
                  <a:noFill/>
                </a:ln>
                <a:solidFill>
                  <a:srgbClr val="000000"/>
                </a:solidFill>
                <a:effectLst/>
                <a:uLnTx/>
                <a:uFillTx/>
                <a:latin typeface="Segoe UI Semibold" panose="020B0502040204020203" pitchFamily="34" charset="0"/>
                <a:cs typeface="Segoe UI Semibold" panose="020B0502040204020203" pitchFamily="34" charset="0"/>
              </a:rPr>
              <a:t>Scenario level:</a:t>
            </a:r>
          </a:p>
        </p:txBody>
      </p:sp>
      <p:sp>
        <p:nvSpPr>
          <p:cNvPr id="3" name="Text Placeholder 102">
            <a:extLst>
              <a:ext uri="{FF2B5EF4-FFF2-40B4-BE49-F238E27FC236}">
                <a16:creationId xmlns:a16="http://schemas.microsoft.com/office/drawing/2014/main" id="{78D71A05-3479-3DEB-1227-2FC98983A80C}"/>
              </a:ext>
            </a:extLst>
          </p:cNvPr>
          <p:cNvSpPr>
            <a:spLocks noGrp="1"/>
          </p:cNvSpPr>
          <p:nvPr>
            <p:ph type="body" sz="quarter" idx="37" hasCustomPrompt="1"/>
          </p:nvPr>
        </p:nvSpPr>
        <p:spPr>
          <a:xfrm>
            <a:off x="10430234" y="521099"/>
            <a:ext cx="1456966" cy="175614"/>
          </a:xfrm>
          <a:prstGeom prst="rect">
            <a:avLst/>
          </a:prstGeom>
        </p:spPr>
        <p:txBody>
          <a:bodyPr/>
          <a:lstStyle>
            <a:lvl1pPr marL="0" indent="0" algn="r">
              <a:spcBef>
                <a:spcPts val="0"/>
              </a:spcBef>
              <a:buNone/>
              <a:defRPr sz="1100" b="1" i="0" spc="-20" baseline="0">
                <a:solidFill>
                  <a:schemeClr val="accent1"/>
                </a:solidFill>
                <a:latin typeface="+mj-lt"/>
                <a:cs typeface="Segoe UI Semibold" panose="020B0502040204020203" pitchFamily="34" charset="0"/>
              </a:defRPr>
            </a:lvl1pPr>
            <a:lvl2pPr marL="228600" indent="0" algn="r">
              <a:spcBef>
                <a:spcPts val="0"/>
              </a:spcBef>
              <a:buNone/>
              <a:defRPr sz="1100" spc="-20" baseline="0">
                <a:solidFill>
                  <a:srgbClr val="B1B3B3"/>
                </a:solidFill>
              </a:defRPr>
            </a:lvl2pPr>
            <a:lvl3pPr algn="r">
              <a:defRPr/>
            </a:lvl3pPr>
            <a:lvl4pPr algn="r">
              <a:defRPr/>
            </a:lvl4pPr>
            <a:lvl5pPr algn="r">
              <a:defRPr/>
            </a:lvl5pPr>
          </a:lstStyle>
          <a:p>
            <a:r>
              <a:rPr lang="en-US"/>
              <a:t>Buy</a:t>
            </a:r>
          </a:p>
        </p:txBody>
      </p:sp>
      <p:cxnSp>
        <p:nvCxnSpPr>
          <p:cNvPr id="86" name="Straight Connector 85">
            <a:extLst>
              <a:ext uri="{FF2B5EF4-FFF2-40B4-BE49-F238E27FC236}">
                <a16:creationId xmlns:a16="http://schemas.microsoft.com/office/drawing/2014/main" id="{4216CED8-8F45-B380-FB1B-B9408979340F}"/>
              </a:ext>
              <a:ext uri="{C183D7F6-B498-43B3-948B-1728B52AA6E4}">
                <adec:decorative xmlns:adec="http://schemas.microsoft.com/office/drawing/2017/decorative" val="1"/>
              </a:ext>
            </a:extLst>
          </p:cNvPr>
          <p:cNvCxnSpPr/>
          <p:nvPr userDrawn="1"/>
        </p:nvCxnSpPr>
        <p:spPr>
          <a:xfrm>
            <a:off x="10357672" y="358721"/>
            <a:ext cx="0" cy="331655"/>
          </a:xfrm>
          <a:prstGeom prst="line">
            <a:avLst/>
          </a:prstGeom>
          <a:ln>
            <a:solidFill>
              <a:srgbClr val="B1B3B3"/>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nvGrpSpPr>
          <p:cNvPr id="147" name="Group 146">
            <a:extLst>
              <a:ext uri="{FF2B5EF4-FFF2-40B4-BE49-F238E27FC236}">
                <a16:creationId xmlns:a16="http://schemas.microsoft.com/office/drawing/2014/main" id="{F3E1CBA9-BB11-EF2E-649E-27B49E82FE86}"/>
              </a:ext>
              <a:ext uri="{C183D7F6-B498-43B3-948B-1728B52AA6E4}">
                <adec:decorative xmlns:adec="http://schemas.microsoft.com/office/drawing/2017/decorative" val="1"/>
              </a:ext>
            </a:extLst>
          </p:cNvPr>
          <p:cNvGrpSpPr/>
          <p:nvPr userDrawn="1"/>
        </p:nvGrpSpPr>
        <p:grpSpPr>
          <a:xfrm>
            <a:off x="3637769" y="1557143"/>
            <a:ext cx="166152" cy="166152"/>
            <a:chOff x="5214995" y="-1168400"/>
            <a:chExt cx="431800" cy="431800"/>
          </a:xfrm>
        </p:grpSpPr>
        <p:sp>
          <p:nvSpPr>
            <p:cNvPr id="148" name="Oval 147">
              <a:extLst>
                <a:ext uri="{FF2B5EF4-FFF2-40B4-BE49-F238E27FC236}">
                  <a16:creationId xmlns:a16="http://schemas.microsoft.com/office/drawing/2014/main" id="{E54C8AC7-0DF2-A7B4-59BC-354BDE9A823D}"/>
                </a:ext>
              </a:extLst>
            </p:cNvPr>
            <p:cNvSpPr/>
            <p:nvPr/>
          </p:nvSpPr>
          <p:spPr bwMode="auto">
            <a:xfrm>
              <a:off x="5214995" y="-1168400"/>
              <a:ext cx="431800" cy="431800"/>
            </a:xfrm>
            <a:prstGeom prst="ellipse">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chemeClr val="accent3"/>
                </a:solidFill>
                <a:effectLst/>
                <a:uLnTx/>
                <a:uFillTx/>
                <a:latin typeface="+mj-lt"/>
                <a:ea typeface="Segoe UI" pitchFamily="34" charset="0"/>
                <a:cs typeface="Segoe UI" pitchFamily="34" charset="0"/>
              </a:endParaRPr>
            </a:p>
          </p:txBody>
        </p:sp>
        <p:sp>
          <p:nvSpPr>
            <p:cNvPr id="149" name="Rectangle 89">
              <a:extLst>
                <a:ext uri="{FF2B5EF4-FFF2-40B4-BE49-F238E27FC236}">
                  <a16:creationId xmlns:a16="http://schemas.microsoft.com/office/drawing/2014/main" id="{F0376496-3125-ED18-7608-C142A0C35F33}"/>
                </a:ext>
              </a:extLst>
            </p:cNvPr>
            <p:cNvSpPr/>
            <p:nvPr/>
          </p:nvSpPr>
          <p:spPr bwMode="auto">
            <a:xfrm rot="2700000">
              <a:off x="5303185" y="-1042110"/>
              <a:ext cx="179220" cy="179220"/>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15875" cap="rnd">
              <a:solidFill>
                <a:schemeClr val="accent3"/>
              </a:soli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chemeClr val="accent3"/>
                </a:solidFill>
                <a:effectLst/>
                <a:uLnTx/>
                <a:uFillTx/>
                <a:latin typeface="+mj-lt"/>
                <a:ea typeface="+mn-ea"/>
                <a:cs typeface="Segoe UI" pitchFamily="34" charset="0"/>
              </a:endParaRPr>
            </a:p>
          </p:txBody>
        </p:sp>
      </p:grpSp>
      <p:grpSp>
        <p:nvGrpSpPr>
          <p:cNvPr id="150" name="Group 149">
            <a:extLst>
              <a:ext uri="{FF2B5EF4-FFF2-40B4-BE49-F238E27FC236}">
                <a16:creationId xmlns:a16="http://schemas.microsoft.com/office/drawing/2014/main" id="{3D3E10AB-B82F-F7E8-A33D-8AF61C784420}"/>
              </a:ext>
              <a:ext uri="{C183D7F6-B498-43B3-948B-1728B52AA6E4}">
                <adec:decorative xmlns:adec="http://schemas.microsoft.com/office/drawing/2017/decorative" val="1"/>
              </a:ext>
            </a:extLst>
          </p:cNvPr>
          <p:cNvGrpSpPr/>
          <p:nvPr userDrawn="1"/>
        </p:nvGrpSpPr>
        <p:grpSpPr>
          <a:xfrm>
            <a:off x="7103853" y="1557143"/>
            <a:ext cx="166152" cy="166152"/>
            <a:chOff x="5214995" y="-1168400"/>
            <a:chExt cx="431800" cy="431800"/>
          </a:xfrm>
        </p:grpSpPr>
        <p:sp>
          <p:nvSpPr>
            <p:cNvPr id="151" name="Oval 150">
              <a:extLst>
                <a:ext uri="{FF2B5EF4-FFF2-40B4-BE49-F238E27FC236}">
                  <a16:creationId xmlns:a16="http://schemas.microsoft.com/office/drawing/2014/main" id="{CC526CF7-4F8D-6DB9-E3E9-2381E7AFAF4A}"/>
                </a:ext>
              </a:extLst>
            </p:cNvPr>
            <p:cNvSpPr/>
            <p:nvPr/>
          </p:nvSpPr>
          <p:spPr bwMode="auto">
            <a:xfrm>
              <a:off x="5214995" y="-1168400"/>
              <a:ext cx="431800" cy="431800"/>
            </a:xfrm>
            <a:prstGeom prst="ellipse">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chemeClr val="accent3"/>
                </a:solidFill>
                <a:effectLst/>
                <a:uLnTx/>
                <a:uFillTx/>
                <a:latin typeface="+mj-lt"/>
                <a:ea typeface="+mn-ea"/>
                <a:cs typeface="Segoe UI" pitchFamily="34" charset="0"/>
              </a:endParaRPr>
            </a:p>
          </p:txBody>
        </p:sp>
        <p:sp>
          <p:nvSpPr>
            <p:cNvPr id="152" name="Rectangle 89">
              <a:extLst>
                <a:ext uri="{FF2B5EF4-FFF2-40B4-BE49-F238E27FC236}">
                  <a16:creationId xmlns:a16="http://schemas.microsoft.com/office/drawing/2014/main" id="{63E3BD4D-8045-49DC-2041-46643AE5ED02}"/>
                </a:ext>
              </a:extLst>
            </p:cNvPr>
            <p:cNvSpPr/>
            <p:nvPr/>
          </p:nvSpPr>
          <p:spPr bwMode="auto">
            <a:xfrm rot="2700000">
              <a:off x="5303185" y="-1042110"/>
              <a:ext cx="179220" cy="179220"/>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15875" cap="rnd">
              <a:solidFill>
                <a:schemeClr val="accent3"/>
              </a:soli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chemeClr val="accent3"/>
                </a:solidFill>
                <a:effectLst/>
                <a:uLnTx/>
                <a:uFillTx/>
                <a:latin typeface="+mj-lt"/>
                <a:ea typeface="+mn-ea"/>
                <a:cs typeface="Segoe UI" pitchFamily="34" charset="0"/>
              </a:endParaRPr>
            </a:p>
          </p:txBody>
        </p:sp>
      </p:grpSp>
      <p:grpSp>
        <p:nvGrpSpPr>
          <p:cNvPr id="153" name="Group 152">
            <a:extLst>
              <a:ext uri="{FF2B5EF4-FFF2-40B4-BE49-F238E27FC236}">
                <a16:creationId xmlns:a16="http://schemas.microsoft.com/office/drawing/2014/main" id="{816F1C59-4D7D-3BDD-0560-654E11A9B15E}"/>
              </a:ext>
              <a:ext uri="{C183D7F6-B498-43B3-948B-1728B52AA6E4}">
                <adec:decorative xmlns:adec="http://schemas.microsoft.com/office/drawing/2017/decorative" val="1"/>
              </a:ext>
            </a:extLst>
          </p:cNvPr>
          <p:cNvGrpSpPr/>
          <p:nvPr userDrawn="1"/>
        </p:nvGrpSpPr>
        <p:grpSpPr>
          <a:xfrm flipH="1">
            <a:off x="3637769" y="4012394"/>
            <a:ext cx="166152" cy="166152"/>
            <a:chOff x="5214995" y="-1168400"/>
            <a:chExt cx="431800" cy="431800"/>
          </a:xfrm>
        </p:grpSpPr>
        <p:sp>
          <p:nvSpPr>
            <p:cNvPr id="154" name="Oval 153">
              <a:extLst>
                <a:ext uri="{FF2B5EF4-FFF2-40B4-BE49-F238E27FC236}">
                  <a16:creationId xmlns:a16="http://schemas.microsoft.com/office/drawing/2014/main" id="{A0C410FC-F149-F1FA-B620-BF7F0EDE7D6C}"/>
                </a:ext>
              </a:extLst>
            </p:cNvPr>
            <p:cNvSpPr/>
            <p:nvPr/>
          </p:nvSpPr>
          <p:spPr bwMode="auto">
            <a:xfrm>
              <a:off x="5214995" y="-1168400"/>
              <a:ext cx="431800" cy="431800"/>
            </a:xfrm>
            <a:prstGeom prst="ellipse">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chemeClr val="accent3"/>
                </a:solidFill>
                <a:effectLst/>
                <a:uLnTx/>
                <a:uFillTx/>
                <a:latin typeface="+mj-lt"/>
                <a:ea typeface="+mn-ea"/>
                <a:cs typeface="Segoe UI" pitchFamily="34" charset="0"/>
              </a:endParaRPr>
            </a:p>
          </p:txBody>
        </p:sp>
        <p:sp>
          <p:nvSpPr>
            <p:cNvPr id="155" name="Rectangle 89">
              <a:extLst>
                <a:ext uri="{FF2B5EF4-FFF2-40B4-BE49-F238E27FC236}">
                  <a16:creationId xmlns:a16="http://schemas.microsoft.com/office/drawing/2014/main" id="{5B5C9B65-59ED-2529-1E53-C9ABE9CB79FD}"/>
                </a:ext>
              </a:extLst>
            </p:cNvPr>
            <p:cNvSpPr/>
            <p:nvPr/>
          </p:nvSpPr>
          <p:spPr bwMode="auto">
            <a:xfrm rot="2700000">
              <a:off x="5303185" y="-1042110"/>
              <a:ext cx="179220" cy="179220"/>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15875" cap="rnd">
              <a:solidFill>
                <a:schemeClr val="accent3"/>
              </a:soli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chemeClr val="accent3"/>
                </a:solidFill>
                <a:effectLst/>
                <a:uLnTx/>
                <a:uFillTx/>
                <a:latin typeface="+mj-lt"/>
                <a:ea typeface="+mn-ea"/>
                <a:cs typeface="Segoe UI" pitchFamily="34" charset="0"/>
              </a:endParaRPr>
            </a:p>
          </p:txBody>
        </p:sp>
      </p:grpSp>
      <p:grpSp>
        <p:nvGrpSpPr>
          <p:cNvPr id="156" name="Group 155">
            <a:extLst>
              <a:ext uri="{FF2B5EF4-FFF2-40B4-BE49-F238E27FC236}">
                <a16:creationId xmlns:a16="http://schemas.microsoft.com/office/drawing/2014/main" id="{28DAF83D-E0BD-BE8E-ECEC-5E5EDE3E6C74}"/>
              </a:ext>
              <a:ext uri="{C183D7F6-B498-43B3-948B-1728B52AA6E4}">
                <adec:decorative xmlns:adec="http://schemas.microsoft.com/office/drawing/2017/decorative" val="1"/>
              </a:ext>
            </a:extLst>
          </p:cNvPr>
          <p:cNvGrpSpPr/>
          <p:nvPr userDrawn="1"/>
        </p:nvGrpSpPr>
        <p:grpSpPr>
          <a:xfrm flipH="1">
            <a:off x="7103853" y="4012394"/>
            <a:ext cx="166152" cy="166152"/>
            <a:chOff x="5214995" y="-1168400"/>
            <a:chExt cx="431800" cy="431800"/>
          </a:xfrm>
        </p:grpSpPr>
        <p:sp>
          <p:nvSpPr>
            <p:cNvPr id="157" name="Oval 156">
              <a:extLst>
                <a:ext uri="{FF2B5EF4-FFF2-40B4-BE49-F238E27FC236}">
                  <a16:creationId xmlns:a16="http://schemas.microsoft.com/office/drawing/2014/main" id="{2CC39567-C008-3C38-03DA-28EE0BE74832}"/>
                </a:ext>
              </a:extLst>
            </p:cNvPr>
            <p:cNvSpPr/>
            <p:nvPr/>
          </p:nvSpPr>
          <p:spPr bwMode="auto">
            <a:xfrm>
              <a:off x="5214995" y="-1168400"/>
              <a:ext cx="431800" cy="431800"/>
            </a:xfrm>
            <a:prstGeom prst="ellipse">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chemeClr val="accent3"/>
                </a:solidFill>
                <a:effectLst/>
                <a:uLnTx/>
                <a:uFillTx/>
                <a:latin typeface="+mj-lt"/>
                <a:ea typeface="+mn-ea"/>
                <a:cs typeface="Segoe UI" pitchFamily="34" charset="0"/>
              </a:endParaRPr>
            </a:p>
          </p:txBody>
        </p:sp>
        <p:sp>
          <p:nvSpPr>
            <p:cNvPr id="158" name="Rectangle 89">
              <a:extLst>
                <a:ext uri="{FF2B5EF4-FFF2-40B4-BE49-F238E27FC236}">
                  <a16:creationId xmlns:a16="http://schemas.microsoft.com/office/drawing/2014/main" id="{99B2574B-7594-72E2-E826-4D4DA471A11A}"/>
                </a:ext>
              </a:extLst>
            </p:cNvPr>
            <p:cNvSpPr/>
            <p:nvPr/>
          </p:nvSpPr>
          <p:spPr bwMode="auto">
            <a:xfrm rot="2700000">
              <a:off x="5303185" y="-1042110"/>
              <a:ext cx="179220" cy="179220"/>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15875" cap="rnd">
              <a:gradFill flip="none" rotWithShape="1">
                <a:gsLst>
                  <a:gs pos="0">
                    <a:srgbClr val="0078D4"/>
                  </a:gs>
                  <a:gs pos="100000">
                    <a:schemeClr val="accent3"/>
                  </a:gs>
                </a:gsLst>
                <a:lin ang="0" scaled="1"/>
                <a:tileRect/>
              </a:gra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chemeClr val="accent3"/>
                </a:solidFill>
                <a:effectLst/>
                <a:uLnTx/>
                <a:uFillTx/>
                <a:latin typeface="+mj-lt"/>
                <a:ea typeface="+mn-ea"/>
                <a:cs typeface="Segoe UI" pitchFamily="34" charset="0"/>
              </a:endParaRPr>
            </a:p>
          </p:txBody>
        </p:sp>
      </p:grpSp>
      <p:grpSp>
        <p:nvGrpSpPr>
          <p:cNvPr id="177" name="Group 176">
            <a:extLst>
              <a:ext uri="{FF2B5EF4-FFF2-40B4-BE49-F238E27FC236}">
                <a16:creationId xmlns:a16="http://schemas.microsoft.com/office/drawing/2014/main" id="{E60DF7C5-E7F6-A90D-706C-6592ECDDB338}"/>
              </a:ext>
              <a:ext uri="{C183D7F6-B498-43B3-948B-1728B52AA6E4}">
                <adec:decorative xmlns:adec="http://schemas.microsoft.com/office/drawing/2017/decorative" val="1"/>
              </a:ext>
            </a:extLst>
          </p:cNvPr>
          <p:cNvGrpSpPr/>
          <p:nvPr userDrawn="1"/>
        </p:nvGrpSpPr>
        <p:grpSpPr>
          <a:xfrm rot="5400000">
            <a:off x="11009412" y="1997561"/>
            <a:ext cx="166152" cy="166152"/>
            <a:chOff x="5214995" y="-1168400"/>
            <a:chExt cx="431800" cy="431800"/>
          </a:xfrm>
        </p:grpSpPr>
        <p:sp>
          <p:nvSpPr>
            <p:cNvPr id="178" name="Oval 177">
              <a:extLst>
                <a:ext uri="{FF2B5EF4-FFF2-40B4-BE49-F238E27FC236}">
                  <a16:creationId xmlns:a16="http://schemas.microsoft.com/office/drawing/2014/main" id="{11A9EA57-349E-6453-094C-DB252913E583}"/>
                </a:ext>
              </a:extLst>
            </p:cNvPr>
            <p:cNvSpPr/>
            <p:nvPr/>
          </p:nvSpPr>
          <p:spPr bwMode="auto">
            <a:xfrm>
              <a:off x="5214995" y="-1168400"/>
              <a:ext cx="431800" cy="431800"/>
            </a:xfrm>
            <a:prstGeom prst="ellipse">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chemeClr val="accent3"/>
                </a:solidFill>
                <a:effectLst/>
                <a:uLnTx/>
                <a:uFillTx/>
                <a:latin typeface="+mj-lt"/>
                <a:ea typeface="+mn-ea"/>
                <a:cs typeface="Segoe UI" pitchFamily="34" charset="0"/>
              </a:endParaRPr>
            </a:p>
          </p:txBody>
        </p:sp>
        <p:sp>
          <p:nvSpPr>
            <p:cNvPr id="179" name="Rectangle 89">
              <a:extLst>
                <a:ext uri="{FF2B5EF4-FFF2-40B4-BE49-F238E27FC236}">
                  <a16:creationId xmlns:a16="http://schemas.microsoft.com/office/drawing/2014/main" id="{217C0C60-8F15-8390-C6A7-0DB9E99CA653}"/>
                </a:ext>
              </a:extLst>
            </p:cNvPr>
            <p:cNvSpPr/>
            <p:nvPr/>
          </p:nvSpPr>
          <p:spPr bwMode="auto">
            <a:xfrm rot="2700000">
              <a:off x="5303185" y="-1042110"/>
              <a:ext cx="179220" cy="179220"/>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15875" cap="rnd">
              <a:solidFill>
                <a:schemeClr val="accent3"/>
              </a:soli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chemeClr val="accent3"/>
                </a:solidFill>
                <a:effectLst/>
                <a:uLnTx/>
                <a:uFillTx/>
                <a:latin typeface="+mj-lt"/>
                <a:ea typeface="+mn-ea"/>
                <a:cs typeface="Segoe UI" pitchFamily="34" charset="0"/>
              </a:endParaRPr>
            </a:p>
          </p:txBody>
        </p:sp>
      </p:grpSp>
      <p:grpSp>
        <p:nvGrpSpPr>
          <p:cNvPr id="180" name="Group 179">
            <a:extLst>
              <a:ext uri="{FF2B5EF4-FFF2-40B4-BE49-F238E27FC236}">
                <a16:creationId xmlns:a16="http://schemas.microsoft.com/office/drawing/2014/main" id="{3B572509-4831-8A48-B663-AE17D9FD8ED5}"/>
              </a:ext>
              <a:ext uri="{C183D7F6-B498-43B3-948B-1728B52AA6E4}">
                <adec:decorative xmlns:adec="http://schemas.microsoft.com/office/drawing/2017/decorative" val="1"/>
              </a:ext>
            </a:extLst>
          </p:cNvPr>
          <p:cNvGrpSpPr/>
          <p:nvPr userDrawn="1"/>
        </p:nvGrpSpPr>
        <p:grpSpPr>
          <a:xfrm rot="5400000">
            <a:off x="11009412" y="3718568"/>
            <a:ext cx="166152" cy="166152"/>
            <a:chOff x="5214995" y="-1168400"/>
            <a:chExt cx="431800" cy="431800"/>
          </a:xfrm>
        </p:grpSpPr>
        <p:sp>
          <p:nvSpPr>
            <p:cNvPr id="181" name="Oval 180">
              <a:extLst>
                <a:ext uri="{FF2B5EF4-FFF2-40B4-BE49-F238E27FC236}">
                  <a16:creationId xmlns:a16="http://schemas.microsoft.com/office/drawing/2014/main" id="{068A591D-A59C-D3D7-2C67-293B3727D0A2}"/>
                </a:ext>
              </a:extLst>
            </p:cNvPr>
            <p:cNvSpPr/>
            <p:nvPr/>
          </p:nvSpPr>
          <p:spPr bwMode="auto">
            <a:xfrm>
              <a:off x="5214995" y="-1168400"/>
              <a:ext cx="431800" cy="431800"/>
            </a:xfrm>
            <a:prstGeom prst="ellipse">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chemeClr val="accent3"/>
                </a:solidFill>
                <a:effectLst/>
                <a:uLnTx/>
                <a:uFillTx/>
                <a:latin typeface="+mj-lt"/>
                <a:ea typeface="+mn-ea"/>
                <a:cs typeface="Segoe UI" pitchFamily="34" charset="0"/>
              </a:endParaRPr>
            </a:p>
          </p:txBody>
        </p:sp>
        <p:sp>
          <p:nvSpPr>
            <p:cNvPr id="182" name="Rectangle 89">
              <a:extLst>
                <a:ext uri="{FF2B5EF4-FFF2-40B4-BE49-F238E27FC236}">
                  <a16:creationId xmlns:a16="http://schemas.microsoft.com/office/drawing/2014/main" id="{8B0AF6B1-C3AC-C476-AE16-287C61A1D75A}"/>
                </a:ext>
              </a:extLst>
            </p:cNvPr>
            <p:cNvSpPr/>
            <p:nvPr/>
          </p:nvSpPr>
          <p:spPr bwMode="auto">
            <a:xfrm rot="2700000">
              <a:off x="5303185" y="-1042110"/>
              <a:ext cx="179220" cy="179220"/>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15875" cap="rnd">
              <a:solidFill>
                <a:schemeClr val="accent3"/>
              </a:soli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chemeClr val="accent3"/>
                </a:solidFill>
                <a:effectLst/>
                <a:uLnTx/>
                <a:uFillTx/>
                <a:latin typeface="+mj-lt"/>
                <a:ea typeface="+mn-ea"/>
                <a:cs typeface="Segoe UI" pitchFamily="34" charset="0"/>
              </a:endParaRPr>
            </a:p>
          </p:txBody>
        </p:sp>
      </p:grpSp>
      <p:sp>
        <p:nvSpPr>
          <p:cNvPr id="95" name="Text Placeholder 94">
            <a:extLst>
              <a:ext uri="{FF2B5EF4-FFF2-40B4-BE49-F238E27FC236}">
                <a16:creationId xmlns:a16="http://schemas.microsoft.com/office/drawing/2014/main" id="{545F2FD2-44C5-DA9F-8E2B-13D6C03793D7}"/>
              </a:ext>
            </a:extLst>
          </p:cNvPr>
          <p:cNvSpPr>
            <a:spLocks noGrp="1"/>
          </p:cNvSpPr>
          <p:nvPr>
            <p:ph type="body" sz="quarter" idx="11" hasCustomPrompt="1"/>
          </p:nvPr>
        </p:nvSpPr>
        <p:spPr>
          <a:xfrm>
            <a:off x="584199" y="1454181"/>
            <a:ext cx="2807208" cy="345600"/>
          </a:xfrm>
          <a:prstGeom prst="roundRect">
            <a:avLst>
              <a:gd name="adj" fmla="val 50000"/>
            </a:avLst>
          </a:prstGeom>
          <a:solidFill>
            <a:schemeClr val="accent2"/>
          </a:solidFill>
          <a:effectLst/>
        </p:spPr>
        <p:txBody>
          <a:bodyPr anchor="ctr" anchorCtr="0">
            <a:noAutofit/>
          </a:bodyPr>
          <a:lstStyle>
            <a:lvl1pPr marL="0" indent="0" algn="ctr">
              <a:buNone/>
              <a:defRPr sz="1200" b="1" i="0">
                <a:solidFill>
                  <a:srgbClr val="FFFFFF"/>
                </a:solidFill>
                <a:latin typeface="+mj-lt"/>
                <a:cs typeface="Segoe UI Semibold" panose="020B0502040204020203" pitchFamily="34" charset="0"/>
              </a:defRPr>
            </a:lvl1pPr>
          </a:lstStyle>
          <a:p>
            <a:pPr algn="ctr"/>
            <a:r>
              <a:rPr lang="en-US"/>
              <a:t>Scenario</a:t>
            </a:r>
          </a:p>
        </p:txBody>
      </p:sp>
      <p:sp>
        <p:nvSpPr>
          <p:cNvPr id="106" name="Text Placeholder 105">
            <a:extLst>
              <a:ext uri="{FF2B5EF4-FFF2-40B4-BE49-F238E27FC236}">
                <a16:creationId xmlns:a16="http://schemas.microsoft.com/office/drawing/2014/main" id="{433B73A7-DB5C-AF5A-B12A-70E655D0C55D}"/>
              </a:ext>
            </a:extLst>
          </p:cNvPr>
          <p:cNvSpPr>
            <a:spLocks noGrp="1"/>
          </p:cNvSpPr>
          <p:nvPr>
            <p:ph type="body" sz="quarter" idx="18"/>
          </p:nvPr>
        </p:nvSpPr>
        <p:spPr>
          <a:xfrm>
            <a:off x="584200" y="1892488"/>
            <a:ext cx="2808000" cy="626701"/>
          </a:xfrm>
          <a:prstGeom prst="rect">
            <a:avLst/>
          </a:prstGeom>
        </p:spPr>
        <p:txBody>
          <a:bodyPr lIns="90000" tIns="36000" rIns="90000" bIns="36000">
            <a:normAutofit/>
          </a:bodyPr>
          <a:lstStyle>
            <a:lvl1pPr marL="0" indent="0">
              <a:spcBef>
                <a:spcPts val="0"/>
              </a:spcBef>
              <a:buNone/>
              <a:defRPr sz="900">
                <a:latin typeface="+mn-lt"/>
              </a:defRPr>
            </a:lvl1pPr>
          </a:lstStyle>
          <a:p>
            <a:pPr lvl="0"/>
            <a:r>
              <a:rPr lang="en-US"/>
              <a:t>Click to edit Master text styles</a:t>
            </a:r>
          </a:p>
        </p:txBody>
      </p:sp>
      <p:sp>
        <p:nvSpPr>
          <p:cNvPr id="109" name="Text Placeholder 105">
            <a:extLst>
              <a:ext uri="{FF2B5EF4-FFF2-40B4-BE49-F238E27FC236}">
                <a16:creationId xmlns:a16="http://schemas.microsoft.com/office/drawing/2014/main" id="{C966B391-3BF4-A5FB-4F8A-8B4B54689661}"/>
              </a:ext>
            </a:extLst>
          </p:cNvPr>
          <p:cNvSpPr>
            <a:spLocks noGrp="1"/>
          </p:cNvSpPr>
          <p:nvPr>
            <p:ph type="body" sz="quarter" idx="21"/>
          </p:nvPr>
        </p:nvSpPr>
        <p:spPr>
          <a:xfrm>
            <a:off x="584200" y="3068560"/>
            <a:ext cx="2808000" cy="626701"/>
          </a:xfrm>
          <a:prstGeom prst="roundRect">
            <a:avLst>
              <a:gd name="adj" fmla="val 10035"/>
            </a:avLst>
          </a:prstGeom>
          <a:solidFill>
            <a:schemeClr val="accent6">
              <a:lumMod val="20000"/>
              <a:lumOff val="80000"/>
            </a:schemeClr>
          </a:solidFill>
          <a:ln w="12700">
            <a:noFill/>
          </a:ln>
        </p:spPr>
        <p:txBody>
          <a:bodyPr lIns="90000" tIns="36000" rIns="90000" bIns="36000" anchor="ctr" anchorCtr="0">
            <a:normAutofit/>
          </a:bodyPr>
          <a:lstStyle>
            <a:lvl1pPr marL="0" indent="0">
              <a:buFont typeface="Arial" panose="020B0604020202020204" pitchFamily="34" charset="0"/>
              <a:buNone/>
              <a:defRPr sz="900">
                <a:latin typeface="+mn-lt"/>
              </a:defRPr>
            </a:lvl1pPr>
            <a:lvl2pPr marL="0" indent="0">
              <a:spcBef>
                <a:spcPts val="0"/>
              </a:spcBef>
              <a:buNone/>
              <a:defRPr sz="900" b="1" i="0">
                <a:latin typeface="+mj-lt"/>
                <a:cs typeface="Segoe UI" panose="020B0502040204020203" pitchFamily="34" charset="0"/>
              </a:defRPr>
            </a:lvl2pPr>
          </a:lstStyle>
          <a:p>
            <a:pPr lvl="0"/>
            <a:r>
              <a:rPr lang="en-US"/>
              <a:t>Click to edit Master text styles</a:t>
            </a:r>
          </a:p>
          <a:p>
            <a:pPr lvl="1"/>
            <a:r>
              <a:rPr lang="en-US"/>
              <a:t>Level 2</a:t>
            </a:r>
          </a:p>
        </p:txBody>
      </p:sp>
      <p:sp>
        <p:nvSpPr>
          <p:cNvPr id="183" name="Text Placeholder 94">
            <a:extLst>
              <a:ext uri="{FF2B5EF4-FFF2-40B4-BE49-F238E27FC236}">
                <a16:creationId xmlns:a16="http://schemas.microsoft.com/office/drawing/2014/main" id="{DF1E6E41-3DB3-84EB-984F-CCB9167D5657}"/>
              </a:ext>
            </a:extLst>
          </p:cNvPr>
          <p:cNvSpPr>
            <a:spLocks noGrp="1"/>
          </p:cNvSpPr>
          <p:nvPr>
            <p:ph type="body" sz="quarter" idx="22" hasCustomPrompt="1"/>
          </p:nvPr>
        </p:nvSpPr>
        <p:spPr>
          <a:xfrm>
            <a:off x="4050283" y="1454181"/>
            <a:ext cx="2807208" cy="345600"/>
          </a:xfrm>
          <a:prstGeom prst="roundRect">
            <a:avLst>
              <a:gd name="adj" fmla="val 50000"/>
            </a:avLst>
          </a:prstGeom>
          <a:solidFill>
            <a:schemeClr val="accent2"/>
          </a:solidFill>
          <a:effectLst/>
        </p:spPr>
        <p:txBody>
          <a:bodyPr anchor="ctr" anchorCtr="0">
            <a:noAutofit/>
          </a:bodyPr>
          <a:lstStyle>
            <a:lvl1pPr marL="0" indent="0" algn="ctr">
              <a:buNone/>
              <a:defRPr sz="1200" b="1" i="0">
                <a:solidFill>
                  <a:srgbClr val="FFFFFF"/>
                </a:solidFill>
                <a:latin typeface="+mj-lt"/>
                <a:cs typeface="Segoe UI Semibold" panose="020B0502040204020203" pitchFamily="34" charset="0"/>
              </a:defRPr>
            </a:lvl1pPr>
          </a:lstStyle>
          <a:p>
            <a:pPr algn="ctr"/>
            <a:r>
              <a:rPr lang="en-US"/>
              <a:t>Scenario</a:t>
            </a:r>
          </a:p>
        </p:txBody>
      </p:sp>
      <p:sp>
        <p:nvSpPr>
          <p:cNvPr id="184" name="Text Placeholder 105">
            <a:extLst>
              <a:ext uri="{FF2B5EF4-FFF2-40B4-BE49-F238E27FC236}">
                <a16:creationId xmlns:a16="http://schemas.microsoft.com/office/drawing/2014/main" id="{6E6ACE10-8248-C360-0E35-7598E8EC8281}"/>
              </a:ext>
            </a:extLst>
          </p:cNvPr>
          <p:cNvSpPr>
            <a:spLocks noGrp="1"/>
          </p:cNvSpPr>
          <p:nvPr>
            <p:ph type="body" sz="quarter" idx="23"/>
          </p:nvPr>
        </p:nvSpPr>
        <p:spPr>
          <a:xfrm>
            <a:off x="4050283" y="1892488"/>
            <a:ext cx="2808000" cy="626701"/>
          </a:xfrm>
          <a:prstGeom prst="rect">
            <a:avLst/>
          </a:prstGeom>
        </p:spPr>
        <p:txBody>
          <a:bodyPr lIns="90000" tIns="36000" rIns="90000" bIns="36000">
            <a:normAutofit/>
          </a:bodyPr>
          <a:lstStyle>
            <a:lvl1pPr marL="0" indent="0">
              <a:spcBef>
                <a:spcPts val="0"/>
              </a:spcBef>
              <a:buNone/>
              <a:defRPr sz="900">
                <a:latin typeface="+mn-lt"/>
              </a:defRPr>
            </a:lvl1pPr>
          </a:lstStyle>
          <a:p>
            <a:pPr lvl="0"/>
            <a:r>
              <a:rPr lang="en-US"/>
              <a:t>Click to edit Master text styles</a:t>
            </a:r>
          </a:p>
        </p:txBody>
      </p:sp>
      <p:sp>
        <p:nvSpPr>
          <p:cNvPr id="185" name="Text Placeholder 105">
            <a:extLst>
              <a:ext uri="{FF2B5EF4-FFF2-40B4-BE49-F238E27FC236}">
                <a16:creationId xmlns:a16="http://schemas.microsoft.com/office/drawing/2014/main" id="{55D154DF-71A5-D9D3-0756-AA7208899CFD}"/>
              </a:ext>
            </a:extLst>
          </p:cNvPr>
          <p:cNvSpPr>
            <a:spLocks noGrp="1"/>
          </p:cNvSpPr>
          <p:nvPr>
            <p:ph type="body" sz="quarter" idx="24"/>
          </p:nvPr>
        </p:nvSpPr>
        <p:spPr>
          <a:xfrm>
            <a:off x="4050283" y="3068560"/>
            <a:ext cx="2808000" cy="626701"/>
          </a:xfrm>
          <a:prstGeom prst="roundRect">
            <a:avLst>
              <a:gd name="adj" fmla="val 10035"/>
            </a:avLst>
          </a:prstGeom>
          <a:solidFill>
            <a:schemeClr val="accent6">
              <a:lumMod val="20000"/>
              <a:lumOff val="80000"/>
            </a:schemeClr>
          </a:solidFill>
          <a:ln w="12700">
            <a:noFill/>
          </a:ln>
        </p:spPr>
        <p:txBody>
          <a:bodyPr lIns="90000" tIns="36000" rIns="90000" bIns="36000" anchor="ctr" anchorCtr="0">
            <a:normAutofit/>
          </a:bodyPr>
          <a:lstStyle>
            <a:lvl1pPr marL="0" indent="0">
              <a:buFont typeface="Arial" panose="020B0604020202020204" pitchFamily="34" charset="0"/>
              <a:buNone/>
              <a:defRPr sz="900">
                <a:latin typeface="+mn-lt"/>
              </a:defRPr>
            </a:lvl1pPr>
            <a:lvl2pPr marL="0" indent="0">
              <a:spcBef>
                <a:spcPts val="0"/>
              </a:spcBef>
              <a:buNone/>
              <a:defRPr sz="900" b="1" i="0">
                <a:latin typeface="+mj-lt"/>
                <a:cs typeface="Segoe UI" panose="020B0502040204020203" pitchFamily="34" charset="0"/>
              </a:defRPr>
            </a:lvl2pPr>
          </a:lstStyle>
          <a:p>
            <a:pPr lvl="0"/>
            <a:r>
              <a:rPr lang="en-US"/>
              <a:t>Click to edit Master text styles</a:t>
            </a:r>
          </a:p>
          <a:p>
            <a:pPr lvl="1"/>
            <a:r>
              <a:rPr lang="en-US"/>
              <a:t>Level 2</a:t>
            </a:r>
          </a:p>
        </p:txBody>
      </p:sp>
      <p:sp>
        <p:nvSpPr>
          <p:cNvPr id="186" name="Text Placeholder 94">
            <a:extLst>
              <a:ext uri="{FF2B5EF4-FFF2-40B4-BE49-F238E27FC236}">
                <a16:creationId xmlns:a16="http://schemas.microsoft.com/office/drawing/2014/main" id="{3BF3353A-2534-A54C-BD30-4DA6ABBA06BA}"/>
              </a:ext>
            </a:extLst>
          </p:cNvPr>
          <p:cNvSpPr>
            <a:spLocks noGrp="1"/>
          </p:cNvSpPr>
          <p:nvPr>
            <p:ph type="body" sz="quarter" idx="25" hasCustomPrompt="1"/>
          </p:nvPr>
        </p:nvSpPr>
        <p:spPr>
          <a:xfrm>
            <a:off x="7516368" y="1454181"/>
            <a:ext cx="2807208" cy="345600"/>
          </a:xfrm>
          <a:prstGeom prst="roundRect">
            <a:avLst>
              <a:gd name="adj" fmla="val 50000"/>
            </a:avLst>
          </a:prstGeom>
          <a:solidFill>
            <a:schemeClr val="accent2"/>
          </a:solidFill>
          <a:effectLst/>
        </p:spPr>
        <p:txBody>
          <a:bodyPr anchor="ctr" anchorCtr="0">
            <a:noAutofit/>
          </a:bodyPr>
          <a:lstStyle>
            <a:lvl1pPr marL="0" indent="0" algn="ctr">
              <a:buNone/>
              <a:defRPr sz="1200" b="1" i="0">
                <a:solidFill>
                  <a:srgbClr val="FFFFFF"/>
                </a:solidFill>
                <a:latin typeface="+mj-lt"/>
                <a:cs typeface="Segoe UI Semibold" panose="020B0502040204020203" pitchFamily="34" charset="0"/>
              </a:defRPr>
            </a:lvl1pPr>
          </a:lstStyle>
          <a:p>
            <a:pPr algn="ctr"/>
            <a:r>
              <a:rPr lang="en-US"/>
              <a:t>Scenario</a:t>
            </a:r>
          </a:p>
        </p:txBody>
      </p:sp>
      <p:sp>
        <p:nvSpPr>
          <p:cNvPr id="187" name="Text Placeholder 105">
            <a:extLst>
              <a:ext uri="{FF2B5EF4-FFF2-40B4-BE49-F238E27FC236}">
                <a16:creationId xmlns:a16="http://schemas.microsoft.com/office/drawing/2014/main" id="{F8FA69C0-B798-B0EF-B064-997FF774E8E9}"/>
              </a:ext>
            </a:extLst>
          </p:cNvPr>
          <p:cNvSpPr>
            <a:spLocks noGrp="1"/>
          </p:cNvSpPr>
          <p:nvPr>
            <p:ph type="body" sz="quarter" idx="26"/>
          </p:nvPr>
        </p:nvSpPr>
        <p:spPr>
          <a:xfrm>
            <a:off x="7516368" y="1892488"/>
            <a:ext cx="2808000" cy="626701"/>
          </a:xfrm>
          <a:prstGeom prst="rect">
            <a:avLst/>
          </a:prstGeom>
        </p:spPr>
        <p:txBody>
          <a:bodyPr lIns="90000" tIns="36000" rIns="90000" bIns="36000">
            <a:normAutofit/>
          </a:bodyPr>
          <a:lstStyle>
            <a:lvl1pPr marL="0" indent="0">
              <a:spcBef>
                <a:spcPts val="0"/>
              </a:spcBef>
              <a:buNone/>
              <a:defRPr sz="900">
                <a:latin typeface="+mn-lt"/>
              </a:defRPr>
            </a:lvl1pPr>
          </a:lstStyle>
          <a:p>
            <a:pPr lvl="0"/>
            <a:r>
              <a:rPr lang="en-US"/>
              <a:t>Click to edit Master text styles</a:t>
            </a:r>
          </a:p>
        </p:txBody>
      </p:sp>
      <p:sp>
        <p:nvSpPr>
          <p:cNvPr id="188" name="Text Placeholder 105">
            <a:extLst>
              <a:ext uri="{FF2B5EF4-FFF2-40B4-BE49-F238E27FC236}">
                <a16:creationId xmlns:a16="http://schemas.microsoft.com/office/drawing/2014/main" id="{FFA3E6BA-ECB6-F78C-CF22-7B05706020E3}"/>
              </a:ext>
            </a:extLst>
          </p:cNvPr>
          <p:cNvSpPr>
            <a:spLocks noGrp="1"/>
          </p:cNvSpPr>
          <p:nvPr>
            <p:ph type="body" sz="quarter" idx="27"/>
          </p:nvPr>
        </p:nvSpPr>
        <p:spPr>
          <a:xfrm>
            <a:off x="7516368" y="3068560"/>
            <a:ext cx="2808000" cy="626701"/>
          </a:xfrm>
          <a:prstGeom prst="roundRect">
            <a:avLst>
              <a:gd name="adj" fmla="val 10035"/>
            </a:avLst>
          </a:prstGeom>
          <a:solidFill>
            <a:schemeClr val="accent6">
              <a:lumMod val="20000"/>
              <a:lumOff val="80000"/>
            </a:schemeClr>
          </a:solidFill>
          <a:ln w="12700">
            <a:noFill/>
          </a:ln>
        </p:spPr>
        <p:txBody>
          <a:bodyPr lIns="90000" tIns="36000" rIns="90000" bIns="36000" anchor="ctr" anchorCtr="0">
            <a:normAutofit/>
          </a:bodyPr>
          <a:lstStyle>
            <a:lvl1pPr marL="0" indent="0">
              <a:buFont typeface="Arial" panose="020B0604020202020204" pitchFamily="34" charset="0"/>
              <a:buNone/>
              <a:defRPr sz="900">
                <a:latin typeface="+mn-lt"/>
              </a:defRPr>
            </a:lvl1pPr>
            <a:lvl2pPr marL="0" indent="0">
              <a:spcBef>
                <a:spcPts val="0"/>
              </a:spcBef>
              <a:buNone/>
              <a:defRPr sz="900" b="1" i="0">
                <a:latin typeface="+mj-lt"/>
                <a:cs typeface="Segoe UI" panose="020B0502040204020203" pitchFamily="34" charset="0"/>
              </a:defRPr>
            </a:lvl2pPr>
          </a:lstStyle>
          <a:p>
            <a:pPr lvl="0"/>
            <a:r>
              <a:rPr lang="en-US"/>
              <a:t>Click to edit Master text styles</a:t>
            </a:r>
          </a:p>
          <a:p>
            <a:pPr lvl="1"/>
            <a:r>
              <a:rPr lang="en-US"/>
              <a:t>Level 2</a:t>
            </a:r>
          </a:p>
        </p:txBody>
      </p:sp>
      <p:sp>
        <p:nvSpPr>
          <p:cNvPr id="195" name="Text Placeholder 94">
            <a:extLst>
              <a:ext uri="{FF2B5EF4-FFF2-40B4-BE49-F238E27FC236}">
                <a16:creationId xmlns:a16="http://schemas.microsoft.com/office/drawing/2014/main" id="{4411A19D-5600-3582-7891-BEECA6B3C921}"/>
              </a:ext>
            </a:extLst>
          </p:cNvPr>
          <p:cNvSpPr>
            <a:spLocks noGrp="1"/>
          </p:cNvSpPr>
          <p:nvPr>
            <p:ph type="body" sz="quarter" idx="34" hasCustomPrompt="1"/>
          </p:nvPr>
        </p:nvSpPr>
        <p:spPr>
          <a:xfrm>
            <a:off x="7516368" y="3914121"/>
            <a:ext cx="2807208" cy="345600"/>
          </a:xfrm>
          <a:prstGeom prst="roundRect">
            <a:avLst>
              <a:gd name="adj" fmla="val 50000"/>
            </a:avLst>
          </a:prstGeom>
          <a:solidFill>
            <a:schemeClr val="accent2"/>
          </a:solidFill>
          <a:effectLst/>
        </p:spPr>
        <p:txBody>
          <a:bodyPr anchor="ctr" anchorCtr="0">
            <a:noAutofit/>
          </a:bodyPr>
          <a:lstStyle>
            <a:lvl1pPr marL="0" indent="0" algn="ctr">
              <a:buNone/>
              <a:defRPr sz="1200" b="1" i="0">
                <a:solidFill>
                  <a:srgbClr val="FFFFFF"/>
                </a:solidFill>
                <a:latin typeface="+mj-lt"/>
                <a:cs typeface="Segoe UI Semibold" panose="020B0502040204020203" pitchFamily="34" charset="0"/>
              </a:defRPr>
            </a:lvl1pPr>
          </a:lstStyle>
          <a:p>
            <a:pPr algn="ctr"/>
            <a:r>
              <a:rPr lang="en-US"/>
              <a:t>Scenario</a:t>
            </a:r>
          </a:p>
        </p:txBody>
      </p:sp>
      <p:sp>
        <p:nvSpPr>
          <p:cNvPr id="196" name="Text Placeholder 105">
            <a:extLst>
              <a:ext uri="{FF2B5EF4-FFF2-40B4-BE49-F238E27FC236}">
                <a16:creationId xmlns:a16="http://schemas.microsoft.com/office/drawing/2014/main" id="{E6756EC6-5C62-CCBD-6970-540F4E463C66}"/>
              </a:ext>
            </a:extLst>
          </p:cNvPr>
          <p:cNvSpPr>
            <a:spLocks noGrp="1"/>
          </p:cNvSpPr>
          <p:nvPr>
            <p:ph type="body" sz="quarter" idx="35"/>
          </p:nvPr>
        </p:nvSpPr>
        <p:spPr>
          <a:xfrm>
            <a:off x="7516368" y="4348666"/>
            <a:ext cx="2808000" cy="626701"/>
          </a:xfrm>
          <a:prstGeom prst="rect">
            <a:avLst/>
          </a:prstGeom>
        </p:spPr>
        <p:txBody>
          <a:bodyPr lIns="90000" tIns="36000" rIns="90000" bIns="36000">
            <a:normAutofit/>
          </a:bodyPr>
          <a:lstStyle>
            <a:lvl1pPr marL="0" indent="0">
              <a:spcBef>
                <a:spcPts val="0"/>
              </a:spcBef>
              <a:buNone/>
              <a:defRPr sz="900">
                <a:latin typeface="+mn-lt"/>
              </a:defRPr>
            </a:lvl1pPr>
          </a:lstStyle>
          <a:p>
            <a:pPr lvl="0"/>
            <a:r>
              <a:rPr lang="en-US"/>
              <a:t>Click to edit Master text styles</a:t>
            </a:r>
          </a:p>
        </p:txBody>
      </p:sp>
      <p:sp>
        <p:nvSpPr>
          <p:cNvPr id="197" name="Text Placeholder 105">
            <a:extLst>
              <a:ext uri="{FF2B5EF4-FFF2-40B4-BE49-F238E27FC236}">
                <a16:creationId xmlns:a16="http://schemas.microsoft.com/office/drawing/2014/main" id="{56520A8E-9E5D-0840-1CB1-35762F47BF5D}"/>
              </a:ext>
            </a:extLst>
          </p:cNvPr>
          <p:cNvSpPr>
            <a:spLocks noGrp="1"/>
          </p:cNvSpPr>
          <p:nvPr>
            <p:ph type="body" sz="quarter" idx="36"/>
          </p:nvPr>
        </p:nvSpPr>
        <p:spPr>
          <a:xfrm>
            <a:off x="7516368" y="5502238"/>
            <a:ext cx="2808000" cy="626701"/>
          </a:xfrm>
          <a:prstGeom prst="roundRect">
            <a:avLst>
              <a:gd name="adj" fmla="val 10035"/>
            </a:avLst>
          </a:prstGeom>
          <a:solidFill>
            <a:schemeClr val="accent6">
              <a:lumMod val="20000"/>
              <a:lumOff val="80000"/>
            </a:schemeClr>
          </a:solidFill>
          <a:ln w="12700">
            <a:noFill/>
          </a:ln>
        </p:spPr>
        <p:txBody>
          <a:bodyPr lIns="90000" tIns="36000" rIns="90000" bIns="36000" anchor="ctr" anchorCtr="0">
            <a:normAutofit/>
          </a:bodyPr>
          <a:lstStyle>
            <a:lvl1pPr marL="0" indent="0">
              <a:buFont typeface="Arial" panose="020B0604020202020204" pitchFamily="34" charset="0"/>
              <a:buNone/>
              <a:defRPr sz="900">
                <a:latin typeface="+mn-lt"/>
              </a:defRPr>
            </a:lvl1pPr>
            <a:lvl2pPr marL="0" indent="0">
              <a:spcBef>
                <a:spcPts val="0"/>
              </a:spcBef>
              <a:buNone/>
              <a:defRPr sz="900" b="1" i="0">
                <a:latin typeface="+mj-lt"/>
                <a:cs typeface="Segoe UI" panose="020B0502040204020203" pitchFamily="34" charset="0"/>
              </a:defRPr>
            </a:lvl2pPr>
          </a:lstStyle>
          <a:p>
            <a:pPr lvl="0"/>
            <a:r>
              <a:rPr lang="en-US"/>
              <a:t>Click to edit Master text styles</a:t>
            </a:r>
          </a:p>
          <a:p>
            <a:pPr lvl="1"/>
            <a:r>
              <a:rPr lang="en-US"/>
              <a:t>Level 2</a:t>
            </a:r>
          </a:p>
        </p:txBody>
      </p:sp>
      <p:sp>
        <p:nvSpPr>
          <p:cNvPr id="192" name="Text Placeholder 94">
            <a:extLst>
              <a:ext uri="{FF2B5EF4-FFF2-40B4-BE49-F238E27FC236}">
                <a16:creationId xmlns:a16="http://schemas.microsoft.com/office/drawing/2014/main" id="{D8F51403-DA8F-C60A-932D-8B8817FDA751}"/>
              </a:ext>
            </a:extLst>
          </p:cNvPr>
          <p:cNvSpPr>
            <a:spLocks noGrp="1"/>
          </p:cNvSpPr>
          <p:nvPr>
            <p:ph type="body" sz="quarter" idx="31" hasCustomPrompt="1"/>
          </p:nvPr>
        </p:nvSpPr>
        <p:spPr>
          <a:xfrm>
            <a:off x="4050283" y="3914121"/>
            <a:ext cx="2807208" cy="345600"/>
          </a:xfrm>
          <a:prstGeom prst="roundRect">
            <a:avLst>
              <a:gd name="adj" fmla="val 50000"/>
            </a:avLst>
          </a:prstGeom>
          <a:solidFill>
            <a:schemeClr val="accent2"/>
          </a:solidFill>
          <a:effectLst/>
        </p:spPr>
        <p:txBody>
          <a:bodyPr anchor="ctr" anchorCtr="0">
            <a:noAutofit/>
          </a:bodyPr>
          <a:lstStyle>
            <a:lvl1pPr marL="0" indent="0" algn="ctr">
              <a:buNone/>
              <a:defRPr sz="1200" b="1" i="0">
                <a:solidFill>
                  <a:srgbClr val="FFFFFF"/>
                </a:solidFill>
                <a:latin typeface="+mj-lt"/>
                <a:cs typeface="Segoe UI Semibold" panose="020B0502040204020203" pitchFamily="34" charset="0"/>
              </a:defRPr>
            </a:lvl1pPr>
          </a:lstStyle>
          <a:p>
            <a:pPr algn="ctr"/>
            <a:r>
              <a:rPr lang="en-US"/>
              <a:t>Scenario</a:t>
            </a:r>
          </a:p>
        </p:txBody>
      </p:sp>
      <p:sp>
        <p:nvSpPr>
          <p:cNvPr id="193" name="Text Placeholder 105">
            <a:extLst>
              <a:ext uri="{FF2B5EF4-FFF2-40B4-BE49-F238E27FC236}">
                <a16:creationId xmlns:a16="http://schemas.microsoft.com/office/drawing/2014/main" id="{1D287AE8-D07F-849B-E6F1-1AC629E8FB32}"/>
              </a:ext>
            </a:extLst>
          </p:cNvPr>
          <p:cNvSpPr>
            <a:spLocks noGrp="1"/>
          </p:cNvSpPr>
          <p:nvPr>
            <p:ph type="body" sz="quarter" idx="32"/>
          </p:nvPr>
        </p:nvSpPr>
        <p:spPr>
          <a:xfrm>
            <a:off x="4050283" y="4348666"/>
            <a:ext cx="2808000" cy="626701"/>
          </a:xfrm>
          <a:prstGeom prst="rect">
            <a:avLst/>
          </a:prstGeom>
        </p:spPr>
        <p:txBody>
          <a:bodyPr lIns="90000" tIns="36000" rIns="90000" bIns="36000">
            <a:normAutofit/>
          </a:bodyPr>
          <a:lstStyle>
            <a:lvl1pPr marL="0" indent="0">
              <a:spcBef>
                <a:spcPts val="0"/>
              </a:spcBef>
              <a:buNone/>
              <a:defRPr sz="900">
                <a:latin typeface="+mn-lt"/>
              </a:defRPr>
            </a:lvl1pPr>
          </a:lstStyle>
          <a:p>
            <a:pPr lvl="0"/>
            <a:r>
              <a:rPr lang="en-US"/>
              <a:t>Click to edit Master text styles</a:t>
            </a:r>
          </a:p>
        </p:txBody>
      </p:sp>
      <p:sp>
        <p:nvSpPr>
          <p:cNvPr id="194" name="Text Placeholder 105">
            <a:extLst>
              <a:ext uri="{FF2B5EF4-FFF2-40B4-BE49-F238E27FC236}">
                <a16:creationId xmlns:a16="http://schemas.microsoft.com/office/drawing/2014/main" id="{D79AB424-C959-FD9F-0942-4B657234F221}"/>
              </a:ext>
            </a:extLst>
          </p:cNvPr>
          <p:cNvSpPr>
            <a:spLocks noGrp="1"/>
          </p:cNvSpPr>
          <p:nvPr>
            <p:ph type="body" sz="quarter" idx="33"/>
          </p:nvPr>
        </p:nvSpPr>
        <p:spPr>
          <a:xfrm>
            <a:off x="4050283" y="5502238"/>
            <a:ext cx="2808000" cy="626701"/>
          </a:xfrm>
          <a:prstGeom prst="roundRect">
            <a:avLst>
              <a:gd name="adj" fmla="val 10035"/>
            </a:avLst>
          </a:prstGeom>
          <a:solidFill>
            <a:schemeClr val="accent6">
              <a:lumMod val="20000"/>
              <a:lumOff val="80000"/>
            </a:schemeClr>
          </a:solidFill>
          <a:ln w="12700">
            <a:noFill/>
          </a:ln>
        </p:spPr>
        <p:txBody>
          <a:bodyPr lIns="90000" tIns="36000" rIns="90000" bIns="36000" anchor="ctr" anchorCtr="0">
            <a:normAutofit/>
          </a:bodyPr>
          <a:lstStyle>
            <a:lvl1pPr marL="0" indent="0">
              <a:buFont typeface="Arial" panose="020B0604020202020204" pitchFamily="34" charset="0"/>
              <a:buNone/>
              <a:defRPr sz="900">
                <a:latin typeface="+mn-lt"/>
              </a:defRPr>
            </a:lvl1pPr>
            <a:lvl2pPr marL="0" indent="0">
              <a:spcBef>
                <a:spcPts val="0"/>
              </a:spcBef>
              <a:buNone/>
              <a:defRPr sz="900" b="1" i="0">
                <a:latin typeface="+mj-lt"/>
                <a:cs typeface="Segoe UI" panose="020B0502040204020203" pitchFamily="34" charset="0"/>
              </a:defRPr>
            </a:lvl2pPr>
          </a:lstStyle>
          <a:p>
            <a:pPr lvl="0"/>
            <a:r>
              <a:rPr lang="en-US"/>
              <a:t>Click to edit Master text styles</a:t>
            </a:r>
          </a:p>
          <a:p>
            <a:pPr lvl="1"/>
            <a:r>
              <a:rPr lang="en-US"/>
              <a:t>Level 2</a:t>
            </a:r>
          </a:p>
        </p:txBody>
      </p:sp>
      <p:sp>
        <p:nvSpPr>
          <p:cNvPr id="189" name="Text Placeholder 94">
            <a:extLst>
              <a:ext uri="{FF2B5EF4-FFF2-40B4-BE49-F238E27FC236}">
                <a16:creationId xmlns:a16="http://schemas.microsoft.com/office/drawing/2014/main" id="{E07EBCA7-C1BD-E0AD-6403-14224CB1B5C6}"/>
              </a:ext>
            </a:extLst>
          </p:cNvPr>
          <p:cNvSpPr>
            <a:spLocks noGrp="1"/>
          </p:cNvSpPr>
          <p:nvPr>
            <p:ph type="body" sz="quarter" idx="28" hasCustomPrompt="1"/>
          </p:nvPr>
        </p:nvSpPr>
        <p:spPr>
          <a:xfrm>
            <a:off x="584199" y="3914121"/>
            <a:ext cx="2807208" cy="345600"/>
          </a:xfrm>
          <a:prstGeom prst="roundRect">
            <a:avLst>
              <a:gd name="adj" fmla="val 50000"/>
            </a:avLst>
          </a:prstGeom>
          <a:solidFill>
            <a:schemeClr val="accent2"/>
          </a:solidFill>
          <a:effectLst/>
        </p:spPr>
        <p:txBody>
          <a:bodyPr anchor="ctr" anchorCtr="0">
            <a:noAutofit/>
          </a:bodyPr>
          <a:lstStyle>
            <a:lvl1pPr marL="0" indent="0" algn="ctr">
              <a:buNone/>
              <a:defRPr sz="1200" b="1" i="0">
                <a:solidFill>
                  <a:srgbClr val="FFFFFF"/>
                </a:solidFill>
                <a:latin typeface="+mj-lt"/>
                <a:cs typeface="Segoe UI Semibold" panose="020B0502040204020203" pitchFamily="34" charset="0"/>
              </a:defRPr>
            </a:lvl1pPr>
          </a:lstStyle>
          <a:p>
            <a:pPr algn="ctr"/>
            <a:r>
              <a:rPr lang="en-US"/>
              <a:t>Scenario</a:t>
            </a:r>
          </a:p>
        </p:txBody>
      </p:sp>
      <p:sp>
        <p:nvSpPr>
          <p:cNvPr id="190" name="Text Placeholder 105">
            <a:extLst>
              <a:ext uri="{FF2B5EF4-FFF2-40B4-BE49-F238E27FC236}">
                <a16:creationId xmlns:a16="http://schemas.microsoft.com/office/drawing/2014/main" id="{880DDDC9-1973-AB6B-84B0-8402F7E57DD6}"/>
              </a:ext>
            </a:extLst>
          </p:cNvPr>
          <p:cNvSpPr>
            <a:spLocks noGrp="1"/>
          </p:cNvSpPr>
          <p:nvPr>
            <p:ph type="body" sz="quarter" idx="29"/>
          </p:nvPr>
        </p:nvSpPr>
        <p:spPr>
          <a:xfrm>
            <a:off x="584200" y="4348666"/>
            <a:ext cx="2808000" cy="626701"/>
          </a:xfrm>
          <a:prstGeom prst="rect">
            <a:avLst/>
          </a:prstGeom>
        </p:spPr>
        <p:txBody>
          <a:bodyPr lIns="90000" tIns="36000" rIns="90000" bIns="36000">
            <a:normAutofit/>
          </a:bodyPr>
          <a:lstStyle>
            <a:lvl1pPr marL="0" indent="0">
              <a:spcBef>
                <a:spcPts val="0"/>
              </a:spcBef>
              <a:buNone/>
              <a:defRPr sz="900">
                <a:latin typeface="+mn-lt"/>
              </a:defRPr>
            </a:lvl1pPr>
          </a:lstStyle>
          <a:p>
            <a:pPr lvl="0"/>
            <a:r>
              <a:rPr lang="en-US"/>
              <a:t>Click to edit Master text styles</a:t>
            </a:r>
          </a:p>
        </p:txBody>
      </p:sp>
      <p:sp>
        <p:nvSpPr>
          <p:cNvPr id="191" name="Text Placeholder 105">
            <a:extLst>
              <a:ext uri="{FF2B5EF4-FFF2-40B4-BE49-F238E27FC236}">
                <a16:creationId xmlns:a16="http://schemas.microsoft.com/office/drawing/2014/main" id="{779BA1D8-105C-B66F-63AF-84DC7F622456}"/>
              </a:ext>
            </a:extLst>
          </p:cNvPr>
          <p:cNvSpPr>
            <a:spLocks noGrp="1"/>
          </p:cNvSpPr>
          <p:nvPr>
            <p:ph type="body" sz="quarter" idx="30"/>
          </p:nvPr>
        </p:nvSpPr>
        <p:spPr>
          <a:xfrm>
            <a:off x="584200" y="5502238"/>
            <a:ext cx="2808000" cy="626701"/>
          </a:xfrm>
          <a:prstGeom prst="roundRect">
            <a:avLst>
              <a:gd name="adj" fmla="val 10035"/>
            </a:avLst>
          </a:prstGeom>
          <a:solidFill>
            <a:schemeClr val="accent6">
              <a:lumMod val="20000"/>
              <a:lumOff val="80000"/>
            </a:schemeClr>
          </a:solidFill>
          <a:ln w="12700">
            <a:noFill/>
          </a:ln>
        </p:spPr>
        <p:txBody>
          <a:bodyPr lIns="90000" tIns="36000" rIns="90000" bIns="36000" anchor="ctr" anchorCtr="0">
            <a:normAutofit/>
          </a:bodyPr>
          <a:lstStyle>
            <a:lvl1pPr marL="0" indent="0">
              <a:buFont typeface="Arial" panose="020B0604020202020204" pitchFamily="34" charset="0"/>
              <a:buNone/>
              <a:defRPr sz="900">
                <a:latin typeface="+mn-lt"/>
              </a:defRPr>
            </a:lvl1pPr>
            <a:lvl2pPr marL="0" indent="0">
              <a:spcBef>
                <a:spcPts val="0"/>
              </a:spcBef>
              <a:buNone/>
              <a:defRPr sz="900" b="1" i="0">
                <a:latin typeface="+mj-lt"/>
                <a:cs typeface="Segoe UI" panose="020B0502040204020203" pitchFamily="34" charset="0"/>
              </a:defRPr>
            </a:lvl2pPr>
          </a:lstStyle>
          <a:p>
            <a:pPr lvl="0"/>
            <a:r>
              <a:rPr lang="en-US"/>
              <a:t>Click to edit Master text styles</a:t>
            </a:r>
          </a:p>
          <a:p>
            <a:pPr lvl="1"/>
            <a:r>
              <a:rPr lang="en-US"/>
              <a:t>Level 2</a:t>
            </a:r>
          </a:p>
        </p:txBody>
      </p:sp>
      <p:sp>
        <p:nvSpPr>
          <p:cNvPr id="4" name="Text Placeholder 10">
            <a:extLst>
              <a:ext uri="{FF2B5EF4-FFF2-40B4-BE49-F238E27FC236}">
                <a16:creationId xmlns:a16="http://schemas.microsoft.com/office/drawing/2014/main" id="{07FB0D44-B2FC-AD50-89A4-2016469B01D6}"/>
              </a:ext>
              <a:ext uri="{C183D7F6-B498-43B3-948B-1728B52AA6E4}">
                <adec:decorative xmlns:adec="http://schemas.microsoft.com/office/drawing/2017/decorative" val="1"/>
              </a:ext>
            </a:extLst>
          </p:cNvPr>
          <p:cNvSpPr>
            <a:spLocks noGrp="1"/>
          </p:cNvSpPr>
          <p:nvPr>
            <p:ph type="body" sz="quarter" idx="38" hasCustomPrompt="1"/>
          </p:nvPr>
        </p:nvSpPr>
        <p:spPr>
          <a:xfrm>
            <a:off x="11417128" y="357645"/>
            <a:ext cx="127000" cy="125999"/>
          </a:xfrm>
          <a:prstGeom prst="ellipse">
            <a:avLst/>
          </a:prstGeom>
          <a:solidFill>
            <a:srgbClr val="B1B3B3"/>
          </a:solidFill>
        </p:spPr>
        <p:txBody>
          <a:bodyPr>
            <a:noAutofit/>
          </a:bodyPr>
          <a:lstStyle>
            <a:lvl1pPr marL="0" indent="0">
              <a:buFontTx/>
              <a:buNone/>
              <a:defRPr sz="100">
                <a:noFill/>
              </a:defRPr>
            </a:lvl1pPr>
            <a:lvl2pPr marL="228600" indent="0">
              <a:buFontTx/>
              <a:buNone/>
              <a:defRPr sz="100">
                <a:noFill/>
              </a:defRPr>
            </a:lvl2pPr>
            <a:lvl3pPr marL="457200" indent="0">
              <a:buFontTx/>
              <a:buNone/>
              <a:defRPr sz="100">
                <a:noFill/>
              </a:defRPr>
            </a:lvl3pPr>
            <a:lvl4pPr marL="661988" indent="0">
              <a:buFontTx/>
              <a:buNone/>
              <a:defRPr sz="100">
                <a:noFill/>
              </a:defRPr>
            </a:lvl4pPr>
            <a:lvl5pPr marL="855663" indent="0">
              <a:buFontTx/>
              <a:buNone/>
              <a:defRPr sz="100">
                <a:noFill/>
              </a:defRPr>
            </a:lvl5pPr>
          </a:lstStyle>
          <a:p>
            <a:pPr lvl="0"/>
            <a:r>
              <a:rPr lang="en-US"/>
              <a:t>a</a:t>
            </a:r>
          </a:p>
        </p:txBody>
      </p:sp>
      <p:sp>
        <p:nvSpPr>
          <p:cNvPr id="6" name="Text Placeholder 10">
            <a:extLst>
              <a:ext uri="{FF2B5EF4-FFF2-40B4-BE49-F238E27FC236}">
                <a16:creationId xmlns:a16="http://schemas.microsoft.com/office/drawing/2014/main" id="{4A5639CF-B5E7-20B0-D289-A990965914E6}"/>
              </a:ext>
              <a:ext uri="{C183D7F6-B498-43B3-948B-1728B52AA6E4}">
                <adec:decorative xmlns:adec="http://schemas.microsoft.com/office/drawing/2017/decorative" val="1"/>
              </a:ext>
            </a:extLst>
          </p:cNvPr>
          <p:cNvSpPr>
            <a:spLocks noGrp="1"/>
          </p:cNvSpPr>
          <p:nvPr>
            <p:ph type="body" sz="quarter" idx="39" hasCustomPrompt="1"/>
          </p:nvPr>
        </p:nvSpPr>
        <p:spPr>
          <a:xfrm>
            <a:off x="11588664" y="357645"/>
            <a:ext cx="127000" cy="125999"/>
          </a:xfrm>
          <a:prstGeom prst="ellipse">
            <a:avLst/>
          </a:prstGeom>
          <a:solidFill>
            <a:srgbClr val="B1B3B3"/>
          </a:solidFill>
        </p:spPr>
        <p:txBody>
          <a:bodyPr>
            <a:noAutofit/>
          </a:bodyPr>
          <a:lstStyle>
            <a:lvl1pPr marL="0" indent="0">
              <a:buFontTx/>
              <a:buNone/>
              <a:defRPr sz="100">
                <a:noFill/>
              </a:defRPr>
            </a:lvl1pPr>
            <a:lvl2pPr marL="228600" indent="0">
              <a:buFontTx/>
              <a:buNone/>
              <a:defRPr sz="100">
                <a:noFill/>
              </a:defRPr>
            </a:lvl2pPr>
            <a:lvl3pPr marL="457200" indent="0">
              <a:buFontTx/>
              <a:buNone/>
              <a:defRPr sz="100">
                <a:noFill/>
              </a:defRPr>
            </a:lvl3pPr>
            <a:lvl4pPr marL="661988" indent="0">
              <a:buFontTx/>
              <a:buNone/>
              <a:defRPr sz="100">
                <a:noFill/>
              </a:defRPr>
            </a:lvl4pPr>
            <a:lvl5pPr marL="855663" indent="0">
              <a:buFontTx/>
              <a:buNone/>
              <a:defRPr sz="100">
                <a:noFill/>
              </a:defRPr>
            </a:lvl5pPr>
          </a:lstStyle>
          <a:p>
            <a:pPr lvl="0"/>
            <a:r>
              <a:rPr lang="en-US"/>
              <a:t>a</a:t>
            </a:r>
          </a:p>
        </p:txBody>
      </p:sp>
      <p:sp>
        <p:nvSpPr>
          <p:cNvPr id="7" name="Text Placeholder 10">
            <a:extLst>
              <a:ext uri="{FF2B5EF4-FFF2-40B4-BE49-F238E27FC236}">
                <a16:creationId xmlns:a16="http://schemas.microsoft.com/office/drawing/2014/main" id="{8C6AE7B5-FABD-E95D-A0C4-FEA8F2FE8010}"/>
              </a:ext>
              <a:ext uri="{C183D7F6-B498-43B3-948B-1728B52AA6E4}">
                <adec:decorative xmlns:adec="http://schemas.microsoft.com/office/drawing/2017/decorative" val="1"/>
              </a:ext>
            </a:extLst>
          </p:cNvPr>
          <p:cNvSpPr>
            <a:spLocks noGrp="1"/>
          </p:cNvSpPr>
          <p:nvPr>
            <p:ph type="body" sz="quarter" idx="40" hasCustomPrompt="1"/>
          </p:nvPr>
        </p:nvSpPr>
        <p:spPr>
          <a:xfrm>
            <a:off x="11760200" y="357645"/>
            <a:ext cx="127000" cy="125999"/>
          </a:xfrm>
          <a:prstGeom prst="ellipse">
            <a:avLst/>
          </a:prstGeom>
          <a:solidFill>
            <a:srgbClr val="B1B3B3"/>
          </a:solidFill>
        </p:spPr>
        <p:txBody>
          <a:bodyPr>
            <a:noAutofit/>
          </a:bodyPr>
          <a:lstStyle>
            <a:lvl1pPr marL="0" indent="0">
              <a:buFontTx/>
              <a:buNone/>
              <a:defRPr sz="100">
                <a:noFill/>
              </a:defRPr>
            </a:lvl1pPr>
            <a:lvl2pPr marL="228600" indent="0">
              <a:buFontTx/>
              <a:buNone/>
              <a:defRPr sz="100">
                <a:noFill/>
              </a:defRPr>
            </a:lvl2pPr>
            <a:lvl3pPr marL="457200" indent="0">
              <a:buFontTx/>
              <a:buNone/>
              <a:defRPr sz="100">
                <a:noFill/>
              </a:defRPr>
            </a:lvl3pPr>
            <a:lvl4pPr marL="661988" indent="0">
              <a:buFontTx/>
              <a:buNone/>
              <a:defRPr sz="100">
                <a:noFill/>
              </a:defRPr>
            </a:lvl4pPr>
            <a:lvl5pPr marL="855663" indent="0">
              <a:buFontTx/>
              <a:buNone/>
              <a:defRPr sz="100">
                <a:noFill/>
              </a:defRPr>
            </a:lvl5pPr>
          </a:lstStyle>
          <a:p>
            <a:pPr lvl="0"/>
            <a:r>
              <a:rPr lang="en-US"/>
              <a:t>a</a:t>
            </a:r>
          </a:p>
        </p:txBody>
      </p:sp>
      <p:sp>
        <p:nvSpPr>
          <p:cNvPr id="5" name="Text Placeholder 12">
            <a:extLst>
              <a:ext uri="{FF2B5EF4-FFF2-40B4-BE49-F238E27FC236}">
                <a16:creationId xmlns:a16="http://schemas.microsoft.com/office/drawing/2014/main" id="{31D56D28-AB28-EDB2-5C51-5973494FA214}"/>
              </a:ext>
            </a:extLst>
          </p:cNvPr>
          <p:cNvSpPr>
            <a:spLocks noGrp="1"/>
          </p:cNvSpPr>
          <p:nvPr>
            <p:ph type="body" sz="quarter" idx="41"/>
          </p:nvPr>
        </p:nvSpPr>
        <p:spPr>
          <a:xfrm>
            <a:off x="584200" y="6498156"/>
            <a:ext cx="10058400" cy="107722"/>
          </a:xfrm>
          <a:prstGeom prst="rect">
            <a:avLst/>
          </a:prstGeom>
        </p:spPr>
        <p:txBody>
          <a:bodyPr anchor="b" anchorCtr="0"/>
          <a:lstStyle>
            <a:lvl1pPr>
              <a:spcBef>
                <a:spcPts val="100"/>
              </a:spcBef>
              <a:defRPr sz="700">
                <a:solidFill>
                  <a:schemeClr val="tx2"/>
                </a:solidFill>
                <a:latin typeface="+mn-lt"/>
              </a:defRPr>
            </a:lvl1pPr>
            <a:lvl2pPr>
              <a:defRPr sz="700"/>
            </a:lvl2pPr>
            <a:lvl3pPr>
              <a:defRPr sz="700"/>
            </a:lvl3pPr>
            <a:lvl4pPr>
              <a:defRPr sz="700"/>
            </a:lvl4pPr>
            <a:lvl5pPr>
              <a:defRPr sz="700"/>
            </a:lvl5pPr>
          </a:lstStyle>
          <a:p>
            <a:pPr lvl="0"/>
            <a:r>
              <a:rPr lang="en-US"/>
              <a:t>Click to edit Master text styles</a:t>
            </a:r>
          </a:p>
        </p:txBody>
      </p:sp>
    </p:spTree>
    <p:extLst>
      <p:ext uri="{BB962C8B-B14F-4D97-AF65-F5344CB8AC3E}">
        <p14:creationId xmlns:p14="http://schemas.microsoft.com/office/powerpoint/2010/main" val="403107701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Layouts/slideLayout191.xml><?xml version="1.0" encoding="utf-8"?>
<p:sldLayout xmlns:a="http://schemas.openxmlformats.org/drawingml/2006/main" xmlns:r="http://schemas.openxmlformats.org/officeDocument/2006/relationships" xmlns:p="http://schemas.openxmlformats.org/presentationml/2006/main" preserve="1" userDrawn="1">
  <p:cSld name="Scenario six steps">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hasCustomPrompt="1"/>
          </p:nvPr>
        </p:nvSpPr>
        <p:spPr>
          <a:xfrm>
            <a:off x="584200" y="387766"/>
            <a:ext cx="5672544" cy="526298"/>
          </a:xfrm>
        </p:spPr>
        <p:txBody>
          <a:bodyPr tIns="0"/>
          <a:lstStyle>
            <a:lvl1pPr>
              <a:lnSpc>
                <a:spcPct val="95000"/>
              </a:lnSpc>
              <a:defRPr sz="1800" spc="0">
                <a:latin typeface="+mj-lt"/>
                <a:cs typeface="Segoe UI" panose="020B0502040204020203" pitchFamily="34" charset="0"/>
              </a:defRPr>
            </a:lvl1pPr>
          </a:lstStyle>
          <a:p>
            <a:r>
              <a:rPr lang="en-US"/>
              <a:t>Click to edit Master title style; can be up to two lines long; lorem ipsum dolor sit </a:t>
            </a:r>
            <a:r>
              <a:rPr lang="en-US" err="1"/>
              <a:t>amet</a:t>
            </a:r>
            <a:r>
              <a:rPr lang="en-US"/>
              <a:t> </a:t>
            </a:r>
            <a:r>
              <a:rPr lang="en-US" err="1"/>
              <a:t>consectetur</a:t>
            </a:r>
            <a:endParaRPr lang="en-US"/>
          </a:p>
        </p:txBody>
      </p:sp>
      <p:sp>
        <p:nvSpPr>
          <p:cNvPr id="4" name="Freeform: Shape 2">
            <a:extLst>
              <a:ext uri="{FF2B5EF4-FFF2-40B4-BE49-F238E27FC236}">
                <a16:creationId xmlns:a16="http://schemas.microsoft.com/office/drawing/2014/main" id="{2F51F4A4-9D1C-10B6-3868-E6FD8FD9C23B}"/>
              </a:ext>
              <a:ext uri="{C183D7F6-B498-43B3-948B-1728B52AA6E4}">
                <adec:decorative xmlns:adec="http://schemas.microsoft.com/office/drawing/2017/decorative" val="1"/>
              </a:ext>
            </a:extLst>
          </p:cNvPr>
          <p:cNvSpPr/>
          <p:nvPr userDrawn="1"/>
        </p:nvSpPr>
        <p:spPr bwMode="auto">
          <a:xfrm>
            <a:off x="-1576" y="1761263"/>
            <a:ext cx="11100760" cy="2453282"/>
          </a:xfrm>
          <a:custGeom>
            <a:avLst/>
            <a:gdLst>
              <a:gd name="connsiteX0" fmla="*/ 0 w 9070975"/>
              <a:gd name="connsiteY0" fmla="*/ 0 h 2491048"/>
              <a:gd name="connsiteX1" fmla="*/ 8850592 w 9070975"/>
              <a:gd name="connsiteY1" fmla="*/ 0 h 2491048"/>
              <a:gd name="connsiteX2" fmla="*/ 9070975 w 9070975"/>
              <a:gd name="connsiteY2" fmla="*/ 220383 h 2491048"/>
              <a:gd name="connsiteX3" fmla="*/ 9070975 w 9070975"/>
              <a:gd name="connsiteY3" fmla="*/ 2270665 h 2491048"/>
              <a:gd name="connsiteX4" fmla="*/ 8850592 w 9070975"/>
              <a:gd name="connsiteY4" fmla="*/ 2491048 h 2491048"/>
              <a:gd name="connsiteX5" fmla="*/ 0 w 9070975"/>
              <a:gd name="connsiteY5" fmla="*/ 2491048 h 2491048"/>
              <a:gd name="connsiteX0" fmla="*/ 25400 w 9096375"/>
              <a:gd name="connsiteY0" fmla="*/ 0 h 2491048"/>
              <a:gd name="connsiteX1" fmla="*/ 8875992 w 9096375"/>
              <a:gd name="connsiteY1" fmla="*/ 0 h 2491048"/>
              <a:gd name="connsiteX2" fmla="*/ 9096375 w 9096375"/>
              <a:gd name="connsiteY2" fmla="*/ 220383 h 2491048"/>
              <a:gd name="connsiteX3" fmla="*/ 9096375 w 9096375"/>
              <a:gd name="connsiteY3" fmla="*/ 2270665 h 2491048"/>
              <a:gd name="connsiteX4" fmla="*/ 8875992 w 9096375"/>
              <a:gd name="connsiteY4" fmla="*/ 2491048 h 2491048"/>
              <a:gd name="connsiteX5" fmla="*/ 25400 w 9096375"/>
              <a:gd name="connsiteY5" fmla="*/ 2491048 h 2491048"/>
              <a:gd name="connsiteX6" fmla="*/ 0 w 9096375"/>
              <a:gd name="connsiteY6" fmla="*/ 1182948 h 2491048"/>
              <a:gd name="connsiteX7" fmla="*/ 25400 w 9096375"/>
              <a:gd name="connsiteY7" fmla="*/ 0 h 2491048"/>
              <a:gd name="connsiteX0" fmla="*/ 0 w 9096375"/>
              <a:gd name="connsiteY0" fmla="*/ 1182948 h 2491048"/>
              <a:gd name="connsiteX1" fmla="*/ 25400 w 9096375"/>
              <a:gd name="connsiteY1" fmla="*/ 0 h 2491048"/>
              <a:gd name="connsiteX2" fmla="*/ 8875992 w 9096375"/>
              <a:gd name="connsiteY2" fmla="*/ 0 h 2491048"/>
              <a:gd name="connsiteX3" fmla="*/ 9096375 w 9096375"/>
              <a:gd name="connsiteY3" fmla="*/ 220383 h 2491048"/>
              <a:gd name="connsiteX4" fmla="*/ 9096375 w 9096375"/>
              <a:gd name="connsiteY4" fmla="*/ 2270665 h 2491048"/>
              <a:gd name="connsiteX5" fmla="*/ 8875992 w 9096375"/>
              <a:gd name="connsiteY5" fmla="*/ 2491048 h 2491048"/>
              <a:gd name="connsiteX6" fmla="*/ 25400 w 9096375"/>
              <a:gd name="connsiteY6" fmla="*/ 2491048 h 2491048"/>
              <a:gd name="connsiteX7" fmla="*/ 91440 w 9096375"/>
              <a:gd name="connsiteY7" fmla="*/ 1274388 h 2491048"/>
              <a:gd name="connsiteX0" fmla="*/ 0 w 9096375"/>
              <a:gd name="connsiteY0" fmla="*/ 1182948 h 2491048"/>
              <a:gd name="connsiteX1" fmla="*/ 25400 w 9096375"/>
              <a:gd name="connsiteY1" fmla="*/ 0 h 2491048"/>
              <a:gd name="connsiteX2" fmla="*/ 8875992 w 9096375"/>
              <a:gd name="connsiteY2" fmla="*/ 0 h 2491048"/>
              <a:gd name="connsiteX3" fmla="*/ 9096375 w 9096375"/>
              <a:gd name="connsiteY3" fmla="*/ 220383 h 2491048"/>
              <a:gd name="connsiteX4" fmla="*/ 9096375 w 9096375"/>
              <a:gd name="connsiteY4" fmla="*/ 2270665 h 2491048"/>
              <a:gd name="connsiteX5" fmla="*/ 8875992 w 9096375"/>
              <a:gd name="connsiteY5" fmla="*/ 2491048 h 2491048"/>
              <a:gd name="connsiteX6" fmla="*/ 25400 w 9096375"/>
              <a:gd name="connsiteY6" fmla="*/ 2491048 h 2491048"/>
              <a:gd name="connsiteX0" fmla="*/ 0 w 9070975"/>
              <a:gd name="connsiteY0" fmla="*/ 0 h 2491048"/>
              <a:gd name="connsiteX1" fmla="*/ 8850592 w 9070975"/>
              <a:gd name="connsiteY1" fmla="*/ 0 h 2491048"/>
              <a:gd name="connsiteX2" fmla="*/ 9070975 w 9070975"/>
              <a:gd name="connsiteY2" fmla="*/ 220383 h 2491048"/>
              <a:gd name="connsiteX3" fmla="*/ 9070975 w 9070975"/>
              <a:gd name="connsiteY3" fmla="*/ 2270665 h 2491048"/>
              <a:gd name="connsiteX4" fmla="*/ 8850592 w 9070975"/>
              <a:gd name="connsiteY4" fmla="*/ 2491048 h 2491048"/>
              <a:gd name="connsiteX5" fmla="*/ 0 w 9070975"/>
              <a:gd name="connsiteY5" fmla="*/ 2491048 h 2491048"/>
              <a:gd name="connsiteX0" fmla="*/ 0 w 9706877"/>
              <a:gd name="connsiteY0" fmla="*/ 0 h 2491048"/>
              <a:gd name="connsiteX1" fmla="*/ 9486494 w 9706877"/>
              <a:gd name="connsiteY1" fmla="*/ 0 h 2491048"/>
              <a:gd name="connsiteX2" fmla="*/ 9706877 w 9706877"/>
              <a:gd name="connsiteY2" fmla="*/ 220383 h 2491048"/>
              <a:gd name="connsiteX3" fmla="*/ 9706877 w 9706877"/>
              <a:gd name="connsiteY3" fmla="*/ 2270665 h 2491048"/>
              <a:gd name="connsiteX4" fmla="*/ 9486494 w 9706877"/>
              <a:gd name="connsiteY4" fmla="*/ 2491048 h 2491048"/>
              <a:gd name="connsiteX5" fmla="*/ 635902 w 9706877"/>
              <a:gd name="connsiteY5" fmla="*/ 2491048 h 2491048"/>
              <a:gd name="connsiteX0" fmla="*/ 19270 w 9726147"/>
              <a:gd name="connsiteY0" fmla="*/ 0 h 2491048"/>
              <a:gd name="connsiteX1" fmla="*/ 9505764 w 9726147"/>
              <a:gd name="connsiteY1" fmla="*/ 0 h 2491048"/>
              <a:gd name="connsiteX2" fmla="*/ 9726147 w 9726147"/>
              <a:gd name="connsiteY2" fmla="*/ 220383 h 2491048"/>
              <a:gd name="connsiteX3" fmla="*/ 9726147 w 9726147"/>
              <a:gd name="connsiteY3" fmla="*/ 2270665 h 2491048"/>
              <a:gd name="connsiteX4" fmla="*/ 9505764 w 9726147"/>
              <a:gd name="connsiteY4" fmla="*/ 2491048 h 2491048"/>
              <a:gd name="connsiteX5" fmla="*/ 0 w 9726147"/>
              <a:gd name="connsiteY5" fmla="*/ 2491048 h 2491048"/>
              <a:gd name="connsiteX0" fmla="*/ 289046 w 9726147"/>
              <a:gd name="connsiteY0" fmla="*/ 0 h 2491048"/>
              <a:gd name="connsiteX1" fmla="*/ 9505764 w 9726147"/>
              <a:gd name="connsiteY1" fmla="*/ 0 h 2491048"/>
              <a:gd name="connsiteX2" fmla="*/ 9726147 w 9726147"/>
              <a:gd name="connsiteY2" fmla="*/ 220383 h 2491048"/>
              <a:gd name="connsiteX3" fmla="*/ 9726147 w 9726147"/>
              <a:gd name="connsiteY3" fmla="*/ 2270665 h 2491048"/>
              <a:gd name="connsiteX4" fmla="*/ 9505764 w 9726147"/>
              <a:gd name="connsiteY4" fmla="*/ 2491048 h 2491048"/>
              <a:gd name="connsiteX5" fmla="*/ 0 w 9726147"/>
              <a:gd name="connsiteY5" fmla="*/ 2491048 h 2491048"/>
              <a:gd name="connsiteX0" fmla="*/ 0 w 9745418"/>
              <a:gd name="connsiteY0" fmla="*/ 0 h 2491048"/>
              <a:gd name="connsiteX1" fmla="*/ 9525035 w 9745418"/>
              <a:gd name="connsiteY1" fmla="*/ 0 h 2491048"/>
              <a:gd name="connsiteX2" fmla="*/ 9745418 w 9745418"/>
              <a:gd name="connsiteY2" fmla="*/ 220383 h 2491048"/>
              <a:gd name="connsiteX3" fmla="*/ 9745418 w 9745418"/>
              <a:gd name="connsiteY3" fmla="*/ 2270665 h 2491048"/>
              <a:gd name="connsiteX4" fmla="*/ 9525035 w 9745418"/>
              <a:gd name="connsiteY4" fmla="*/ 2491048 h 2491048"/>
              <a:gd name="connsiteX5" fmla="*/ 19271 w 9745418"/>
              <a:gd name="connsiteY5" fmla="*/ 2491048 h 2491048"/>
              <a:gd name="connsiteX0" fmla="*/ 28903 w 9726147"/>
              <a:gd name="connsiteY0" fmla="*/ 0 h 2491048"/>
              <a:gd name="connsiteX1" fmla="*/ 9505764 w 9726147"/>
              <a:gd name="connsiteY1" fmla="*/ 0 h 2491048"/>
              <a:gd name="connsiteX2" fmla="*/ 9726147 w 9726147"/>
              <a:gd name="connsiteY2" fmla="*/ 220383 h 2491048"/>
              <a:gd name="connsiteX3" fmla="*/ 9726147 w 9726147"/>
              <a:gd name="connsiteY3" fmla="*/ 2270665 h 2491048"/>
              <a:gd name="connsiteX4" fmla="*/ 9505764 w 9726147"/>
              <a:gd name="connsiteY4" fmla="*/ 2491048 h 2491048"/>
              <a:gd name="connsiteX5" fmla="*/ 0 w 9726147"/>
              <a:gd name="connsiteY5" fmla="*/ 2491048 h 2491048"/>
              <a:gd name="connsiteX0" fmla="*/ 0 w 9697244"/>
              <a:gd name="connsiteY0" fmla="*/ 0 h 2491048"/>
              <a:gd name="connsiteX1" fmla="*/ 9476861 w 9697244"/>
              <a:gd name="connsiteY1" fmla="*/ 0 h 2491048"/>
              <a:gd name="connsiteX2" fmla="*/ 9697244 w 9697244"/>
              <a:gd name="connsiteY2" fmla="*/ 220383 h 2491048"/>
              <a:gd name="connsiteX3" fmla="*/ 9697244 w 9697244"/>
              <a:gd name="connsiteY3" fmla="*/ 2270665 h 2491048"/>
              <a:gd name="connsiteX4" fmla="*/ 9476861 w 9697244"/>
              <a:gd name="connsiteY4" fmla="*/ 2491048 h 2491048"/>
              <a:gd name="connsiteX5" fmla="*/ 154159 w 9697244"/>
              <a:gd name="connsiteY5" fmla="*/ 2491048 h 2491048"/>
              <a:gd name="connsiteX0" fmla="*/ 0 w 9697244"/>
              <a:gd name="connsiteY0" fmla="*/ 0 h 2491048"/>
              <a:gd name="connsiteX1" fmla="*/ 9476861 w 9697244"/>
              <a:gd name="connsiteY1" fmla="*/ 0 h 2491048"/>
              <a:gd name="connsiteX2" fmla="*/ 9697244 w 9697244"/>
              <a:gd name="connsiteY2" fmla="*/ 220383 h 2491048"/>
              <a:gd name="connsiteX3" fmla="*/ 9697244 w 9697244"/>
              <a:gd name="connsiteY3" fmla="*/ 2270665 h 2491048"/>
              <a:gd name="connsiteX4" fmla="*/ 9476861 w 9697244"/>
              <a:gd name="connsiteY4" fmla="*/ 2491048 h 2491048"/>
              <a:gd name="connsiteX5" fmla="*/ 1 w 9697244"/>
              <a:gd name="connsiteY5" fmla="*/ 2491048 h 2491048"/>
              <a:gd name="connsiteX0" fmla="*/ 240871 w 9938115"/>
              <a:gd name="connsiteY0" fmla="*/ 0 h 2491048"/>
              <a:gd name="connsiteX1" fmla="*/ 9717732 w 9938115"/>
              <a:gd name="connsiteY1" fmla="*/ 0 h 2491048"/>
              <a:gd name="connsiteX2" fmla="*/ 9938115 w 9938115"/>
              <a:gd name="connsiteY2" fmla="*/ 220383 h 2491048"/>
              <a:gd name="connsiteX3" fmla="*/ 9938115 w 9938115"/>
              <a:gd name="connsiteY3" fmla="*/ 2270665 h 2491048"/>
              <a:gd name="connsiteX4" fmla="*/ 9717732 w 9938115"/>
              <a:gd name="connsiteY4" fmla="*/ 2491048 h 2491048"/>
              <a:gd name="connsiteX5" fmla="*/ 0 w 9938115"/>
              <a:gd name="connsiteY5" fmla="*/ 2491048 h 2491048"/>
              <a:gd name="connsiteX0" fmla="*/ 9634 w 9938115"/>
              <a:gd name="connsiteY0" fmla="*/ 0 h 2491048"/>
              <a:gd name="connsiteX1" fmla="*/ 9717732 w 9938115"/>
              <a:gd name="connsiteY1" fmla="*/ 0 h 2491048"/>
              <a:gd name="connsiteX2" fmla="*/ 9938115 w 9938115"/>
              <a:gd name="connsiteY2" fmla="*/ 220383 h 2491048"/>
              <a:gd name="connsiteX3" fmla="*/ 9938115 w 9938115"/>
              <a:gd name="connsiteY3" fmla="*/ 2270665 h 2491048"/>
              <a:gd name="connsiteX4" fmla="*/ 9717732 w 9938115"/>
              <a:gd name="connsiteY4" fmla="*/ 2491048 h 2491048"/>
              <a:gd name="connsiteX5" fmla="*/ 0 w 9938115"/>
              <a:gd name="connsiteY5" fmla="*/ 2491048 h 2491048"/>
              <a:gd name="connsiteX0" fmla="*/ 0 w 10058822"/>
              <a:gd name="connsiteY0" fmla="*/ 0 h 2491048"/>
              <a:gd name="connsiteX1" fmla="*/ 9838439 w 10058822"/>
              <a:gd name="connsiteY1" fmla="*/ 0 h 2491048"/>
              <a:gd name="connsiteX2" fmla="*/ 10058822 w 10058822"/>
              <a:gd name="connsiteY2" fmla="*/ 220383 h 2491048"/>
              <a:gd name="connsiteX3" fmla="*/ 10058822 w 10058822"/>
              <a:gd name="connsiteY3" fmla="*/ 2270665 h 2491048"/>
              <a:gd name="connsiteX4" fmla="*/ 9838439 w 10058822"/>
              <a:gd name="connsiteY4" fmla="*/ 2491048 h 2491048"/>
              <a:gd name="connsiteX5" fmla="*/ 120707 w 10058822"/>
              <a:gd name="connsiteY5" fmla="*/ 2491048 h 2491048"/>
              <a:gd name="connsiteX0" fmla="*/ 324 w 10059146"/>
              <a:gd name="connsiteY0" fmla="*/ 0 h 2491048"/>
              <a:gd name="connsiteX1" fmla="*/ 9838763 w 10059146"/>
              <a:gd name="connsiteY1" fmla="*/ 0 h 2491048"/>
              <a:gd name="connsiteX2" fmla="*/ 10059146 w 10059146"/>
              <a:gd name="connsiteY2" fmla="*/ 220383 h 2491048"/>
              <a:gd name="connsiteX3" fmla="*/ 10059146 w 10059146"/>
              <a:gd name="connsiteY3" fmla="*/ 2270665 h 2491048"/>
              <a:gd name="connsiteX4" fmla="*/ 9838763 w 10059146"/>
              <a:gd name="connsiteY4" fmla="*/ 2491048 h 2491048"/>
              <a:gd name="connsiteX5" fmla="*/ 0 w 10059146"/>
              <a:gd name="connsiteY5" fmla="*/ 2491048 h 2491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59146" h="2491048">
                <a:moveTo>
                  <a:pt x="324" y="0"/>
                </a:moveTo>
                <a:lnTo>
                  <a:pt x="9838763" y="0"/>
                </a:lnTo>
                <a:cubicBezTo>
                  <a:pt x="9960477" y="0"/>
                  <a:pt x="10059146" y="98669"/>
                  <a:pt x="10059146" y="220383"/>
                </a:cubicBezTo>
                <a:lnTo>
                  <a:pt x="10059146" y="2270665"/>
                </a:lnTo>
                <a:cubicBezTo>
                  <a:pt x="10059146" y="2392379"/>
                  <a:pt x="9960477" y="2491048"/>
                  <a:pt x="9838763" y="2491048"/>
                </a:cubicBezTo>
                <a:lnTo>
                  <a:pt x="0" y="2491048"/>
                </a:lnTo>
              </a:path>
            </a:pathLst>
          </a:custGeom>
          <a:ln w="15875" cap="flat">
            <a:gradFill flip="none" rotWithShape="1">
              <a:gsLst>
                <a:gs pos="0">
                  <a:srgbClr val="0078D4"/>
                </a:gs>
                <a:gs pos="100000">
                  <a:schemeClr val="accent3"/>
                </a:gs>
              </a:gsLst>
              <a:lin ang="0" scaled="1"/>
              <a:tileRect/>
            </a:gra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a:ea typeface="+mn-ea"/>
              <a:cs typeface="Segoe UI" pitchFamily="34" charset="0"/>
            </a:endParaRPr>
          </a:p>
        </p:txBody>
      </p:sp>
      <p:grpSp>
        <p:nvGrpSpPr>
          <p:cNvPr id="41" name="Group 40">
            <a:extLst>
              <a:ext uri="{FF2B5EF4-FFF2-40B4-BE49-F238E27FC236}">
                <a16:creationId xmlns:a16="http://schemas.microsoft.com/office/drawing/2014/main" id="{09DFAC3A-9D18-4DFA-67CB-EE7054879BA6}"/>
              </a:ext>
              <a:ext uri="{C183D7F6-B498-43B3-948B-1728B52AA6E4}">
                <adec:decorative xmlns:adec="http://schemas.microsoft.com/office/drawing/2017/decorative" val="1"/>
              </a:ext>
            </a:extLst>
          </p:cNvPr>
          <p:cNvGrpSpPr/>
          <p:nvPr userDrawn="1"/>
        </p:nvGrpSpPr>
        <p:grpSpPr>
          <a:xfrm>
            <a:off x="3636944" y="1684408"/>
            <a:ext cx="166152" cy="166152"/>
            <a:chOff x="5214995" y="-1168400"/>
            <a:chExt cx="431800" cy="431800"/>
          </a:xfrm>
        </p:grpSpPr>
        <p:sp>
          <p:nvSpPr>
            <p:cNvPr id="42" name="Oval 41">
              <a:extLst>
                <a:ext uri="{FF2B5EF4-FFF2-40B4-BE49-F238E27FC236}">
                  <a16:creationId xmlns:a16="http://schemas.microsoft.com/office/drawing/2014/main" id="{71508D32-3003-665E-D9C9-67ACD21C3D71}"/>
                </a:ext>
              </a:extLst>
            </p:cNvPr>
            <p:cNvSpPr/>
            <p:nvPr/>
          </p:nvSpPr>
          <p:spPr bwMode="auto">
            <a:xfrm>
              <a:off x="5214995" y="-1168400"/>
              <a:ext cx="431800" cy="431800"/>
            </a:xfrm>
            <a:prstGeom prst="ellipse">
              <a:avLst/>
            </a:prstGeom>
            <a:solidFill>
              <a:srgbClr val="F2F2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43" name="Rectangle 89">
              <a:extLst>
                <a:ext uri="{FF2B5EF4-FFF2-40B4-BE49-F238E27FC236}">
                  <a16:creationId xmlns:a16="http://schemas.microsoft.com/office/drawing/2014/main" id="{248CF6DE-65DC-C736-D623-1F2A06E914A7}"/>
                </a:ext>
              </a:extLst>
            </p:cNvPr>
            <p:cNvSpPr/>
            <p:nvPr/>
          </p:nvSpPr>
          <p:spPr bwMode="auto">
            <a:xfrm rot="2700000">
              <a:off x="5303185" y="-1042110"/>
              <a:ext cx="179220" cy="179220"/>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15875" cap="rnd">
              <a:gradFill flip="none" rotWithShape="1">
                <a:gsLst>
                  <a:gs pos="0">
                    <a:srgbClr val="0078D4"/>
                  </a:gs>
                  <a:gs pos="100000">
                    <a:schemeClr val="accent3"/>
                  </a:gs>
                </a:gsLst>
                <a:lin ang="0" scaled="1"/>
                <a:tileRect/>
              </a:gra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a:ea typeface="+mn-ea"/>
                <a:cs typeface="Segoe UI" pitchFamily="34" charset="0"/>
              </a:endParaRPr>
            </a:p>
          </p:txBody>
        </p:sp>
      </p:grpSp>
      <p:grpSp>
        <p:nvGrpSpPr>
          <p:cNvPr id="44" name="Group 43">
            <a:extLst>
              <a:ext uri="{FF2B5EF4-FFF2-40B4-BE49-F238E27FC236}">
                <a16:creationId xmlns:a16="http://schemas.microsoft.com/office/drawing/2014/main" id="{D45B81D1-84F0-94E4-4DE4-7A327E9B2AE4}"/>
              </a:ext>
              <a:ext uri="{C183D7F6-B498-43B3-948B-1728B52AA6E4}">
                <adec:decorative xmlns:adec="http://schemas.microsoft.com/office/drawing/2017/decorative" val="1"/>
              </a:ext>
            </a:extLst>
          </p:cNvPr>
          <p:cNvGrpSpPr/>
          <p:nvPr userDrawn="1"/>
        </p:nvGrpSpPr>
        <p:grpSpPr>
          <a:xfrm>
            <a:off x="7100584" y="1684408"/>
            <a:ext cx="166152" cy="166152"/>
            <a:chOff x="5214995" y="-1168400"/>
            <a:chExt cx="431800" cy="431800"/>
          </a:xfrm>
        </p:grpSpPr>
        <p:sp>
          <p:nvSpPr>
            <p:cNvPr id="45" name="Oval 44">
              <a:extLst>
                <a:ext uri="{FF2B5EF4-FFF2-40B4-BE49-F238E27FC236}">
                  <a16:creationId xmlns:a16="http://schemas.microsoft.com/office/drawing/2014/main" id="{E8C73BD9-3028-F45B-8158-789AEF32D473}"/>
                </a:ext>
              </a:extLst>
            </p:cNvPr>
            <p:cNvSpPr/>
            <p:nvPr/>
          </p:nvSpPr>
          <p:spPr bwMode="auto">
            <a:xfrm>
              <a:off x="5214995" y="-1168400"/>
              <a:ext cx="431800" cy="431800"/>
            </a:xfrm>
            <a:prstGeom prst="ellipse">
              <a:avLst/>
            </a:prstGeom>
            <a:solidFill>
              <a:srgbClr val="F2F2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sp>
          <p:nvSpPr>
            <p:cNvPr id="46" name="Rectangle 89">
              <a:extLst>
                <a:ext uri="{FF2B5EF4-FFF2-40B4-BE49-F238E27FC236}">
                  <a16:creationId xmlns:a16="http://schemas.microsoft.com/office/drawing/2014/main" id="{FAF601F9-E0B9-1FBF-2750-424B7916332E}"/>
                </a:ext>
              </a:extLst>
            </p:cNvPr>
            <p:cNvSpPr/>
            <p:nvPr/>
          </p:nvSpPr>
          <p:spPr bwMode="auto">
            <a:xfrm rot="2700000">
              <a:off x="5303185" y="-1042110"/>
              <a:ext cx="179220" cy="179220"/>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15875" cap="rnd">
              <a:gradFill flip="none" rotWithShape="1">
                <a:gsLst>
                  <a:gs pos="0">
                    <a:srgbClr val="0078D4"/>
                  </a:gs>
                  <a:gs pos="100000">
                    <a:schemeClr val="accent3"/>
                  </a:gs>
                </a:gsLst>
                <a:lin ang="0" scaled="1"/>
                <a:tileRect/>
              </a:gra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a:ea typeface="+mn-ea"/>
                <a:cs typeface="Segoe UI" pitchFamily="34" charset="0"/>
              </a:endParaRPr>
            </a:p>
          </p:txBody>
        </p:sp>
      </p:grpSp>
      <p:grpSp>
        <p:nvGrpSpPr>
          <p:cNvPr id="47" name="Group 46">
            <a:extLst>
              <a:ext uri="{FF2B5EF4-FFF2-40B4-BE49-F238E27FC236}">
                <a16:creationId xmlns:a16="http://schemas.microsoft.com/office/drawing/2014/main" id="{F779840A-3B56-4441-9EB1-044204839ABC}"/>
              </a:ext>
              <a:ext uri="{C183D7F6-B498-43B3-948B-1728B52AA6E4}">
                <adec:decorative xmlns:adec="http://schemas.microsoft.com/office/drawing/2017/decorative" val="1"/>
              </a:ext>
            </a:extLst>
          </p:cNvPr>
          <p:cNvGrpSpPr/>
          <p:nvPr userDrawn="1"/>
        </p:nvGrpSpPr>
        <p:grpSpPr>
          <a:xfrm flipH="1">
            <a:off x="3636944" y="4142745"/>
            <a:ext cx="166152" cy="166152"/>
            <a:chOff x="5214995" y="-1168400"/>
            <a:chExt cx="431800" cy="431800"/>
          </a:xfrm>
        </p:grpSpPr>
        <p:sp>
          <p:nvSpPr>
            <p:cNvPr id="48" name="Oval 47">
              <a:extLst>
                <a:ext uri="{FF2B5EF4-FFF2-40B4-BE49-F238E27FC236}">
                  <a16:creationId xmlns:a16="http://schemas.microsoft.com/office/drawing/2014/main" id="{2672E089-DCD3-79B1-E202-7C5F962CAC83}"/>
                </a:ext>
              </a:extLst>
            </p:cNvPr>
            <p:cNvSpPr/>
            <p:nvPr/>
          </p:nvSpPr>
          <p:spPr bwMode="auto">
            <a:xfrm>
              <a:off x="5214995" y="-1168400"/>
              <a:ext cx="431800" cy="431800"/>
            </a:xfrm>
            <a:prstGeom prst="ellipse">
              <a:avLst/>
            </a:prstGeom>
            <a:solidFill>
              <a:srgbClr val="F2F2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sp>
          <p:nvSpPr>
            <p:cNvPr id="49" name="Rectangle 89">
              <a:extLst>
                <a:ext uri="{FF2B5EF4-FFF2-40B4-BE49-F238E27FC236}">
                  <a16:creationId xmlns:a16="http://schemas.microsoft.com/office/drawing/2014/main" id="{5A2EC4C6-437C-8108-922E-C4B4286B3B35}"/>
                </a:ext>
              </a:extLst>
            </p:cNvPr>
            <p:cNvSpPr/>
            <p:nvPr/>
          </p:nvSpPr>
          <p:spPr bwMode="auto">
            <a:xfrm rot="2700000">
              <a:off x="5303185" y="-1042110"/>
              <a:ext cx="179220" cy="179220"/>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15875" cap="rnd">
              <a:gradFill flip="none" rotWithShape="1">
                <a:gsLst>
                  <a:gs pos="0">
                    <a:srgbClr val="0078D4"/>
                  </a:gs>
                  <a:gs pos="100000">
                    <a:schemeClr val="accent3"/>
                  </a:gs>
                </a:gsLst>
                <a:lin ang="0" scaled="1"/>
                <a:tileRect/>
              </a:gra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a:ea typeface="+mn-ea"/>
                <a:cs typeface="Segoe UI" pitchFamily="34" charset="0"/>
              </a:endParaRPr>
            </a:p>
          </p:txBody>
        </p:sp>
      </p:grpSp>
      <p:grpSp>
        <p:nvGrpSpPr>
          <p:cNvPr id="50" name="Group 49">
            <a:extLst>
              <a:ext uri="{FF2B5EF4-FFF2-40B4-BE49-F238E27FC236}">
                <a16:creationId xmlns:a16="http://schemas.microsoft.com/office/drawing/2014/main" id="{B64E915B-BA21-E031-5D19-4519F1D78B45}"/>
              </a:ext>
              <a:ext uri="{C183D7F6-B498-43B3-948B-1728B52AA6E4}">
                <adec:decorative xmlns:adec="http://schemas.microsoft.com/office/drawing/2017/decorative" val="1"/>
              </a:ext>
            </a:extLst>
          </p:cNvPr>
          <p:cNvGrpSpPr/>
          <p:nvPr userDrawn="1"/>
        </p:nvGrpSpPr>
        <p:grpSpPr>
          <a:xfrm flipH="1">
            <a:off x="7100584" y="4142745"/>
            <a:ext cx="166152" cy="166152"/>
            <a:chOff x="5214995" y="-1168400"/>
            <a:chExt cx="431800" cy="431800"/>
          </a:xfrm>
        </p:grpSpPr>
        <p:sp>
          <p:nvSpPr>
            <p:cNvPr id="51" name="Oval 50">
              <a:extLst>
                <a:ext uri="{FF2B5EF4-FFF2-40B4-BE49-F238E27FC236}">
                  <a16:creationId xmlns:a16="http://schemas.microsoft.com/office/drawing/2014/main" id="{02B82046-E842-DA14-9AF1-3064C6A958A2}"/>
                </a:ext>
              </a:extLst>
            </p:cNvPr>
            <p:cNvSpPr/>
            <p:nvPr/>
          </p:nvSpPr>
          <p:spPr bwMode="auto">
            <a:xfrm>
              <a:off x="5214995" y="-1168400"/>
              <a:ext cx="431800" cy="431800"/>
            </a:xfrm>
            <a:prstGeom prst="ellipse">
              <a:avLst/>
            </a:prstGeom>
            <a:solidFill>
              <a:srgbClr val="F2F2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sp>
          <p:nvSpPr>
            <p:cNvPr id="52" name="Rectangle 89">
              <a:extLst>
                <a:ext uri="{FF2B5EF4-FFF2-40B4-BE49-F238E27FC236}">
                  <a16:creationId xmlns:a16="http://schemas.microsoft.com/office/drawing/2014/main" id="{C23BDFA1-27FE-AFFE-BAFA-178EC2BDEE68}"/>
                </a:ext>
              </a:extLst>
            </p:cNvPr>
            <p:cNvSpPr/>
            <p:nvPr/>
          </p:nvSpPr>
          <p:spPr bwMode="auto">
            <a:xfrm rot="2700000">
              <a:off x="5303185" y="-1042110"/>
              <a:ext cx="179220" cy="179220"/>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15875" cap="rnd">
              <a:gradFill flip="none" rotWithShape="1">
                <a:gsLst>
                  <a:gs pos="0">
                    <a:srgbClr val="0078D4"/>
                  </a:gs>
                  <a:gs pos="100000">
                    <a:schemeClr val="accent3"/>
                  </a:gs>
                </a:gsLst>
                <a:lin ang="0" scaled="1"/>
                <a:tileRect/>
              </a:gra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a:ea typeface="+mn-ea"/>
                <a:cs typeface="Segoe UI" pitchFamily="34" charset="0"/>
              </a:endParaRPr>
            </a:p>
          </p:txBody>
        </p:sp>
      </p:grpSp>
      <p:grpSp>
        <p:nvGrpSpPr>
          <p:cNvPr id="53" name="Group 52">
            <a:extLst>
              <a:ext uri="{FF2B5EF4-FFF2-40B4-BE49-F238E27FC236}">
                <a16:creationId xmlns:a16="http://schemas.microsoft.com/office/drawing/2014/main" id="{2A8269E9-7FA7-00B4-27D8-BD3C30EC9C33}"/>
              </a:ext>
              <a:ext uri="{C183D7F6-B498-43B3-948B-1728B52AA6E4}">
                <adec:decorative xmlns:adec="http://schemas.microsoft.com/office/drawing/2017/decorative" val="1"/>
              </a:ext>
            </a:extLst>
          </p:cNvPr>
          <p:cNvGrpSpPr/>
          <p:nvPr userDrawn="1"/>
        </p:nvGrpSpPr>
        <p:grpSpPr>
          <a:xfrm rot="5400000">
            <a:off x="11016108" y="2124548"/>
            <a:ext cx="166152" cy="166152"/>
            <a:chOff x="5214995" y="-1168400"/>
            <a:chExt cx="431800" cy="431800"/>
          </a:xfrm>
        </p:grpSpPr>
        <p:sp>
          <p:nvSpPr>
            <p:cNvPr id="54" name="Oval 53">
              <a:extLst>
                <a:ext uri="{FF2B5EF4-FFF2-40B4-BE49-F238E27FC236}">
                  <a16:creationId xmlns:a16="http://schemas.microsoft.com/office/drawing/2014/main" id="{4716AABC-F343-A221-57CC-C5D99F7B3846}"/>
                </a:ext>
              </a:extLst>
            </p:cNvPr>
            <p:cNvSpPr/>
            <p:nvPr/>
          </p:nvSpPr>
          <p:spPr bwMode="auto">
            <a:xfrm>
              <a:off x="5214995" y="-1168400"/>
              <a:ext cx="431800" cy="431800"/>
            </a:xfrm>
            <a:prstGeom prst="ellipse">
              <a:avLst/>
            </a:prstGeom>
            <a:solidFill>
              <a:srgbClr val="F2F2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sp>
          <p:nvSpPr>
            <p:cNvPr id="55" name="Rectangle 89">
              <a:extLst>
                <a:ext uri="{FF2B5EF4-FFF2-40B4-BE49-F238E27FC236}">
                  <a16:creationId xmlns:a16="http://schemas.microsoft.com/office/drawing/2014/main" id="{061DE92A-41EF-BE20-2B32-1F1C759D49CA}"/>
                </a:ext>
              </a:extLst>
            </p:cNvPr>
            <p:cNvSpPr/>
            <p:nvPr/>
          </p:nvSpPr>
          <p:spPr bwMode="auto">
            <a:xfrm rot="2700000">
              <a:off x="5303185" y="-1042110"/>
              <a:ext cx="179220" cy="179220"/>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15875" cap="rnd">
              <a:gradFill flip="none" rotWithShape="1">
                <a:gsLst>
                  <a:gs pos="0">
                    <a:srgbClr val="0078D4"/>
                  </a:gs>
                  <a:gs pos="100000">
                    <a:schemeClr val="accent3"/>
                  </a:gs>
                </a:gsLst>
                <a:lin ang="0" scaled="1"/>
                <a:tileRect/>
              </a:gra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a:ea typeface="+mn-ea"/>
                <a:cs typeface="Segoe UI" pitchFamily="34" charset="0"/>
              </a:endParaRPr>
            </a:p>
          </p:txBody>
        </p:sp>
      </p:grpSp>
      <p:grpSp>
        <p:nvGrpSpPr>
          <p:cNvPr id="56" name="Group 55">
            <a:extLst>
              <a:ext uri="{FF2B5EF4-FFF2-40B4-BE49-F238E27FC236}">
                <a16:creationId xmlns:a16="http://schemas.microsoft.com/office/drawing/2014/main" id="{3D806EBC-6CF0-B99D-315F-A10C3C5C5E85}"/>
              </a:ext>
              <a:ext uri="{C183D7F6-B498-43B3-948B-1728B52AA6E4}">
                <adec:decorative xmlns:adec="http://schemas.microsoft.com/office/drawing/2017/decorative" val="1"/>
              </a:ext>
            </a:extLst>
          </p:cNvPr>
          <p:cNvGrpSpPr/>
          <p:nvPr userDrawn="1"/>
        </p:nvGrpSpPr>
        <p:grpSpPr>
          <a:xfrm rot="5400000">
            <a:off x="11016108" y="3672835"/>
            <a:ext cx="166152" cy="166152"/>
            <a:chOff x="5214995" y="-1168400"/>
            <a:chExt cx="431800" cy="431800"/>
          </a:xfrm>
        </p:grpSpPr>
        <p:sp>
          <p:nvSpPr>
            <p:cNvPr id="57" name="Oval 56">
              <a:extLst>
                <a:ext uri="{FF2B5EF4-FFF2-40B4-BE49-F238E27FC236}">
                  <a16:creationId xmlns:a16="http://schemas.microsoft.com/office/drawing/2014/main" id="{FCE15390-CFE7-F286-A235-8FA675AD4A0E}"/>
                </a:ext>
              </a:extLst>
            </p:cNvPr>
            <p:cNvSpPr/>
            <p:nvPr/>
          </p:nvSpPr>
          <p:spPr bwMode="auto">
            <a:xfrm>
              <a:off x="5214995" y="-1168400"/>
              <a:ext cx="431800" cy="431800"/>
            </a:xfrm>
            <a:prstGeom prst="ellipse">
              <a:avLst/>
            </a:prstGeom>
            <a:solidFill>
              <a:srgbClr val="F2F2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sp>
          <p:nvSpPr>
            <p:cNvPr id="58" name="Rectangle 89">
              <a:extLst>
                <a:ext uri="{FF2B5EF4-FFF2-40B4-BE49-F238E27FC236}">
                  <a16:creationId xmlns:a16="http://schemas.microsoft.com/office/drawing/2014/main" id="{3AEFD386-8FD7-D901-A569-04180E61B0C0}"/>
                </a:ext>
              </a:extLst>
            </p:cNvPr>
            <p:cNvSpPr/>
            <p:nvPr/>
          </p:nvSpPr>
          <p:spPr bwMode="auto">
            <a:xfrm rot="2700000">
              <a:off x="5303185" y="-1042110"/>
              <a:ext cx="179220" cy="179220"/>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15875" cap="rnd">
              <a:gradFill flip="none" rotWithShape="1">
                <a:gsLst>
                  <a:gs pos="0">
                    <a:srgbClr val="0078D4"/>
                  </a:gs>
                  <a:gs pos="100000">
                    <a:schemeClr val="accent3"/>
                  </a:gs>
                </a:gsLst>
                <a:lin ang="0" scaled="1"/>
                <a:tileRect/>
              </a:gra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a:ea typeface="+mn-ea"/>
                <a:cs typeface="Segoe UI" pitchFamily="34" charset="0"/>
              </a:endParaRPr>
            </a:p>
          </p:txBody>
        </p:sp>
      </p:grpSp>
      <p:sp>
        <p:nvSpPr>
          <p:cNvPr id="75" name="TextBox 74">
            <a:extLst>
              <a:ext uri="{FF2B5EF4-FFF2-40B4-BE49-F238E27FC236}">
                <a16:creationId xmlns:a16="http://schemas.microsoft.com/office/drawing/2014/main" id="{1BB75DAB-4D8A-2933-BB52-0C94AA4816E3}"/>
              </a:ext>
            </a:extLst>
          </p:cNvPr>
          <p:cNvSpPr txBox="1"/>
          <p:nvPr userDrawn="1"/>
        </p:nvSpPr>
        <p:spPr>
          <a:xfrm>
            <a:off x="10369868" y="351933"/>
            <a:ext cx="992247" cy="153888"/>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1" u="none" strike="noStrike" kern="1200" cap="none" spc="0" normalizeH="0" baseline="0" noProof="0">
                <a:ln>
                  <a:noFill/>
                </a:ln>
                <a:solidFill>
                  <a:srgbClr val="000000"/>
                </a:solidFill>
                <a:effectLst/>
                <a:uLnTx/>
                <a:uFillTx/>
                <a:latin typeface="Segoe UI Semibold" panose="020B0502040204020203" pitchFamily="34" charset="0"/>
                <a:cs typeface="Segoe UI Semibold" panose="020B0502040204020203" pitchFamily="34" charset="0"/>
              </a:rPr>
              <a:t>Scenario level:</a:t>
            </a:r>
          </a:p>
        </p:txBody>
      </p:sp>
      <p:sp>
        <p:nvSpPr>
          <p:cNvPr id="84" name="TextBox 83">
            <a:extLst>
              <a:ext uri="{FF2B5EF4-FFF2-40B4-BE49-F238E27FC236}">
                <a16:creationId xmlns:a16="http://schemas.microsoft.com/office/drawing/2014/main" id="{8D8427AA-F015-D373-46E2-2EB1053D80CE}"/>
              </a:ext>
            </a:extLst>
          </p:cNvPr>
          <p:cNvSpPr txBox="1"/>
          <p:nvPr userDrawn="1"/>
        </p:nvSpPr>
        <p:spPr>
          <a:xfrm>
            <a:off x="9126798" y="351933"/>
            <a:ext cx="992247" cy="153888"/>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1" u="none" strike="noStrike" kern="1200" cap="none" spc="0" normalizeH="0" baseline="0" noProof="0">
                <a:ln>
                  <a:noFill/>
                </a:ln>
                <a:solidFill>
                  <a:srgbClr val="000000"/>
                </a:solidFill>
                <a:effectLst/>
                <a:uLnTx/>
                <a:uFillTx/>
                <a:latin typeface="Segoe UI Semibold" panose="020B0502040204020203" pitchFamily="34" charset="0"/>
                <a:cs typeface="Segoe UI Semibold" panose="020B0502040204020203" pitchFamily="34" charset="0"/>
              </a:rPr>
              <a:t>Available with:</a:t>
            </a:r>
          </a:p>
        </p:txBody>
      </p:sp>
      <p:cxnSp>
        <p:nvCxnSpPr>
          <p:cNvPr id="86" name="Straight Connector 85">
            <a:extLst>
              <a:ext uri="{FF2B5EF4-FFF2-40B4-BE49-F238E27FC236}">
                <a16:creationId xmlns:a16="http://schemas.microsoft.com/office/drawing/2014/main" id="{4216CED8-8F45-B380-FB1B-B9408979340F}"/>
              </a:ext>
            </a:extLst>
          </p:cNvPr>
          <p:cNvCxnSpPr/>
          <p:nvPr userDrawn="1"/>
        </p:nvCxnSpPr>
        <p:spPr>
          <a:xfrm>
            <a:off x="10357789" y="358721"/>
            <a:ext cx="0" cy="331655"/>
          </a:xfrm>
          <a:prstGeom prst="line">
            <a:avLst/>
          </a:prstGeom>
          <a:ln>
            <a:solidFill>
              <a:srgbClr val="B1B3B3"/>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95" name="Text Placeholder 94">
            <a:extLst>
              <a:ext uri="{FF2B5EF4-FFF2-40B4-BE49-F238E27FC236}">
                <a16:creationId xmlns:a16="http://schemas.microsoft.com/office/drawing/2014/main" id="{545F2FD2-44C5-DA9F-8E2B-13D6C03793D7}"/>
              </a:ext>
            </a:extLst>
          </p:cNvPr>
          <p:cNvSpPr>
            <a:spLocks noGrp="1"/>
          </p:cNvSpPr>
          <p:nvPr>
            <p:ph type="body" sz="quarter" idx="11"/>
          </p:nvPr>
        </p:nvSpPr>
        <p:spPr>
          <a:xfrm>
            <a:off x="584200" y="1593881"/>
            <a:ext cx="2808000" cy="345600"/>
          </a:xfrm>
          <a:prstGeom prst="roundRect">
            <a:avLst>
              <a:gd name="adj" fmla="val 50000"/>
            </a:avLst>
          </a:prstGeom>
          <a:gradFill flip="none" rotWithShape="1">
            <a:gsLst>
              <a:gs pos="35000">
                <a:srgbClr val="0078D4"/>
              </a:gs>
              <a:gs pos="0">
                <a:srgbClr val="C03BC4"/>
              </a:gs>
            </a:gsLst>
            <a:path path="circle">
              <a:fillToRect l="100000" t="100000"/>
            </a:path>
            <a:tileRect r="-100000" b="-100000"/>
          </a:gradFill>
          <a:effectLst>
            <a:outerShdw blurRad="63500" dist="63500" dir="2700000" algn="tl" rotWithShape="0">
              <a:srgbClr val="454142">
                <a:alpha val="20000"/>
              </a:srgbClr>
            </a:outerShdw>
          </a:effectLst>
        </p:spPr>
        <p:txBody>
          <a:bodyPr anchor="ctr" anchorCtr="0">
            <a:noAutofit/>
          </a:bodyPr>
          <a:lstStyle>
            <a:lvl1pPr marL="0" indent="0" algn="ctr">
              <a:buNone/>
              <a:defRPr sz="1200" b="1" i="0">
                <a:solidFill>
                  <a:srgbClr val="FFFFFF"/>
                </a:solidFill>
                <a:latin typeface="Segoe UI Semibold" panose="020B0502040204020203" pitchFamily="34" charset="0"/>
                <a:cs typeface="Segoe UI Semibold" panose="020B0502040204020203" pitchFamily="34" charset="0"/>
              </a:defRPr>
            </a:lvl1pPr>
          </a:lstStyle>
          <a:p>
            <a:pPr lvl="0"/>
            <a:r>
              <a:rPr lang="en-US"/>
              <a:t>Click to edit Master text styles</a:t>
            </a:r>
          </a:p>
        </p:txBody>
      </p:sp>
      <p:sp>
        <p:nvSpPr>
          <p:cNvPr id="96" name="Text Placeholder 94">
            <a:extLst>
              <a:ext uri="{FF2B5EF4-FFF2-40B4-BE49-F238E27FC236}">
                <a16:creationId xmlns:a16="http://schemas.microsoft.com/office/drawing/2014/main" id="{8A6533F9-9132-CD8F-EACD-23DC8A6FF27F}"/>
              </a:ext>
            </a:extLst>
          </p:cNvPr>
          <p:cNvSpPr>
            <a:spLocks noGrp="1"/>
          </p:cNvSpPr>
          <p:nvPr>
            <p:ph type="body" sz="quarter" idx="12"/>
          </p:nvPr>
        </p:nvSpPr>
        <p:spPr>
          <a:xfrm>
            <a:off x="584200" y="4052218"/>
            <a:ext cx="2808000" cy="345600"/>
          </a:xfrm>
          <a:prstGeom prst="roundRect">
            <a:avLst>
              <a:gd name="adj" fmla="val 50000"/>
            </a:avLst>
          </a:prstGeom>
          <a:gradFill flip="none" rotWithShape="1">
            <a:gsLst>
              <a:gs pos="35000">
                <a:srgbClr val="0078D4"/>
              </a:gs>
              <a:gs pos="0">
                <a:srgbClr val="C03BC4"/>
              </a:gs>
            </a:gsLst>
            <a:path path="circle">
              <a:fillToRect l="100000" t="100000"/>
            </a:path>
            <a:tileRect r="-100000" b="-100000"/>
          </a:gradFill>
          <a:effectLst>
            <a:outerShdw blurRad="63500" dist="63500" dir="2700000" algn="tl" rotWithShape="0">
              <a:srgbClr val="454142">
                <a:alpha val="20000"/>
              </a:srgbClr>
            </a:outerShdw>
          </a:effectLst>
        </p:spPr>
        <p:txBody>
          <a:bodyPr anchor="ctr" anchorCtr="0">
            <a:noAutofit/>
          </a:bodyPr>
          <a:lstStyle>
            <a:lvl1pPr marL="0" indent="0" algn="ctr">
              <a:buNone/>
              <a:defRPr sz="1200" b="1" i="0">
                <a:solidFill>
                  <a:srgbClr val="FFFFFF"/>
                </a:solidFill>
                <a:latin typeface="Segoe UI Semibold" panose="020B0502040204020203" pitchFamily="34" charset="0"/>
                <a:cs typeface="Segoe UI Semibold" panose="020B0502040204020203" pitchFamily="34" charset="0"/>
              </a:defRPr>
            </a:lvl1pPr>
          </a:lstStyle>
          <a:p>
            <a:pPr lvl="0"/>
            <a:r>
              <a:rPr lang="en-US"/>
              <a:t>Click to edit Master text styles</a:t>
            </a:r>
          </a:p>
        </p:txBody>
      </p:sp>
      <p:sp>
        <p:nvSpPr>
          <p:cNvPr id="97" name="Text Placeholder 94">
            <a:extLst>
              <a:ext uri="{FF2B5EF4-FFF2-40B4-BE49-F238E27FC236}">
                <a16:creationId xmlns:a16="http://schemas.microsoft.com/office/drawing/2014/main" id="{3B54AA0B-E0B1-5D11-B277-EFE8393CEB3D}"/>
              </a:ext>
            </a:extLst>
          </p:cNvPr>
          <p:cNvSpPr>
            <a:spLocks noGrp="1"/>
          </p:cNvSpPr>
          <p:nvPr>
            <p:ph type="body" sz="quarter" idx="13"/>
          </p:nvPr>
        </p:nvSpPr>
        <p:spPr>
          <a:xfrm>
            <a:off x="4047840" y="1593881"/>
            <a:ext cx="2808000" cy="345600"/>
          </a:xfrm>
          <a:prstGeom prst="roundRect">
            <a:avLst>
              <a:gd name="adj" fmla="val 50000"/>
            </a:avLst>
          </a:prstGeom>
          <a:gradFill flip="none" rotWithShape="1">
            <a:gsLst>
              <a:gs pos="35000">
                <a:srgbClr val="0078D4"/>
              </a:gs>
              <a:gs pos="0">
                <a:srgbClr val="C03BC4"/>
              </a:gs>
            </a:gsLst>
            <a:path path="circle">
              <a:fillToRect l="100000" t="100000"/>
            </a:path>
            <a:tileRect r="-100000" b="-100000"/>
          </a:gradFill>
          <a:effectLst>
            <a:outerShdw blurRad="63500" dist="63500" dir="2700000" algn="tl" rotWithShape="0">
              <a:srgbClr val="454142">
                <a:alpha val="20000"/>
              </a:srgbClr>
            </a:outerShdw>
          </a:effectLst>
        </p:spPr>
        <p:txBody>
          <a:bodyPr anchor="ctr" anchorCtr="0">
            <a:noAutofit/>
          </a:bodyPr>
          <a:lstStyle>
            <a:lvl1pPr marL="0" indent="0" algn="ctr">
              <a:buNone/>
              <a:defRPr sz="1200" b="1" i="0">
                <a:solidFill>
                  <a:srgbClr val="FFFFFF"/>
                </a:solidFill>
                <a:latin typeface="Segoe UI Semibold" panose="020B0502040204020203" pitchFamily="34" charset="0"/>
                <a:cs typeface="Segoe UI Semibold" panose="020B0502040204020203" pitchFamily="34" charset="0"/>
              </a:defRPr>
            </a:lvl1pPr>
          </a:lstStyle>
          <a:p>
            <a:pPr lvl="0"/>
            <a:r>
              <a:rPr lang="en-US"/>
              <a:t>Click to edit Master text styles</a:t>
            </a:r>
          </a:p>
        </p:txBody>
      </p:sp>
      <p:sp>
        <p:nvSpPr>
          <p:cNvPr id="98" name="Text Placeholder 94">
            <a:extLst>
              <a:ext uri="{FF2B5EF4-FFF2-40B4-BE49-F238E27FC236}">
                <a16:creationId xmlns:a16="http://schemas.microsoft.com/office/drawing/2014/main" id="{F4DCE8BB-0971-09CE-000F-84A576611FD9}"/>
              </a:ext>
            </a:extLst>
          </p:cNvPr>
          <p:cNvSpPr>
            <a:spLocks noGrp="1"/>
          </p:cNvSpPr>
          <p:nvPr>
            <p:ph type="body" sz="quarter" idx="14"/>
          </p:nvPr>
        </p:nvSpPr>
        <p:spPr>
          <a:xfrm>
            <a:off x="4047840" y="4052218"/>
            <a:ext cx="2808000" cy="345600"/>
          </a:xfrm>
          <a:prstGeom prst="roundRect">
            <a:avLst>
              <a:gd name="adj" fmla="val 50000"/>
            </a:avLst>
          </a:prstGeom>
          <a:gradFill flip="none" rotWithShape="1">
            <a:gsLst>
              <a:gs pos="35000">
                <a:srgbClr val="0078D4"/>
              </a:gs>
              <a:gs pos="0">
                <a:srgbClr val="C03BC4"/>
              </a:gs>
            </a:gsLst>
            <a:path path="circle">
              <a:fillToRect l="100000" t="100000"/>
            </a:path>
            <a:tileRect r="-100000" b="-100000"/>
          </a:gradFill>
          <a:effectLst>
            <a:outerShdw blurRad="63500" dist="63500" dir="2700000" algn="tl" rotWithShape="0">
              <a:srgbClr val="454142">
                <a:alpha val="20000"/>
              </a:srgbClr>
            </a:outerShdw>
          </a:effectLst>
        </p:spPr>
        <p:txBody>
          <a:bodyPr anchor="ctr" anchorCtr="0">
            <a:noAutofit/>
          </a:bodyPr>
          <a:lstStyle>
            <a:lvl1pPr marL="0" indent="0" algn="ctr">
              <a:buNone/>
              <a:defRPr sz="1200" b="1" i="0">
                <a:solidFill>
                  <a:srgbClr val="FFFFFF"/>
                </a:solidFill>
                <a:latin typeface="Segoe UI Semibold" panose="020B0502040204020203" pitchFamily="34" charset="0"/>
                <a:cs typeface="Segoe UI Semibold" panose="020B0502040204020203" pitchFamily="34" charset="0"/>
              </a:defRPr>
            </a:lvl1pPr>
          </a:lstStyle>
          <a:p>
            <a:pPr lvl="0"/>
            <a:r>
              <a:rPr lang="en-US"/>
              <a:t>Click to edit Master text styles</a:t>
            </a:r>
          </a:p>
        </p:txBody>
      </p:sp>
      <p:sp>
        <p:nvSpPr>
          <p:cNvPr id="99" name="Text Placeholder 94">
            <a:extLst>
              <a:ext uri="{FF2B5EF4-FFF2-40B4-BE49-F238E27FC236}">
                <a16:creationId xmlns:a16="http://schemas.microsoft.com/office/drawing/2014/main" id="{BC06CC83-0BF3-7305-E4C8-4FC7098F2465}"/>
              </a:ext>
            </a:extLst>
          </p:cNvPr>
          <p:cNvSpPr>
            <a:spLocks noGrp="1"/>
          </p:cNvSpPr>
          <p:nvPr>
            <p:ph type="body" sz="quarter" idx="15"/>
          </p:nvPr>
        </p:nvSpPr>
        <p:spPr>
          <a:xfrm>
            <a:off x="7511481" y="1593881"/>
            <a:ext cx="2808000" cy="345600"/>
          </a:xfrm>
          <a:prstGeom prst="roundRect">
            <a:avLst>
              <a:gd name="adj" fmla="val 50000"/>
            </a:avLst>
          </a:prstGeom>
          <a:gradFill flip="none" rotWithShape="1">
            <a:gsLst>
              <a:gs pos="35000">
                <a:srgbClr val="0078D4"/>
              </a:gs>
              <a:gs pos="0">
                <a:srgbClr val="C03BC4"/>
              </a:gs>
            </a:gsLst>
            <a:path path="circle">
              <a:fillToRect l="100000" t="100000"/>
            </a:path>
            <a:tileRect r="-100000" b="-100000"/>
          </a:gradFill>
          <a:effectLst>
            <a:outerShdw blurRad="63500" dist="63500" dir="2700000" algn="tl" rotWithShape="0">
              <a:srgbClr val="454142">
                <a:alpha val="20000"/>
              </a:srgbClr>
            </a:outerShdw>
          </a:effectLst>
        </p:spPr>
        <p:txBody>
          <a:bodyPr anchor="ctr" anchorCtr="0">
            <a:noAutofit/>
          </a:bodyPr>
          <a:lstStyle>
            <a:lvl1pPr marL="0" indent="0" algn="ctr">
              <a:buNone/>
              <a:defRPr sz="1200" b="1" i="0">
                <a:solidFill>
                  <a:srgbClr val="FFFFFF"/>
                </a:solidFill>
                <a:latin typeface="Segoe UI Semibold" panose="020B0502040204020203" pitchFamily="34" charset="0"/>
                <a:cs typeface="Segoe UI Semibold" panose="020B0502040204020203" pitchFamily="34" charset="0"/>
              </a:defRPr>
            </a:lvl1pPr>
          </a:lstStyle>
          <a:p>
            <a:pPr lvl="0"/>
            <a:r>
              <a:rPr lang="en-US"/>
              <a:t>Click to edit Master text styles</a:t>
            </a:r>
          </a:p>
        </p:txBody>
      </p:sp>
      <p:sp>
        <p:nvSpPr>
          <p:cNvPr id="100" name="Text Placeholder 94">
            <a:extLst>
              <a:ext uri="{FF2B5EF4-FFF2-40B4-BE49-F238E27FC236}">
                <a16:creationId xmlns:a16="http://schemas.microsoft.com/office/drawing/2014/main" id="{B23A96E3-3F83-DC61-A4B8-B2A153768700}"/>
              </a:ext>
            </a:extLst>
          </p:cNvPr>
          <p:cNvSpPr>
            <a:spLocks noGrp="1"/>
          </p:cNvSpPr>
          <p:nvPr>
            <p:ph type="body" sz="quarter" idx="16"/>
          </p:nvPr>
        </p:nvSpPr>
        <p:spPr>
          <a:xfrm>
            <a:off x="7511481" y="4052218"/>
            <a:ext cx="2808000" cy="345600"/>
          </a:xfrm>
          <a:prstGeom prst="roundRect">
            <a:avLst>
              <a:gd name="adj" fmla="val 50000"/>
            </a:avLst>
          </a:prstGeom>
          <a:gradFill flip="none" rotWithShape="1">
            <a:gsLst>
              <a:gs pos="35000">
                <a:srgbClr val="0078D4"/>
              </a:gs>
              <a:gs pos="0">
                <a:srgbClr val="C03BC4"/>
              </a:gs>
            </a:gsLst>
            <a:path path="circle">
              <a:fillToRect l="100000" t="100000"/>
            </a:path>
            <a:tileRect r="-100000" b="-100000"/>
          </a:gradFill>
          <a:effectLst>
            <a:outerShdw blurRad="63500" dist="63500" dir="2700000" algn="tl" rotWithShape="0">
              <a:srgbClr val="454142">
                <a:alpha val="20000"/>
              </a:srgbClr>
            </a:outerShdw>
          </a:effectLst>
        </p:spPr>
        <p:txBody>
          <a:bodyPr anchor="ctr" anchorCtr="0">
            <a:noAutofit/>
          </a:bodyPr>
          <a:lstStyle>
            <a:lvl1pPr marL="0" indent="0" algn="ctr">
              <a:buNone/>
              <a:defRPr sz="1200" b="1" i="0">
                <a:solidFill>
                  <a:srgbClr val="FFFFFF"/>
                </a:solidFill>
                <a:latin typeface="Segoe UI Semibold" panose="020B0502040204020203" pitchFamily="34" charset="0"/>
                <a:cs typeface="Segoe UI Semibold" panose="020B0502040204020203" pitchFamily="34" charset="0"/>
              </a:defRPr>
            </a:lvl1pPr>
          </a:lstStyle>
          <a:p>
            <a:pPr lvl="0"/>
            <a:r>
              <a:rPr lang="en-US"/>
              <a:t>Click to edit Master text styles</a:t>
            </a:r>
          </a:p>
        </p:txBody>
      </p:sp>
      <p:sp>
        <p:nvSpPr>
          <p:cNvPr id="103" name="Text Placeholder 102">
            <a:extLst>
              <a:ext uri="{FF2B5EF4-FFF2-40B4-BE49-F238E27FC236}">
                <a16:creationId xmlns:a16="http://schemas.microsoft.com/office/drawing/2014/main" id="{6B562108-00FE-5F42-7550-13BB7DE58EA1}"/>
              </a:ext>
            </a:extLst>
          </p:cNvPr>
          <p:cNvSpPr>
            <a:spLocks noGrp="1"/>
          </p:cNvSpPr>
          <p:nvPr>
            <p:ph type="body" sz="quarter" idx="17" hasCustomPrompt="1"/>
          </p:nvPr>
        </p:nvSpPr>
        <p:spPr>
          <a:xfrm>
            <a:off x="6519224" y="521099"/>
            <a:ext cx="3599821" cy="169277"/>
          </a:xfrm>
          <a:prstGeom prst="rect">
            <a:avLst/>
          </a:prstGeom>
        </p:spPr>
        <p:txBody>
          <a:bodyPr/>
          <a:lstStyle>
            <a:lvl1pPr marL="0" indent="0" algn="r">
              <a:spcBef>
                <a:spcPts val="0"/>
              </a:spcBef>
              <a:buNone/>
              <a:defRPr sz="1100" b="1" i="0" spc="-20" baseline="0">
                <a:solidFill>
                  <a:srgbClr val="C03BC4"/>
                </a:solidFill>
                <a:latin typeface="Segoe UI Semibold" panose="020B0502040204020203" pitchFamily="34" charset="0"/>
                <a:cs typeface="Segoe UI Semibold" panose="020B0502040204020203" pitchFamily="34" charset="0"/>
              </a:defRPr>
            </a:lvl1pPr>
            <a:lvl2pPr marL="228600" indent="0" algn="r">
              <a:spcBef>
                <a:spcPts val="0"/>
              </a:spcBef>
              <a:buNone/>
              <a:defRPr sz="1100" spc="-20" baseline="0">
                <a:solidFill>
                  <a:srgbClr val="B1B3B3"/>
                </a:solidFill>
              </a:defRPr>
            </a:lvl2pPr>
            <a:lvl3pPr algn="r">
              <a:defRPr/>
            </a:lvl3pPr>
            <a:lvl4pPr algn="r">
              <a:defRPr/>
            </a:lvl4pPr>
            <a:lvl5pPr algn="r">
              <a:defRPr/>
            </a:lvl5pPr>
          </a:lstStyle>
          <a:p>
            <a:pPr lvl="0"/>
            <a:r>
              <a:rPr lang="en-US"/>
              <a:t>Copilot for Microsoft 365</a:t>
            </a:r>
          </a:p>
        </p:txBody>
      </p:sp>
      <p:sp>
        <p:nvSpPr>
          <p:cNvPr id="106" name="Text Placeholder 105">
            <a:extLst>
              <a:ext uri="{FF2B5EF4-FFF2-40B4-BE49-F238E27FC236}">
                <a16:creationId xmlns:a16="http://schemas.microsoft.com/office/drawing/2014/main" id="{433B73A7-DB5C-AF5A-B12A-70E655D0C55D}"/>
              </a:ext>
            </a:extLst>
          </p:cNvPr>
          <p:cNvSpPr>
            <a:spLocks noGrp="1"/>
          </p:cNvSpPr>
          <p:nvPr>
            <p:ph type="body" sz="quarter" idx="18"/>
          </p:nvPr>
        </p:nvSpPr>
        <p:spPr>
          <a:xfrm>
            <a:off x="584200" y="2032188"/>
            <a:ext cx="2808000" cy="626701"/>
          </a:xfrm>
          <a:prstGeom prst="rect">
            <a:avLst/>
          </a:prstGeom>
        </p:spPr>
        <p:txBody>
          <a:bodyPr lIns="90000" tIns="36000" rIns="90000" bIns="36000">
            <a:normAutofit/>
          </a:bodyPr>
          <a:lstStyle>
            <a:lvl1pPr marL="0" indent="0">
              <a:spcBef>
                <a:spcPts val="0"/>
              </a:spcBef>
              <a:buNone/>
              <a:defRPr sz="900"/>
            </a:lvl1pPr>
          </a:lstStyle>
          <a:p>
            <a:pPr lvl="0"/>
            <a:r>
              <a:rPr lang="en-US"/>
              <a:t>Click to edit Master text styles</a:t>
            </a:r>
          </a:p>
        </p:txBody>
      </p:sp>
      <p:sp>
        <p:nvSpPr>
          <p:cNvPr id="107" name="Text Placeholder 105">
            <a:extLst>
              <a:ext uri="{FF2B5EF4-FFF2-40B4-BE49-F238E27FC236}">
                <a16:creationId xmlns:a16="http://schemas.microsoft.com/office/drawing/2014/main" id="{316E4613-3786-8D83-9628-7E09E4CE5CA3}"/>
              </a:ext>
            </a:extLst>
          </p:cNvPr>
          <p:cNvSpPr>
            <a:spLocks noGrp="1"/>
          </p:cNvSpPr>
          <p:nvPr>
            <p:ph type="body" sz="quarter" idx="19"/>
          </p:nvPr>
        </p:nvSpPr>
        <p:spPr>
          <a:xfrm>
            <a:off x="4047840" y="2032188"/>
            <a:ext cx="2808000" cy="626701"/>
          </a:xfrm>
          <a:prstGeom prst="rect">
            <a:avLst/>
          </a:prstGeom>
        </p:spPr>
        <p:txBody>
          <a:bodyPr lIns="90000" tIns="36000" rIns="90000" bIns="36000">
            <a:normAutofit/>
          </a:bodyPr>
          <a:lstStyle>
            <a:lvl1pPr marL="0" indent="0">
              <a:spcBef>
                <a:spcPts val="0"/>
              </a:spcBef>
              <a:buNone/>
              <a:defRPr sz="900"/>
            </a:lvl1pPr>
          </a:lstStyle>
          <a:p>
            <a:pPr lvl="0"/>
            <a:r>
              <a:rPr lang="en-US"/>
              <a:t>Click to edit Master text styles</a:t>
            </a:r>
          </a:p>
        </p:txBody>
      </p:sp>
      <p:sp>
        <p:nvSpPr>
          <p:cNvPr id="108" name="Text Placeholder 105">
            <a:extLst>
              <a:ext uri="{FF2B5EF4-FFF2-40B4-BE49-F238E27FC236}">
                <a16:creationId xmlns:a16="http://schemas.microsoft.com/office/drawing/2014/main" id="{78B00E55-70B0-D155-AAB8-EDCD9850B3EA}"/>
              </a:ext>
            </a:extLst>
          </p:cNvPr>
          <p:cNvSpPr>
            <a:spLocks noGrp="1"/>
          </p:cNvSpPr>
          <p:nvPr>
            <p:ph type="body" sz="quarter" idx="20"/>
          </p:nvPr>
        </p:nvSpPr>
        <p:spPr>
          <a:xfrm>
            <a:off x="7511481" y="2032188"/>
            <a:ext cx="2808000" cy="626701"/>
          </a:xfrm>
          <a:prstGeom prst="rect">
            <a:avLst/>
          </a:prstGeom>
        </p:spPr>
        <p:txBody>
          <a:bodyPr lIns="90000" tIns="36000" rIns="90000" bIns="36000">
            <a:normAutofit/>
          </a:bodyPr>
          <a:lstStyle>
            <a:lvl1pPr marL="0" indent="0">
              <a:spcBef>
                <a:spcPts val="0"/>
              </a:spcBef>
              <a:buNone/>
              <a:defRPr sz="900"/>
            </a:lvl1pPr>
          </a:lstStyle>
          <a:p>
            <a:pPr lvl="0"/>
            <a:r>
              <a:rPr lang="en-US"/>
              <a:t>Click to edit Master text styles</a:t>
            </a:r>
          </a:p>
        </p:txBody>
      </p:sp>
      <p:sp>
        <p:nvSpPr>
          <p:cNvPr id="109" name="Text Placeholder 105">
            <a:extLst>
              <a:ext uri="{FF2B5EF4-FFF2-40B4-BE49-F238E27FC236}">
                <a16:creationId xmlns:a16="http://schemas.microsoft.com/office/drawing/2014/main" id="{C966B391-3BF4-A5FB-4F8A-8B4B54689661}"/>
              </a:ext>
            </a:extLst>
          </p:cNvPr>
          <p:cNvSpPr>
            <a:spLocks noGrp="1"/>
          </p:cNvSpPr>
          <p:nvPr>
            <p:ph type="body" sz="quarter" idx="21"/>
          </p:nvPr>
        </p:nvSpPr>
        <p:spPr>
          <a:xfrm>
            <a:off x="584200" y="3208260"/>
            <a:ext cx="2808000" cy="626701"/>
          </a:xfrm>
          <a:prstGeom prst="roundRect">
            <a:avLst>
              <a:gd name="adj" fmla="val 10035"/>
            </a:avLst>
          </a:prstGeom>
          <a:solidFill>
            <a:srgbClr val="FFFFFF">
              <a:alpha val="70046"/>
            </a:srgbClr>
          </a:solidFill>
          <a:ln w="12700">
            <a:solidFill>
              <a:schemeClr val="bg1"/>
            </a:solidFill>
          </a:ln>
        </p:spPr>
        <p:txBody>
          <a:bodyPr lIns="90000" tIns="36000" rIns="90000" bIns="36000" anchor="ctr" anchorCtr="0">
            <a:normAutofit/>
          </a:bodyPr>
          <a:lstStyle>
            <a:lvl1pPr marL="0" indent="0">
              <a:buFont typeface="Arial" panose="020B0604020202020204" pitchFamily="34" charset="0"/>
              <a:buNone/>
              <a:defRPr sz="900"/>
            </a:lvl1pPr>
            <a:lvl2pPr marL="0" indent="0">
              <a:spcBef>
                <a:spcPts val="0"/>
              </a:spcBef>
              <a:buNone/>
              <a:defRPr sz="900" b="1" i="0">
                <a:latin typeface="Segoe UI" panose="020B0502040204020203" pitchFamily="34" charset="0"/>
                <a:cs typeface="Segoe UI" panose="020B0502040204020203" pitchFamily="34" charset="0"/>
              </a:defRPr>
            </a:lvl2pPr>
          </a:lstStyle>
          <a:p>
            <a:pPr lvl="0"/>
            <a:r>
              <a:rPr lang="en-US"/>
              <a:t>Click to edit Master text styles</a:t>
            </a:r>
          </a:p>
          <a:p>
            <a:pPr lvl="1"/>
            <a:r>
              <a:rPr lang="en-US"/>
              <a:t>Level 2</a:t>
            </a:r>
          </a:p>
        </p:txBody>
      </p:sp>
      <p:sp>
        <p:nvSpPr>
          <p:cNvPr id="110" name="Text Placeholder 105">
            <a:extLst>
              <a:ext uri="{FF2B5EF4-FFF2-40B4-BE49-F238E27FC236}">
                <a16:creationId xmlns:a16="http://schemas.microsoft.com/office/drawing/2014/main" id="{A2B81D72-802A-1B65-345D-831621254381}"/>
              </a:ext>
            </a:extLst>
          </p:cNvPr>
          <p:cNvSpPr>
            <a:spLocks noGrp="1"/>
          </p:cNvSpPr>
          <p:nvPr>
            <p:ph type="body" sz="quarter" idx="22"/>
          </p:nvPr>
        </p:nvSpPr>
        <p:spPr>
          <a:xfrm>
            <a:off x="584200" y="5641938"/>
            <a:ext cx="2808000" cy="626701"/>
          </a:xfrm>
          <a:prstGeom prst="roundRect">
            <a:avLst>
              <a:gd name="adj" fmla="val 10035"/>
            </a:avLst>
          </a:prstGeom>
          <a:solidFill>
            <a:srgbClr val="FFFFFF">
              <a:alpha val="70046"/>
            </a:srgbClr>
          </a:solidFill>
          <a:ln w="12700">
            <a:solidFill>
              <a:schemeClr val="bg1"/>
            </a:solidFill>
          </a:ln>
        </p:spPr>
        <p:txBody>
          <a:bodyPr lIns="90000" tIns="36000" rIns="90000" bIns="36000" anchor="ctr" anchorCtr="0">
            <a:normAutofit/>
          </a:bodyPr>
          <a:lstStyle>
            <a:lvl1pPr marL="0" indent="0">
              <a:buFont typeface="Arial" panose="020B0604020202020204" pitchFamily="34" charset="0"/>
              <a:buNone/>
              <a:defRPr sz="900"/>
            </a:lvl1pPr>
            <a:lvl2pPr marL="0" indent="0">
              <a:spcBef>
                <a:spcPts val="0"/>
              </a:spcBef>
              <a:buNone/>
              <a:defRPr sz="900" b="1" i="0">
                <a:latin typeface="Segoe UI" panose="020B0502040204020203" pitchFamily="34" charset="0"/>
                <a:cs typeface="Segoe UI" panose="020B0502040204020203" pitchFamily="34" charset="0"/>
              </a:defRPr>
            </a:lvl2pPr>
          </a:lstStyle>
          <a:p>
            <a:pPr lvl="0"/>
            <a:r>
              <a:rPr lang="en-US"/>
              <a:t>Click to edit Master text styles</a:t>
            </a:r>
          </a:p>
          <a:p>
            <a:pPr lvl="1"/>
            <a:r>
              <a:rPr lang="en-US"/>
              <a:t>Level 2</a:t>
            </a:r>
          </a:p>
        </p:txBody>
      </p:sp>
      <p:sp>
        <p:nvSpPr>
          <p:cNvPr id="111" name="Text Placeholder 105">
            <a:extLst>
              <a:ext uri="{FF2B5EF4-FFF2-40B4-BE49-F238E27FC236}">
                <a16:creationId xmlns:a16="http://schemas.microsoft.com/office/drawing/2014/main" id="{C0FC7227-E465-68DB-562C-41F9209C1C45}"/>
              </a:ext>
            </a:extLst>
          </p:cNvPr>
          <p:cNvSpPr>
            <a:spLocks noGrp="1"/>
          </p:cNvSpPr>
          <p:nvPr>
            <p:ph type="body" sz="quarter" idx="23"/>
          </p:nvPr>
        </p:nvSpPr>
        <p:spPr>
          <a:xfrm>
            <a:off x="4047840" y="3208260"/>
            <a:ext cx="2808000" cy="626701"/>
          </a:xfrm>
          <a:prstGeom prst="roundRect">
            <a:avLst>
              <a:gd name="adj" fmla="val 10035"/>
            </a:avLst>
          </a:prstGeom>
          <a:solidFill>
            <a:srgbClr val="FFFFFF">
              <a:alpha val="70046"/>
            </a:srgbClr>
          </a:solidFill>
          <a:ln w="12700">
            <a:solidFill>
              <a:schemeClr val="bg1"/>
            </a:solidFill>
          </a:ln>
        </p:spPr>
        <p:txBody>
          <a:bodyPr lIns="90000" tIns="36000" rIns="90000" bIns="36000" anchor="ctr" anchorCtr="0">
            <a:normAutofit/>
          </a:bodyPr>
          <a:lstStyle>
            <a:lvl1pPr marL="0" indent="0">
              <a:buFont typeface="Arial" panose="020B0604020202020204" pitchFamily="34" charset="0"/>
              <a:buNone/>
              <a:defRPr sz="900"/>
            </a:lvl1pPr>
            <a:lvl2pPr marL="0" indent="0">
              <a:spcBef>
                <a:spcPts val="0"/>
              </a:spcBef>
              <a:buNone/>
              <a:defRPr sz="900" b="1" i="0">
                <a:latin typeface="Segoe UI" panose="020B0502040204020203" pitchFamily="34" charset="0"/>
                <a:cs typeface="Segoe UI" panose="020B0502040204020203" pitchFamily="34" charset="0"/>
              </a:defRPr>
            </a:lvl2pPr>
          </a:lstStyle>
          <a:p>
            <a:pPr lvl="0"/>
            <a:r>
              <a:rPr lang="en-US"/>
              <a:t>Click to edit Master text styles</a:t>
            </a:r>
          </a:p>
          <a:p>
            <a:pPr lvl="1"/>
            <a:r>
              <a:rPr lang="en-US"/>
              <a:t>Level 2</a:t>
            </a:r>
          </a:p>
        </p:txBody>
      </p:sp>
      <p:sp>
        <p:nvSpPr>
          <p:cNvPr id="112" name="Text Placeholder 105">
            <a:extLst>
              <a:ext uri="{FF2B5EF4-FFF2-40B4-BE49-F238E27FC236}">
                <a16:creationId xmlns:a16="http://schemas.microsoft.com/office/drawing/2014/main" id="{E720EE0E-4289-B4F4-1115-2C86FBB940E8}"/>
              </a:ext>
            </a:extLst>
          </p:cNvPr>
          <p:cNvSpPr>
            <a:spLocks noGrp="1"/>
          </p:cNvSpPr>
          <p:nvPr>
            <p:ph type="body" sz="quarter" idx="24"/>
          </p:nvPr>
        </p:nvSpPr>
        <p:spPr>
          <a:xfrm>
            <a:off x="4047840" y="5641938"/>
            <a:ext cx="2808000" cy="626701"/>
          </a:xfrm>
          <a:prstGeom prst="roundRect">
            <a:avLst>
              <a:gd name="adj" fmla="val 10035"/>
            </a:avLst>
          </a:prstGeom>
          <a:solidFill>
            <a:srgbClr val="FFFFFF">
              <a:alpha val="70046"/>
            </a:srgbClr>
          </a:solidFill>
          <a:ln w="12700">
            <a:solidFill>
              <a:schemeClr val="bg1"/>
            </a:solidFill>
          </a:ln>
        </p:spPr>
        <p:txBody>
          <a:bodyPr lIns="90000" tIns="36000" rIns="90000" bIns="36000" anchor="ctr" anchorCtr="0">
            <a:normAutofit/>
          </a:bodyPr>
          <a:lstStyle>
            <a:lvl1pPr marL="0" indent="0">
              <a:buFont typeface="Arial" panose="020B0604020202020204" pitchFamily="34" charset="0"/>
              <a:buNone/>
              <a:defRPr sz="900"/>
            </a:lvl1pPr>
            <a:lvl2pPr marL="0" indent="0">
              <a:spcBef>
                <a:spcPts val="0"/>
              </a:spcBef>
              <a:buNone/>
              <a:defRPr sz="900" b="1" i="0">
                <a:latin typeface="Segoe UI" panose="020B0502040204020203" pitchFamily="34" charset="0"/>
                <a:cs typeface="Segoe UI" panose="020B0502040204020203" pitchFamily="34" charset="0"/>
              </a:defRPr>
            </a:lvl2pPr>
          </a:lstStyle>
          <a:p>
            <a:pPr lvl="0"/>
            <a:r>
              <a:rPr lang="en-US"/>
              <a:t>Click to edit Master text styles</a:t>
            </a:r>
          </a:p>
          <a:p>
            <a:pPr lvl="1"/>
            <a:r>
              <a:rPr lang="en-US"/>
              <a:t>Level 2</a:t>
            </a:r>
          </a:p>
        </p:txBody>
      </p:sp>
      <p:sp>
        <p:nvSpPr>
          <p:cNvPr id="113" name="Text Placeholder 105">
            <a:extLst>
              <a:ext uri="{FF2B5EF4-FFF2-40B4-BE49-F238E27FC236}">
                <a16:creationId xmlns:a16="http://schemas.microsoft.com/office/drawing/2014/main" id="{14FE71DF-89A5-D552-ED14-BA6299A9B591}"/>
              </a:ext>
            </a:extLst>
          </p:cNvPr>
          <p:cNvSpPr>
            <a:spLocks noGrp="1"/>
          </p:cNvSpPr>
          <p:nvPr>
            <p:ph type="body" sz="quarter" idx="25"/>
          </p:nvPr>
        </p:nvSpPr>
        <p:spPr>
          <a:xfrm>
            <a:off x="7511481" y="3208260"/>
            <a:ext cx="2808000" cy="626701"/>
          </a:xfrm>
          <a:prstGeom prst="roundRect">
            <a:avLst>
              <a:gd name="adj" fmla="val 10035"/>
            </a:avLst>
          </a:prstGeom>
          <a:solidFill>
            <a:srgbClr val="FFFFFF">
              <a:alpha val="70046"/>
            </a:srgbClr>
          </a:solidFill>
          <a:ln w="12700">
            <a:solidFill>
              <a:schemeClr val="bg1"/>
            </a:solidFill>
          </a:ln>
        </p:spPr>
        <p:txBody>
          <a:bodyPr lIns="90000" tIns="36000" rIns="90000" bIns="36000" anchor="ctr" anchorCtr="0">
            <a:normAutofit/>
          </a:bodyPr>
          <a:lstStyle>
            <a:lvl1pPr marL="0" indent="0">
              <a:buFont typeface="Arial" panose="020B0604020202020204" pitchFamily="34" charset="0"/>
              <a:buNone/>
              <a:defRPr sz="900"/>
            </a:lvl1pPr>
            <a:lvl2pPr marL="0" indent="0">
              <a:spcBef>
                <a:spcPts val="0"/>
              </a:spcBef>
              <a:buNone/>
              <a:defRPr sz="900" b="1" i="0">
                <a:latin typeface="Segoe UI" panose="020B0502040204020203" pitchFamily="34" charset="0"/>
                <a:cs typeface="Segoe UI" panose="020B0502040204020203" pitchFamily="34" charset="0"/>
              </a:defRPr>
            </a:lvl2pPr>
          </a:lstStyle>
          <a:p>
            <a:pPr lvl="0"/>
            <a:r>
              <a:rPr lang="en-US"/>
              <a:t>Click to edit Master text styles</a:t>
            </a:r>
          </a:p>
          <a:p>
            <a:pPr lvl="1"/>
            <a:r>
              <a:rPr lang="en-US"/>
              <a:t>Level 2</a:t>
            </a:r>
          </a:p>
        </p:txBody>
      </p:sp>
      <p:sp>
        <p:nvSpPr>
          <p:cNvPr id="114" name="Text Placeholder 105">
            <a:extLst>
              <a:ext uri="{FF2B5EF4-FFF2-40B4-BE49-F238E27FC236}">
                <a16:creationId xmlns:a16="http://schemas.microsoft.com/office/drawing/2014/main" id="{5072DCCC-D271-7D85-5D20-D5B1E137F60B}"/>
              </a:ext>
            </a:extLst>
          </p:cNvPr>
          <p:cNvSpPr>
            <a:spLocks noGrp="1"/>
          </p:cNvSpPr>
          <p:nvPr>
            <p:ph type="body" sz="quarter" idx="26"/>
          </p:nvPr>
        </p:nvSpPr>
        <p:spPr>
          <a:xfrm>
            <a:off x="7511481" y="5641938"/>
            <a:ext cx="2808000" cy="626701"/>
          </a:xfrm>
          <a:prstGeom prst="roundRect">
            <a:avLst>
              <a:gd name="adj" fmla="val 10035"/>
            </a:avLst>
          </a:prstGeom>
          <a:solidFill>
            <a:srgbClr val="FFFFFF">
              <a:alpha val="70046"/>
            </a:srgbClr>
          </a:solidFill>
          <a:ln w="12700">
            <a:solidFill>
              <a:schemeClr val="bg1"/>
            </a:solidFill>
          </a:ln>
        </p:spPr>
        <p:txBody>
          <a:bodyPr lIns="90000" tIns="36000" rIns="90000" bIns="36000" anchor="ctr" anchorCtr="0">
            <a:normAutofit/>
          </a:bodyPr>
          <a:lstStyle>
            <a:lvl1pPr marL="0" indent="0">
              <a:buFont typeface="Arial" panose="020B0604020202020204" pitchFamily="34" charset="0"/>
              <a:buNone/>
              <a:defRPr sz="900"/>
            </a:lvl1pPr>
            <a:lvl2pPr marL="0" indent="0">
              <a:spcBef>
                <a:spcPts val="0"/>
              </a:spcBef>
              <a:buNone/>
              <a:defRPr sz="900" b="1" i="0">
                <a:latin typeface="Segoe UI" panose="020B0502040204020203" pitchFamily="34" charset="0"/>
                <a:cs typeface="Segoe UI" panose="020B0502040204020203" pitchFamily="34" charset="0"/>
              </a:defRPr>
            </a:lvl2pPr>
          </a:lstStyle>
          <a:p>
            <a:pPr lvl="0"/>
            <a:r>
              <a:rPr lang="en-US"/>
              <a:t>Click to edit Master text styles</a:t>
            </a:r>
          </a:p>
          <a:p>
            <a:pPr lvl="1"/>
            <a:r>
              <a:rPr lang="en-US"/>
              <a:t>Level 2</a:t>
            </a:r>
          </a:p>
        </p:txBody>
      </p:sp>
      <p:sp>
        <p:nvSpPr>
          <p:cNvPr id="115" name="Text Placeholder 105">
            <a:extLst>
              <a:ext uri="{FF2B5EF4-FFF2-40B4-BE49-F238E27FC236}">
                <a16:creationId xmlns:a16="http://schemas.microsoft.com/office/drawing/2014/main" id="{B939ABEF-8F03-D2E2-59E7-11A40F8ECABB}"/>
              </a:ext>
            </a:extLst>
          </p:cNvPr>
          <p:cNvSpPr>
            <a:spLocks noGrp="1"/>
          </p:cNvSpPr>
          <p:nvPr>
            <p:ph type="body" sz="quarter" idx="27"/>
          </p:nvPr>
        </p:nvSpPr>
        <p:spPr>
          <a:xfrm>
            <a:off x="584200" y="4488366"/>
            <a:ext cx="2808000" cy="626701"/>
          </a:xfrm>
          <a:prstGeom prst="rect">
            <a:avLst/>
          </a:prstGeom>
        </p:spPr>
        <p:txBody>
          <a:bodyPr lIns="90000" tIns="36000" rIns="90000" bIns="36000">
            <a:normAutofit/>
          </a:bodyPr>
          <a:lstStyle>
            <a:lvl1pPr marL="0" indent="0">
              <a:spcBef>
                <a:spcPts val="0"/>
              </a:spcBef>
              <a:buNone/>
              <a:defRPr sz="900"/>
            </a:lvl1pPr>
          </a:lstStyle>
          <a:p>
            <a:pPr lvl="0"/>
            <a:r>
              <a:rPr lang="en-US"/>
              <a:t>Click to edit Master text styles</a:t>
            </a:r>
          </a:p>
        </p:txBody>
      </p:sp>
      <p:sp>
        <p:nvSpPr>
          <p:cNvPr id="116" name="Text Placeholder 105">
            <a:extLst>
              <a:ext uri="{FF2B5EF4-FFF2-40B4-BE49-F238E27FC236}">
                <a16:creationId xmlns:a16="http://schemas.microsoft.com/office/drawing/2014/main" id="{76F241AD-4900-CAEB-243D-CD8A3BDFB17C}"/>
              </a:ext>
            </a:extLst>
          </p:cNvPr>
          <p:cNvSpPr>
            <a:spLocks noGrp="1"/>
          </p:cNvSpPr>
          <p:nvPr>
            <p:ph type="body" sz="quarter" idx="28"/>
          </p:nvPr>
        </p:nvSpPr>
        <p:spPr>
          <a:xfrm>
            <a:off x="4047841" y="4488366"/>
            <a:ext cx="2808000" cy="626701"/>
          </a:xfrm>
          <a:prstGeom prst="rect">
            <a:avLst/>
          </a:prstGeom>
        </p:spPr>
        <p:txBody>
          <a:bodyPr lIns="90000" tIns="36000" rIns="90000" bIns="36000">
            <a:normAutofit/>
          </a:bodyPr>
          <a:lstStyle>
            <a:lvl1pPr marL="0" indent="0">
              <a:spcBef>
                <a:spcPts val="0"/>
              </a:spcBef>
              <a:buNone/>
              <a:defRPr sz="900"/>
            </a:lvl1pPr>
          </a:lstStyle>
          <a:p>
            <a:pPr lvl="0"/>
            <a:r>
              <a:rPr lang="en-US"/>
              <a:t>Click to edit Master text styles</a:t>
            </a:r>
          </a:p>
        </p:txBody>
      </p:sp>
      <p:sp>
        <p:nvSpPr>
          <p:cNvPr id="117" name="Text Placeholder 105">
            <a:extLst>
              <a:ext uri="{FF2B5EF4-FFF2-40B4-BE49-F238E27FC236}">
                <a16:creationId xmlns:a16="http://schemas.microsoft.com/office/drawing/2014/main" id="{D2CA7E74-0DAF-8C61-3066-8A79C80C0112}"/>
              </a:ext>
            </a:extLst>
          </p:cNvPr>
          <p:cNvSpPr>
            <a:spLocks noGrp="1"/>
          </p:cNvSpPr>
          <p:nvPr>
            <p:ph type="body" sz="quarter" idx="29"/>
          </p:nvPr>
        </p:nvSpPr>
        <p:spPr>
          <a:xfrm>
            <a:off x="7511481" y="4488366"/>
            <a:ext cx="2808000" cy="626701"/>
          </a:xfrm>
          <a:prstGeom prst="rect">
            <a:avLst/>
          </a:prstGeom>
        </p:spPr>
        <p:txBody>
          <a:bodyPr lIns="90000" tIns="36000" rIns="90000" bIns="36000">
            <a:normAutofit/>
          </a:bodyPr>
          <a:lstStyle>
            <a:lvl1pPr marL="0" indent="0">
              <a:spcBef>
                <a:spcPts val="0"/>
              </a:spcBef>
              <a:buNone/>
              <a:defRPr sz="900"/>
            </a:lvl1pPr>
          </a:lstStyle>
          <a:p>
            <a:pPr lvl="0"/>
            <a:r>
              <a:rPr lang="en-US"/>
              <a:t>Click to edit Master text styles</a:t>
            </a:r>
          </a:p>
        </p:txBody>
      </p:sp>
      <p:sp>
        <p:nvSpPr>
          <p:cNvPr id="5" name="Text Placeholder 102">
            <a:extLst>
              <a:ext uri="{FF2B5EF4-FFF2-40B4-BE49-F238E27FC236}">
                <a16:creationId xmlns:a16="http://schemas.microsoft.com/office/drawing/2014/main" id="{D78A2D53-01ED-9D74-9712-451C6F321482}"/>
              </a:ext>
            </a:extLst>
          </p:cNvPr>
          <p:cNvSpPr>
            <a:spLocks noGrp="1"/>
          </p:cNvSpPr>
          <p:nvPr>
            <p:ph type="body" sz="quarter" idx="30" hasCustomPrompt="1"/>
          </p:nvPr>
        </p:nvSpPr>
        <p:spPr>
          <a:xfrm>
            <a:off x="10430351" y="521099"/>
            <a:ext cx="1456966" cy="175614"/>
          </a:xfrm>
          <a:prstGeom prst="rect">
            <a:avLst/>
          </a:prstGeom>
        </p:spPr>
        <p:txBody>
          <a:bodyPr/>
          <a:lstStyle>
            <a:lvl1pPr marL="0" indent="0" algn="r">
              <a:spcBef>
                <a:spcPts val="0"/>
              </a:spcBef>
              <a:buNone/>
              <a:defRPr sz="1100" b="1" i="0" spc="-20" baseline="0">
                <a:solidFill>
                  <a:srgbClr val="0078D4"/>
                </a:solidFill>
                <a:latin typeface="Segoe UI Semibold" panose="020B0502040204020203" pitchFamily="34" charset="0"/>
                <a:cs typeface="Segoe UI Semibold" panose="020B0502040204020203" pitchFamily="34" charset="0"/>
              </a:defRPr>
            </a:lvl1pPr>
            <a:lvl2pPr marL="228600" indent="0" algn="r">
              <a:spcBef>
                <a:spcPts val="0"/>
              </a:spcBef>
              <a:buNone/>
              <a:defRPr sz="1100" spc="-20" baseline="0">
                <a:solidFill>
                  <a:srgbClr val="B1B3B3"/>
                </a:solidFill>
              </a:defRPr>
            </a:lvl2pPr>
            <a:lvl3pPr algn="r">
              <a:defRPr/>
            </a:lvl3pPr>
            <a:lvl4pPr algn="r">
              <a:defRPr/>
            </a:lvl4pPr>
            <a:lvl5pPr algn="r">
              <a:defRPr/>
            </a:lvl5pPr>
          </a:lstStyle>
          <a:p>
            <a:r>
              <a:rPr lang="en-US"/>
              <a:t>Buy</a:t>
            </a:r>
          </a:p>
        </p:txBody>
      </p:sp>
      <p:sp>
        <p:nvSpPr>
          <p:cNvPr id="6" name="Text Placeholder 10">
            <a:extLst>
              <a:ext uri="{FF2B5EF4-FFF2-40B4-BE49-F238E27FC236}">
                <a16:creationId xmlns:a16="http://schemas.microsoft.com/office/drawing/2014/main" id="{26C3E936-7CEB-8A05-2E47-0AD7851B98F2}"/>
              </a:ext>
            </a:extLst>
          </p:cNvPr>
          <p:cNvSpPr>
            <a:spLocks noGrp="1"/>
          </p:cNvSpPr>
          <p:nvPr>
            <p:ph type="body" sz="quarter" idx="38" hasCustomPrompt="1"/>
          </p:nvPr>
        </p:nvSpPr>
        <p:spPr>
          <a:xfrm>
            <a:off x="11417245" y="357645"/>
            <a:ext cx="127000" cy="125999"/>
          </a:xfrm>
          <a:prstGeom prst="ellipse">
            <a:avLst/>
          </a:prstGeom>
          <a:solidFill>
            <a:srgbClr val="B1B3B3"/>
          </a:solidFill>
        </p:spPr>
        <p:txBody>
          <a:bodyPr>
            <a:noAutofit/>
          </a:bodyPr>
          <a:lstStyle>
            <a:lvl1pPr marL="0" indent="0">
              <a:buFontTx/>
              <a:buNone/>
              <a:defRPr sz="100">
                <a:noFill/>
              </a:defRPr>
            </a:lvl1pPr>
            <a:lvl2pPr marL="228600" indent="0">
              <a:buFontTx/>
              <a:buNone/>
              <a:defRPr sz="100">
                <a:noFill/>
              </a:defRPr>
            </a:lvl2pPr>
            <a:lvl3pPr marL="457200" indent="0">
              <a:buFontTx/>
              <a:buNone/>
              <a:defRPr sz="100">
                <a:noFill/>
              </a:defRPr>
            </a:lvl3pPr>
            <a:lvl4pPr marL="661988" indent="0">
              <a:buFontTx/>
              <a:buNone/>
              <a:defRPr sz="100">
                <a:noFill/>
              </a:defRPr>
            </a:lvl4pPr>
            <a:lvl5pPr marL="855663" indent="0">
              <a:buFontTx/>
              <a:buNone/>
              <a:defRPr sz="100">
                <a:noFill/>
              </a:defRPr>
            </a:lvl5pPr>
          </a:lstStyle>
          <a:p>
            <a:pPr lvl="0"/>
            <a:r>
              <a:rPr lang="en-US"/>
              <a:t>a</a:t>
            </a:r>
          </a:p>
        </p:txBody>
      </p:sp>
      <p:sp>
        <p:nvSpPr>
          <p:cNvPr id="7" name="Text Placeholder 10">
            <a:extLst>
              <a:ext uri="{FF2B5EF4-FFF2-40B4-BE49-F238E27FC236}">
                <a16:creationId xmlns:a16="http://schemas.microsoft.com/office/drawing/2014/main" id="{04AEA325-90B3-6821-227C-4FFCA898F9AB}"/>
              </a:ext>
            </a:extLst>
          </p:cNvPr>
          <p:cNvSpPr>
            <a:spLocks noGrp="1"/>
          </p:cNvSpPr>
          <p:nvPr>
            <p:ph type="body" sz="quarter" idx="39" hasCustomPrompt="1"/>
          </p:nvPr>
        </p:nvSpPr>
        <p:spPr>
          <a:xfrm>
            <a:off x="11588781" y="357645"/>
            <a:ext cx="127000" cy="125999"/>
          </a:xfrm>
          <a:prstGeom prst="ellipse">
            <a:avLst/>
          </a:prstGeom>
          <a:solidFill>
            <a:srgbClr val="B1B3B3"/>
          </a:solidFill>
        </p:spPr>
        <p:txBody>
          <a:bodyPr>
            <a:noAutofit/>
          </a:bodyPr>
          <a:lstStyle>
            <a:lvl1pPr marL="0" indent="0">
              <a:buFontTx/>
              <a:buNone/>
              <a:defRPr sz="100">
                <a:noFill/>
              </a:defRPr>
            </a:lvl1pPr>
            <a:lvl2pPr marL="228600" indent="0">
              <a:buFontTx/>
              <a:buNone/>
              <a:defRPr sz="100">
                <a:noFill/>
              </a:defRPr>
            </a:lvl2pPr>
            <a:lvl3pPr marL="457200" indent="0">
              <a:buFontTx/>
              <a:buNone/>
              <a:defRPr sz="100">
                <a:noFill/>
              </a:defRPr>
            </a:lvl3pPr>
            <a:lvl4pPr marL="661988" indent="0">
              <a:buFontTx/>
              <a:buNone/>
              <a:defRPr sz="100">
                <a:noFill/>
              </a:defRPr>
            </a:lvl4pPr>
            <a:lvl5pPr marL="855663" indent="0">
              <a:buFontTx/>
              <a:buNone/>
              <a:defRPr sz="100">
                <a:noFill/>
              </a:defRPr>
            </a:lvl5pPr>
          </a:lstStyle>
          <a:p>
            <a:pPr lvl="0"/>
            <a:r>
              <a:rPr lang="en-US"/>
              <a:t>a</a:t>
            </a:r>
          </a:p>
        </p:txBody>
      </p:sp>
      <p:sp>
        <p:nvSpPr>
          <p:cNvPr id="8" name="Text Placeholder 10">
            <a:extLst>
              <a:ext uri="{FF2B5EF4-FFF2-40B4-BE49-F238E27FC236}">
                <a16:creationId xmlns:a16="http://schemas.microsoft.com/office/drawing/2014/main" id="{35386AB7-28CA-0BBA-03F5-CC72BD939DC2}"/>
              </a:ext>
            </a:extLst>
          </p:cNvPr>
          <p:cNvSpPr>
            <a:spLocks noGrp="1"/>
          </p:cNvSpPr>
          <p:nvPr>
            <p:ph type="body" sz="quarter" idx="40" hasCustomPrompt="1"/>
          </p:nvPr>
        </p:nvSpPr>
        <p:spPr>
          <a:xfrm>
            <a:off x="11760317" y="357645"/>
            <a:ext cx="127000" cy="125999"/>
          </a:xfrm>
          <a:prstGeom prst="ellipse">
            <a:avLst/>
          </a:prstGeom>
          <a:solidFill>
            <a:srgbClr val="B1B3B3"/>
          </a:solidFill>
        </p:spPr>
        <p:txBody>
          <a:bodyPr>
            <a:noAutofit/>
          </a:bodyPr>
          <a:lstStyle>
            <a:lvl1pPr marL="0" indent="0">
              <a:buFontTx/>
              <a:buNone/>
              <a:defRPr sz="100">
                <a:noFill/>
              </a:defRPr>
            </a:lvl1pPr>
            <a:lvl2pPr marL="228600" indent="0">
              <a:buFontTx/>
              <a:buNone/>
              <a:defRPr sz="100">
                <a:noFill/>
              </a:defRPr>
            </a:lvl2pPr>
            <a:lvl3pPr marL="457200" indent="0">
              <a:buFontTx/>
              <a:buNone/>
              <a:defRPr sz="100">
                <a:noFill/>
              </a:defRPr>
            </a:lvl3pPr>
            <a:lvl4pPr marL="661988" indent="0">
              <a:buFontTx/>
              <a:buNone/>
              <a:defRPr sz="100">
                <a:noFill/>
              </a:defRPr>
            </a:lvl4pPr>
            <a:lvl5pPr marL="855663" indent="0">
              <a:buFontTx/>
              <a:buNone/>
              <a:defRPr sz="100">
                <a:noFill/>
              </a:defRPr>
            </a:lvl5pPr>
          </a:lstStyle>
          <a:p>
            <a:pPr lvl="0"/>
            <a:r>
              <a:rPr lang="en-US"/>
              <a:t>a</a:t>
            </a:r>
          </a:p>
        </p:txBody>
      </p:sp>
    </p:spTree>
    <p:extLst>
      <p:ext uri="{BB962C8B-B14F-4D97-AF65-F5344CB8AC3E}">
        <p14:creationId xmlns:p14="http://schemas.microsoft.com/office/powerpoint/2010/main" val="113156723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Layouts/slideLayout192.xml><?xml version="1.0" encoding="utf-8"?>
<p:sldLayout xmlns:a="http://schemas.openxmlformats.org/drawingml/2006/main" xmlns:r="http://schemas.openxmlformats.org/officeDocument/2006/relationships" xmlns:p="http://schemas.openxmlformats.org/presentationml/2006/main" preserve="1">
  <p:cSld name="Black Notes slide Layout">
    <p:bg bwMode="gray">
      <p:bgPr>
        <a:solidFill>
          <a:schemeClr val="bg1"/>
        </a:soli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solidFill>
                  <a:schemeClr val="tx1"/>
                </a:solidFill>
                <a:latin typeface="Segoe Sans Display" pitchFamily="2" charset="0"/>
                <a:ea typeface="Segoe Sans Display" pitchFamily="2" charset="0"/>
                <a:cs typeface="Segoe Sans Display" pitchFamily="2" charset="0"/>
              </a:defRPr>
            </a:lvl1pPr>
          </a:lstStyle>
          <a:p>
            <a:r>
              <a:rPr lang="en-US"/>
              <a:t>Click to edit Master title style</a:t>
            </a:r>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a:prstGeom prst="rect">
            <a:avLst/>
          </a:prstGeo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solidFill>
                  <a:srgbClr val="000000"/>
                </a:solidFill>
                <a:effectLst/>
                <a:latin typeface="Segoe Sans Display" pitchFamily="2" charset="0"/>
                <a:ea typeface="Segoe Sans Display" pitchFamily="2" charset="0"/>
                <a:cs typeface="Segoe Sans Display" pitchFamily="2" charset="0"/>
              </a:defRPr>
            </a:lvl1pPr>
          </a:lstStyle>
          <a:p>
            <a:pPr lvl="0"/>
            <a:r>
              <a:rPr lang="en-US"/>
              <a:t>Next:</a:t>
            </a:r>
          </a:p>
        </p:txBody>
      </p:sp>
    </p:spTree>
    <p:extLst>
      <p:ext uri="{BB962C8B-B14F-4D97-AF65-F5344CB8AC3E}">
        <p14:creationId xmlns:p14="http://schemas.microsoft.com/office/powerpoint/2010/main" val="2428921125"/>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Layouts/slideLayout193.xml><?xml version="1.0" encoding="utf-8"?>
<p:sldLayout xmlns:a="http://schemas.openxmlformats.org/drawingml/2006/main" xmlns:r="http://schemas.openxmlformats.org/officeDocument/2006/relationships" xmlns:p="http://schemas.openxmlformats.org/presentationml/2006/main" userDrawn="1">
  <p:cSld name="1_Title Only w beige 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70D2C7A-4F5B-353D-0C06-7346A8207B45}"/>
              </a:ext>
            </a:extLst>
          </p:cNvPr>
          <p:cNvSpPr/>
          <p:nvPr userDrawn="1"/>
        </p:nvSpPr>
        <p:spPr bwMode="auto">
          <a:xfrm>
            <a:off x="0"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5" name="Title 4">
            <a:extLst>
              <a:ext uri="{FF2B5EF4-FFF2-40B4-BE49-F238E27FC236}">
                <a16:creationId xmlns:a16="http://schemas.microsoft.com/office/drawing/2014/main" id="{0BCEAD74-397D-0D97-9041-3CFAF98275DD}"/>
              </a:ext>
            </a:extLst>
          </p:cNvPr>
          <p:cNvSpPr>
            <a:spLocks noGrp="1"/>
          </p:cNvSpPr>
          <p:nvPr>
            <p:ph type="title"/>
          </p:nvPr>
        </p:nvSpPr>
        <p:spPr>
          <a:xfrm>
            <a:off x="576072" y="391414"/>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gradFill>
                  <a:gsLst>
                    <a:gs pos="2874">
                      <a:schemeClr val="accent1"/>
                    </a:gs>
                    <a:gs pos="71000">
                      <a:schemeClr val="accent4"/>
                    </a:gs>
                    <a:gs pos="100000">
                      <a:schemeClr val="accent2"/>
                    </a:gs>
                  </a:gsLst>
                  <a:lin ang="0" scaled="1"/>
                </a:gradFill>
                <a:effectLst/>
                <a:latin typeface="+mj-lt"/>
                <a:ea typeface="+mj-ea"/>
                <a:cs typeface="+mj-cs"/>
              </a:defRPr>
            </a:lvl1pPr>
          </a:lstStyle>
          <a:p>
            <a:r>
              <a:rPr lang="en-US"/>
              <a:t>Click to edit Master title style</a:t>
            </a:r>
          </a:p>
        </p:txBody>
      </p:sp>
      <p:sp>
        <p:nvSpPr>
          <p:cNvPr id="4" name="TextBox 3">
            <a:extLst>
              <a:ext uri="{FF2B5EF4-FFF2-40B4-BE49-F238E27FC236}">
                <a16:creationId xmlns:a16="http://schemas.microsoft.com/office/drawing/2014/main" id="{15282A79-F52B-4FE3-E63F-EDEED1782B50}"/>
              </a:ext>
            </a:extLst>
          </p:cNvPr>
          <p:cNvSpPr txBox="1"/>
          <p:nvPr userDrawn="1">
            <p:extLst>
              <p:ext uri="{1162E1C5-73C7-4A58-AE30-91384D911F3F}">
                <p184:classification xmlns:p184="http://schemas.microsoft.com/office/powerpoint/2018/4/main" val="ftr"/>
              </p:ext>
            </p:extLst>
          </p:nvPr>
        </p:nvSpPr>
        <p:spPr>
          <a:xfrm>
            <a:off x="98004" y="6642100"/>
            <a:ext cx="5949107" cy="153888"/>
          </a:xfrm>
          <a:prstGeom prst="rect">
            <a:avLst/>
          </a:prstGeom>
        </p:spPr>
        <p:txBody>
          <a:bodyPr horzOverflow="overflow" wrap="square" lIns="0" tIns="0" rIns="0" bIns="0">
            <a:spAutoFit/>
          </a:bodyPr>
          <a:lstStyle/>
          <a:p>
            <a:pPr algn="l"/>
            <a:r>
              <a:rPr lang="en-US" sz="1000" b="1">
                <a:solidFill>
                  <a:schemeClr val="tx2"/>
                </a:solidFill>
                <a:latin typeface="Aptos" panose="020B0004020202020204" pitchFamily="34" charset="0"/>
              </a:rPr>
              <a:t>Classified as Microsoft Confidential – content under embargo until Nov 18, 2025</a:t>
            </a:r>
          </a:p>
        </p:txBody>
      </p:sp>
    </p:spTree>
    <p:extLst>
      <p:ext uri="{BB962C8B-B14F-4D97-AF65-F5344CB8AC3E}">
        <p14:creationId xmlns:p14="http://schemas.microsoft.com/office/powerpoint/2010/main" val="422134548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94.xml><?xml version="1.0" encoding="utf-8"?>
<p:sldLayout xmlns:a="http://schemas.openxmlformats.org/drawingml/2006/main" xmlns:r="http://schemas.openxmlformats.org/officeDocument/2006/relationships" xmlns:p="http://schemas.openxmlformats.org/presentationml/2006/main" preserve="1">
  <p:cSld name="Title Slid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080397" cy="1231106"/>
          </a:xfrm>
          <a:noFill/>
        </p:spPr>
        <p:txBody>
          <a:bodyPr wrap="square" lIns="0" tIns="0" rIns="0" bIns="0" anchor="b" anchorCtr="0">
            <a:spAutoFit/>
          </a:bodyPr>
          <a:lstStyle>
            <a:lvl1pPr>
              <a:defRPr sz="4000" spc="-50" baseline="0">
                <a:solidFill>
                  <a:schemeClr val="tx1"/>
                </a:solidFill>
                <a:latin typeface="+mj-lt"/>
                <a:cs typeface="Segoe Sans Display" pitchFamily="2"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4080397" cy="246221"/>
          </a:xfrm>
          <a:prstGeom prst="rect">
            <a:avLst/>
          </a:prstGeo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 text</a:t>
            </a:r>
          </a:p>
        </p:txBody>
      </p:sp>
      <p:pic>
        <p:nvPicPr>
          <p:cNvPr id="8" name="Picture 7" descr="A logo of a company&#10;&#10;Description automatically generated">
            <a:extLst>
              <a:ext uri="{FF2B5EF4-FFF2-40B4-BE49-F238E27FC236}">
                <a16:creationId xmlns:a16="http://schemas.microsoft.com/office/drawing/2014/main" id="{51065696-BF77-547A-924A-9F4AB38AD419}"/>
              </a:ext>
            </a:extLst>
          </p:cNvPr>
          <p:cNvPicPr>
            <a:picLocks noChangeAspect="1"/>
          </p:cNvPicPr>
          <p:nvPr userDrawn="1"/>
        </p:nvPicPr>
        <p:blipFill rotWithShape="1">
          <a:blip r:embed="rId3"/>
          <a:srcRect l="12448" t="32535" r="14401" b="28160"/>
          <a:stretch/>
        </p:blipFill>
        <p:spPr>
          <a:xfrm>
            <a:off x="571500" y="581978"/>
            <a:ext cx="1454782" cy="343851"/>
          </a:xfrm>
          <a:prstGeom prst="rect">
            <a:avLst/>
          </a:prstGeom>
        </p:spPr>
      </p:pic>
    </p:spTree>
    <p:extLst>
      <p:ext uri="{BB962C8B-B14F-4D97-AF65-F5344CB8AC3E}">
        <p14:creationId xmlns:p14="http://schemas.microsoft.com/office/powerpoint/2010/main" val="372843672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195.xml><?xml version="1.0" encoding="utf-8"?>
<p:sldLayout xmlns:a="http://schemas.openxmlformats.org/drawingml/2006/main" xmlns:r="http://schemas.openxmlformats.org/officeDocument/2006/relationships" xmlns:p="http://schemas.openxmlformats.org/presentationml/2006/main" preserve="1" userDrawn="1">
  <p:cSld name="2_Blank">
    <p:spTree>
      <p:nvGrpSpPr>
        <p:cNvPr id="1" name=""/>
        <p:cNvGrpSpPr/>
        <p:nvPr/>
      </p:nvGrpSpPr>
      <p:grpSpPr>
        <a:xfrm>
          <a:off x="0" y="0"/>
          <a:ext cx="0" cy="0"/>
          <a:chOff x="0" y="0"/>
          <a:chExt cx="0" cy="0"/>
        </a:xfrm>
      </p:grpSpPr>
      <p:pic>
        <p:nvPicPr>
          <p:cNvPr id="3" name="Picture 2" descr="A computer screen shot of a computer screen&#10;&#10;Description automatically generated">
            <a:extLst>
              <a:ext uri="{FF2B5EF4-FFF2-40B4-BE49-F238E27FC236}">
                <a16:creationId xmlns:a16="http://schemas.microsoft.com/office/drawing/2014/main" id="{1B91B19F-5366-77DE-DF9E-1EF6C09E0EC0}"/>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pic>
        <p:nvPicPr>
          <p:cNvPr id="2" name="Picture 1" descr="A logo of a company&#10;&#10;Description automatically generated">
            <a:extLst>
              <a:ext uri="{FF2B5EF4-FFF2-40B4-BE49-F238E27FC236}">
                <a16:creationId xmlns:a16="http://schemas.microsoft.com/office/drawing/2014/main" id="{A50F46D6-40FA-B93E-7296-AED50F90EFF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06582" y="129394"/>
            <a:ext cx="3122228" cy="1373526"/>
          </a:xfrm>
          <a:prstGeom prst="rect">
            <a:avLst/>
          </a:prstGeom>
        </p:spPr>
      </p:pic>
      <p:sp>
        <p:nvSpPr>
          <p:cNvPr id="4" name="Title 1">
            <a:extLst>
              <a:ext uri="{FF2B5EF4-FFF2-40B4-BE49-F238E27FC236}">
                <a16:creationId xmlns:a16="http://schemas.microsoft.com/office/drawing/2014/main" id="{BB55674D-26E7-9727-2DC7-B84D57DD8406}"/>
              </a:ext>
            </a:extLst>
          </p:cNvPr>
          <p:cNvSpPr>
            <a:spLocks noGrp="1"/>
          </p:cNvSpPr>
          <p:nvPr>
            <p:ph type="title" hasCustomPrompt="1"/>
          </p:nvPr>
        </p:nvSpPr>
        <p:spPr>
          <a:xfrm>
            <a:off x="594360" y="1560468"/>
            <a:ext cx="4464657" cy="1354217"/>
          </a:xfrm>
          <a:prstGeom prst="rect">
            <a:avLst/>
          </a:prstGeom>
        </p:spPr>
        <p:txBody>
          <a:bodyPr wrap="square" lIns="0" tIns="0" rIns="0" bIns="0" anchor="b" anchorCtr="0">
            <a:spAutoFit/>
          </a:bodyPr>
          <a:lstStyle>
            <a:lvl1pPr marL="0" algn="l" defTabSz="932742" rtl="0" eaLnBrk="1" latinLnBrk="0" hangingPunct="1">
              <a:lnSpc>
                <a:spcPct val="100000"/>
              </a:lnSpc>
              <a:spcBef>
                <a:spcPct val="0"/>
              </a:spcBef>
              <a:buNone/>
              <a:defRPr lang="en-US" sz="4400" b="1" i="0" kern="1200" cap="none" spc="-50" baseline="0" dirty="0">
                <a:ln w="3175">
                  <a:noFill/>
                </a:ln>
                <a:solidFill>
                  <a:schemeClr val="accent4">
                    <a:lumMod val="75000"/>
                  </a:schemeClr>
                </a:solidFill>
                <a:effectLst/>
                <a:latin typeface="Segoe Sans Display Semibold" pitchFamily="2" charset="0"/>
                <a:ea typeface="+mn-ea"/>
                <a:cs typeface="Segoe Sans Display Semibold" pitchFamily="2" charset="0"/>
              </a:defRPr>
            </a:lvl1pPr>
          </a:lstStyle>
          <a:p>
            <a:r>
              <a:rPr lang="en-US"/>
              <a:t>Event name or presentation title </a:t>
            </a:r>
          </a:p>
        </p:txBody>
      </p:sp>
      <p:sp>
        <p:nvSpPr>
          <p:cNvPr id="5" name="Text Placeholder 4">
            <a:extLst>
              <a:ext uri="{FF2B5EF4-FFF2-40B4-BE49-F238E27FC236}">
                <a16:creationId xmlns:a16="http://schemas.microsoft.com/office/drawing/2014/main" id="{C47169B4-91B7-6381-7E92-580EC8940BCB}"/>
              </a:ext>
            </a:extLst>
          </p:cNvPr>
          <p:cNvSpPr>
            <a:spLocks noGrp="1"/>
          </p:cNvSpPr>
          <p:nvPr>
            <p:ph type="body" sz="quarter" idx="12" hasCustomPrompt="1"/>
          </p:nvPr>
        </p:nvSpPr>
        <p:spPr>
          <a:xfrm>
            <a:off x="594360" y="3346171"/>
            <a:ext cx="4461118" cy="307777"/>
          </a:xfrm>
          <a:prstGeom prst="rect">
            <a:avLst/>
          </a:prstGeom>
          <a:noFill/>
        </p:spPr>
        <p:txBody>
          <a:bodyPr wrap="square" lIns="0" tIns="0" rIns="0" bIns="0">
            <a:spAutoFit/>
          </a:bodyPr>
          <a:lstStyle>
            <a:lvl1pPr marL="0" indent="0">
              <a:spcBef>
                <a:spcPts val="0"/>
              </a:spcBef>
              <a:buNone/>
              <a:defRPr sz="2000" b="1" i="0" spc="0" baseline="0">
                <a:solidFill>
                  <a:schemeClr val="tx1"/>
                </a:solidFill>
                <a:latin typeface="Segoe Sans Display Semibold" pitchFamily="2" charset="0"/>
                <a:cs typeface="Segoe Sans Display Semibold" pitchFamily="2" charset="0"/>
              </a:defRPr>
            </a:lvl1pPr>
          </a:lstStyle>
          <a:p>
            <a:pPr lvl="0"/>
            <a:r>
              <a:rPr lang="en-US"/>
              <a:t>Speaker name or subtitle</a:t>
            </a:r>
          </a:p>
        </p:txBody>
      </p:sp>
    </p:spTree>
    <p:extLst>
      <p:ext uri="{BB962C8B-B14F-4D97-AF65-F5344CB8AC3E}">
        <p14:creationId xmlns:p14="http://schemas.microsoft.com/office/powerpoint/2010/main" val="4089415672"/>
      </p:ext>
    </p:extLst>
  </p:cSld>
  <p:clrMapOvr>
    <a:masterClrMapping/>
  </p:clrMapOvr>
  <p:extLst>
    <p:ext uri="{DCECCB84-F9BA-43D5-87BE-67443E8EF086}">
      <p15:sldGuideLst xmlns:p15="http://schemas.microsoft.com/office/powerpoint/2012/main">
        <p15:guide id="1" pos="360">
          <p15:clr>
            <a:srgbClr val="FBAE40"/>
          </p15:clr>
        </p15:guide>
        <p15:guide id="2" pos="2376">
          <p15:clr>
            <a:srgbClr val="FBAE40"/>
          </p15:clr>
        </p15:guide>
        <p15:guide id="3" pos="2520">
          <p15:clr>
            <a:srgbClr val="FBAE40"/>
          </p15:clr>
        </p15:guide>
        <p15:guide id="4" pos="3096">
          <p15:clr>
            <a:srgbClr val="FBAE40"/>
          </p15:clr>
        </p15:guide>
        <p15:guide id="5" pos="3240">
          <p15:clr>
            <a:srgbClr val="FBAE40"/>
          </p15:clr>
        </p15:guide>
        <p15:guide id="6" pos="4536">
          <p15:clr>
            <a:srgbClr val="FBAE40"/>
          </p15:clr>
        </p15:guide>
        <p15:guide id="7" pos="4680">
          <p15:clr>
            <a:srgbClr val="FBAE40"/>
          </p15:clr>
        </p15:guide>
        <p15:guide id="8" pos="5976">
          <p15:clr>
            <a:srgbClr val="FBAE40"/>
          </p15:clr>
        </p15:guide>
        <p15:guide id="9" pos="6120">
          <p15:clr>
            <a:srgbClr val="FBAE40"/>
          </p15:clr>
        </p15:guide>
        <p15:guide id="10" pos="6696">
          <p15:clr>
            <a:srgbClr val="FBAE40"/>
          </p15:clr>
        </p15:guide>
        <p15:guide id="11" pos="6840">
          <p15:clr>
            <a:srgbClr val="FBAE40"/>
          </p15:clr>
        </p15:guide>
        <p15:guide id="12" pos="8856">
          <p15:clr>
            <a:srgbClr val="FBAE40"/>
          </p15:clr>
        </p15:guide>
        <p15:guide id="13" pos="1656">
          <p15:clr>
            <a:srgbClr val="FBAE40"/>
          </p15:clr>
        </p15:guide>
        <p15:guide id="14" pos="1800">
          <p15:clr>
            <a:srgbClr val="FBAE40"/>
          </p15:clr>
        </p15:guide>
        <p15:guide id="15" pos="2232">
          <p15:clr>
            <a:srgbClr val="FBAE40"/>
          </p15:clr>
        </p15:guide>
        <p15:guide id="16" orient="horz" pos="360">
          <p15:clr>
            <a:srgbClr val="FBAE40"/>
          </p15:clr>
        </p15:guide>
        <p15:guide id="17" orient="horz" pos="1296">
          <p15:clr>
            <a:srgbClr val="FBAE40"/>
          </p15:clr>
        </p15:guide>
        <p15:guide id="18" orient="horz" pos="2592">
          <p15:clr>
            <a:srgbClr val="FBAE40"/>
          </p15:clr>
        </p15:guide>
        <p15:guide id="19" orient="horz" pos="2448">
          <p15:clr>
            <a:srgbClr val="FBAE40"/>
          </p15:clr>
        </p15:guide>
        <p15:guide id="20" orient="horz" pos="2736">
          <p15:clr>
            <a:srgbClr val="FBAE40"/>
          </p15:clr>
        </p15:guide>
        <p15:guide id="21" orient="horz" pos="3888">
          <p15:clr>
            <a:srgbClr val="FBAE40"/>
          </p15:clr>
        </p15:guide>
        <p15:guide id="22" orient="horz" pos="4320">
          <p15:clr>
            <a:srgbClr val="FBAE40"/>
          </p15:clr>
        </p15:guide>
        <p15:guide id="23" orient="horz" pos="4824">
          <p15:clr>
            <a:srgbClr val="FBAE40"/>
          </p15:clr>
        </p15:guide>
        <p15:guide id="24" orient="horz" pos="4680">
          <p15:clr>
            <a:srgbClr val="FBAE40"/>
          </p15:clr>
        </p15:guide>
        <p15:guide id="25" pos="4608">
          <p15:clr>
            <a:srgbClr val="FBAE40"/>
          </p15:clr>
        </p15:guide>
        <p15:guide id="26" orient="horz" pos="4968">
          <p15:clr>
            <a:srgbClr val="FBAE40"/>
          </p15:clr>
        </p15:guide>
      </p15:sldGuideLst>
    </p:ext>
  </p:extLst>
</p:sldLayout>
</file>

<file path=ppt/slideLayouts/slideLayout196.xml><?xml version="1.0" encoding="utf-8"?>
<p:sldLayout xmlns:a="http://schemas.openxmlformats.org/drawingml/2006/main" xmlns:r="http://schemas.openxmlformats.org/officeDocument/2006/relationships" xmlns:p="http://schemas.openxmlformats.org/presentationml/2006/main" preserve="1" userDrawn="1">
  <p:cSld name="18_Color BG">
    <p:bg>
      <p:bgPr>
        <a:solidFill>
          <a:srgbClr val="E9E6E0"/>
        </a:solidFill>
        <a:effectLst/>
      </p:bgPr>
    </p:bg>
    <p:spTree>
      <p:nvGrpSpPr>
        <p:cNvPr id="1" name=""/>
        <p:cNvGrpSpPr/>
        <p:nvPr/>
      </p:nvGrpSpPr>
      <p:grpSpPr>
        <a:xfrm>
          <a:off x="0" y="0"/>
          <a:ext cx="0" cy="0"/>
          <a:chOff x="0" y="0"/>
          <a:chExt cx="0" cy="0"/>
        </a:xfrm>
      </p:grpSpPr>
      <p:pic>
        <p:nvPicPr>
          <p:cNvPr id="7" name="Picture 6" descr="A close up of a toy&#10;&#10;Description automatically generated">
            <a:extLst>
              <a:ext uri="{FF2B5EF4-FFF2-40B4-BE49-F238E27FC236}">
                <a16:creationId xmlns:a16="http://schemas.microsoft.com/office/drawing/2014/main" id="{FAAA01C7-D9B4-5FD5-4FEA-61756841FDB8}"/>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949" r="2" b="4951"/>
          <a:stretch/>
        </p:blipFill>
        <p:spPr>
          <a:xfrm>
            <a:off x="0" y="0"/>
            <a:ext cx="12191638" cy="6857796"/>
          </a:xfrm>
          <a:prstGeom prst="rect">
            <a:avLst/>
          </a:prstGeom>
        </p:spPr>
      </p:pic>
      <p:sp>
        <p:nvSpPr>
          <p:cNvPr id="3" name="Title Placeholder 1">
            <a:extLst>
              <a:ext uri="{FF2B5EF4-FFF2-40B4-BE49-F238E27FC236}">
                <a16:creationId xmlns:a16="http://schemas.microsoft.com/office/drawing/2014/main" id="{8479D426-82A7-259D-687F-28F57F1E609A}"/>
              </a:ext>
            </a:extLst>
          </p:cNvPr>
          <p:cNvSpPr>
            <a:spLocks noGrp="1"/>
          </p:cNvSpPr>
          <p:nvPr>
            <p:ph type="title"/>
          </p:nvPr>
        </p:nvSpPr>
        <p:spPr>
          <a:xfrm>
            <a:off x="588263" y="2875002"/>
            <a:ext cx="4853532" cy="1107996"/>
          </a:xfrm>
          <a:prstGeom prst="rect">
            <a:avLst/>
          </a:prstGeom>
        </p:spPr>
        <p:txBody>
          <a:bodyPr vert="horz" wrap="square" lIns="0" tIns="0" rIns="0" bIns="0" rtlCol="0" anchor="t">
            <a:spAutoFit/>
          </a:bodyPr>
          <a:lstStyle>
            <a:lvl1pPr>
              <a:defRPr sz="3600" b="1" i="0">
                <a:solidFill>
                  <a:schemeClr val="accent4">
                    <a:lumMod val="75000"/>
                  </a:schemeClr>
                </a:solidFill>
                <a:latin typeface="Segoe Sans Display Semibold" pitchFamily="2" charset="0"/>
                <a:cs typeface="Segoe Sans Display Semibold" pitchFamily="2" charset="0"/>
              </a:defRPr>
            </a:lvl1pPr>
          </a:lstStyle>
          <a:p>
            <a:r>
              <a:rPr lang="en-US"/>
              <a:t>Click to edit Master title style</a:t>
            </a:r>
          </a:p>
        </p:txBody>
      </p:sp>
    </p:spTree>
    <p:extLst>
      <p:ext uri="{BB962C8B-B14F-4D97-AF65-F5344CB8AC3E}">
        <p14:creationId xmlns:p14="http://schemas.microsoft.com/office/powerpoint/2010/main" val="1055269782"/>
      </p:ext>
    </p:extLst>
  </p:cSld>
  <p:clrMapOvr>
    <a:masterClrMapping/>
  </p:clrMapOvr>
</p:sldLayout>
</file>

<file path=ppt/slideLayouts/slideLayout197.xml><?xml version="1.0" encoding="utf-8"?>
<p:sldLayout xmlns:a="http://schemas.openxmlformats.org/drawingml/2006/main" xmlns:r="http://schemas.openxmlformats.org/officeDocument/2006/relationships" xmlns:p="http://schemas.openxmlformats.org/presentationml/2006/main" showMasterSp="0" preserve="1" userDrawn="1">
  <p:cSld name="Section_Gradient_Warm Gray">
    <p:bg>
      <p:bgPr>
        <a:solidFill>
          <a:schemeClr val="bg1"/>
        </a:solidFill>
        <a:effectLst/>
      </p:bgPr>
    </p:bg>
    <p:spTree>
      <p:nvGrpSpPr>
        <p:cNvPr id="1" name=""/>
        <p:cNvGrpSpPr/>
        <p:nvPr/>
      </p:nvGrpSpPr>
      <p:grpSpPr>
        <a:xfrm>
          <a:off x="0" y="0"/>
          <a:ext cx="0" cy="0"/>
          <a:chOff x="0" y="0"/>
          <a:chExt cx="0" cy="0"/>
        </a:xfrm>
      </p:grpSpPr>
      <p:pic>
        <p:nvPicPr>
          <p:cNvPr id="8" name="Picture 7" descr="A close-up of a computer screen&#10;&#10;Description automatically generated">
            <a:extLst>
              <a:ext uri="{FF2B5EF4-FFF2-40B4-BE49-F238E27FC236}">
                <a16:creationId xmlns:a16="http://schemas.microsoft.com/office/drawing/2014/main" id="{A83DAD36-086B-87B0-091E-EC03E2CFCA2C}"/>
              </a:ext>
            </a:extLst>
          </p:cNvPr>
          <p:cNvPicPr>
            <a:picLocks noChangeAspect="1"/>
          </p:cNvPicPr>
          <p:nvPr userDrawn="1"/>
        </p:nvPicPr>
        <p:blipFill>
          <a:blip r:embed="rId2"/>
          <a:srcRect t="9590" r="19181" b="9590"/>
          <a:stretch/>
        </p:blipFill>
        <p:spPr>
          <a:xfrm>
            <a:off x="0" y="0"/>
            <a:ext cx="12191998" cy="6857999"/>
          </a:xfrm>
          <a:prstGeom prst="rect">
            <a:avLst/>
          </a:prstGeom>
        </p:spPr>
      </p:pic>
      <p:sp>
        <p:nvSpPr>
          <p:cNvPr id="9" name="Rectangle 8">
            <a:extLst>
              <a:ext uri="{FF2B5EF4-FFF2-40B4-BE49-F238E27FC236}">
                <a16:creationId xmlns:a16="http://schemas.microsoft.com/office/drawing/2014/main" id="{E4F28DDB-A2B6-F21A-AFAE-6D86A1D0D50C}"/>
              </a:ext>
            </a:extLst>
          </p:cNvPr>
          <p:cNvSpPr/>
          <p:nvPr userDrawn="1"/>
        </p:nvSpPr>
        <p:spPr bwMode="auto">
          <a:xfrm>
            <a:off x="0" y="0"/>
            <a:ext cx="7452360" cy="6858000"/>
          </a:xfrm>
          <a:prstGeom prst="rect">
            <a:avLst/>
          </a:prstGeom>
          <a:gradFill>
            <a:gsLst>
              <a:gs pos="0">
                <a:srgbClr val="FFF8F3"/>
              </a:gs>
              <a:gs pos="100000">
                <a:srgbClr val="FFF8F3">
                  <a:alpha val="0"/>
                </a:srgbClr>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3" name="Title 1">
            <a:extLst>
              <a:ext uri="{FF2B5EF4-FFF2-40B4-BE49-F238E27FC236}">
                <a16:creationId xmlns:a16="http://schemas.microsoft.com/office/drawing/2014/main" id="{12D19AFB-6939-2FBA-48C9-66A2961406A7}"/>
              </a:ext>
            </a:extLst>
          </p:cNvPr>
          <p:cNvSpPr>
            <a:spLocks noGrp="1"/>
          </p:cNvSpPr>
          <p:nvPr>
            <p:ph type="title" hasCustomPrompt="1"/>
          </p:nvPr>
        </p:nvSpPr>
        <p:spPr>
          <a:xfrm>
            <a:off x="569911" y="3384610"/>
            <a:ext cx="4989641" cy="615553"/>
          </a:xfrm>
          <a:noFill/>
        </p:spPr>
        <p:txBody>
          <a:bodyPr wrap="square" lIns="0" tIns="0" rIns="0" bIns="0" anchor="b" anchorCtr="0">
            <a:spAutoFit/>
          </a:bodyPr>
          <a:lstStyle>
            <a:lvl1pPr>
              <a:defRPr sz="4000" b="0" i="0" spc="-50" baseline="0">
                <a:solidFill>
                  <a:schemeClr val="tx1"/>
                </a:solidFill>
                <a:latin typeface="+mj-lt"/>
                <a:cs typeface="Segoe UI" panose="020B0502040204020203" pitchFamily="34" charset="0"/>
              </a:defRPr>
            </a:lvl1pPr>
          </a:lstStyle>
          <a:p>
            <a:r>
              <a:rPr lang="en-US"/>
              <a:t>Section divider title</a:t>
            </a:r>
          </a:p>
        </p:txBody>
      </p:sp>
      <p:sp>
        <p:nvSpPr>
          <p:cNvPr id="2" name="Text Placeholder 4">
            <a:extLst>
              <a:ext uri="{FF2B5EF4-FFF2-40B4-BE49-F238E27FC236}">
                <a16:creationId xmlns:a16="http://schemas.microsoft.com/office/drawing/2014/main" id="{F9CC4CD7-01CD-2983-6312-47D1240CC951}"/>
              </a:ext>
            </a:extLst>
          </p:cNvPr>
          <p:cNvSpPr>
            <a:spLocks noGrp="1"/>
          </p:cNvSpPr>
          <p:nvPr>
            <p:ph type="body" sz="quarter" idx="12" hasCustomPrompt="1"/>
          </p:nvPr>
        </p:nvSpPr>
        <p:spPr>
          <a:xfrm>
            <a:off x="582042" y="4215828"/>
            <a:ext cx="4989641" cy="246221"/>
          </a:xfrm>
          <a:prstGeom prst="rect">
            <a:avLst/>
          </a:prstGeo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Subtitle</a:t>
            </a:r>
          </a:p>
        </p:txBody>
      </p:sp>
    </p:spTree>
    <p:extLst>
      <p:ext uri="{BB962C8B-B14F-4D97-AF65-F5344CB8AC3E}">
        <p14:creationId xmlns:p14="http://schemas.microsoft.com/office/powerpoint/2010/main" val="301596963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198.xml><?xml version="1.0" encoding="utf-8"?>
<p:sldLayout xmlns:a="http://schemas.openxmlformats.org/drawingml/2006/main" xmlns:r="http://schemas.openxmlformats.org/officeDocument/2006/relationships" xmlns:p="http://schemas.openxmlformats.org/presentationml/2006/main" showMasterSp="0" preserve="1" userDrawn="1">
  <p:cSld name="1_Section_Gradient_Warm Gray">
    <p:bg>
      <p:bgPr>
        <a:solidFill>
          <a:schemeClr val="bg1"/>
        </a:solidFill>
        <a:effectLst/>
      </p:bgPr>
    </p:bg>
    <p:spTree>
      <p:nvGrpSpPr>
        <p:cNvPr id="1" name=""/>
        <p:cNvGrpSpPr/>
        <p:nvPr/>
      </p:nvGrpSpPr>
      <p:grpSpPr>
        <a:xfrm>
          <a:off x="0" y="0"/>
          <a:ext cx="0" cy="0"/>
          <a:chOff x="0" y="0"/>
          <a:chExt cx="0" cy="0"/>
        </a:xfrm>
      </p:grpSpPr>
      <p:pic>
        <p:nvPicPr>
          <p:cNvPr id="5" name="Picture 4" descr="A close-up of a colorful spiral&#10;&#10;Description automatically generated">
            <a:extLst>
              <a:ext uri="{FF2B5EF4-FFF2-40B4-BE49-F238E27FC236}">
                <a16:creationId xmlns:a16="http://schemas.microsoft.com/office/drawing/2014/main" id="{FE78A0B7-C38C-EF30-63E1-9BCE12AC5F85}"/>
              </a:ext>
            </a:extLst>
          </p:cNvPr>
          <p:cNvPicPr>
            <a:picLocks noChangeAspect="1"/>
          </p:cNvPicPr>
          <p:nvPr userDrawn="1"/>
        </p:nvPicPr>
        <p:blipFill>
          <a:blip r:embed="rId2"/>
          <a:srcRect r="10287" b="10287"/>
          <a:stretch/>
        </p:blipFill>
        <p:spPr>
          <a:xfrm>
            <a:off x="0" y="0"/>
            <a:ext cx="12192000" cy="6858000"/>
          </a:xfrm>
          <a:prstGeom prst="rect">
            <a:avLst/>
          </a:prstGeom>
        </p:spPr>
      </p:pic>
      <p:sp>
        <p:nvSpPr>
          <p:cNvPr id="9" name="Rectangle 8">
            <a:extLst>
              <a:ext uri="{FF2B5EF4-FFF2-40B4-BE49-F238E27FC236}">
                <a16:creationId xmlns:a16="http://schemas.microsoft.com/office/drawing/2014/main" id="{E4F28DDB-A2B6-F21A-AFAE-6D86A1D0D50C}"/>
              </a:ext>
            </a:extLst>
          </p:cNvPr>
          <p:cNvSpPr/>
          <p:nvPr userDrawn="1"/>
        </p:nvSpPr>
        <p:spPr bwMode="auto">
          <a:xfrm>
            <a:off x="0" y="0"/>
            <a:ext cx="9299448" cy="6858000"/>
          </a:xfrm>
          <a:prstGeom prst="rect">
            <a:avLst/>
          </a:prstGeom>
          <a:gradFill>
            <a:gsLst>
              <a:gs pos="0">
                <a:srgbClr val="FFF8F3"/>
              </a:gs>
              <a:gs pos="100000">
                <a:srgbClr val="FFF8F3">
                  <a:alpha val="0"/>
                </a:srgbClr>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3" name="Title 1">
            <a:extLst>
              <a:ext uri="{FF2B5EF4-FFF2-40B4-BE49-F238E27FC236}">
                <a16:creationId xmlns:a16="http://schemas.microsoft.com/office/drawing/2014/main" id="{12D19AFB-6939-2FBA-48C9-66A2961406A7}"/>
              </a:ext>
            </a:extLst>
          </p:cNvPr>
          <p:cNvSpPr>
            <a:spLocks noGrp="1"/>
          </p:cNvSpPr>
          <p:nvPr>
            <p:ph type="title" hasCustomPrompt="1"/>
          </p:nvPr>
        </p:nvSpPr>
        <p:spPr>
          <a:xfrm>
            <a:off x="569911" y="3384610"/>
            <a:ext cx="4989641" cy="615553"/>
          </a:xfrm>
          <a:noFill/>
        </p:spPr>
        <p:txBody>
          <a:bodyPr wrap="square" lIns="0" tIns="0" rIns="0" bIns="0" anchor="b" anchorCtr="0">
            <a:spAutoFit/>
          </a:bodyPr>
          <a:lstStyle>
            <a:lvl1pPr>
              <a:defRPr sz="4000" b="1" i="0" spc="-50" baseline="0">
                <a:solidFill>
                  <a:schemeClr val="tx1"/>
                </a:solidFill>
                <a:latin typeface="+mj-lt"/>
                <a:ea typeface="Amazon Ember Display" panose="020F0603020204020204" pitchFamily="34" charset="0"/>
                <a:cs typeface="Segoe UI Semibold" panose="020B0502040204020203" pitchFamily="34" charset="0"/>
              </a:defRPr>
            </a:lvl1pPr>
          </a:lstStyle>
          <a:p>
            <a:r>
              <a:rPr lang="en-US"/>
              <a:t>Section divider title</a:t>
            </a:r>
          </a:p>
        </p:txBody>
      </p:sp>
      <p:sp>
        <p:nvSpPr>
          <p:cNvPr id="2" name="Text Placeholder 4">
            <a:extLst>
              <a:ext uri="{FF2B5EF4-FFF2-40B4-BE49-F238E27FC236}">
                <a16:creationId xmlns:a16="http://schemas.microsoft.com/office/drawing/2014/main" id="{F9CC4CD7-01CD-2983-6312-47D1240CC951}"/>
              </a:ext>
            </a:extLst>
          </p:cNvPr>
          <p:cNvSpPr>
            <a:spLocks noGrp="1"/>
          </p:cNvSpPr>
          <p:nvPr>
            <p:ph type="body" sz="quarter" idx="12" hasCustomPrompt="1"/>
          </p:nvPr>
        </p:nvSpPr>
        <p:spPr>
          <a:xfrm>
            <a:off x="582042" y="4215828"/>
            <a:ext cx="4989641" cy="246221"/>
          </a:xfrm>
          <a:prstGeom prst="rect">
            <a:avLst/>
          </a:prstGeo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Subtitle</a:t>
            </a:r>
          </a:p>
        </p:txBody>
      </p:sp>
    </p:spTree>
    <p:extLst>
      <p:ext uri="{BB962C8B-B14F-4D97-AF65-F5344CB8AC3E}">
        <p14:creationId xmlns:p14="http://schemas.microsoft.com/office/powerpoint/2010/main" val="146713118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199.xml><?xml version="1.0" encoding="utf-8"?>
<p:sldLayout xmlns:a="http://schemas.openxmlformats.org/drawingml/2006/main" xmlns:r="http://schemas.openxmlformats.org/officeDocument/2006/relationships" xmlns:p="http://schemas.openxmlformats.org/presentationml/2006/main" showMasterSp="0" preserve="1" userDrawn="1">
  <p:cSld name="2_Section_Gradient_Warm Gray">
    <p:bg>
      <p:bgPr>
        <a:solidFill>
          <a:schemeClr val="bg1"/>
        </a:solidFill>
        <a:effectLst/>
      </p:bgPr>
    </p:bg>
    <p:spTree>
      <p:nvGrpSpPr>
        <p:cNvPr id="1" name=""/>
        <p:cNvGrpSpPr/>
        <p:nvPr/>
      </p:nvGrpSpPr>
      <p:grpSpPr>
        <a:xfrm>
          <a:off x="0" y="0"/>
          <a:ext cx="0" cy="0"/>
          <a:chOff x="0" y="0"/>
          <a:chExt cx="0" cy="0"/>
        </a:xfrm>
      </p:grpSpPr>
      <p:pic>
        <p:nvPicPr>
          <p:cNvPr id="6" name="Picture 5" descr="A close-up of a curved object&#10;&#10;Description automatically generated">
            <a:extLst>
              <a:ext uri="{FF2B5EF4-FFF2-40B4-BE49-F238E27FC236}">
                <a16:creationId xmlns:a16="http://schemas.microsoft.com/office/drawing/2014/main" id="{BC06A425-7693-6E8F-EB7B-6C9814E91683}"/>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9" name="Rectangle 8">
            <a:extLst>
              <a:ext uri="{FF2B5EF4-FFF2-40B4-BE49-F238E27FC236}">
                <a16:creationId xmlns:a16="http://schemas.microsoft.com/office/drawing/2014/main" id="{E4F28DDB-A2B6-F21A-AFAE-6D86A1D0D50C}"/>
              </a:ext>
            </a:extLst>
          </p:cNvPr>
          <p:cNvSpPr/>
          <p:nvPr userDrawn="1"/>
        </p:nvSpPr>
        <p:spPr bwMode="auto">
          <a:xfrm>
            <a:off x="0" y="0"/>
            <a:ext cx="8586216" cy="6858000"/>
          </a:xfrm>
          <a:prstGeom prst="rect">
            <a:avLst/>
          </a:prstGeom>
          <a:gradFill>
            <a:gsLst>
              <a:gs pos="0">
                <a:srgbClr val="FFF8F3"/>
              </a:gs>
              <a:gs pos="100000">
                <a:srgbClr val="FFF8F3">
                  <a:alpha val="0"/>
                </a:srgbClr>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3" name="Title 1">
            <a:extLst>
              <a:ext uri="{FF2B5EF4-FFF2-40B4-BE49-F238E27FC236}">
                <a16:creationId xmlns:a16="http://schemas.microsoft.com/office/drawing/2014/main" id="{12D19AFB-6939-2FBA-48C9-66A2961406A7}"/>
              </a:ext>
            </a:extLst>
          </p:cNvPr>
          <p:cNvSpPr>
            <a:spLocks noGrp="1"/>
          </p:cNvSpPr>
          <p:nvPr>
            <p:ph type="title" hasCustomPrompt="1"/>
          </p:nvPr>
        </p:nvSpPr>
        <p:spPr>
          <a:xfrm>
            <a:off x="569911" y="3384610"/>
            <a:ext cx="4989641" cy="615553"/>
          </a:xfrm>
          <a:noFill/>
        </p:spPr>
        <p:txBody>
          <a:bodyPr wrap="square" lIns="0" tIns="0" rIns="0" bIns="0" anchor="b" anchorCtr="0">
            <a:spAutoFit/>
          </a:bodyPr>
          <a:lstStyle>
            <a:lvl1pPr>
              <a:defRPr sz="4000" b="1" i="0" spc="-50" baseline="0">
                <a:solidFill>
                  <a:schemeClr val="tx1"/>
                </a:solidFill>
                <a:latin typeface="+mj-lt"/>
                <a:ea typeface="Amazon Ember Display" panose="020F0603020204020204" pitchFamily="34" charset="0"/>
                <a:cs typeface="Segoe UI Semibold" panose="020B0502040204020203" pitchFamily="34" charset="0"/>
              </a:defRPr>
            </a:lvl1pPr>
          </a:lstStyle>
          <a:p>
            <a:r>
              <a:rPr lang="en-US"/>
              <a:t>Section divider title</a:t>
            </a:r>
          </a:p>
        </p:txBody>
      </p:sp>
      <p:sp>
        <p:nvSpPr>
          <p:cNvPr id="2" name="Text Placeholder 4">
            <a:extLst>
              <a:ext uri="{FF2B5EF4-FFF2-40B4-BE49-F238E27FC236}">
                <a16:creationId xmlns:a16="http://schemas.microsoft.com/office/drawing/2014/main" id="{F9CC4CD7-01CD-2983-6312-47D1240CC951}"/>
              </a:ext>
            </a:extLst>
          </p:cNvPr>
          <p:cNvSpPr>
            <a:spLocks noGrp="1"/>
          </p:cNvSpPr>
          <p:nvPr>
            <p:ph type="body" sz="quarter" idx="12" hasCustomPrompt="1"/>
          </p:nvPr>
        </p:nvSpPr>
        <p:spPr>
          <a:xfrm>
            <a:off x="582042" y="4215828"/>
            <a:ext cx="4989641" cy="246221"/>
          </a:xfrm>
          <a:prstGeom prst="rect">
            <a:avLst/>
          </a:prstGeo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Subtitle</a:t>
            </a:r>
          </a:p>
        </p:txBody>
      </p:sp>
    </p:spTree>
    <p:extLst>
      <p:ext uri="{BB962C8B-B14F-4D97-AF65-F5344CB8AC3E}">
        <p14:creationId xmlns:p14="http://schemas.microsoft.com/office/powerpoint/2010/main" val="171153027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200.xml><?xml version="1.0" encoding="utf-8"?>
<p:sldLayout xmlns:a="http://schemas.openxmlformats.org/drawingml/2006/main" xmlns:r="http://schemas.openxmlformats.org/officeDocument/2006/relationships" xmlns:p="http://schemas.openxmlformats.org/presentationml/2006/main"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9144000" cy="1231106"/>
          </a:xfrm>
          <a:noFill/>
        </p:spPr>
        <p:txBody>
          <a:bodyPr wrap="square" lIns="0" tIns="0" rIns="0" bIns="0" anchor="b" anchorCtr="0">
            <a:spAutoFit/>
          </a:bodyPr>
          <a:lstStyle>
            <a:lvl1pPr>
              <a:defRPr sz="4000" spc="-50" baseline="0">
                <a:solidFill>
                  <a:schemeClr val="tx1"/>
                </a:solidFill>
                <a:latin typeface="+mj-lt"/>
                <a:cs typeface="Segoe Sans Display" pitchFamily="2" charset="0"/>
              </a:defRPr>
            </a:lvl1pPr>
          </a:lstStyle>
          <a:p>
            <a:r>
              <a:rPr lang="en-US"/>
              <a:t>Event name or </a:t>
            </a:r>
            <a:br>
              <a:rPr lang="en-US"/>
            </a:br>
            <a:r>
              <a:rPr lang="en-US"/>
              <a:t>presentation title </a:t>
            </a:r>
          </a:p>
        </p:txBody>
      </p:sp>
      <p:sp>
        <p:nvSpPr>
          <p:cNvPr id="5" name="Text Placeholder 4"/>
          <p:cNvSpPr>
            <a:spLocks noGrp="1"/>
          </p:cNvSpPr>
          <p:nvPr>
            <p:ph type="body" sz="quarter" idx="12" hasCustomPrompt="1"/>
          </p:nvPr>
        </p:nvSpPr>
        <p:spPr>
          <a:xfrm>
            <a:off x="584200" y="3962400"/>
            <a:ext cx="9144000" cy="246221"/>
          </a:xfrm>
          <a:prstGeom prst="rect">
            <a:avLst/>
          </a:prstGeo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 text</a:t>
            </a:r>
          </a:p>
        </p:txBody>
      </p:sp>
      <p:pic>
        <p:nvPicPr>
          <p:cNvPr id="16" name="Picture 15" descr="A logo of a company&#10;&#10;Description automatically generated">
            <a:extLst>
              <a:ext uri="{FF2B5EF4-FFF2-40B4-BE49-F238E27FC236}">
                <a16:creationId xmlns:a16="http://schemas.microsoft.com/office/drawing/2014/main" id="{DD0AF0F7-CB9D-430F-0371-DEAB62BB5B47}"/>
              </a:ext>
            </a:extLst>
          </p:cNvPr>
          <p:cNvPicPr>
            <a:picLocks noChangeAspect="1"/>
          </p:cNvPicPr>
          <p:nvPr userDrawn="1"/>
        </p:nvPicPr>
        <p:blipFill rotWithShape="1">
          <a:blip r:embed="rId3"/>
          <a:srcRect l="12448" t="32535" r="14401" b="28160"/>
          <a:stretch/>
        </p:blipFill>
        <p:spPr>
          <a:xfrm>
            <a:off x="571500" y="581978"/>
            <a:ext cx="1454782" cy="343851"/>
          </a:xfrm>
          <a:prstGeom prst="rect">
            <a:avLst/>
          </a:prstGeom>
        </p:spPr>
      </p:pic>
    </p:spTree>
    <p:extLst>
      <p:ext uri="{BB962C8B-B14F-4D97-AF65-F5344CB8AC3E}">
        <p14:creationId xmlns:p14="http://schemas.microsoft.com/office/powerpoint/2010/main" val="289207896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201.xml><?xml version="1.0" encoding="utf-8"?>
<p:sldLayout xmlns:a="http://schemas.openxmlformats.org/drawingml/2006/main" xmlns:r="http://schemas.openxmlformats.org/officeDocument/2006/relationships" xmlns:p="http://schemas.openxmlformats.org/presentationml/2006/main" preserve="1">
  <p:cSld name="1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Picture 1" descr="A close up of a colorful paper&#10;&#10;Description automatically generated">
            <a:extLst>
              <a:ext uri="{FF2B5EF4-FFF2-40B4-BE49-F238E27FC236}">
                <a16:creationId xmlns:a16="http://schemas.microsoft.com/office/drawing/2014/main" id="{800B82AC-416D-3AA2-4C18-031FC729A2EB}"/>
              </a:ext>
            </a:extLst>
          </p:cNvPr>
          <p:cNvPicPr>
            <a:picLocks noChangeAspect="1"/>
          </p:cNvPicPr>
          <p:nvPr userDrawn="1"/>
        </p:nvPicPr>
        <p:blipFill rotWithShape="1">
          <a:blip r:embed="rId3"/>
          <a:srcRect l="397" r="29"/>
          <a:stretch>
            <a:fillRect/>
          </a:stretch>
        </p:blipFill>
        <p:spPr>
          <a:xfrm>
            <a:off x="0" y="-25467"/>
            <a:ext cx="12192000" cy="6887313"/>
          </a:xfrm>
          <a:prstGeom prst="rect">
            <a:avLst/>
          </a:prstGeom>
        </p:spPr>
      </p:pic>
      <p:sp>
        <p:nvSpPr>
          <p:cNvPr id="9" name="Title 1"/>
          <p:cNvSpPr>
            <a:spLocks noGrp="1"/>
          </p:cNvSpPr>
          <p:nvPr>
            <p:ph type="title" hasCustomPrompt="1"/>
          </p:nvPr>
        </p:nvSpPr>
        <p:spPr>
          <a:xfrm>
            <a:off x="584200" y="2302670"/>
            <a:ext cx="9144000" cy="1231106"/>
          </a:xfrm>
          <a:noFill/>
        </p:spPr>
        <p:txBody>
          <a:bodyPr wrap="square" lIns="0" tIns="0" rIns="0" bIns="0" anchor="b" anchorCtr="0">
            <a:spAutoFit/>
          </a:bodyPr>
          <a:lstStyle>
            <a:lvl1pPr>
              <a:defRPr sz="4000" spc="-50" baseline="0">
                <a:solidFill>
                  <a:schemeClr val="tx1"/>
                </a:solidFill>
                <a:latin typeface="+mj-lt"/>
                <a:cs typeface="Segoe Sans Display" pitchFamily="2" charset="0"/>
              </a:defRPr>
            </a:lvl1pPr>
          </a:lstStyle>
          <a:p>
            <a:r>
              <a:rPr lang="en-US"/>
              <a:t>Event name or </a:t>
            </a:r>
            <a:br>
              <a:rPr lang="en-US"/>
            </a:br>
            <a:r>
              <a:rPr lang="en-US"/>
              <a:t>presentation title </a:t>
            </a:r>
          </a:p>
        </p:txBody>
      </p:sp>
      <p:sp>
        <p:nvSpPr>
          <p:cNvPr id="5" name="Text Placeholder 4"/>
          <p:cNvSpPr>
            <a:spLocks noGrp="1"/>
          </p:cNvSpPr>
          <p:nvPr>
            <p:ph type="body" sz="quarter" idx="12" hasCustomPrompt="1"/>
          </p:nvPr>
        </p:nvSpPr>
        <p:spPr>
          <a:xfrm>
            <a:off x="584200" y="3962400"/>
            <a:ext cx="9144000" cy="246221"/>
          </a:xfrm>
          <a:prstGeom prst="rect">
            <a:avLst/>
          </a:prstGeo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 text</a:t>
            </a:r>
          </a:p>
        </p:txBody>
      </p:sp>
      <p:pic>
        <p:nvPicPr>
          <p:cNvPr id="3" name="MS logo gray - EMF">
            <a:extLst>
              <a:ext uri="{FF2B5EF4-FFF2-40B4-BE49-F238E27FC236}">
                <a16:creationId xmlns:a16="http://schemas.microsoft.com/office/drawing/2014/main" id="{D904B52A-FC47-263E-68A4-618DB3C62A87}"/>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bwMode="black">
          <a:xfrm>
            <a:off x="283297" y="281710"/>
            <a:ext cx="2440148" cy="902855"/>
          </a:xfrm>
          <a:prstGeom prst="rect">
            <a:avLst/>
          </a:prstGeom>
        </p:spPr>
      </p:pic>
    </p:spTree>
    <p:extLst>
      <p:ext uri="{BB962C8B-B14F-4D97-AF65-F5344CB8AC3E}">
        <p14:creationId xmlns:p14="http://schemas.microsoft.com/office/powerpoint/2010/main" val="88646435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202.xml><?xml version="1.0" encoding="utf-8"?>
<p:sldLayout xmlns:a="http://schemas.openxmlformats.org/drawingml/2006/main" xmlns:r="http://schemas.openxmlformats.org/officeDocument/2006/relationships" xmlns:p="http://schemas.openxmlformats.org/presentationml/2006/main" preserve="1">
  <p:cSld name="Title Slide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5511800" cy="1231106"/>
          </a:xfrm>
          <a:noFill/>
        </p:spPr>
        <p:txBody>
          <a:bodyPr wrap="square" lIns="0" tIns="0" rIns="0" bIns="0" anchor="b" anchorCtr="0">
            <a:spAutoFit/>
          </a:bodyPr>
          <a:lstStyle>
            <a:lvl1pPr>
              <a:defRPr sz="4000" spc="-50" baseline="0">
                <a:solidFill>
                  <a:schemeClr val="tx1"/>
                </a:solidFill>
                <a:latin typeface="+mj-lt"/>
                <a:cs typeface="Segoe Sans Display" pitchFamily="2"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5511800" cy="246221"/>
          </a:xfrm>
          <a:prstGeom prst="rect">
            <a:avLst/>
          </a:prstGeo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 text</a:t>
            </a:r>
          </a:p>
        </p:txBody>
      </p:sp>
      <p:pic>
        <p:nvPicPr>
          <p:cNvPr id="11" name="Picture 10" descr="A logo of a company&#10;&#10;Description automatically generated">
            <a:extLst>
              <a:ext uri="{FF2B5EF4-FFF2-40B4-BE49-F238E27FC236}">
                <a16:creationId xmlns:a16="http://schemas.microsoft.com/office/drawing/2014/main" id="{CAE62B93-42FC-5FEC-B67B-BA687583F380}"/>
              </a:ext>
            </a:extLst>
          </p:cNvPr>
          <p:cNvPicPr>
            <a:picLocks noChangeAspect="1"/>
          </p:cNvPicPr>
          <p:nvPr userDrawn="1"/>
        </p:nvPicPr>
        <p:blipFill rotWithShape="1">
          <a:blip r:embed="rId3"/>
          <a:srcRect l="12448" t="32535" r="14401" b="28160"/>
          <a:stretch/>
        </p:blipFill>
        <p:spPr>
          <a:xfrm>
            <a:off x="571500" y="581978"/>
            <a:ext cx="1454782" cy="343851"/>
          </a:xfrm>
          <a:prstGeom prst="rect">
            <a:avLst/>
          </a:prstGeom>
        </p:spPr>
      </p:pic>
    </p:spTree>
    <p:extLst>
      <p:ext uri="{BB962C8B-B14F-4D97-AF65-F5344CB8AC3E}">
        <p14:creationId xmlns:p14="http://schemas.microsoft.com/office/powerpoint/2010/main" val="364124891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203.xml><?xml version="1.0" encoding="utf-8"?>
<p:sldLayout xmlns:a="http://schemas.openxmlformats.org/drawingml/2006/main" xmlns:r="http://schemas.openxmlformats.org/officeDocument/2006/relationships" xmlns:p="http://schemas.openxmlformats.org/presentationml/2006/main" preserve="1" userDrawn="1">
  <p:cSld name="Title Slide with replaceable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495800" cy="1231106"/>
          </a:xfrm>
          <a:noFill/>
        </p:spPr>
        <p:txBody>
          <a:bodyPr wrap="square" lIns="0" tIns="0" rIns="0" bIns="0" anchor="b" anchorCtr="0">
            <a:spAutoFit/>
          </a:bodyPr>
          <a:lstStyle>
            <a:lvl1pPr>
              <a:defRPr sz="4000" spc="-50" baseline="0">
                <a:solidFill>
                  <a:schemeClr val="tx1"/>
                </a:solidFill>
                <a:latin typeface="+mj-lt"/>
                <a:cs typeface="Segoe Sans Display" pitchFamily="2" charset="0"/>
              </a:defRPr>
            </a:lvl1pPr>
          </a:lstStyle>
          <a:p>
            <a:r>
              <a:rPr lang="en-US"/>
              <a:t>Event name or </a:t>
            </a:r>
            <a:br>
              <a:rPr lang="en-US"/>
            </a:br>
            <a:r>
              <a:rPr lang="en-US"/>
              <a:t>presentation title </a:t>
            </a:r>
          </a:p>
        </p:txBody>
      </p:sp>
      <p:sp>
        <p:nvSpPr>
          <p:cNvPr id="5" name="Text Placeholder 4"/>
          <p:cNvSpPr>
            <a:spLocks noGrp="1"/>
          </p:cNvSpPr>
          <p:nvPr>
            <p:ph type="body" sz="quarter" idx="12" hasCustomPrompt="1"/>
          </p:nvPr>
        </p:nvSpPr>
        <p:spPr>
          <a:xfrm>
            <a:off x="584200" y="3962400"/>
            <a:ext cx="4495800" cy="246221"/>
          </a:xfrm>
          <a:prstGeom prst="rect">
            <a:avLst/>
          </a:prstGeo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 text</a:t>
            </a:r>
          </a:p>
        </p:txBody>
      </p:sp>
      <p:pic>
        <p:nvPicPr>
          <p:cNvPr id="16" name="Picture 15" descr="A logo of a company&#10;&#10;Description automatically generated">
            <a:extLst>
              <a:ext uri="{FF2B5EF4-FFF2-40B4-BE49-F238E27FC236}">
                <a16:creationId xmlns:a16="http://schemas.microsoft.com/office/drawing/2014/main" id="{DD0AF0F7-CB9D-430F-0371-DEAB62BB5B47}"/>
              </a:ext>
            </a:extLst>
          </p:cNvPr>
          <p:cNvPicPr>
            <a:picLocks noChangeAspect="1"/>
          </p:cNvPicPr>
          <p:nvPr userDrawn="1"/>
        </p:nvPicPr>
        <p:blipFill rotWithShape="1">
          <a:blip r:embed="rId3"/>
          <a:srcRect l="12448" t="32535" r="14401" b="28160"/>
          <a:stretch/>
        </p:blipFill>
        <p:spPr>
          <a:xfrm>
            <a:off x="571500" y="581978"/>
            <a:ext cx="1454782" cy="343851"/>
          </a:xfrm>
          <a:prstGeom prst="rect">
            <a:avLst/>
          </a:prstGeom>
        </p:spPr>
      </p:pic>
      <p:sp>
        <p:nvSpPr>
          <p:cNvPr id="2" name="Picture Placeholder" descr="Picture placeholder">
            <a:extLst>
              <a:ext uri="{FF2B5EF4-FFF2-40B4-BE49-F238E27FC236}">
                <a16:creationId xmlns:a16="http://schemas.microsoft.com/office/drawing/2014/main" id="{9BD5030A-DADA-E973-A194-2BD6C3CE6D48}"/>
              </a:ext>
            </a:extLst>
          </p:cNvPr>
          <p:cNvSpPr>
            <a:spLocks noGrp="1"/>
          </p:cNvSpPr>
          <p:nvPr>
            <p:ph type="pic" sz="quarter" idx="11" hasCustomPrompt="1"/>
          </p:nvPr>
        </p:nvSpPr>
        <p:spPr bwMode="ltGray">
          <a:xfrm>
            <a:off x="5334000" y="0"/>
            <a:ext cx="6858000" cy="6858000"/>
          </a:xfrm>
          <a:prstGeom prst="rect">
            <a:avLst/>
          </a:prstGeom>
          <a:blipFill>
            <a:blip r:embed="rId4" cstate="email">
              <a:extLst>
                <a:ext uri="{28A0092B-C50C-407E-A947-70E740481C1C}">
                  <a14:useLocalDpi xmlns:a14="http://schemas.microsoft.com/office/drawing/2010/main"/>
                </a:ext>
              </a:extLst>
            </a:blip>
            <a:stretch>
              <a:fillRect/>
            </a:stretch>
          </a:blipFill>
        </p:spPr>
        <p:txBody>
          <a:bodyPr lIns="0" tIns="2377440" rIns="0" anchor="t" anchorCtr="0">
            <a:noAutofit/>
          </a:bodyPr>
          <a:lstStyle>
            <a:lvl1pPr marL="0" indent="0" algn="ctr">
              <a:lnSpc>
                <a:spcPct val="100000"/>
              </a:lnSpc>
              <a:buNone/>
              <a:defRPr sz="1400" b="1">
                <a:solidFill>
                  <a:schemeClr val="tx2"/>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77150123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20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5" name="Text Placeholder 4">
            <a:extLst>
              <a:ext uri="{FF2B5EF4-FFF2-40B4-BE49-F238E27FC236}">
                <a16:creationId xmlns:a16="http://schemas.microsoft.com/office/drawing/2014/main" id="{6E27CBDD-49E9-BBDF-550B-482E4E570E44}"/>
              </a:ext>
            </a:extLst>
          </p:cNvPr>
          <p:cNvSpPr>
            <a:spLocks noGrp="1"/>
          </p:cNvSpPr>
          <p:nvPr>
            <p:ph type="body" sz="quarter" idx="11" hasCustomPrompt="1"/>
          </p:nvPr>
        </p:nvSpPr>
        <p:spPr>
          <a:xfrm>
            <a:off x="576072" y="342645"/>
            <a:ext cx="11018520" cy="184666"/>
          </a:xfrm>
          <a:prstGeom prst="rect">
            <a:avLst/>
          </a:prstGeo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8263" y="1487825"/>
            <a:ext cx="11018838" cy="4833938"/>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54949540"/>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312">
          <p15:clr>
            <a:srgbClr val="5ACBF0"/>
          </p15:clr>
        </p15:guide>
        <p15:guide id="5" orient="horz" pos="904">
          <p15:clr>
            <a:srgbClr val="5ACBF0"/>
          </p15:clr>
        </p15:guide>
      </p15:sldGuideLst>
    </p:ext>
  </p:extLst>
</p:sldLayout>
</file>

<file path=ppt/slideLayouts/slideLayout205.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4584EB2-E663-4E79-1330-9D1AE176D89B}"/>
              </a:ext>
            </a:extLst>
          </p:cNvPr>
          <p:cNvSpPr>
            <a:spLocks noGrp="1"/>
          </p:cNvSpPr>
          <p:nvPr>
            <p:ph type="title"/>
          </p:nvPr>
        </p:nvSpPr>
        <p:spPr/>
        <p:txBody>
          <a:bodyPr/>
          <a:lstStyle/>
          <a:p>
            <a:r>
              <a:rPr lang="en-US"/>
              <a:t>Click to edit Master title style</a:t>
            </a:r>
          </a:p>
        </p:txBody>
      </p:sp>
      <p:sp>
        <p:nvSpPr>
          <p:cNvPr id="3" name="Text Placeholder 2">
            <a:extLst>
              <a:ext uri="{FF2B5EF4-FFF2-40B4-BE49-F238E27FC236}">
                <a16:creationId xmlns:a16="http://schemas.microsoft.com/office/drawing/2014/main" id="{47054975-9B72-B5D8-DC2C-2A1B1887D311}"/>
              </a:ext>
            </a:extLst>
          </p:cNvPr>
          <p:cNvSpPr>
            <a:spLocks noGrp="1"/>
          </p:cNvSpPr>
          <p:nvPr>
            <p:ph type="body" sz="quarter" idx="11" hasCustomPrompt="1"/>
          </p:nvPr>
        </p:nvSpPr>
        <p:spPr>
          <a:xfrm>
            <a:off x="574675" y="941388"/>
            <a:ext cx="11018520" cy="323165"/>
          </a:xfrm>
          <a:prstGeom prst="rect">
            <a:avLst/>
          </a:prstGeom>
        </p:spPr>
        <p:txBody>
          <a:bodyPr vert="horz" wrap="square" lIns="0" tIns="45720" rIns="0" bIns="0" rtlCol="0">
            <a:spAutoFit/>
          </a:bodyPr>
          <a:lstStyle>
            <a:lvl1pPr>
              <a:defRPr lang="en-US">
                <a:latin typeface="+mn-lt"/>
              </a:defRPr>
            </a:lvl1pPr>
          </a:lstStyle>
          <a:p>
            <a:pPr lvl="0"/>
            <a:r>
              <a:rPr lang="en-US"/>
              <a:t>Subtitle</a:t>
            </a:r>
          </a:p>
        </p:txBody>
      </p:sp>
      <p:sp>
        <p:nvSpPr>
          <p:cNvPr id="6" name="Text Placeholder 5">
            <a:extLst>
              <a:ext uri="{FF2B5EF4-FFF2-40B4-BE49-F238E27FC236}">
                <a16:creationId xmlns:a16="http://schemas.microsoft.com/office/drawing/2014/main" id="{B9DAEE96-3FBA-ED5E-8648-B6963189A336}"/>
              </a:ext>
            </a:extLst>
          </p:cNvPr>
          <p:cNvSpPr>
            <a:spLocks noGrp="1"/>
          </p:cNvSpPr>
          <p:nvPr>
            <p:ph type="body" sz="quarter" idx="10"/>
          </p:nvPr>
        </p:nvSpPr>
        <p:spPr>
          <a:xfrm>
            <a:off x="584200" y="2019300"/>
            <a:ext cx="11025188" cy="256222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0">
            <a:extLst>
              <a:ext uri="{FF2B5EF4-FFF2-40B4-BE49-F238E27FC236}">
                <a16:creationId xmlns:a16="http://schemas.microsoft.com/office/drawing/2014/main" id="{0CC8A979-8AB8-4200-42E7-0B13DA457A82}"/>
              </a:ext>
            </a:extLst>
          </p:cNvPr>
          <p:cNvSpPr>
            <a:spLocks noGrp="1"/>
          </p:cNvSpPr>
          <p:nvPr>
            <p:ph type="ftr" sz="quarter" idx="3"/>
          </p:nvPr>
        </p:nvSpPr>
        <p:spPr>
          <a:xfrm>
            <a:off x="584201" y="6456459"/>
            <a:ext cx="11025188" cy="107854"/>
          </a:xfrm>
          <a:prstGeom prst="rect">
            <a:avLst/>
          </a:prstGeom>
        </p:spPr>
        <p:txBody>
          <a:bodyPr lIns="0" tIns="0" rIns="0" bIns="0" anchor="b" anchorCtr="0"/>
          <a:lstStyle>
            <a:lvl1pPr>
              <a:defRPr sz="800" baseline="0">
                <a:solidFill>
                  <a:schemeClr val="bg1">
                    <a:lumMod val="50000"/>
                  </a:schemeClr>
                </a:solidFill>
              </a:defRPr>
            </a:lvl1pPr>
          </a:lstStyle>
          <a:p>
            <a:pPr>
              <a:tabLst>
                <a:tab pos="11029950" algn="r"/>
              </a:tabLst>
            </a:pPr>
            <a:endParaRPr lang="en-US"/>
          </a:p>
        </p:txBody>
      </p:sp>
    </p:spTree>
    <p:extLst>
      <p:ext uri="{BB962C8B-B14F-4D97-AF65-F5344CB8AC3E}">
        <p14:creationId xmlns:p14="http://schemas.microsoft.com/office/powerpoint/2010/main" val="3564930279"/>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206.xml><?xml version="1.0" encoding="utf-8"?>
<p:sldLayout xmlns:a="http://schemas.openxmlformats.org/drawingml/2006/main" xmlns:r="http://schemas.openxmlformats.org/officeDocument/2006/relationships" xmlns:p="http://schemas.openxmlformats.org/presentationml/2006/main" preserve="1" userDrawn="1">
  <p:cSld name="Two Column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4" name="Text Placeholder 4">
            <a:extLst>
              <a:ext uri="{FF2B5EF4-FFF2-40B4-BE49-F238E27FC236}">
                <a16:creationId xmlns:a16="http://schemas.microsoft.com/office/drawing/2014/main" id="{CE607471-1714-DF09-D946-DE3D04781CEF}"/>
              </a:ext>
            </a:extLst>
          </p:cNvPr>
          <p:cNvSpPr>
            <a:spLocks noGrp="1"/>
          </p:cNvSpPr>
          <p:nvPr>
            <p:ph type="body" sz="quarter" idx="11" hasCustomPrompt="1"/>
          </p:nvPr>
        </p:nvSpPr>
        <p:spPr>
          <a:xfrm>
            <a:off x="576072" y="342645"/>
            <a:ext cx="11018520" cy="184666"/>
          </a:xfrm>
          <a:prstGeom prst="rect">
            <a:avLst/>
          </a:prstGeo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39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26556771"/>
      </p:ext>
    </p:extLst>
  </p:cSld>
  <p:clrMapOvr>
    <a:masterClrMapping/>
  </p:clrMapOvr>
  <p:transition>
    <p:fade/>
  </p:transition>
  <p:extLst>
    <p:ext uri="{DCECCB84-F9BA-43D5-87BE-67443E8EF086}">
      <p15:sldGuideLst xmlns:p15="http://schemas.microsoft.com/office/powerpoint/2012/main">
        <p15:guide id="1" orient="horz" pos="312">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207.xml><?xml version="1.0" encoding="utf-8"?>
<p:sldLayout xmlns:a="http://schemas.openxmlformats.org/drawingml/2006/main" xmlns:r="http://schemas.openxmlformats.org/officeDocument/2006/relationships" xmlns:p="http://schemas.openxmlformats.org/presentationml/2006/main" preserve="1" userDrawn="1">
  <p:cSld name="Three Column Bullet with Subtitles">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E614CF21-40C9-FD81-9FE0-C35C45EA6869}"/>
              </a:ext>
            </a:extLst>
          </p:cNvPr>
          <p:cNvSpPr>
            <a:spLocks noGrp="1"/>
          </p:cNvSpPr>
          <p:nvPr>
            <p:ph type="title"/>
          </p:nvPr>
        </p:nvSpPr>
        <p:spPr/>
        <p:txBody>
          <a:bodyPr/>
          <a:lstStyle/>
          <a:p>
            <a:r>
              <a:rPr lang="en-US"/>
              <a:t>Click to edit Master title style</a:t>
            </a:r>
          </a:p>
        </p:txBody>
      </p:sp>
      <p:sp>
        <p:nvSpPr>
          <p:cNvPr id="6" name="Text Placeholder 4">
            <a:extLst>
              <a:ext uri="{FF2B5EF4-FFF2-40B4-BE49-F238E27FC236}">
                <a16:creationId xmlns:a16="http://schemas.microsoft.com/office/drawing/2014/main" id="{CE7AB499-F4B6-AB75-F8BB-2E6B5006EAAD}"/>
              </a:ext>
            </a:extLst>
          </p:cNvPr>
          <p:cNvSpPr>
            <a:spLocks noGrp="1"/>
          </p:cNvSpPr>
          <p:nvPr>
            <p:ph type="body" sz="quarter" idx="11" hasCustomPrompt="1"/>
          </p:nvPr>
        </p:nvSpPr>
        <p:spPr>
          <a:xfrm>
            <a:off x="576072" y="342645"/>
            <a:ext cx="11018520" cy="184666"/>
          </a:xfrm>
          <a:prstGeom prst="rect">
            <a:avLst/>
          </a:prstGeo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5" name="Text Placeholder 4">
            <a:extLst>
              <a:ext uri="{FF2B5EF4-FFF2-40B4-BE49-F238E27FC236}">
                <a16:creationId xmlns:a16="http://schemas.microsoft.com/office/drawing/2014/main" id="{5F95B007-C9EF-5B2F-94EA-FE8143537B48}"/>
              </a:ext>
            </a:extLst>
          </p:cNvPr>
          <p:cNvSpPr>
            <a:spLocks noGrp="1"/>
          </p:cNvSpPr>
          <p:nvPr>
            <p:ph type="body" sz="quarter" idx="20"/>
          </p:nvPr>
        </p:nvSpPr>
        <p:spPr>
          <a:xfrm>
            <a:off x="577850" y="1438275"/>
            <a:ext cx="3271838" cy="294322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4">
            <a:extLst>
              <a:ext uri="{FF2B5EF4-FFF2-40B4-BE49-F238E27FC236}">
                <a16:creationId xmlns:a16="http://schemas.microsoft.com/office/drawing/2014/main" id="{48F29CA2-1A6E-5E01-133F-13692EF74955}"/>
              </a:ext>
            </a:extLst>
          </p:cNvPr>
          <p:cNvSpPr>
            <a:spLocks noGrp="1"/>
          </p:cNvSpPr>
          <p:nvPr>
            <p:ph type="body" sz="quarter" idx="21"/>
          </p:nvPr>
        </p:nvSpPr>
        <p:spPr>
          <a:xfrm>
            <a:off x="4462463" y="1438275"/>
            <a:ext cx="3271838" cy="294322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4">
            <a:extLst>
              <a:ext uri="{FF2B5EF4-FFF2-40B4-BE49-F238E27FC236}">
                <a16:creationId xmlns:a16="http://schemas.microsoft.com/office/drawing/2014/main" id="{1E78BFDD-CDF6-1991-27AA-4A34894154F1}"/>
              </a:ext>
            </a:extLst>
          </p:cNvPr>
          <p:cNvSpPr>
            <a:spLocks noGrp="1"/>
          </p:cNvSpPr>
          <p:nvPr>
            <p:ph type="body" sz="quarter" idx="22"/>
          </p:nvPr>
        </p:nvSpPr>
        <p:spPr>
          <a:xfrm>
            <a:off x="8348662" y="1438275"/>
            <a:ext cx="3271838" cy="294322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47704806"/>
      </p:ext>
    </p:extLst>
  </p:cSld>
  <p:clrMapOvr>
    <a:masterClrMapping/>
  </p:clrMapOvr>
  <p:transition>
    <p:fade/>
  </p:transition>
  <p:extLst>
    <p:ext uri="{DCECCB84-F9BA-43D5-87BE-67443E8EF086}">
      <p15:sldGuideLst xmlns:p15="http://schemas.microsoft.com/office/powerpoint/2012/main">
        <p15:guide id="3" orient="horz" pos="1506">
          <p15:clr>
            <a:srgbClr val="5ACBF0"/>
          </p15:clr>
        </p15:guide>
        <p15:guide id="4" orient="horz" pos="906">
          <p15:clr>
            <a:srgbClr val="5ACBF0"/>
          </p15:clr>
        </p15:guide>
        <p15:guide id="5" orient="horz" pos="312">
          <p15:clr>
            <a:srgbClr val="5ACBF0"/>
          </p15:clr>
        </p15:guide>
        <p15:guide id="6" pos="2430">
          <p15:clr>
            <a:srgbClr val="5ACBF0"/>
          </p15:clr>
        </p15:guide>
        <p15:guide id="7" pos="2811">
          <p15:clr>
            <a:srgbClr val="5ACBF0"/>
          </p15:clr>
        </p15:guide>
        <p15:guide id="8" pos="4871">
          <p15:clr>
            <a:srgbClr val="5ACBF0"/>
          </p15:clr>
        </p15:guide>
        <p15:guide id="9" pos="5251">
          <p15:clr>
            <a:srgbClr val="5ACBF0"/>
          </p15:clr>
        </p15:guide>
      </p15:sldGuideLst>
    </p:ext>
  </p:extLst>
</p:sldLayout>
</file>

<file path=ppt/slideLayouts/slideLayout208.xml><?xml version="1.0" encoding="utf-8"?>
<p:sldLayout xmlns:a="http://schemas.openxmlformats.org/drawingml/2006/main" xmlns:r="http://schemas.openxmlformats.org/officeDocument/2006/relationships" xmlns:p="http://schemas.openxmlformats.org/presentationml/2006/main" preserve="1" userDrawn="1">
  <p:cSld name="Four Column Bullet with Subtitles">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9D293C66-BD69-5C0F-E3DF-9A40BCFD38DA}"/>
              </a:ext>
            </a:extLst>
          </p:cNvPr>
          <p:cNvSpPr>
            <a:spLocks noGrp="1"/>
          </p:cNvSpPr>
          <p:nvPr>
            <p:ph type="title"/>
          </p:nvPr>
        </p:nvSpPr>
        <p:spPr/>
        <p:txBody>
          <a:bodyPr/>
          <a:lstStyle/>
          <a:p>
            <a:r>
              <a:rPr lang="en-US"/>
              <a:t>Click to edit Master title style</a:t>
            </a:r>
          </a:p>
        </p:txBody>
      </p:sp>
      <p:sp>
        <p:nvSpPr>
          <p:cNvPr id="4" name="Text Placeholder 4">
            <a:extLst>
              <a:ext uri="{FF2B5EF4-FFF2-40B4-BE49-F238E27FC236}">
                <a16:creationId xmlns:a16="http://schemas.microsoft.com/office/drawing/2014/main" id="{2E6B27AF-6A05-4446-FE86-5C02BDBC24F8}"/>
              </a:ext>
            </a:extLst>
          </p:cNvPr>
          <p:cNvSpPr>
            <a:spLocks noGrp="1"/>
          </p:cNvSpPr>
          <p:nvPr>
            <p:ph type="body" sz="quarter" idx="11" hasCustomPrompt="1"/>
          </p:nvPr>
        </p:nvSpPr>
        <p:spPr>
          <a:xfrm>
            <a:off x="576072" y="342645"/>
            <a:ext cx="11018520" cy="184666"/>
          </a:xfrm>
          <a:prstGeom prst="rect">
            <a:avLst/>
          </a:prstGeo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5" name="Text Placeholder 4">
            <a:extLst>
              <a:ext uri="{FF2B5EF4-FFF2-40B4-BE49-F238E27FC236}">
                <a16:creationId xmlns:a16="http://schemas.microsoft.com/office/drawing/2014/main" id="{B6CA7223-94D7-AAFC-DB2E-492B5D8C7A9A}"/>
              </a:ext>
            </a:extLst>
          </p:cNvPr>
          <p:cNvSpPr>
            <a:spLocks noGrp="1"/>
          </p:cNvSpPr>
          <p:nvPr>
            <p:ph type="body" sz="quarter" idx="20"/>
          </p:nvPr>
        </p:nvSpPr>
        <p:spPr>
          <a:xfrm>
            <a:off x="577850" y="1438275"/>
            <a:ext cx="2538413" cy="294322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4">
            <a:extLst>
              <a:ext uri="{FF2B5EF4-FFF2-40B4-BE49-F238E27FC236}">
                <a16:creationId xmlns:a16="http://schemas.microsoft.com/office/drawing/2014/main" id="{014D9B61-EABE-C786-89C6-3777B6F69C6E}"/>
              </a:ext>
            </a:extLst>
          </p:cNvPr>
          <p:cNvSpPr>
            <a:spLocks noGrp="1"/>
          </p:cNvSpPr>
          <p:nvPr>
            <p:ph type="body" sz="quarter" idx="21"/>
          </p:nvPr>
        </p:nvSpPr>
        <p:spPr>
          <a:xfrm>
            <a:off x="3413125" y="1438275"/>
            <a:ext cx="2538413" cy="294322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4">
            <a:extLst>
              <a:ext uri="{FF2B5EF4-FFF2-40B4-BE49-F238E27FC236}">
                <a16:creationId xmlns:a16="http://schemas.microsoft.com/office/drawing/2014/main" id="{EE9211B1-4748-B663-B342-D6798C5B27B3}"/>
              </a:ext>
            </a:extLst>
          </p:cNvPr>
          <p:cNvSpPr>
            <a:spLocks noGrp="1"/>
          </p:cNvSpPr>
          <p:nvPr>
            <p:ph type="body" sz="quarter" idx="22"/>
          </p:nvPr>
        </p:nvSpPr>
        <p:spPr>
          <a:xfrm>
            <a:off x="6248400" y="1438275"/>
            <a:ext cx="2538413" cy="294322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4">
            <a:extLst>
              <a:ext uri="{FF2B5EF4-FFF2-40B4-BE49-F238E27FC236}">
                <a16:creationId xmlns:a16="http://schemas.microsoft.com/office/drawing/2014/main" id="{93AF2857-DAEF-31B4-9CAD-F347CCC41440}"/>
              </a:ext>
            </a:extLst>
          </p:cNvPr>
          <p:cNvSpPr>
            <a:spLocks noGrp="1"/>
          </p:cNvSpPr>
          <p:nvPr>
            <p:ph type="body" sz="quarter" idx="23"/>
          </p:nvPr>
        </p:nvSpPr>
        <p:spPr>
          <a:xfrm>
            <a:off x="9083675" y="1438275"/>
            <a:ext cx="2538413" cy="294322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71480184"/>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436">
          <p15:clr>
            <a:srgbClr val="5ACBF0"/>
          </p15:clr>
        </p15:guide>
      </p15:sldGuideLst>
    </p:ext>
  </p:extLst>
</p:sldLayout>
</file>

<file path=ppt/slideLayouts/slideLayout209.xml><?xml version="1.0" encoding="utf-8"?>
<p:sldLayout xmlns:a="http://schemas.openxmlformats.org/drawingml/2006/main" xmlns:r="http://schemas.openxmlformats.org/officeDocument/2006/relationships" xmlns:p="http://schemas.openxmlformats.org/presentationml/2006/main" preserve="1" userDrawn="1">
  <p:cSld name="Five Column Bullet with Subtitles">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0E1D4FE1-DFED-1622-32F9-3D015929DFF1}"/>
              </a:ext>
            </a:extLst>
          </p:cNvPr>
          <p:cNvSpPr>
            <a:spLocks noGrp="1"/>
          </p:cNvSpPr>
          <p:nvPr>
            <p:ph type="title"/>
          </p:nvPr>
        </p:nvSpPr>
        <p:spPr/>
        <p:txBody>
          <a:bodyPr/>
          <a:lstStyle/>
          <a:p>
            <a:r>
              <a:rPr lang="en-US"/>
              <a:t>Click to edit Master title style</a:t>
            </a:r>
          </a:p>
        </p:txBody>
      </p:sp>
      <p:sp>
        <p:nvSpPr>
          <p:cNvPr id="4" name="Text Placeholder 4">
            <a:extLst>
              <a:ext uri="{FF2B5EF4-FFF2-40B4-BE49-F238E27FC236}">
                <a16:creationId xmlns:a16="http://schemas.microsoft.com/office/drawing/2014/main" id="{CB8D4404-C124-7E57-8FB1-BA39742F7A50}"/>
              </a:ext>
            </a:extLst>
          </p:cNvPr>
          <p:cNvSpPr>
            <a:spLocks noGrp="1"/>
          </p:cNvSpPr>
          <p:nvPr>
            <p:ph type="body" sz="quarter" idx="11" hasCustomPrompt="1"/>
          </p:nvPr>
        </p:nvSpPr>
        <p:spPr>
          <a:xfrm>
            <a:off x="576072" y="342645"/>
            <a:ext cx="11018520" cy="184666"/>
          </a:xfrm>
          <a:prstGeom prst="rect">
            <a:avLst/>
          </a:prstGeo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6" name="Text Placeholder 4">
            <a:extLst>
              <a:ext uri="{FF2B5EF4-FFF2-40B4-BE49-F238E27FC236}">
                <a16:creationId xmlns:a16="http://schemas.microsoft.com/office/drawing/2014/main" id="{C6DACF10-6479-7F9D-29E8-1C10401F61D4}"/>
              </a:ext>
            </a:extLst>
          </p:cNvPr>
          <p:cNvSpPr>
            <a:spLocks noGrp="1"/>
          </p:cNvSpPr>
          <p:nvPr>
            <p:ph type="body" sz="quarter" idx="20"/>
          </p:nvPr>
        </p:nvSpPr>
        <p:spPr>
          <a:xfrm>
            <a:off x="577850" y="1438275"/>
            <a:ext cx="1978025" cy="1631216"/>
          </a:xfrm>
          <a:prstGeom prst="rect">
            <a:avLst/>
          </a:prstGeom>
        </p:spPr>
        <p:txBody>
          <a:bodyPr/>
          <a:lstStyle>
            <a:lvl1pPr>
              <a:defRPr sz="1600"/>
            </a:lvl1pPr>
            <a:lvl2pPr>
              <a:defRPr sz="14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4">
            <a:extLst>
              <a:ext uri="{FF2B5EF4-FFF2-40B4-BE49-F238E27FC236}">
                <a16:creationId xmlns:a16="http://schemas.microsoft.com/office/drawing/2014/main" id="{45D7083F-7CFE-DE24-42E2-444B7CF03635}"/>
              </a:ext>
            </a:extLst>
          </p:cNvPr>
          <p:cNvSpPr>
            <a:spLocks noGrp="1"/>
          </p:cNvSpPr>
          <p:nvPr>
            <p:ph type="body" sz="quarter" idx="21"/>
          </p:nvPr>
        </p:nvSpPr>
        <p:spPr>
          <a:xfrm>
            <a:off x="2849563" y="1438275"/>
            <a:ext cx="1978025" cy="1631216"/>
          </a:xfrm>
          <a:prstGeom prst="rect">
            <a:avLst/>
          </a:prstGeom>
        </p:spPr>
        <p:txBody>
          <a:bodyPr/>
          <a:lstStyle>
            <a:lvl1pPr>
              <a:defRPr sz="1600"/>
            </a:lvl1pPr>
            <a:lvl2pPr>
              <a:defRPr sz="14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4">
            <a:extLst>
              <a:ext uri="{FF2B5EF4-FFF2-40B4-BE49-F238E27FC236}">
                <a16:creationId xmlns:a16="http://schemas.microsoft.com/office/drawing/2014/main" id="{5DDD545C-8D59-ABDC-9942-F25E1B5C9D06}"/>
              </a:ext>
            </a:extLst>
          </p:cNvPr>
          <p:cNvSpPr>
            <a:spLocks noGrp="1"/>
          </p:cNvSpPr>
          <p:nvPr>
            <p:ph type="body" sz="quarter" idx="22"/>
          </p:nvPr>
        </p:nvSpPr>
        <p:spPr>
          <a:xfrm>
            <a:off x="5103813" y="1438275"/>
            <a:ext cx="1978025" cy="1631216"/>
          </a:xfrm>
          <a:prstGeom prst="rect">
            <a:avLst/>
          </a:prstGeom>
        </p:spPr>
        <p:txBody>
          <a:bodyPr/>
          <a:lstStyle>
            <a:lvl1pPr>
              <a:defRPr sz="1600"/>
            </a:lvl1pPr>
            <a:lvl2pPr>
              <a:defRPr sz="14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4">
            <a:extLst>
              <a:ext uri="{FF2B5EF4-FFF2-40B4-BE49-F238E27FC236}">
                <a16:creationId xmlns:a16="http://schemas.microsoft.com/office/drawing/2014/main" id="{B9EBAB35-9342-2545-2284-5BE24D05B2AA}"/>
              </a:ext>
            </a:extLst>
          </p:cNvPr>
          <p:cNvSpPr>
            <a:spLocks noGrp="1"/>
          </p:cNvSpPr>
          <p:nvPr>
            <p:ph type="body" sz="quarter" idx="23"/>
          </p:nvPr>
        </p:nvSpPr>
        <p:spPr>
          <a:xfrm>
            <a:off x="7375525" y="1438275"/>
            <a:ext cx="1978025" cy="1631216"/>
          </a:xfrm>
          <a:prstGeom prst="rect">
            <a:avLst/>
          </a:prstGeom>
        </p:spPr>
        <p:txBody>
          <a:bodyPr/>
          <a:lstStyle>
            <a:lvl1pPr>
              <a:defRPr sz="1600"/>
            </a:lvl1pPr>
            <a:lvl2pPr>
              <a:defRPr sz="14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4">
            <a:extLst>
              <a:ext uri="{FF2B5EF4-FFF2-40B4-BE49-F238E27FC236}">
                <a16:creationId xmlns:a16="http://schemas.microsoft.com/office/drawing/2014/main" id="{E256F632-FA49-CD1A-8D2B-CB70CC3EE498}"/>
              </a:ext>
            </a:extLst>
          </p:cNvPr>
          <p:cNvSpPr>
            <a:spLocks noGrp="1"/>
          </p:cNvSpPr>
          <p:nvPr>
            <p:ph type="body" sz="quarter" idx="24"/>
          </p:nvPr>
        </p:nvSpPr>
        <p:spPr>
          <a:xfrm>
            <a:off x="9647237" y="1438275"/>
            <a:ext cx="1978025" cy="1631216"/>
          </a:xfrm>
          <a:prstGeom prst="rect">
            <a:avLst/>
          </a:prstGeom>
        </p:spPr>
        <p:txBody>
          <a:bodyPr/>
          <a:lstStyle>
            <a:lvl1pPr>
              <a:defRPr sz="1600"/>
            </a:lvl1pPr>
            <a:lvl2pPr>
              <a:defRPr sz="14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72193746"/>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610">
          <p15:clr>
            <a:srgbClr val="5ACBF0"/>
          </p15:clr>
        </p15:guide>
        <p15:guide id="7" pos="1795">
          <p15:clr>
            <a:srgbClr val="5ACBF0"/>
          </p15:clr>
        </p15:guide>
        <p15:guide id="8" pos="3035">
          <p15:clr>
            <a:srgbClr val="5ACBF0"/>
          </p15:clr>
        </p15:guide>
        <p15:guide id="9" pos="3221">
          <p15:clr>
            <a:srgbClr val="5ACBF0"/>
          </p15:clr>
        </p15:guide>
        <p15:guide id="10" pos="4461">
          <p15:clr>
            <a:srgbClr val="5ACBF0"/>
          </p15:clr>
        </p15:guide>
        <p15:guide id="11" pos="5890">
          <p15:clr>
            <a:srgbClr val="5ACBF0"/>
          </p15:clr>
        </p15:guide>
        <p15:guide id="12" orient="horz" pos="1436">
          <p15:clr>
            <a:srgbClr val="5ACBF0"/>
          </p15:clr>
        </p15:guide>
        <p15:guide id="13" pos="4646">
          <p15:clr>
            <a:srgbClr val="5ACBF0"/>
          </p15:clr>
        </p15:guide>
        <p15:guide id="14" pos="6072">
          <p15:clr>
            <a:srgbClr val="5ACBF0"/>
          </p15:clr>
        </p15:guide>
      </p15:sldGuideLst>
    </p:ext>
  </p:extLst>
</p:sldLayout>
</file>

<file path=ppt/slideLayouts/slideLayout21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BCEAD74-397D-0D97-9041-3CFAF98275DD}"/>
              </a:ext>
            </a:extLst>
          </p:cNvPr>
          <p:cNvSpPr>
            <a:spLocks noGrp="1"/>
          </p:cNvSpPr>
          <p:nvPr>
            <p:ph type="title"/>
          </p:nvPr>
        </p:nvSpPr>
        <p:spPr/>
        <p:txBody>
          <a:bodyPr/>
          <a:lstStyle/>
          <a:p>
            <a:r>
              <a:rPr lang="en-US"/>
              <a:t>Click to edit Master title style</a:t>
            </a:r>
          </a:p>
        </p:txBody>
      </p:sp>
      <p:sp>
        <p:nvSpPr>
          <p:cNvPr id="4" name="Text Placeholder 4">
            <a:extLst>
              <a:ext uri="{FF2B5EF4-FFF2-40B4-BE49-F238E27FC236}">
                <a16:creationId xmlns:a16="http://schemas.microsoft.com/office/drawing/2014/main" id="{06C78FC9-571D-C292-CABC-D6E40E5EF179}"/>
              </a:ext>
            </a:extLst>
          </p:cNvPr>
          <p:cNvSpPr>
            <a:spLocks noGrp="1"/>
          </p:cNvSpPr>
          <p:nvPr>
            <p:ph type="body" sz="quarter" idx="11" hasCustomPrompt="1"/>
          </p:nvPr>
        </p:nvSpPr>
        <p:spPr>
          <a:xfrm>
            <a:off x="576072" y="342645"/>
            <a:ext cx="11018520" cy="184666"/>
          </a:xfrm>
          <a:prstGeom prst="rect">
            <a:avLst/>
          </a:prstGeo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Tree>
    <p:extLst>
      <p:ext uri="{BB962C8B-B14F-4D97-AF65-F5344CB8AC3E}">
        <p14:creationId xmlns:p14="http://schemas.microsoft.com/office/powerpoint/2010/main" val="142268443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11.xml><?xml version="1.0" encoding="utf-8"?>
<p:sldLayout xmlns:a="http://schemas.openxmlformats.org/drawingml/2006/main" xmlns:r="http://schemas.openxmlformats.org/officeDocument/2006/relationships" xmlns:p="http://schemas.openxmlformats.org/presentationml/2006/main" preserve="1" userDrawn="1">
  <p:cSld name="Title Only w beige 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70D2C7A-4F5B-353D-0C06-7346A8207B45}"/>
              </a:ext>
            </a:extLst>
          </p:cNvPr>
          <p:cNvSpPr/>
          <p:nvPr userDrawn="1"/>
        </p:nvSpPr>
        <p:spPr bwMode="auto">
          <a:xfrm>
            <a:off x="0"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3" name="Picture 2" descr="A colorful gradient going from darker blue on the left side to light blue to magenta to orange on the right side">
            <a:extLst>
              <a:ext uri="{FF2B5EF4-FFF2-40B4-BE49-F238E27FC236}">
                <a16:creationId xmlns:a16="http://schemas.microsoft.com/office/drawing/2014/main" id="{B0ABAD7C-69B5-267A-50D7-D08FB74F67A5}"/>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sp>
        <p:nvSpPr>
          <p:cNvPr id="5" name="Title 4">
            <a:extLst>
              <a:ext uri="{FF2B5EF4-FFF2-40B4-BE49-F238E27FC236}">
                <a16:creationId xmlns:a16="http://schemas.microsoft.com/office/drawing/2014/main" id="{0BCEAD74-397D-0D97-9041-3CFAF98275DD}"/>
              </a:ext>
            </a:extLst>
          </p:cNvPr>
          <p:cNvSpPr>
            <a:spLocks noGrp="1"/>
          </p:cNvSpPr>
          <p:nvPr>
            <p:ph type="title"/>
          </p:nvPr>
        </p:nvSpPr>
        <p:spPr/>
        <p:txBody>
          <a:bodyPr/>
          <a:lstStyle/>
          <a:p>
            <a:r>
              <a:rPr lang="en-US"/>
              <a:t>Click to edit Master title style</a:t>
            </a:r>
          </a:p>
        </p:txBody>
      </p:sp>
      <p:sp>
        <p:nvSpPr>
          <p:cNvPr id="4" name="Text Placeholder 4">
            <a:extLst>
              <a:ext uri="{FF2B5EF4-FFF2-40B4-BE49-F238E27FC236}">
                <a16:creationId xmlns:a16="http://schemas.microsoft.com/office/drawing/2014/main" id="{06C78FC9-571D-C292-CABC-D6E40E5EF179}"/>
              </a:ext>
            </a:extLst>
          </p:cNvPr>
          <p:cNvSpPr>
            <a:spLocks noGrp="1"/>
          </p:cNvSpPr>
          <p:nvPr>
            <p:ph type="body" sz="quarter" idx="11" hasCustomPrompt="1"/>
          </p:nvPr>
        </p:nvSpPr>
        <p:spPr>
          <a:xfrm>
            <a:off x="576072" y="342645"/>
            <a:ext cx="11018520" cy="184666"/>
          </a:xfrm>
          <a:prstGeom prst="rect">
            <a:avLst/>
          </a:prstGeo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Tree>
    <p:extLst>
      <p:ext uri="{BB962C8B-B14F-4D97-AF65-F5344CB8AC3E}">
        <p14:creationId xmlns:p14="http://schemas.microsoft.com/office/powerpoint/2010/main" val="340090998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12.xml><?xml version="1.0" encoding="utf-8"?>
<p:sldLayout xmlns:a="http://schemas.openxmlformats.org/drawingml/2006/main" xmlns:r="http://schemas.openxmlformats.org/officeDocument/2006/relationships" xmlns:p="http://schemas.openxmlformats.org/presentationml/2006/main" preserve="1" userDrawn="1">
  <p:cSld name="TItle, subtitle only">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4584EB2-E663-4E79-1330-9D1AE176D89B}"/>
              </a:ext>
            </a:extLst>
          </p:cNvPr>
          <p:cNvSpPr>
            <a:spLocks noGrp="1"/>
          </p:cNvSpPr>
          <p:nvPr>
            <p:ph type="title"/>
          </p:nvPr>
        </p:nvSpPr>
        <p:spPr/>
        <p:txBody>
          <a:bodyPr/>
          <a:lstStyle/>
          <a:p>
            <a:r>
              <a:rPr lang="en-US"/>
              <a:t>Click to edit Master title style</a:t>
            </a:r>
          </a:p>
        </p:txBody>
      </p:sp>
      <p:sp>
        <p:nvSpPr>
          <p:cNvPr id="3" name="Text Placeholder 2">
            <a:extLst>
              <a:ext uri="{FF2B5EF4-FFF2-40B4-BE49-F238E27FC236}">
                <a16:creationId xmlns:a16="http://schemas.microsoft.com/office/drawing/2014/main" id="{47054975-9B72-B5D8-DC2C-2A1B1887D311}"/>
              </a:ext>
            </a:extLst>
          </p:cNvPr>
          <p:cNvSpPr>
            <a:spLocks noGrp="1"/>
          </p:cNvSpPr>
          <p:nvPr>
            <p:ph type="body" sz="quarter" idx="11" hasCustomPrompt="1"/>
          </p:nvPr>
        </p:nvSpPr>
        <p:spPr>
          <a:xfrm>
            <a:off x="574675" y="941388"/>
            <a:ext cx="11018520" cy="323165"/>
          </a:xfrm>
          <a:prstGeom prst="rect">
            <a:avLst/>
          </a:prstGeom>
        </p:spPr>
        <p:txBody>
          <a:bodyPr vert="horz" wrap="square" lIns="0" tIns="45720" rIns="0" bIns="0" rtlCol="0">
            <a:spAutoFit/>
          </a:bodyPr>
          <a:lstStyle>
            <a:lvl1pPr>
              <a:defRPr lang="en-US" dirty="0">
                <a:latin typeface="+mn-lt"/>
              </a:defRPr>
            </a:lvl1pPr>
          </a:lstStyle>
          <a:p>
            <a:pPr lvl="0"/>
            <a:r>
              <a:rPr lang="en-US"/>
              <a:t>Subtitle</a:t>
            </a:r>
          </a:p>
        </p:txBody>
      </p:sp>
      <p:sp>
        <p:nvSpPr>
          <p:cNvPr id="2" name="Footer Placeholder 10">
            <a:extLst>
              <a:ext uri="{FF2B5EF4-FFF2-40B4-BE49-F238E27FC236}">
                <a16:creationId xmlns:a16="http://schemas.microsoft.com/office/drawing/2014/main" id="{0CC8A979-8AB8-4200-42E7-0B13DA457A82}"/>
              </a:ext>
            </a:extLst>
          </p:cNvPr>
          <p:cNvSpPr>
            <a:spLocks noGrp="1"/>
          </p:cNvSpPr>
          <p:nvPr>
            <p:ph type="ftr" sz="quarter" idx="3"/>
          </p:nvPr>
        </p:nvSpPr>
        <p:spPr>
          <a:xfrm>
            <a:off x="584201" y="6456459"/>
            <a:ext cx="11025188" cy="107854"/>
          </a:xfrm>
          <a:prstGeom prst="rect">
            <a:avLst/>
          </a:prstGeom>
        </p:spPr>
        <p:txBody>
          <a:bodyPr lIns="0" tIns="0" rIns="0" bIns="0" anchor="b" anchorCtr="0"/>
          <a:lstStyle>
            <a:lvl1pPr>
              <a:defRPr sz="800" baseline="0">
                <a:solidFill>
                  <a:schemeClr val="bg1">
                    <a:lumMod val="50000"/>
                  </a:schemeClr>
                </a:solidFill>
              </a:defRPr>
            </a:lvl1pPr>
          </a:lstStyle>
          <a:p>
            <a:pPr>
              <a:tabLst>
                <a:tab pos="11029950" algn="r"/>
              </a:tabLst>
            </a:pPr>
            <a:endParaRPr lang="en-US"/>
          </a:p>
        </p:txBody>
      </p:sp>
    </p:spTree>
    <p:extLst>
      <p:ext uri="{BB962C8B-B14F-4D97-AF65-F5344CB8AC3E}">
        <p14:creationId xmlns:p14="http://schemas.microsoft.com/office/powerpoint/2010/main" val="3737761285"/>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740">
          <p15:clr>
            <a:srgbClr val="5ACBF0"/>
          </p15:clr>
        </p15:guide>
      </p15:sldGuideLst>
    </p:ext>
  </p:extLst>
</p:sldLayout>
</file>

<file path=ppt/slideLayouts/slideLayout213.xml><?xml version="1.0" encoding="utf-8"?>
<p:sldLayout xmlns:a="http://schemas.openxmlformats.org/drawingml/2006/main" xmlns:r="http://schemas.openxmlformats.org/officeDocument/2006/relationships" xmlns:p="http://schemas.openxmlformats.org/presentationml/2006/main" preserve="1" userDrawn="1">
  <p:cSld name="Title Only w beige bg subtitle">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3434CD3-B5AB-D10E-DB6D-E4408EEE1888}"/>
              </a:ext>
            </a:extLst>
          </p:cNvPr>
          <p:cNvGrpSpPr/>
          <p:nvPr userDrawn="1"/>
        </p:nvGrpSpPr>
        <p:grpSpPr>
          <a:xfrm>
            <a:off x="0" y="0"/>
            <a:ext cx="12188952" cy="6858000"/>
            <a:chOff x="0" y="0"/>
            <a:chExt cx="12188952" cy="6858000"/>
          </a:xfrm>
        </p:grpSpPr>
        <p:sp>
          <p:nvSpPr>
            <p:cNvPr id="4" name="Rectangle 3">
              <a:extLst>
                <a:ext uri="{FF2B5EF4-FFF2-40B4-BE49-F238E27FC236}">
                  <a16:creationId xmlns:a16="http://schemas.microsoft.com/office/drawing/2014/main" id="{C58D21BD-6389-8481-3722-9F401AC1ECFB}"/>
                </a:ext>
              </a:extLst>
            </p:cNvPr>
            <p:cNvSpPr/>
            <p:nvPr userDrawn="1"/>
          </p:nvSpPr>
          <p:spPr bwMode="auto">
            <a:xfrm>
              <a:off x="0"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5" name="Picture 4" descr="A colorful gradient going from darker blue on the left side to light blue to magenta to orange on the right side">
              <a:extLst>
                <a:ext uri="{FF2B5EF4-FFF2-40B4-BE49-F238E27FC236}">
                  <a16:creationId xmlns:a16="http://schemas.microsoft.com/office/drawing/2014/main" id="{4BB01073-1777-1B14-214B-1FAE054897C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grpSp>
      <p:sp>
        <p:nvSpPr>
          <p:cNvPr id="7" name="Title 6">
            <a:extLst>
              <a:ext uri="{FF2B5EF4-FFF2-40B4-BE49-F238E27FC236}">
                <a16:creationId xmlns:a16="http://schemas.microsoft.com/office/drawing/2014/main" id="{94584EB2-E663-4E79-1330-9D1AE176D89B}"/>
              </a:ext>
            </a:extLst>
          </p:cNvPr>
          <p:cNvSpPr>
            <a:spLocks noGrp="1"/>
          </p:cNvSpPr>
          <p:nvPr>
            <p:ph type="title"/>
          </p:nvPr>
        </p:nvSpPr>
        <p:spPr/>
        <p:txBody>
          <a:bodyPr/>
          <a:lstStyle/>
          <a:p>
            <a:r>
              <a:rPr lang="en-US"/>
              <a:t>Click to edit Master title style</a:t>
            </a:r>
          </a:p>
        </p:txBody>
      </p:sp>
      <p:sp>
        <p:nvSpPr>
          <p:cNvPr id="3" name="Text Placeholder 2">
            <a:extLst>
              <a:ext uri="{FF2B5EF4-FFF2-40B4-BE49-F238E27FC236}">
                <a16:creationId xmlns:a16="http://schemas.microsoft.com/office/drawing/2014/main" id="{47054975-9B72-B5D8-DC2C-2A1B1887D311}"/>
              </a:ext>
            </a:extLst>
          </p:cNvPr>
          <p:cNvSpPr>
            <a:spLocks noGrp="1"/>
          </p:cNvSpPr>
          <p:nvPr>
            <p:ph type="body" sz="quarter" idx="11" hasCustomPrompt="1"/>
          </p:nvPr>
        </p:nvSpPr>
        <p:spPr>
          <a:xfrm>
            <a:off x="574675" y="941388"/>
            <a:ext cx="11018520" cy="323165"/>
          </a:xfrm>
          <a:prstGeom prst="rect">
            <a:avLst/>
          </a:prstGeom>
        </p:spPr>
        <p:txBody>
          <a:bodyPr tIns="45720">
            <a:spAutoFit/>
          </a:bodyPr>
          <a:lstStyle>
            <a:lvl1pPr>
              <a:defRPr sz="1800">
                <a:solidFill>
                  <a:schemeClr val="tx1"/>
                </a:solidFill>
                <a:latin typeface="+mn-lt"/>
              </a:defRPr>
            </a:lvl1pPr>
          </a:lstStyle>
          <a:p>
            <a:pPr lvl="0"/>
            <a:r>
              <a:rPr lang="en-US"/>
              <a:t>Subtitle</a:t>
            </a:r>
          </a:p>
        </p:txBody>
      </p:sp>
    </p:spTree>
    <p:extLst>
      <p:ext uri="{BB962C8B-B14F-4D97-AF65-F5344CB8AC3E}">
        <p14:creationId xmlns:p14="http://schemas.microsoft.com/office/powerpoint/2010/main" val="1142120591"/>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740">
          <p15:clr>
            <a:srgbClr val="5ACBF0"/>
          </p15:clr>
        </p15:guide>
      </p15:sldGuideLst>
    </p:ext>
  </p:extLst>
</p:sldLayout>
</file>

<file path=ppt/slideLayouts/slideLayout214.xml><?xml version="1.0" encoding="utf-8"?>
<p:sldLayout xmlns:a="http://schemas.openxmlformats.org/drawingml/2006/main" xmlns:r="http://schemas.openxmlformats.org/officeDocument/2006/relationships" xmlns:p="http://schemas.openxmlformats.org/presentationml/2006/main" preserve="1">
  <p:cSld name="Title Only - left sid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4" y="2875002"/>
            <a:ext cx="4127692" cy="1107996"/>
          </a:xfrm>
        </p:spPr>
        <p:txBody>
          <a:bodyPr wrap="square" anchor="ctr">
            <a:spAutoFit/>
          </a:bodyPr>
          <a:lstStyle/>
          <a:p>
            <a:r>
              <a:rPr lang="en-US"/>
              <a:t>Click to edit Master title style</a:t>
            </a:r>
          </a:p>
        </p:txBody>
      </p:sp>
    </p:spTree>
    <p:extLst>
      <p:ext uri="{BB962C8B-B14F-4D97-AF65-F5344CB8AC3E}">
        <p14:creationId xmlns:p14="http://schemas.microsoft.com/office/powerpoint/2010/main" val="256959689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guide id="32" orient="horz" pos="2160">
          <p15:clr>
            <a:srgbClr val="5ACBF0"/>
          </p15:clr>
        </p15:guide>
        <p15:guide id="33" pos="2976">
          <p15:clr>
            <a:srgbClr val="5ACBF0"/>
          </p15:clr>
        </p15:guide>
        <p15:guide id="34" pos="3336">
          <p15:clr>
            <a:srgbClr val="5ACBF0"/>
          </p15:clr>
        </p15:guide>
      </p15:sldGuideLst>
    </p:ext>
  </p:extLst>
</p:sldLayout>
</file>

<file path=ppt/slideLayouts/slideLayout215.xml><?xml version="1.0" encoding="utf-8"?>
<p:sldLayout xmlns:a="http://schemas.openxmlformats.org/drawingml/2006/main" xmlns:r="http://schemas.openxmlformats.org/officeDocument/2006/relationships" xmlns:p="http://schemas.openxmlformats.org/presentationml/2006/main" preserve="1" userDrawn="1">
  <p:cSld name="Half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a:xfrm>
            <a:off x="576072" y="512064"/>
            <a:ext cx="5219891" cy="430887"/>
          </a:xfrm>
        </p:spPr>
        <p:txBody>
          <a:bodyPr/>
          <a:lstStyle/>
          <a:p>
            <a:r>
              <a:rPr lang="en-US"/>
              <a:t>Click to edit Master title style</a:t>
            </a:r>
          </a:p>
        </p:txBody>
      </p:sp>
      <p:sp>
        <p:nvSpPr>
          <p:cNvPr id="4" name="Text Placeholder 4">
            <a:extLst>
              <a:ext uri="{FF2B5EF4-FFF2-40B4-BE49-F238E27FC236}">
                <a16:creationId xmlns:a16="http://schemas.microsoft.com/office/drawing/2014/main" id="{CE607471-1714-DF09-D946-DE3D04781CEF}"/>
              </a:ext>
            </a:extLst>
          </p:cNvPr>
          <p:cNvSpPr>
            <a:spLocks noGrp="1"/>
          </p:cNvSpPr>
          <p:nvPr>
            <p:ph type="body" sz="quarter" idx="11" hasCustomPrompt="1"/>
          </p:nvPr>
        </p:nvSpPr>
        <p:spPr>
          <a:xfrm>
            <a:off x="576072" y="342645"/>
            <a:ext cx="5219891" cy="184666"/>
          </a:xfrm>
          <a:prstGeom prst="rect">
            <a:avLst/>
          </a:prstGeo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91917979"/>
      </p:ext>
    </p:extLst>
  </p:cSld>
  <p:clrMapOvr>
    <a:masterClrMapping/>
  </p:clrMapOvr>
  <p:transition>
    <p:fade/>
  </p:transition>
  <p:extLst>
    <p:ext uri="{DCECCB84-F9BA-43D5-87BE-67443E8EF086}">
      <p15:sldGuideLst xmlns:p15="http://schemas.microsoft.com/office/powerpoint/2012/main">
        <p15:guide id="1" orient="horz" pos="312">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216.xml><?xml version="1.0" encoding="utf-8"?>
<p:sldLayout xmlns:a="http://schemas.openxmlformats.org/drawingml/2006/main" xmlns:r="http://schemas.openxmlformats.org/officeDocument/2006/relationships" xmlns:p="http://schemas.openxmlformats.org/presentationml/2006/main" preserve="1" userDrawn="1">
  <p:cSld name="Half content on bei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0251FF2-9BAA-90D6-CB54-C5329CC65C30}"/>
              </a:ext>
            </a:extLst>
          </p:cNvPr>
          <p:cNvSpPr/>
          <p:nvPr userDrawn="1"/>
        </p:nvSpPr>
        <p:spPr bwMode="auto">
          <a:xfrm>
            <a:off x="0" y="0"/>
            <a:ext cx="4267200"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6" name="Picture 5" descr="A colorful gradient going from darker blue on the left side to light blue to magenta to orange on the right side">
            <a:extLst>
              <a:ext uri="{FF2B5EF4-FFF2-40B4-BE49-F238E27FC236}">
                <a16:creationId xmlns:a16="http://schemas.microsoft.com/office/drawing/2014/main" id="{3B0115F8-0692-C4F4-4C0A-0A3BCD68357D}"/>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a:xfrm>
            <a:off x="576073" y="512064"/>
            <a:ext cx="3383468" cy="430887"/>
          </a:xfrm>
        </p:spPr>
        <p:txBody>
          <a:bodyPr/>
          <a:lstStyle/>
          <a:p>
            <a:r>
              <a:rPr lang="en-US"/>
              <a:t>Click to edit Master title style</a:t>
            </a:r>
          </a:p>
        </p:txBody>
      </p:sp>
      <p:sp>
        <p:nvSpPr>
          <p:cNvPr id="4" name="Text Placeholder 4">
            <a:extLst>
              <a:ext uri="{FF2B5EF4-FFF2-40B4-BE49-F238E27FC236}">
                <a16:creationId xmlns:a16="http://schemas.microsoft.com/office/drawing/2014/main" id="{CE607471-1714-DF09-D946-DE3D04781CEF}"/>
              </a:ext>
            </a:extLst>
          </p:cNvPr>
          <p:cNvSpPr>
            <a:spLocks noGrp="1"/>
          </p:cNvSpPr>
          <p:nvPr>
            <p:ph type="body" sz="quarter" idx="11" hasCustomPrompt="1"/>
          </p:nvPr>
        </p:nvSpPr>
        <p:spPr>
          <a:xfrm>
            <a:off x="576073" y="342645"/>
            <a:ext cx="3383468" cy="184666"/>
          </a:xfrm>
          <a:prstGeom prst="rect">
            <a:avLst/>
          </a:prstGeo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1" y="2063750"/>
            <a:ext cx="3378200" cy="420528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39794963"/>
      </p:ext>
    </p:extLst>
  </p:cSld>
  <p:clrMapOvr>
    <a:masterClrMapping/>
  </p:clrMapOvr>
  <p:transition>
    <p:fade/>
  </p:transition>
  <p:extLst>
    <p:ext uri="{DCECCB84-F9BA-43D5-87BE-67443E8EF086}">
      <p15:sldGuideLst xmlns:p15="http://schemas.microsoft.com/office/powerpoint/2012/main">
        <p15:guide id="1" orient="horz" pos="312">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217.xml><?xml version="1.0" encoding="utf-8"?>
<p:sldLayout xmlns:a="http://schemas.openxmlformats.org/drawingml/2006/main" xmlns:r="http://schemas.openxmlformats.org/officeDocument/2006/relationships" xmlns:p="http://schemas.openxmlformats.org/presentationml/2006/main" preserve="1" userDrawn="1">
  <p:cSld name="Half content beige and blue gradien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0E45F2B-FBCB-1B84-28EE-496686F1B43B}"/>
              </a:ext>
              <a:ext uri="{C183D7F6-B498-43B3-948B-1728B52AA6E4}">
                <adec:decorative xmlns:adec="http://schemas.microsoft.com/office/drawing/2017/decorative" val="1"/>
              </a:ext>
            </a:extLst>
          </p:cNvPr>
          <p:cNvPicPr>
            <a:picLocks noChangeAspect="1"/>
          </p:cNvPicPr>
          <p:nvPr userDrawn="1"/>
        </p:nvPicPr>
        <p:blipFill>
          <a:blip r:embed="rId2"/>
          <a:srcRect/>
          <a:stretch/>
        </p:blipFill>
        <p:spPr>
          <a:xfrm>
            <a:off x="0" y="0"/>
            <a:ext cx="12191999" cy="6857999"/>
          </a:xfrm>
          <a:prstGeom prst="rect">
            <a:avLst/>
          </a:prstGeom>
        </p:spPr>
      </p:pic>
      <p:sp>
        <p:nvSpPr>
          <p:cNvPr id="3" name="Rectangle 2">
            <a:extLst>
              <a:ext uri="{FF2B5EF4-FFF2-40B4-BE49-F238E27FC236}">
                <a16:creationId xmlns:a16="http://schemas.microsoft.com/office/drawing/2014/main" id="{40251FF2-9BAA-90D6-CB54-C5329CC65C30}"/>
              </a:ext>
            </a:extLst>
          </p:cNvPr>
          <p:cNvSpPr/>
          <p:nvPr userDrawn="1"/>
        </p:nvSpPr>
        <p:spPr bwMode="auto">
          <a:xfrm>
            <a:off x="0" y="0"/>
            <a:ext cx="4267200"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6" name="Picture 5" descr="A colorful gradient going from darker blue on the left side to light blue to magenta to orange on the right side">
            <a:extLst>
              <a:ext uri="{FF2B5EF4-FFF2-40B4-BE49-F238E27FC236}">
                <a16:creationId xmlns:a16="http://schemas.microsoft.com/office/drawing/2014/main" id="{3B0115F8-0692-C4F4-4C0A-0A3BCD68357D}"/>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a:xfrm>
            <a:off x="576073" y="512064"/>
            <a:ext cx="3383468" cy="430887"/>
          </a:xfrm>
        </p:spPr>
        <p:txBody>
          <a:bodyPr/>
          <a:lstStyle/>
          <a:p>
            <a:r>
              <a:rPr lang="en-US"/>
              <a:t>Click to edit Master title style</a:t>
            </a:r>
          </a:p>
        </p:txBody>
      </p:sp>
      <p:sp>
        <p:nvSpPr>
          <p:cNvPr id="4" name="Text Placeholder 4">
            <a:extLst>
              <a:ext uri="{FF2B5EF4-FFF2-40B4-BE49-F238E27FC236}">
                <a16:creationId xmlns:a16="http://schemas.microsoft.com/office/drawing/2014/main" id="{CE607471-1714-DF09-D946-DE3D04781CEF}"/>
              </a:ext>
            </a:extLst>
          </p:cNvPr>
          <p:cNvSpPr>
            <a:spLocks noGrp="1"/>
          </p:cNvSpPr>
          <p:nvPr>
            <p:ph type="body" sz="quarter" idx="11" hasCustomPrompt="1"/>
          </p:nvPr>
        </p:nvSpPr>
        <p:spPr>
          <a:xfrm>
            <a:off x="576073" y="342645"/>
            <a:ext cx="3383468" cy="184666"/>
          </a:xfrm>
          <a:prstGeom prst="rect">
            <a:avLst/>
          </a:prstGeo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1" y="2063750"/>
            <a:ext cx="3378200" cy="420528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Box 6">
            <a:extLst>
              <a:ext uri="{FF2B5EF4-FFF2-40B4-BE49-F238E27FC236}">
                <a16:creationId xmlns:a16="http://schemas.microsoft.com/office/drawing/2014/main" id="{0E2D5234-7B82-50CD-8C19-2405CD307DF3}"/>
              </a:ext>
            </a:extLst>
          </p:cNvPr>
          <p:cNvSpPr txBox="1"/>
          <p:nvPr userDrawn="1">
            <p:extLst>
              <p:ext uri="{1162E1C5-73C7-4A58-AE30-91384D911F3F}">
                <p184:classification xmlns:p184="http://schemas.microsoft.com/office/powerpoint/2018/4/main" val="ftr"/>
              </p:ext>
            </p:extLst>
          </p:nvPr>
        </p:nvSpPr>
        <p:spPr>
          <a:xfrm>
            <a:off x="3121446" y="6511422"/>
            <a:ext cx="5949107" cy="215444"/>
          </a:xfrm>
          <a:prstGeom prst="rect">
            <a:avLst/>
          </a:prstGeom>
        </p:spPr>
        <p:txBody>
          <a:bodyPr horzOverflow="overflow" wrap="square" lIns="45720" tIns="45720" rIns="45720" bIns="45720">
            <a:spAutoFit/>
          </a:bodyPr>
          <a:lstStyle/>
          <a:p>
            <a:pPr algn="ctr"/>
            <a:r>
              <a:rPr lang="en-US" sz="800" b="0">
                <a:solidFill>
                  <a:schemeClr val="tx2"/>
                </a:solidFill>
                <a:latin typeface="+mn-lt"/>
              </a:rPr>
              <a:t>Classified as Microsoft Confidential – content under embargo until Nov 18, 2025</a:t>
            </a:r>
          </a:p>
        </p:txBody>
      </p:sp>
    </p:spTree>
    <p:extLst>
      <p:ext uri="{BB962C8B-B14F-4D97-AF65-F5344CB8AC3E}">
        <p14:creationId xmlns:p14="http://schemas.microsoft.com/office/powerpoint/2010/main" val="3286315340"/>
      </p:ext>
    </p:extLst>
  </p:cSld>
  <p:clrMapOvr>
    <a:masterClrMapping/>
  </p:clrMapOvr>
  <p:transition>
    <p:fade/>
  </p:transition>
  <p:extLst>
    <p:ext uri="{DCECCB84-F9BA-43D5-87BE-67443E8EF086}">
      <p15:sldGuideLst xmlns:p15="http://schemas.microsoft.com/office/powerpoint/2012/main">
        <p15:guide id="1" orient="horz" pos="312">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218.xml><?xml version="1.0" encoding="utf-8"?>
<p:sldLayout xmlns:a="http://schemas.openxmlformats.org/drawingml/2006/main" xmlns:r="http://schemas.openxmlformats.org/officeDocument/2006/relationships" xmlns:p="http://schemas.openxmlformats.org/presentationml/2006/main" preserve="1" userDrawn="1">
  <p:cSld name="Title with 3 column campion roles">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18939FF-95FE-75CB-F489-D4BC74F1F5E2}"/>
              </a:ext>
            </a:extLst>
          </p:cNvPr>
          <p:cNvSpPr/>
          <p:nvPr userDrawn="1"/>
        </p:nvSpPr>
        <p:spPr bwMode="auto">
          <a:xfrm>
            <a:off x="0"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3" name="Rectangle: Rounded Corners 12">
            <a:extLst>
              <a:ext uri="{FF2B5EF4-FFF2-40B4-BE49-F238E27FC236}">
                <a16:creationId xmlns:a16="http://schemas.microsoft.com/office/drawing/2014/main" id="{2DA8776D-5FDE-520C-3728-BC0EF2250115}"/>
              </a:ext>
            </a:extLst>
          </p:cNvPr>
          <p:cNvSpPr/>
          <p:nvPr userDrawn="1"/>
        </p:nvSpPr>
        <p:spPr>
          <a:xfrm>
            <a:off x="4288854" y="1271832"/>
            <a:ext cx="3566160" cy="4900363"/>
          </a:xfrm>
          <a:prstGeom prst="roundRect">
            <a:avLst>
              <a:gd name="adj" fmla="val 3435"/>
            </a:avLst>
          </a:prstGeom>
          <a:solidFill>
            <a:schemeClr val="accent3">
              <a:lumMod val="20000"/>
              <a:lumOff val="80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solidFill>
                <a:prstClr val="white"/>
              </a:solidFill>
              <a:latin typeface="Segoe Sans Display" pitchFamily="2" charset="0"/>
            </a:endParaRPr>
          </a:p>
        </p:txBody>
      </p:sp>
      <p:sp>
        <p:nvSpPr>
          <p:cNvPr id="12" name="Rectangle: Rounded Corners 11">
            <a:extLst>
              <a:ext uri="{FF2B5EF4-FFF2-40B4-BE49-F238E27FC236}">
                <a16:creationId xmlns:a16="http://schemas.microsoft.com/office/drawing/2014/main" id="{ACB68627-6F34-E3B1-FFDB-3A2662E90477}"/>
              </a:ext>
            </a:extLst>
          </p:cNvPr>
          <p:cNvSpPr/>
          <p:nvPr userDrawn="1"/>
        </p:nvSpPr>
        <p:spPr>
          <a:xfrm>
            <a:off x="549275" y="1271831"/>
            <a:ext cx="3566160" cy="4900363"/>
          </a:xfrm>
          <a:prstGeom prst="roundRect">
            <a:avLst>
              <a:gd name="adj" fmla="val 3450"/>
            </a:avLst>
          </a:prstGeom>
          <a:solidFill>
            <a:schemeClr val="bg1">
              <a:alpha val="80000"/>
            </a:schemeClr>
          </a:solidFill>
          <a:ln w="12700">
            <a:solidFill>
              <a:schemeClr val="accent4"/>
            </a:solidFill>
            <a:headEnd type="none" w="med" len="med"/>
            <a:tailEnd type="none" w="med" len="med"/>
          </a:ln>
          <a:effectLst>
            <a:outerShdw blurRad="285750" dist="95250" dir="3180000" algn="ctr" rotWithShape="0">
              <a:srgbClr val="000000">
                <a:alpha val="16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lvl="0" defTabSz="914400">
              <a:lnSpc>
                <a:spcPct val="90000"/>
              </a:lnSpc>
              <a:spcBef>
                <a:spcPts val="600"/>
              </a:spcBef>
              <a:spcAft>
                <a:spcPts val="600"/>
              </a:spcAft>
              <a:buClr>
                <a:srgbClr val="243A5E"/>
              </a:buClr>
              <a:buSzPct val="110000"/>
            </a:pPr>
            <a:endParaRPr lang="en-US" sz="1200">
              <a:solidFill>
                <a:srgbClr val="000000"/>
              </a:solidFill>
              <a:latin typeface="Segoe Sans Display" pitchFamily="2" charset="0"/>
              <a:cs typeface="Segoe Sans Display Semibold" pitchFamily="2" charset="0"/>
            </a:endParaRPr>
          </a:p>
        </p:txBody>
      </p:sp>
      <p:sp>
        <p:nvSpPr>
          <p:cNvPr id="15" name="Rectangle: Rounded Corners 14">
            <a:extLst>
              <a:ext uri="{FF2B5EF4-FFF2-40B4-BE49-F238E27FC236}">
                <a16:creationId xmlns:a16="http://schemas.microsoft.com/office/drawing/2014/main" id="{3BAA2EC5-18B2-B6D1-49E2-46B90C899EE3}"/>
              </a:ext>
            </a:extLst>
          </p:cNvPr>
          <p:cNvSpPr/>
          <p:nvPr userDrawn="1"/>
        </p:nvSpPr>
        <p:spPr>
          <a:xfrm>
            <a:off x="8028432" y="1271832"/>
            <a:ext cx="3566160" cy="4900363"/>
          </a:xfrm>
          <a:prstGeom prst="roundRect">
            <a:avLst>
              <a:gd name="adj" fmla="val 3435"/>
            </a:avLst>
          </a:prstGeom>
          <a:solidFill>
            <a:schemeClr val="accent3">
              <a:lumMod val="20000"/>
              <a:lumOff val="80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solidFill>
                <a:prstClr val="white"/>
              </a:solidFill>
              <a:latin typeface="Segoe Sans Display" pitchFamily="2" charset="0"/>
            </a:endParaRPr>
          </a:p>
        </p:txBody>
      </p:sp>
      <p:pic>
        <p:nvPicPr>
          <p:cNvPr id="6" name="Picture 5" descr="A colorful gradient going from darker blue on the left side to light blue to magenta to orange on the right side">
            <a:extLst>
              <a:ext uri="{FF2B5EF4-FFF2-40B4-BE49-F238E27FC236}">
                <a16:creationId xmlns:a16="http://schemas.microsoft.com/office/drawing/2014/main" id="{CC99E8CB-8095-F5BB-9985-F31C4460798E}"/>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sp>
        <p:nvSpPr>
          <p:cNvPr id="3" name="Footer Placeholder 2">
            <a:extLst>
              <a:ext uri="{FF2B5EF4-FFF2-40B4-BE49-F238E27FC236}">
                <a16:creationId xmlns:a16="http://schemas.microsoft.com/office/drawing/2014/main" id="{AA801612-83F1-5F55-DB84-9F356A19DC91}"/>
              </a:ext>
            </a:extLst>
          </p:cNvPr>
          <p:cNvSpPr>
            <a:spLocks noGrp="1"/>
          </p:cNvSpPr>
          <p:nvPr>
            <p:ph type="ftr" sz="quarter" idx="11"/>
          </p:nvPr>
        </p:nvSpPr>
        <p:spPr>
          <a:xfrm>
            <a:off x="549274" y="6341190"/>
            <a:ext cx="5480051" cy="246221"/>
          </a:xfrm>
          <a:prstGeom prst="rect">
            <a:avLst/>
          </a:prstGeom>
        </p:spPr>
        <p:txBody>
          <a:bodyPr vert="horz" wrap="square" lIns="0" tIns="45720" rIns="0" bIns="45720" rtlCol="0" anchor="ctr">
            <a:spAutoFit/>
          </a:bodyPr>
          <a:lstStyle>
            <a:defPPr>
              <a:defRPr lang="en-US"/>
            </a:defPPr>
            <a:lvl1pPr marL="0" algn="l" defTabSz="914400" rtl="0" eaLnBrk="1" latinLnBrk="0" hangingPunct="1">
              <a:defRPr sz="1000" kern="1200">
                <a:solidFill>
                  <a:schemeClr val="tx1">
                    <a:lumMod val="50000"/>
                    <a:lumOff val="50000"/>
                  </a:schemeClr>
                </a:solidFill>
                <a:latin typeface="Segoe Sans Display"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en-US">
              <a:solidFill>
                <a:prstClr val="black">
                  <a:lumMod val="50000"/>
                  <a:lumOff val="50000"/>
                </a:prstClr>
              </a:solidFill>
            </a:endParaRPr>
          </a:p>
        </p:txBody>
      </p:sp>
      <p:sp>
        <p:nvSpPr>
          <p:cNvPr id="4" name="Slide Number Placeholder 3">
            <a:extLst>
              <a:ext uri="{FF2B5EF4-FFF2-40B4-BE49-F238E27FC236}">
                <a16:creationId xmlns:a16="http://schemas.microsoft.com/office/drawing/2014/main" id="{D144F165-C793-BB13-9A88-973B296B2F9E}"/>
              </a:ext>
            </a:extLst>
          </p:cNvPr>
          <p:cNvSpPr>
            <a:spLocks noGrp="1"/>
          </p:cNvSpPr>
          <p:nvPr>
            <p:ph type="sldNum" sz="quarter" idx="12"/>
          </p:nvPr>
        </p:nvSpPr>
        <p:spPr>
          <a:xfrm>
            <a:off x="9904413" y="6331904"/>
            <a:ext cx="1734079" cy="246221"/>
          </a:xfrm>
          <a:prstGeom prst="rect">
            <a:avLst/>
          </a:prstGeom>
        </p:spPr>
        <p:txBody>
          <a:bodyPr vert="horz" wrap="square" lIns="0" tIns="45720" rIns="0" bIns="45720" rtlCol="0" anchor="ctr">
            <a:spAutoFit/>
          </a:bodyPr>
          <a:lstStyle>
            <a:defPPr>
              <a:defRPr lang="en-US"/>
            </a:defPPr>
            <a:lvl1pPr marL="0" algn="r" defTabSz="914400" rtl="0" eaLnBrk="1" latinLnBrk="0" hangingPunct="1">
              <a:defRPr sz="1000" kern="1200">
                <a:solidFill>
                  <a:schemeClr val="tx1">
                    <a:lumMod val="50000"/>
                    <a:lumOff val="50000"/>
                  </a:schemeClr>
                </a:solidFill>
                <a:latin typeface="Segoe Sans Display"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C67CA0B0-04EF-433A-8113-67BC344D39D3}" type="slidenum">
              <a:rPr lang="en-US" smtClean="0">
                <a:solidFill>
                  <a:prstClr val="black">
                    <a:lumMod val="50000"/>
                    <a:lumOff val="50000"/>
                  </a:prstClr>
                </a:solidFill>
              </a:rPr>
              <a:pPr>
                <a:defRPr/>
              </a:pPr>
              <a:t>‹#›</a:t>
            </a:fld>
            <a:endParaRPr lang="en-US">
              <a:solidFill>
                <a:prstClr val="black">
                  <a:lumMod val="50000"/>
                  <a:lumOff val="50000"/>
                </a:prstClr>
              </a:solidFill>
            </a:endParaRPr>
          </a:p>
        </p:txBody>
      </p:sp>
      <p:sp>
        <p:nvSpPr>
          <p:cNvPr id="2" name="Title 1">
            <a:extLst>
              <a:ext uri="{FF2B5EF4-FFF2-40B4-BE49-F238E27FC236}">
                <a16:creationId xmlns:a16="http://schemas.microsoft.com/office/drawing/2014/main" id="{21DD7956-443E-F5C1-6303-7AD831D7A0C6}"/>
              </a:ext>
            </a:extLst>
          </p:cNvPr>
          <p:cNvSpPr>
            <a:spLocks noGrp="1"/>
          </p:cNvSpPr>
          <p:nvPr>
            <p:ph type="title"/>
          </p:nvPr>
        </p:nvSpPr>
        <p:spPr>
          <a:xfrm>
            <a:off x="576072" y="512064"/>
            <a:ext cx="11018520" cy="430887"/>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82EC56D0-8F4A-7DC2-7ACA-D873C5875A74}"/>
              </a:ext>
            </a:extLst>
          </p:cNvPr>
          <p:cNvSpPr>
            <a:spLocks noGrp="1"/>
          </p:cNvSpPr>
          <p:nvPr>
            <p:ph sz="quarter" idx="13"/>
          </p:nvPr>
        </p:nvSpPr>
        <p:spPr>
          <a:xfrm>
            <a:off x="549272" y="1271765"/>
            <a:ext cx="3566160" cy="4700772"/>
          </a:xfrm>
          <a:prstGeom prst="rect">
            <a:avLst/>
          </a:prstGeom>
        </p:spPr>
        <p:txBody>
          <a:bodyPr lIns="182880" tIns="182880" rIns="182880" bIns="182880">
            <a:noAutofit/>
          </a:bodyPr>
          <a:lstStyle>
            <a:lvl1pPr>
              <a:defRPr sz="1600"/>
            </a:lvl1pPr>
            <a:lvl2pPr>
              <a:defRPr sz="1200"/>
            </a:lvl2pPr>
            <a:lvl3pPr marL="201168" indent="-201168">
              <a:buFont typeface="Arial" panose="020B0604020202020204" pitchFamily="34" charset="0"/>
              <a:buChar char="•"/>
              <a:defRPr sz="1200"/>
            </a:lvl3pPr>
            <a:lvl4pPr marL="402336" indent="-201168">
              <a:buFont typeface="Arial" panose="020B0604020202020204" pitchFamily="34" charset="0"/>
              <a:buChar char="•"/>
              <a:defRPr sz="1100"/>
            </a:lvl4pPr>
            <a:lvl5pPr marL="603504" indent="-201168">
              <a:spcAft>
                <a:spcPts val="300"/>
              </a:spcAft>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BAD520BF-9D63-2920-37CE-85C32918A2FA}"/>
              </a:ext>
            </a:extLst>
          </p:cNvPr>
          <p:cNvSpPr>
            <a:spLocks noGrp="1"/>
          </p:cNvSpPr>
          <p:nvPr>
            <p:ph sz="quarter" idx="14"/>
          </p:nvPr>
        </p:nvSpPr>
        <p:spPr>
          <a:xfrm>
            <a:off x="4288854" y="1271765"/>
            <a:ext cx="3566160" cy="4700772"/>
          </a:xfrm>
          <a:prstGeom prst="rect">
            <a:avLst/>
          </a:prstGeom>
          <a:noFill/>
          <a:ln w="12700">
            <a:noFill/>
          </a:ln>
          <a:effectLst>
            <a:outerShdw blurRad="285750" dist="95250" dir="3240000" algn="ctr" rotWithShape="0">
              <a:schemeClr val="accent3">
                <a:alpha val="15000"/>
              </a:schemeClr>
            </a:outerShdw>
          </a:effectLst>
        </p:spPr>
        <p:txBody>
          <a:bodyPr lIns="182880" tIns="182880" rIns="182880" bIns="182880" numCol="1">
            <a:noAutofit/>
          </a:bodyPr>
          <a:lstStyle>
            <a:lvl1pPr>
              <a:defRPr sz="1600"/>
            </a:lvl1pPr>
            <a:lvl2pPr>
              <a:defRPr sz="1200"/>
            </a:lvl2pPr>
            <a:lvl3pPr marL="201168" indent="-201168">
              <a:buFont typeface="Arial" panose="020B0604020202020204" pitchFamily="34" charset="0"/>
              <a:buChar char="•"/>
              <a:defRPr sz="1200"/>
            </a:lvl3pPr>
            <a:lvl4pPr marL="402336" indent="-201168">
              <a:buFont typeface="Arial" panose="020B0604020202020204" pitchFamily="34" charset="0"/>
              <a:buChar char="•"/>
              <a:defRPr sz="1100"/>
            </a:lvl4pPr>
            <a:lvl5pPr marL="603504" indent="-201168">
              <a:spcAft>
                <a:spcPts val="300"/>
              </a:spcAft>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8">
            <a:extLst>
              <a:ext uri="{FF2B5EF4-FFF2-40B4-BE49-F238E27FC236}">
                <a16:creationId xmlns:a16="http://schemas.microsoft.com/office/drawing/2014/main" id="{DA9461E6-CB69-F6EE-E673-FB175343ED55}"/>
              </a:ext>
            </a:extLst>
          </p:cNvPr>
          <p:cNvSpPr>
            <a:spLocks noGrp="1"/>
          </p:cNvSpPr>
          <p:nvPr>
            <p:ph sz="quarter" idx="15"/>
          </p:nvPr>
        </p:nvSpPr>
        <p:spPr>
          <a:xfrm>
            <a:off x="8028430" y="1271765"/>
            <a:ext cx="3566159" cy="4700772"/>
          </a:xfrm>
          <a:prstGeom prst="rect">
            <a:avLst/>
          </a:prstGeom>
          <a:noFill/>
          <a:ln w="12700">
            <a:noFill/>
          </a:ln>
          <a:effectLst>
            <a:outerShdw blurRad="285750" dist="95250" dir="3240000" algn="ctr" rotWithShape="0">
              <a:schemeClr val="accent3">
                <a:alpha val="15000"/>
              </a:schemeClr>
            </a:outerShdw>
          </a:effectLst>
        </p:spPr>
        <p:txBody>
          <a:bodyPr lIns="182880" tIns="182880" rIns="182880" bIns="182880" numCol="1">
            <a:noAutofit/>
          </a:bodyPr>
          <a:lstStyle>
            <a:lvl1pPr>
              <a:defRPr sz="1600"/>
            </a:lvl1pPr>
            <a:lvl2pPr>
              <a:defRPr sz="1200"/>
            </a:lvl2pPr>
            <a:lvl3pPr marL="201168" indent="-201168">
              <a:buFont typeface="Arial" panose="020B0604020202020204" pitchFamily="34" charset="0"/>
              <a:buChar char="•"/>
              <a:defRPr sz="1200"/>
            </a:lvl3pPr>
            <a:lvl4pPr marL="402336" indent="-201168">
              <a:buFont typeface="Arial" panose="020B0604020202020204" pitchFamily="34" charset="0"/>
              <a:buChar char="•"/>
              <a:defRPr sz="1100"/>
            </a:lvl4pPr>
            <a:lvl5pPr marL="603504" indent="-201168">
              <a:spcAft>
                <a:spcPts val="300"/>
              </a:spcAft>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Box 7">
            <a:extLst>
              <a:ext uri="{FF2B5EF4-FFF2-40B4-BE49-F238E27FC236}">
                <a16:creationId xmlns:a16="http://schemas.microsoft.com/office/drawing/2014/main" id="{3034FF33-331A-90D5-4734-5201BB3EC228}"/>
              </a:ext>
            </a:extLst>
          </p:cNvPr>
          <p:cNvSpPr txBox="1"/>
          <p:nvPr userDrawn="1">
            <p:extLst>
              <p:ext uri="{1162E1C5-73C7-4A58-AE30-91384D911F3F}">
                <p184:classification xmlns:p184="http://schemas.microsoft.com/office/powerpoint/2018/4/main" val="ftr"/>
              </p:ext>
            </p:extLst>
          </p:nvPr>
        </p:nvSpPr>
        <p:spPr>
          <a:xfrm>
            <a:off x="3121446" y="6511422"/>
            <a:ext cx="5949107" cy="215444"/>
          </a:xfrm>
          <a:prstGeom prst="rect">
            <a:avLst/>
          </a:prstGeom>
        </p:spPr>
        <p:txBody>
          <a:bodyPr horzOverflow="overflow" wrap="square" lIns="45720" tIns="45720" rIns="45720" bIns="45720">
            <a:spAutoFit/>
          </a:bodyPr>
          <a:lstStyle/>
          <a:p>
            <a:pPr algn="ctr"/>
            <a:r>
              <a:rPr lang="en-US" sz="800" b="0">
                <a:solidFill>
                  <a:schemeClr val="tx2"/>
                </a:solidFill>
                <a:latin typeface="+mn-lt"/>
              </a:rPr>
              <a:t>Classified as Microsoft Confidential – content under embargo until Nov 18, 2025</a:t>
            </a:r>
          </a:p>
        </p:txBody>
      </p:sp>
    </p:spTree>
    <p:extLst>
      <p:ext uri="{BB962C8B-B14F-4D97-AF65-F5344CB8AC3E}">
        <p14:creationId xmlns:p14="http://schemas.microsoft.com/office/powerpoint/2010/main" val="84725325"/>
      </p:ext>
    </p:extLst>
  </p:cSld>
  <p:clrMapOvr>
    <a:masterClrMapping/>
  </p:clrMapOvr>
  <p:transition>
    <p:fade/>
  </p:transition>
</p:sldLayout>
</file>

<file path=ppt/slideLayouts/slideLayout219.xml><?xml version="1.0" encoding="utf-8"?>
<p:sldLayout xmlns:a="http://schemas.openxmlformats.org/drawingml/2006/main" xmlns:r="http://schemas.openxmlformats.org/officeDocument/2006/relationships" xmlns:p="http://schemas.openxmlformats.org/presentationml/2006/main" preserve="1" userDrawn="1">
  <p:cSld name="Session Case Study with corner ribbon">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95FE0D29-0398-FECD-00AE-5D59AF674FAA}"/>
              </a:ext>
              <a:ext uri="{C183D7F6-B498-43B3-948B-1728B52AA6E4}">
                <adec:decorative xmlns:adec="http://schemas.microsoft.com/office/drawing/2017/decorative" val="1"/>
              </a:ext>
            </a:extLst>
          </p:cNvPr>
          <p:cNvPicPr>
            <a:picLocks noChangeAspect="1"/>
          </p:cNvPicPr>
          <p:nvPr userDrawn="1"/>
        </p:nvPicPr>
        <p:blipFill>
          <a:blip r:embed="rId2"/>
          <a:srcRect/>
          <a:stretch/>
        </p:blipFill>
        <p:spPr>
          <a:xfrm flipH="1">
            <a:off x="0" y="0"/>
            <a:ext cx="12191999" cy="6857999"/>
          </a:xfrm>
          <a:prstGeom prst="rect">
            <a:avLst/>
          </a:prstGeom>
        </p:spPr>
      </p:pic>
      <p:sp>
        <p:nvSpPr>
          <p:cNvPr id="15" name="Rectangle 14">
            <a:extLst>
              <a:ext uri="{FF2B5EF4-FFF2-40B4-BE49-F238E27FC236}">
                <a16:creationId xmlns:a16="http://schemas.microsoft.com/office/drawing/2014/main" id="{D3D3FF86-8B4C-BF42-921D-2525CFEB1071}"/>
              </a:ext>
            </a:extLst>
          </p:cNvPr>
          <p:cNvSpPr/>
          <p:nvPr userDrawn="1"/>
        </p:nvSpPr>
        <p:spPr bwMode="auto">
          <a:xfrm>
            <a:off x="0" y="0"/>
            <a:ext cx="4267200"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Sans Display" pitchFamily="2" charset="0"/>
            </a:endParaRPr>
          </a:p>
        </p:txBody>
      </p:sp>
      <p:sp>
        <p:nvSpPr>
          <p:cNvPr id="4" name="Rectangle: Rounded Corners 30">
            <a:extLst>
              <a:ext uri="{FF2B5EF4-FFF2-40B4-BE49-F238E27FC236}">
                <a16:creationId xmlns:a16="http://schemas.microsoft.com/office/drawing/2014/main" id="{EF2D0231-F003-E2C8-4E38-4B20209B3F0C}"/>
              </a:ext>
              <a:ext uri="{C183D7F6-B498-43B3-948B-1728B52AA6E4}">
                <adec:decorative xmlns:adec="http://schemas.microsoft.com/office/drawing/2017/decorative" val="1"/>
              </a:ext>
            </a:extLst>
          </p:cNvPr>
          <p:cNvSpPr/>
          <p:nvPr userDrawn="1"/>
        </p:nvSpPr>
        <p:spPr bwMode="auto">
          <a:xfrm>
            <a:off x="4688586" y="505875"/>
            <a:ext cx="7078980" cy="5805714"/>
          </a:xfrm>
          <a:prstGeom prst="roundRect">
            <a:avLst>
              <a:gd name="adj" fmla="val 3388"/>
            </a:avLst>
          </a:prstGeom>
          <a:solidFill>
            <a:schemeClr val="bg1">
              <a:alpha val="65000"/>
            </a:schemeClr>
          </a:solidFill>
          <a:ln w="12700">
            <a:noFill/>
            <a:headEnd type="none" w="med" len="med"/>
            <a:tailEnd type="none" w="med" len="med"/>
          </a:ln>
          <a:effectLst>
            <a:outerShdw blurRad="285750" dist="95250" dir="3180000" algn="ctr" rotWithShape="0">
              <a:srgbClr val="000000">
                <a:alpha val="16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400">
              <a:lnSpc>
                <a:spcPct val="90000"/>
              </a:lnSpc>
              <a:spcBef>
                <a:spcPts val="600"/>
              </a:spcBef>
              <a:spcAft>
                <a:spcPts val="600"/>
              </a:spcAft>
              <a:buClr>
                <a:srgbClr val="243A5E"/>
              </a:buClr>
              <a:buSzPct val="110000"/>
            </a:pPr>
            <a:endParaRPr lang="en-US" sz="1200">
              <a:solidFill>
                <a:srgbClr val="000000"/>
              </a:solidFill>
              <a:latin typeface="Segoe Sans Display" pitchFamily="2" charset="0"/>
              <a:cs typeface="Segoe Sans Display Semibold" pitchFamily="2" charset="0"/>
            </a:endParaRPr>
          </a:p>
        </p:txBody>
      </p:sp>
      <p:sp>
        <p:nvSpPr>
          <p:cNvPr id="26" name="Title 25">
            <a:extLst>
              <a:ext uri="{FF2B5EF4-FFF2-40B4-BE49-F238E27FC236}">
                <a16:creationId xmlns:a16="http://schemas.microsoft.com/office/drawing/2014/main" id="{36BA4A26-76EC-BFFD-623A-5C1B12145C83}"/>
              </a:ext>
            </a:extLst>
          </p:cNvPr>
          <p:cNvSpPr>
            <a:spLocks noGrp="1"/>
          </p:cNvSpPr>
          <p:nvPr>
            <p:ph type="title"/>
          </p:nvPr>
        </p:nvSpPr>
        <p:spPr>
          <a:xfrm>
            <a:off x="576073" y="503840"/>
            <a:ext cx="3481578" cy="1310412"/>
          </a:xfrm>
        </p:spPr>
        <p:txBody>
          <a:bodyPr>
            <a:noAutofit/>
          </a:bodyPr>
          <a:lstStyle>
            <a:lvl1pPr>
              <a:defRPr sz="2800" spc="-50" baseline="0"/>
            </a:lvl1pPr>
          </a:lstStyle>
          <a:p>
            <a:r>
              <a:rPr lang="en-US"/>
              <a:t>Click to edit Master title style</a:t>
            </a:r>
          </a:p>
        </p:txBody>
      </p:sp>
      <p:sp>
        <p:nvSpPr>
          <p:cNvPr id="21" name="TextBox 20">
            <a:extLst>
              <a:ext uri="{FF2B5EF4-FFF2-40B4-BE49-F238E27FC236}">
                <a16:creationId xmlns:a16="http://schemas.microsoft.com/office/drawing/2014/main" id="{58D9E3DC-DBB3-E783-66C6-1CE56D439EF2}"/>
              </a:ext>
            </a:extLst>
          </p:cNvPr>
          <p:cNvSpPr txBox="1"/>
          <p:nvPr userDrawn="1"/>
        </p:nvSpPr>
        <p:spPr>
          <a:xfrm>
            <a:off x="556419" y="2018854"/>
            <a:ext cx="852093" cy="184666"/>
          </a:xfrm>
          <a:prstGeom prst="rect">
            <a:avLst/>
          </a:prstGeom>
          <a:noFill/>
        </p:spPr>
        <p:txBody>
          <a:bodyPr wrap="none" lIns="0" tIns="0" rIns="0" bIns="0" anchor="ctr" anchorCtr="0">
            <a:spAutoFit/>
          </a:bodyPr>
          <a:lstStyle/>
          <a:p>
            <a:r>
              <a:rPr lang="en-GB" sz="1200" b="0" baseline="0">
                <a:solidFill>
                  <a:schemeClr val="accent4">
                    <a:lumMod val="75000"/>
                  </a:schemeClr>
                </a:solidFill>
                <a:latin typeface="Segoe Sans Display Semibold" pitchFamily="2" charset="0"/>
              </a:rPr>
              <a:t>Preparation:</a:t>
            </a:r>
          </a:p>
        </p:txBody>
      </p:sp>
      <p:sp>
        <p:nvSpPr>
          <p:cNvPr id="8" name="Text Placeholder 3">
            <a:extLst>
              <a:ext uri="{FF2B5EF4-FFF2-40B4-BE49-F238E27FC236}">
                <a16:creationId xmlns:a16="http://schemas.microsoft.com/office/drawing/2014/main" id="{48E6EA0C-C6EA-88A6-62F6-49213F1DEA6A}"/>
              </a:ext>
            </a:extLst>
          </p:cNvPr>
          <p:cNvSpPr>
            <a:spLocks noGrp="1"/>
          </p:cNvSpPr>
          <p:nvPr>
            <p:ph type="body" sz="quarter" idx="15"/>
          </p:nvPr>
        </p:nvSpPr>
        <p:spPr>
          <a:xfrm>
            <a:off x="1645444" y="2018854"/>
            <a:ext cx="2412208" cy="184666"/>
          </a:xfrm>
          <a:prstGeom prst="rect">
            <a:avLst/>
          </a:prstGeom>
        </p:spPr>
        <p:txBody>
          <a:bodyPr wrap="square" tIns="0" rIns="0" bIns="0" anchor="ctr" anchorCtr="0">
            <a:noAutofit/>
          </a:bodyPr>
          <a:lstStyle>
            <a:lvl1pPr marL="0" indent="0">
              <a:lnSpc>
                <a:spcPct val="100000"/>
              </a:lnSpc>
              <a:spcBef>
                <a:spcPts val="1224"/>
              </a:spcBef>
              <a:buClr>
                <a:schemeClr val="tx1"/>
              </a:buClr>
              <a:buFont typeface="Wingdings" panose="05000000000000000000" pitchFamily="2" charset="2"/>
              <a:buNone/>
              <a:defRPr sz="1200" b="0" spc="0" baseline="0">
                <a:solidFill>
                  <a:schemeClr val="tx1"/>
                </a:solidFill>
                <a:latin typeface="Segoe Sans Display" pitchFamily="2" charset="0"/>
                <a:cs typeface="Segoe Pro" panose="020B0604020202020204" pitchFamily="34" charset="0"/>
              </a:defRPr>
            </a:lvl1pPr>
            <a:lvl2pPr marL="427038" indent="-171450">
              <a:buFont typeface="Wingdings" panose="05000000000000000000" pitchFamily="2" charset="2"/>
              <a:buNone/>
              <a:defRPr sz="1400" b="0">
                <a:solidFill>
                  <a:schemeClr val="bg1"/>
                </a:solidFill>
              </a:defRPr>
            </a:lvl2pPr>
            <a:lvl3pPr marL="639763" indent="-188913">
              <a:buFont typeface="Wingdings" panose="05000000000000000000" pitchFamily="2" charset="2"/>
              <a:buNone/>
              <a:tabLst/>
              <a:defRPr sz="1400" b="0">
                <a:solidFill>
                  <a:schemeClr val="bg1"/>
                </a:solidFill>
              </a:defRPr>
            </a:lvl3pPr>
            <a:lvl4pPr marL="828675" indent="-176213">
              <a:buFont typeface="Wingdings" panose="05000000000000000000" pitchFamily="2" charset="2"/>
              <a:buNone/>
              <a:defRPr sz="1400" b="0">
                <a:solidFill>
                  <a:schemeClr val="bg1"/>
                </a:solidFill>
              </a:defRPr>
            </a:lvl4pPr>
            <a:lvl5pPr marL="1023938" indent="-169863">
              <a:buFont typeface="Wingdings" panose="05000000000000000000" pitchFamily="2" charset="2"/>
              <a:buNone/>
              <a:tabLst/>
              <a:defRPr sz="1400" b="0">
                <a:solidFill>
                  <a:schemeClr val="bg1"/>
                </a:solidFill>
              </a:defRPr>
            </a:lvl5pPr>
          </a:lstStyle>
          <a:p>
            <a:pPr lvl="0"/>
            <a:r>
              <a:rPr lang="en-US"/>
              <a:t>Click to edit Master text styles</a:t>
            </a:r>
          </a:p>
        </p:txBody>
      </p:sp>
      <p:sp>
        <p:nvSpPr>
          <p:cNvPr id="22" name="TextBox 21">
            <a:extLst>
              <a:ext uri="{FF2B5EF4-FFF2-40B4-BE49-F238E27FC236}">
                <a16:creationId xmlns:a16="http://schemas.microsoft.com/office/drawing/2014/main" id="{28E29651-B3B9-0C23-E2DC-24A48A17C929}"/>
              </a:ext>
            </a:extLst>
          </p:cNvPr>
          <p:cNvSpPr txBox="1"/>
          <p:nvPr userDrawn="1"/>
        </p:nvSpPr>
        <p:spPr>
          <a:xfrm>
            <a:off x="556419" y="2334828"/>
            <a:ext cx="608949" cy="184666"/>
          </a:xfrm>
          <a:prstGeom prst="rect">
            <a:avLst/>
          </a:prstGeom>
          <a:noFill/>
        </p:spPr>
        <p:txBody>
          <a:bodyPr wrap="none" lIns="0" tIns="0" rIns="0" bIns="0" anchor="ctr" anchorCtr="0">
            <a:spAutoFit/>
          </a:bodyPr>
          <a:lstStyle/>
          <a:p>
            <a:r>
              <a:rPr lang="en-GB" sz="1200" b="0" baseline="0">
                <a:solidFill>
                  <a:schemeClr val="accent4">
                    <a:lumMod val="75000"/>
                  </a:schemeClr>
                </a:solidFill>
                <a:latin typeface="Segoe Sans Display Semibold" pitchFamily="2" charset="0"/>
              </a:rPr>
              <a:t>Delivery:</a:t>
            </a:r>
          </a:p>
        </p:txBody>
      </p:sp>
      <p:sp>
        <p:nvSpPr>
          <p:cNvPr id="11" name="Text Placeholder 3">
            <a:extLst>
              <a:ext uri="{FF2B5EF4-FFF2-40B4-BE49-F238E27FC236}">
                <a16:creationId xmlns:a16="http://schemas.microsoft.com/office/drawing/2014/main" id="{2971A7EC-2A4A-4884-EEF4-5CE98EAB8128}"/>
              </a:ext>
            </a:extLst>
          </p:cNvPr>
          <p:cNvSpPr>
            <a:spLocks noGrp="1"/>
          </p:cNvSpPr>
          <p:nvPr>
            <p:ph type="body" sz="quarter" idx="16"/>
          </p:nvPr>
        </p:nvSpPr>
        <p:spPr>
          <a:xfrm>
            <a:off x="1645444" y="2334828"/>
            <a:ext cx="2412207" cy="184666"/>
          </a:xfrm>
          <a:prstGeom prst="rect">
            <a:avLst/>
          </a:prstGeom>
        </p:spPr>
        <p:txBody>
          <a:bodyPr wrap="square" tIns="0" rIns="0" bIns="0" anchor="ctr" anchorCtr="0">
            <a:noAutofit/>
          </a:bodyPr>
          <a:lstStyle>
            <a:lvl1pPr marL="0" indent="0">
              <a:lnSpc>
                <a:spcPct val="100000"/>
              </a:lnSpc>
              <a:spcBef>
                <a:spcPts val="1224"/>
              </a:spcBef>
              <a:buClr>
                <a:schemeClr val="tx1"/>
              </a:buClr>
              <a:buFont typeface="Wingdings" panose="05000000000000000000" pitchFamily="2" charset="2"/>
              <a:buNone/>
              <a:defRPr sz="1200" b="0" spc="0" baseline="0">
                <a:solidFill>
                  <a:schemeClr val="tx1"/>
                </a:solidFill>
                <a:latin typeface="Segoe Sans Display" pitchFamily="2" charset="0"/>
                <a:cs typeface="Segoe Pro" panose="020B0604020202020204" pitchFamily="34" charset="0"/>
              </a:defRPr>
            </a:lvl1pPr>
            <a:lvl2pPr marL="427038" indent="-171450">
              <a:buFont typeface="Wingdings" panose="05000000000000000000" pitchFamily="2" charset="2"/>
              <a:buNone/>
              <a:defRPr sz="1400" b="0">
                <a:solidFill>
                  <a:schemeClr val="bg1"/>
                </a:solidFill>
              </a:defRPr>
            </a:lvl2pPr>
            <a:lvl3pPr marL="639763" indent="-188913">
              <a:buFont typeface="Wingdings" panose="05000000000000000000" pitchFamily="2" charset="2"/>
              <a:buNone/>
              <a:tabLst/>
              <a:defRPr sz="1400" b="0">
                <a:solidFill>
                  <a:schemeClr val="bg1"/>
                </a:solidFill>
              </a:defRPr>
            </a:lvl3pPr>
            <a:lvl4pPr marL="828675" indent="-176213">
              <a:buFont typeface="Wingdings" panose="05000000000000000000" pitchFamily="2" charset="2"/>
              <a:buNone/>
              <a:defRPr sz="1400" b="0">
                <a:solidFill>
                  <a:schemeClr val="bg1"/>
                </a:solidFill>
              </a:defRPr>
            </a:lvl4pPr>
            <a:lvl5pPr marL="1023938" indent="-169863">
              <a:buFont typeface="Wingdings" panose="05000000000000000000" pitchFamily="2" charset="2"/>
              <a:buNone/>
              <a:tabLst/>
              <a:defRPr sz="1400" b="0">
                <a:solidFill>
                  <a:schemeClr val="bg1"/>
                </a:solidFill>
              </a:defRPr>
            </a:lvl5pPr>
          </a:lstStyle>
          <a:p>
            <a:pPr lvl="0"/>
            <a:r>
              <a:rPr lang="en-US"/>
              <a:t>Click to edit Master text styles</a:t>
            </a:r>
          </a:p>
        </p:txBody>
      </p:sp>
      <p:sp>
        <p:nvSpPr>
          <p:cNvPr id="25" name="TextBox 24">
            <a:extLst>
              <a:ext uri="{FF2B5EF4-FFF2-40B4-BE49-F238E27FC236}">
                <a16:creationId xmlns:a16="http://schemas.microsoft.com/office/drawing/2014/main" id="{1F89F22E-B799-0FF5-458E-E50FA6349F4A}"/>
              </a:ext>
            </a:extLst>
          </p:cNvPr>
          <p:cNvSpPr txBox="1"/>
          <p:nvPr userDrawn="1"/>
        </p:nvSpPr>
        <p:spPr>
          <a:xfrm>
            <a:off x="556419" y="2650802"/>
            <a:ext cx="705834" cy="184666"/>
          </a:xfrm>
          <a:prstGeom prst="rect">
            <a:avLst/>
          </a:prstGeom>
          <a:noFill/>
        </p:spPr>
        <p:txBody>
          <a:bodyPr wrap="none" lIns="0" tIns="0" rIns="0" bIns="0" anchor="ctr" anchorCtr="0">
            <a:spAutoFit/>
          </a:bodyPr>
          <a:lstStyle/>
          <a:p>
            <a:r>
              <a:rPr lang="en-GB" sz="1200" b="0" baseline="0">
                <a:solidFill>
                  <a:schemeClr val="accent4">
                    <a:lumMod val="75000"/>
                  </a:schemeClr>
                </a:solidFill>
                <a:latin typeface="Segoe Sans Display Semibold" pitchFamily="2" charset="0"/>
              </a:rPr>
              <a:t>Summary:</a:t>
            </a:r>
          </a:p>
        </p:txBody>
      </p:sp>
      <p:sp>
        <p:nvSpPr>
          <p:cNvPr id="7" name="Text Placeholder 3">
            <a:extLst>
              <a:ext uri="{FF2B5EF4-FFF2-40B4-BE49-F238E27FC236}">
                <a16:creationId xmlns:a16="http://schemas.microsoft.com/office/drawing/2014/main" id="{522E7AA6-4819-8A02-C48C-29D6E3AD72D5}"/>
              </a:ext>
            </a:extLst>
          </p:cNvPr>
          <p:cNvSpPr>
            <a:spLocks noGrp="1"/>
          </p:cNvSpPr>
          <p:nvPr>
            <p:ph type="body" sz="quarter" idx="10"/>
          </p:nvPr>
        </p:nvSpPr>
        <p:spPr>
          <a:xfrm>
            <a:off x="556421" y="2890447"/>
            <a:ext cx="3501230" cy="323165"/>
          </a:xfrm>
          <a:prstGeom prst="rect">
            <a:avLst/>
          </a:prstGeom>
        </p:spPr>
        <p:txBody>
          <a:bodyPr vert="horz" wrap="square" lIns="0" tIns="0" rIns="0" bIns="0" rtlCol="0">
            <a:noAutofit/>
          </a:bodyPr>
          <a:lstStyle>
            <a:lvl1pPr>
              <a:defRPr lang="en-US" sz="1200" dirty="0">
                <a:latin typeface="+mn-lt"/>
              </a:defRPr>
            </a:lvl1pPr>
          </a:lstStyle>
          <a:p>
            <a:pPr lvl="0">
              <a:spcBef>
                <a:spcPts val="0"/>
              </a:spcBef>
              <a:buClr>
                <a:schemeClr val="tx1"/>
              </a:buClr>
            </a:pPr>
            <a:r>
              <a:rPr lang="en-US"/>
              <a:t>Click to edit Master text styles</a:t>
            </a:r>
          </a:p>
        </p:txBody>
      </p:sp>
      <p:sp>
        <p:nvSpPr>
          <p:cNvPr id="18" name="TextBox 17">
            <a:extLst>
              <a:ext uri="{FF2B5EF4-FFF2-40B4-BE49-F238E27FC236}">
                <a16:creationId xmlns:a16="http://schemas.microsoft.com/office/drawing/2014/main" id="{B8A0FA93-18B9-BD01-8981-46D51869E49A}"/>
              </a:ext>
            </a:extLst>
          </p:cNvPr>
          <p:cNvSpPr txBox="1"/>
          <p:nvPr userDrawn="1"/>
        </p:nvSpPr>
        <p:spPr>
          <a:xfrm>
            <a:off x="549275" y="4780981"/>
            <a:ext cx="1714499" cy="276999"/>
          </a:xfrm>
          <a:prstGeom prst="rect">
            <a:avLst/>
          </a:prstGeom>
          <a:noFill/>
        </p:spPr>
        <p:txBody>
          <a:bodyPr wrap="square" lIns="0" anchor="ctr" anchorCtr="0">
            <a:spAutoFit/>
          </a:bodyPr>
          <a:lstStyle/>
          <a:p>
            <a:r>
              <a:rPr lang="en-GB" sz="1200" b="0" baseline="0">
                <a:solidFill>
                  <a:schemeClr val="accent4">
                    <a:lumMod val="75000"/>
                  </a:schemeClr>
                </a:solidFill>
                <a:latin typeface="Segoe Sans Display Semibold" pitchFamily="2" charset="0"/>
              </a:rPr>
              <a:t>Customer resources</a:t>
            </a:r>
          </a:p>
        </p:txBody>
      </p:sp>
      <p:sp>
        <p:nvSpPr>
          <p:cNvPr id="10" name="Text Placeholder 9">
            <a:extLst>
              <a:ext uri="{FF2B5EF4-FFF2-40B4-BE49-F238E27FC236}">
                <a16:creationId xmlns:a16="http://schemas.microsoft.com/office/drawing/2014/main" id="{C996942E-E982-4695-91C8-296676E06061}"/>
              </a:ext>
            </a:extLst>
          </p:cNvPr>
          <p:cNvSpPr>
            <a:spLocks noGrp="1"/>
          </p:cNvSpPr>
          <p:nvPr>
            <p:ph type="body" sz="quarter" idx="13"/>
          </p:nvPr>
        </p:nvSpPr>
        <p:spPr>
          <a:xfrm>
            <a:off x="549274" y="5051202"/>
            <a:ext cx="1638302" cy="332399"/>
          </a:xfrm>
          <a:prstGeom prst="rect">
            <a:avLst/>
          </a:prstGeom>
        </p:spPr>
        <p:txBody>
          <a:bodyPr>
            <a:noAutofit/>
          </a:bodyPr>
          <a:lstStyle>
            <a:lvl1pPr marL="137160" indent="-137160">
              <a:lnSpc>
                <a:spcPct val="100000"/>
              </a:lnSpc>
              <a:spcBef>
                <a:spcPts val="0"/>
              </a:spcBef>
              <a:spcAft>
                <a:spcPts val="200"/>
              </a:spcAft>
              <a:buFont typeface="Arial" panose="020B0604020202020204" pitchFamily="34" charset="0"/>
              <a:buChar char="•"/>
              <a:defRPr sz="1100" spc="0" baseline="0">
                <a:solidFill>
                  <a:schemeClr val="tx1"/>
                </a:solidFill>
                <a:latin typeface="Segoe Sans Display" pitchFamily="2" charset="0"/>
              </a:defRPr>
            </a:lvl1pPr>
            <a:lvl2pPr marL="228600" indent="0">
              <a:lnSpc>
                <a:spcPct val="90000"/>
              </a:lnSpc>
              <a:spcBef>
                <a:spcPts val="600"/>
              </a:spcBef>
              <a:buNone/>
              <a:defRPr sz="1400">
                <a:solidFill>
                  <a:schemeClr val="bg1"/>
                </a:solidFill>
              </a:defRPr>
            </a:lvl2pPr>
            <a:lvl3pPr marL="457200" indent="0">
              <a:lnSpc>
                <a:spcPct val="90000"/>
              </a:lnSpc>
              <a:spcBef>
                <a:spcPts val="600"/>
              </a:spcBef>
              <a:buNone/>
              <a:defRPr sz="1400">
                <a:solidFill>
                  <a:schemeClr val="bg1"/>
                </a:solidFill>
              </a:defRPr>
            </a:lvl3pPr>
            <a:lvl4pPr marL="661988" indent="0">
              <a:lnSpc>
                <a:spcPct val="90000"/>
              </a:lnSpc>
              <a:spcBef>
                <a:spcPts val="600"/>
              </a:spcBef>
              <a:buNone/>
              <a:defRPr sz="1400">
                <a:solidFill>
                  <a:schemeClr val="bg1"/>
                </a:solidFill>
              </a:defRPr>
            </a:lvl4pPr>
            <a:lvl5pPr marL="855663" indent="0">
              <a:lnSpc>
                <a:spcPct val="90000"/>
              </a:lnSpc>
              <a:spcBef>
                <a:spcPts val="600"/>
              </a:spcBef>
              <a:buNone/>
              <a:defRPr sz="1400">
                <a:solidFill>
                  <a:schemeClr val="bg1"/>
                </a:solidFill>
              </a:defRPr>
            </a:lvl5pPr>
          </a:lstStyle>
          <a:p>
            <a:pPr lvl="0"/>
            <a:r>
              <a:rPr lang="en-US"/>
              <a:t>Click to edit Master text styles</a:t>
            </a:r>
          </a:p>
        </p:txBody>
      </p:sp>
      <p:sp>
        <p:nvSpPr>
          <p:cNvPr id="19" name="TextBox 18">
            <a:extLst>
              <a:ext uri="{FF2B5EF4-FFF2-40B4-BE49-F238E27FC236}">
                <a16:creationId xmlns:a16="http://schemas.microsoft.com/office/drawing/2014/main" id="{5074AE67-07F7-ED0E-CC1D-F592BD9B98FE}"/>
              </a:ext>
            </a:extLst>
          </p:cNvPr>
          <p:cNvSpPr txBox="1"/>
          <p:nvPr userDrawn="1"/>
        </p:nvSpPr>
        <p:spPr>
          <a:xfrm>
            <a:off x="2419351" y="4780981"/>
            <a:ext cx="1560877" cy="276999"/>
          </a:xfrm>
          <a:prstGeom prst="rect">
            <a:avLst/>
          </a:prstGeom>
          <a:noFill/>
        </p:spPr>
        <p:txBody>
          <a:bodyPr wrap="square" lIns="0" anchor="ctr" anchorCtr="0">
            <a:spAutoFit/>
          </a:bodyPr>
          <a:lstStyle/>
          <a:p>
            <a:r>
              <a:rPr lang="en-GB" sz="1200" b="0" baseline="0">
                <a:solidFill>
                  <a:schemeClr val="accent4">
                    <a:lumMod val="75000"/>
                  </a:schemeClr>
                </a:solidFill>
                <a:latin typeface="Segoe Sans Display Semibold" pitchFamily="2" charset="0"/>
              </a:rPr>
              <a:t>Partner resources</a:t>
            </a:r>
          </a:p>
        </p:txBody>
      </p:sp>
      <p:sp>
        <p:nvSpPr>
          <p:cNvPr id="13" name="Text Placeholder 9">
            <a:extLst>
              <a:ext uri="{FF2B5EF4-FFF2-40B4-BE49-F238E27FC236}">
                <a16:creationId xmlns:a16="http://schemas.microsoft.com/office/drawing/2014/main" id="{D2F6B756-204A-4346-90B3-21CCEA788C54}"/>
              </a:ext>
            </a:extLst>
          </p:cNvPr>
          <p:cNvSpPr>
            <a:spLocks noGrp="1"/>
          </p:cNvSpPr>
          <p:nvPr>
            <p:ph type="body" sz="quarter" idx="14"/>
          </p:nvPr>
        </p:nvSpPr>
        <p:spPr>
          <a:xfrm>
            <a:off x="2419350" y="5051202"/>
            <a:ext cx="1638302" cy="332399"/>
          </a:xfrm>
          <a:prstGeom prst="rect">
            <a:avLst/>
          </a:prstGeom>
        </p:spPr>
        <p:txBody>
          <a:bodyPr>
            <a:noAutofit/>
          </a:bodyPr>
          <a:lstStyle>
            <a:lvl1pPr marL="137160" indent="-137160">
              <a:lnSpc>
                <a:spcPct val="100000"/>
              </a:lnSpc>
              <a:spcBef>
                <a:spcPts val="0"/>
              </a:spcBef>
              <a:spcAft>
                <a:spcPts val="200"/>
              </a:spcAft>
              <a:buFont typeface="Arial" panose="020B0604020202020204" pitchFamily="34" charset="0"/>
              <a:buChar char="•"/>
              <a:defRPr sz="1100" spc="0" baseline="0">
                <a:solidFill>
                  <a:schemeClr val="tx1"/>
                </a:solidFill>
                <a:latin typeface="Segoe Sans Display" pitchFamily="2" charset="0"/>
              </a:defRPr>
            </a:lvl1pPr>
            <a:lvl2pPr marL="228600" indent="0">
              <a:lnSpc>
                <a:spcPct val="90000"/>
              </a:lnSpc>
              <a:spcBef>
                <a:spcPts val="600"/>
              </a:spcBef>
              <a:buNone/>
              <a:defRPr sz="1400">
                <a:solidFill>
                  <a:schemeClr val="bg1"/>
                </a:solidFill>
              </a:defRPr>
            </a:lvl2pPr>
            <a:lvl3pPr marL="457200" indent="0">
              <a:lnSpc>
                <a:spcPct val="90000"/>
              </a:lnSpc>
              <a:spcBef>
                <a:spcPts val="600"/>
              </a:spcBef>
              <a:buNone/>
              <a:defRPr sz="1400">
                <a:solidFill>
                  <a:schemeClr val="bg1"/>
                </a:solidFill>
              </a:defRPr>
            </a:lvl3pPr>
            <a:lvl4pPr marL="661988" indent="0">
              <a:lnSpc>
                <a:spcPct val="90000"/>
              </a:lnSpc>
              <a:spcBef>
                <a:spcPts val="600"/>
              </a:spcBef>
              <a:buNone/>
              <a:defRPr sz="1400">
                <a:solidFill>
                  <a:schemeClr val="bg1"/>
                </a:solidFill>
              </a:defRPr>
            </a:lvl4pPr>
            <a:lvl5pPr marL="855663" indent="0">
              <a:lnSpc>
                <a:spcPct val="90000"/>
              </a:lnSpc>
              <a:spcBef>
                <a:spcPts val="600"/>
              </a:spcBef>
              <a:buNone/>
              <a:defRPr sz="1400">
                <a:solidFill>
                  <a:schemeClr val="bg1"/>
                </a:solidFill>
              </a:defRPr>
            </a:lvl5pPr>
          </a:lstStyle>
          <a:p>
            <a:pPr lvl="0"/>
            <a:r>
              <a:rPr lang="en-US"/>
              <a:t>Click to edit Master text styles</a:t>
            </a:r>
          </a:p>
        </p:txBody>
      </p:sp>
      <p:sp>
        <p:nvSpPr>
          <p:cNvPr id="5" name="Text Placeholder 6">
            <a:extLst>
              <a:ext uri="{FF2B5EF4-FFF2-40B4-BE49-F238E27FC236}">
                <a16:creationId xmlns:a16="http://schemas.microsoft.com/office/drawing/2014/main" id="{041F96D3-6920-47ED-9D36-1E9A814A58C9}"/>
              </a:ext>
            </a:extLst>
          </p:cNvPr>
          <p:cNvSpPr>
            <a:spLocks noGrp="1"/>
          </p:cNvSpPr>
          <p:nvPr>
            <p:ph type="body" sz="quarter" idx="17"/>
          </p:nvPr>
        </p:nvSpPr>
        <p:spPr>
          <a:xfrm>
            <a:off x="4688586" y="505876"/>
            <a:ext cx="7078980" cy="5805714"/>
          </a:xfrm>
          <a:prstGeom prst="rect">
            <a:avLst/>
          </a:prstGeom>
        </p:spPr>
        <p:txBody>
          <a:bodyPr lIns="274320" tIns="274320" rIns="274320" bIns="274320" anchor="t" anchorCtr="0">
            <a:noAutofit/>
          </a:bodyPr>
          <a:lstStyle>
            <a:lvl1pPr marL="0" indent="0">
              <a:lnSpc>
                <a:spcPct val="90000"/>
              </a:lnSpc>
              <a:spcBef>
                <a:spcPts val="0"/>
              </a:spcBef>
              <a:spcAft>
                <a:spcPts val="600"/>
              </a:spcAft>
              <a:buNone/>
              <a:defRPr sz="1400" spc="0">
                <a:solidFill>
                  <a:schemeClr val="accent4">
                    <a:lumMod val="75000"/>
                  </a:schemeClr>
                </a:solidFill>
                <a:latin typeface="Segoe Sans Display Semibold" pitchFamily="2" charset="0"/>
              </a:defRPr>
            </a:lvl1pPr>
            <a:lvl2pPr marL="0" indent="0">
              <a:lnSpc>
                <a:spcPct val="90000"/>
              </a:lnSpc>
              <a:spcBef>
                <a:spcPts val="0"/>
              </a:spcBef>
              <a:spcAft>
                <a:spcPts val="600"/>
              </a:spcAft>
              <a:buNone/>
              <a:defRPr sz="1200" spc="0">
                <a:latin typeface="Segoe Sans Display Semibold" pitchFamily="2" charset="0"/>
              </a:defRPr>
            </a:lvl2pPr>
            <a:lvl3pPr marL="0" indent="0">
              <a:lnSpc>
                <a:spcPct val="90000"/>
              </a:lnSpc>
              <a:spcBef>
                <a:spcPts val="0"/>
              </a:spcBef>
              <a:spcAft>
                <a:spcPts val="600"/>
              </a:spcAft>
              <a:buFontTx/>
              <a:buNone/>
              <a:defRPr lang="en-US" sz="1200" kern="1200" spc="0" baseline="0" dirty="0">
                <a:solidFill>
                  <a:schemeClr val="tx1"/>
                </a:solidFill>
                <a:latin typeface="Segoe Sans Display" pitchFamily="2" charset="0"/>
                <a:ea typeface="+mn-ea"/>
                <a:cs typeface="+mn-cs"/>
              </a:defRPr>
            </a:lvl3pPr>
            <a:lvl4pPr marL="137160" indent="-137160">
              <a:spcBef>
                <a:spcPts val="0"/>
              </a:spcBef>
              <a:spcAft>
                <a:spcPts val="600"/>
              </a:spcAft>
              <a:defRPr sz="1200" spc="0"/>
            </a:lvl4pPr>
            <a:lvl5pPr marL="274320" indent="-137160">
              <a:lnSpc>
                <a:spcPct val="90000"/>
              </a:lnSpc>
              <a:spcBef>
                <a:spcPts val="0"/>
              </a:spcBef>
              <a:spcAft>
                <a:spcPts val="600"/>
              </a:spcAft>
              <a:defRPr sz="1200" spc="0"/>
            </a:lvl5pPr>
          </a:lstStyle>
          <a:p>
            <a:pPr lvl="0"/>
            <a:r>
              <a:rPr lang="en-US"/>
              <a:t>Click to edit Master text styles</a:t>
            </a:r>
          </a:p>
          <a:p>
            <a:pPr lvl="1"/>
            <a:r>
              <a:rPr lang="en-US"/>
              <a:t>Second level</a:t>
            </a:r>
          </a:p>
          <a:p>
            <a:pPr lvl="2"/>
            <a:r>
              <a:rPr lang="en-US"/>
              <a:t>Third level</a:t>
            </a:r>
          </a:p>
          <a:p>
            <a:pPr marL="137160" lvl="2" indent="-137160" algn="l" defTabSz="914400" rtl="0" eaLnBrk="1" latinLnBrk="0" hangingPunct="1">
              <a:lnSpc>
                <a:spcPct val="100000"/>
              </a:lnSpc>
              <a:spcBef>
                <a:spcPts val="0"/>
              </a:spcBef>
              <a:spcAft>
                <a:spcPts val="600"/>
              </a:spcAft>
              <a:buFont typeface="Arial" panose="020B0604020202020204" pitchFamily="34" charset="0"/>
              <a:buChar char="•"/>
            </a:pPr>
            <a:r>
              <a:rPr lang="en-US"/>
              <a:t>Fourth level</a:t>
            </a:r>
          </a:p>
          <a:p>
            <a:pPr lvl="4"/>
            <a:r>
              <a:rPr lang="en-US"/>
              <a:t>Fifth level</a:t>
            </a:r>
          </a:p>
        </p:txBody>
      </p:sp>
      <p:sp>
        <p:nvSpPr>
          <p:cNvPr id="16" name="Diagonal Stripe 10">
            <a:extLst>
              <a:ext uri="{FF2B5EF4-FFF2-40B4-BE49-F238E27FC236}">
                <a16:creationId xmlns:a16="http://schemas.microsoft.com/office/drawing/2014/main" id="{39F31FDD-DE45-C499-E791-BFFB7B25E3D2}"/>
              </a:ext>
              <a:ext uri="{C183D7F6-B498-43B3-948B-1728B52AA6E4}">
                <adec:decorative xmlns:adec="http://schemas.microsoft.com/office/drawing/2017/decorative" val="1"/>
              </a:ext>
            </a:extLst>
          </p:cNvPr>
          <p:cNvSpPr/>
          <p:nvPr userDrawn="1"/>
        </p:nvSpPr>
        <p:spPr bwMode="auto">
          <a:xfrm rot="5400000">
            <a:off x="10893594" y="-79215"/>
            <a:ext cx="1219186" cy="1377615"/>
          </a:xfrm>
          <a:prstGeom prst="diagStripe">
            <a:avLst/>
          </a:prstGeom>
          <a:solidFill>
            <a:schemeClr val="bg1"/>
          </a:solidFill>
          <a:ln w="10795" cap="flat" cmpd="sng" algn="ctr">
            <a:noFill/>
            <a:prstDash val="solid"/>
          </a:ln>
          <a:effectLst>
            <a:outerShdw blurRad="152400" sx="101000" sy="101000" algn="tl" rotWithShape="0">
              <a:prstClr val="black">
                <a:alpha val="29000"/>
              </a:prstClr>
            </a:outerShdw>
          </a:effectLst>
        </p:spPr>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de-AT" sz="2000">
              <a:solidFill>
                <a:schemeClr val="accent1"/>
              </a:solidFill>
              <a:latin typeface="Segoe Sans Display" pitchFamily="2" charset="0"/>
              <a:cs typeface="Segoe Sans Display" pitchFamily="2" charset="0"/>
            </a:endParaRPr>
          </a:p>
        </p:txBody>
      </p:sp>
      <p:sp>
        <p:nvSpPr>
          <p:cNvPr id="17" name="Text Placeholder 21">
            <a:extLst>
              <a:ext uri="{FF2B5EF4-FFF2-40B4-BE49-F238E27FC236}">
                <a16:creationId xmlns:a16="http://schemas.microsoft.com/office/drawing/2014/main" id="{3583A746-C378-E8CD-C0A9-6610C5DB699A}"/>
              </a:ext>
              <a:ext uri="{C183D7F6-B498-43B3-948B-1728B52AA6E4}">
                <adec:decorative xmlns:adec="http://schemas.microsoft.com/office/drawing/2017/decorative" val="1"/>
              </a:ext>
            </a:extLst>
          </p:cNvPr>
          <p:cNvSpPr>
            <a:spLocks noGrp="1"/>
          </p:cNvSpPr>
          <p:nvPr>
            <p:ph type="body" sz="quarter" idx="24"/>
          </p:nvPr>
        </p:nvSpPr>
        <p:spPr>
          <a:xfrm rot="2510061">
            <a:off x="11110196" y="198567"/>
            <a:ext cx="1143000" cy="553998"/>
          </a:xfrm>
          <a:prstGeom prst="rect">
            <a:avLst/>
          </a:prstGeom>
        </p:spPr>
        <p:txBody>
          <a:bodyPr anchor="ctr" anchorCtr="0"/>
          <a:lstStyle>
            <a:lvl1pPr algn="ctr">
              <a:spcBef>
                <a:spcPts val="0"/>
              </a:spcBef>
              <a:buNone/>
              <a:defRPr sz="1200" spc="0" baseline="0">
                <a:solidFill>
                  <a:schemeClr val="accent4">
                    <a:lumMod val="75000"/>
                  </a:schemeClr>
                </a:solidFill>
              </a:defRPr>
            </a:lvl1pPr>
          </a:lstStyle>
          <a:p>
            <a:pPr lvl="0"/>
            <a:r>
              <a:rPr lang="en-US"/>
              <a:t>Click to edit Master text styles</a:t>
            </a:r>
          </a:p>
        </p:txBody>
      </p:sp>
      <p:pic>
        <p:nvPicPr>
          <p:cNvPr id="24" name="Picture 23" descr="A colorful gradient going from darker blue on the left side to light blue to magenta to orange on the right side">
            <a:extLst>
              <a:ext uri="{FF2B5EF4-FFF2-40B4-BE49-F238E27FC236}">
                <a16:creationId xmlns:a16="http://schemas.microsoft.com/office/drawing/2014/main" id="{0BDE085C-238C-0836-125B-931750D73EF9}"/>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sp>
        <p:nvSpPr>
          <p:cNvPr id="2" name="TextBox 1">
            <a:extLst>
              <a:ext uri="{FF2B5EF4-FFF2-40B4-BE49-F238E27FC236}">
                <a16:creationId xmlns:a16="http://schemas.microsoft.com/office/drawing/2014/main" id="{8038C89A-245F-D3DA-118C-31EF51F56E4F}"/>
              </a:ext>
            </a:extLst>
          </p:cNvPr>
          <p:cNvSpPr txBox="1"/>
          <p:nvPr userDrawn="1"/>
        </p:nvSpPr>
        <p:spPr>
          <a:xfrm>
            <a:off x="556419" y="3708145"/>
            <a:ext cx="613245" cy="184666"/>
          </a:xfrm>
          <a:prstGeom prst="rect">
            <a:avLst/>
          </a:prstGeom>
          <a:noFill/>
        </p:spPr>
        <p:txBody>
          <a:bodyPr wrap="none" lIns="0" tIns="0" rIns="0" bIns="0" anchor="ctr" anchorCtr="0">
            <a:spAutoFit/>
          </a:bodyPr>
          <a:lstStyle/>
          <a:p>
            <a:r>
              <a:rPr lang="en-GB" sz="1200" b="0" baseline="0">
                <a:solidFill>
                  <a:schemeClr val="accent4">
                    <a:lumMod val="75000"/>
                  </a:schemeClr>
                </a:solidFill>
                <a:latin typeface="Segoe Sans Display Semibold" pitchFamily="2" charset="0"/>
              </a:rPr>
              <a:t>Content:</a:t>
            </a:r>
          </a:p>
        </p:txBody>
      </p:sp>
      <p:sp>
        <p:nvSpPr>
          <p:cNvPr id="3" name="Text Placeholder 3">
            <a:extLst>
              <a:ext uri="{FF2B5EF4-FFF2-40B4-BE49-F238E27FC236}">
                <a16:creationId xmlns:a16="http://schemas.microsoft.com/office/drawing/2014/main" id="{A4173B7E-1461-655F-38E1-48A42EC1B8DC}"/>
              </a:ext>
            </a:extLst>
          </p:cNvPr>
          <p:cNvSpPr>
            <a:spLocks noGrp="1"/>
          </p:cNvSpPr>
          <p:nvPr>
            <p:ph type="body" sz="quarter" idx="25"/>
          </p:nvPr>
        </p:nvSpPr>
        <p:spPr>
          <a:xfrm>
            <a:off x="556421" y="3936217"/>
            <a:ext cx="3501230" cy="323165"/>
          </a:xfrm>
          <a:prstGeom prst="rect">
            <a:avLst/>
          </a:prstGeom>
        </p:spPr>
        <p:txBody>
          <a:bodyPr vert="horz" wrap="square" lIns="0" tIns="0" rIns="0" bIns="0" rtlCol="0">
            <a:noAutofit/>
          </a:bodyPr>
          <a:lstStyle>
            <a:lvl1pPr>
              <a:defRPr lang="en-US" sz="1200" dirty="0">
                <a:latin typeface="+mn-lt"/>
              </a:defRPr>
            </a:lvl1pPr>
          </a:lstStyle>
          <a:p>
            <a:pPr lvl="0">
              <a:spcBef>
                <a:spcPts val="0"/>
              </a:spcBef>
              <a:buClr>
                <a:schemeClr val="tx1"/>
              </a:buClr>
            </a:pPr>
            <a:r>
              <a:rPr lang="en-US"/>
              <a:t>Click to edit Master text styles</a:t>
            </a:r>
          </a:p>
        </p:txBody>
      </p:sp>
      <p:sp>
        <p:nvSpPr>
          <p:cNvPr id="6" name="TextBox 5">
            <a:extLst>
              <a:ext uri="{FF2B5EF4-FFF2-40B4-BE49-F238E27FC236}">
                <a16:creationId xmlns:a16="http://schemas.microsoft.com/office/drawing/2014/main" id="{35F250AE-8C1C-06CD-E0D4-EBEDCAB60A6E}"/>
              </a:ext>
            </a:extLst>
          </p:cNvPr>
          <p:cNvSpPr txBox="1"/>
          <p:nvPr userDrawn="1">
            <p:extLst>
              <p:ext uri="{1162E1C5-73C7-4A58-AE30-91384D911F3F}">
                <p184:classification xmlns:p184="http://schemas.microsoft.com/office/powerpoint/2018/4/main" val="ftr"/>
              </p:ext>
            </p:extLst>
          </p:nvPr>
        </p:nvSpPr>
        <p:spPr>
          <a:xfrm>
            <a:off x="3121446" y="6511422"/>
            <a:ext cx="5949107" cy="215444"/>
          </a:xfrm>
          <a:prstGeom prst="rect">
            <a:avLst/>
          </a:prstGeom>
        </p:spPr>
        <p:txBody>
          <a:bodyPr horzOverflow="overflow" wrap="square" lIns="45720" tIns="45720" rIns="45720" bIns="45720">
            <a:spAutoFit/>
          </a:bodyPr>
          <a:lstStyle/>
          <a:p>
            <a:pPr algn="ctr"/>
            <a:r>
              <a:rPr lang="en-US" sz="800" b="0">
                <a:solidFill>
                  <a:schemeClr val="tx2"/>
                </a:solidFill>
                <a:latin typeface="+mn-lt"/>
              </a:rPr>
              <a:t>Classified as Microsoft Confidential – content under embargo until Nov 18, 2025</a:t>
            </a:r>
          </a:p>
        </p:txBody>
      </p:sp>
    </p:spTree>
    <p:extLst>
      <p:ext uri="{BB962C8B-B14F-4D97-AF65-F5344CB8AC3E}">
        <p14:creationId xmlns:p14="http://schemas.microsoft.com/office/powerpoint/2010/main" val="3521112497"/>
      </p:ext>
    </p:extLst>
  </p:cSld>
  <p:clrMapOvr>
    <a:masterClrMapping/>
  </p:clrMapOvr>
  <p:transition>
    <p:fade/>
  </p:transition>
</p:sldLayout>
</file>

<file path=ppt/slideLayouts/slideLayout220.xml><?xml version="1.0" encoding="utf-8"?>
<p:sldLayout xmlns:a="http://schemas.openxmlformats.org/drawingml/2006/main" xmlns:r="http://schemas.openxmlformats.org/officeDocument/2006/relationships" xmlns:p="http://schemas.openxmlformats.org/presentationml/2006/main" preserve="1" userDrawn="1">
  <p:cSld name="Session Case Study w/o corner ribbon">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95FE0D29-0398-FECD-00AE-5D59AF674FAA}"/>
              </a:ext>
              <a:ext uri="{C183D7F6-B498-43B3-948B-1728B52AA6E4}">
                <adec:decorative xmlns:adec="http://schemas.microsoft.com/office/drawing/2017/decorative" val="1"/>
              </a:ext>
            </a:extLst>
          </p:cNvPr>
          <p:cNvPicPr>
            <a:picLocks noChangeAspect="1"/>
          </p:cNvPicPr>
          <p:nvPr userDrawn="1"/>
        </p:nvPicPr>
        <p:blipFill>
          <a:blip r:embed="rId2"/>
          <a:srcRect/>
          <a:stretch/>
        </p:blipFill>
        <p:spPr>
          <a:xfrm flipH="1">
            <a:off x="0" y="0"/>
            <a:ext cx="12191999" cy="6857999"/>
          </a:xfrm>
          <a:prstGeom prst="rect">
            <a:avLst/>
          </a:prstGeom>
        </p:spPr>
      </p:pic>
      <p:sp>
        <p:nvSpPr>
          <p:cNvPr id="15" name="Rectangle 14">
            <a:extLst>
              <a:ext uri="{FF2B5EF4-FFF2-40B4-BE49-F238E27FC236}">
                <a16:creationId xmlns:a16="http://schemas.microsoft.com/office/drawing/2014/main" id="{D3D3FF86-8B4C-BF42-921D-2525CFEB1071}"/>
              </a:ext>
            </a:extLst>
          </p:cNvPr>
          <p:cNvSpPr/>
          <p:nvPr userDrawn="1"/>
        </p:nvSpPr>
        <p:spPr bwMode="auto">
          <a:xfrm>
            <a:off x="0" y="0"/>
            <a:ext cx="4267200"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Sans Display" pitchFamily="2" charset="0"/>
            </a:endParaRPr>
          </a:p>
        </p:txBody>
      </p:sp>
      <p:sp>
        <p:nvSpPr>
          <p:cNvPr id="4" name="Rectangle: Rounded Corners 30">
            <a:extLst>
              <a:ext uri="{FF2B5EF4-FFF2-40B4-BE49-F238E27FC236}">
                <a16:creationId xmlns:a16="http://schemas.microsoft.com/office/drawing/2014/main" id="{EF2D0231-F003-E2C8-4E38-4B20209B3F0C}"/>
              </a:ext>
              <a:ext uri="{C183D7F6-B498-43B3-948B-1728B52AA6E4}">
                <adec:decorative xmlns:adec="http://schemas.microsoft.com/office/drawing/2017/decorative" val="1"/>
              </a:ext>
            </a:extLst>
          </p:cNvPr>
          <p:cNvSpPr/>
          <p:nvPr userDrawn="1"/>
        </p:nvSpPr>
        <p:spPr bwMode="auto">
          <a:xfrm>
            <a:off x="4688586" y="505875"/>
            <a:ext cx="7078980" cy="5805714"/>
          </a:xfrm>
          <a:prstGeom prst="roundRect">
            <a:avLst>
              <a:gd name="adj" fmla="val 3388"/>
            </a:avLst>
          </a:prstGeom>
          <a:solidFill>
            <a:schemeClr val="bg1">
              <a:alpha val="65000"/>
            </a:schemeClr>
          </a:solidFill>
          <a:ln w="12700">
            <a:noFill/>
            <a:headEnd type="none" w="med" len="med"/>
            <a:tailEnd type="none" w="med" len="med"/>
          </a:ln>
          <a:effectLst>
            <a:outerShdw blurRad="285750" dist="95250" dir="3180000" algn="ctr" rotWithShape="0">
              <a:srgbClr val="000000">
                <a:alpha val="16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400">
              <a:lnSpc>
                <a:spcPct val="90000"/>
              </a:lnSpc>
              <a:spcBef>
                <a:spcPts val="600"/>
              </a:spcBef>
              <a:spcAft>
                <a:spcPts val="600"/>
              </a:spcAft>
              <a:buClr>
                <a:srgbClr val="243A5E"/>
              </a:buClr>
              <a:buSzPct val="110000"/>
            </a:pPr>
            <a:endParaRPr lang="en-US" sz="1200">
              <a:solidFill>
                <a:srgbClr val="000000"/>
              </a:solidFill>
              <a:latin typeface="Segoe Sans Display" pitchFamily="2" charset="0"/>
              <a:cs typeface="Segoe Sans Display Semibold" pitchFamily="2" charset="0"/>
            </a:endParaRPr>
          </a:p>
        </p:txBody>
      </p:sp>
      <p:sp>
        <p:nvSpPr>
          <p:cNvPr id="26" name="Title 25">
            <a:extLst>
              <a:ext uri="{FF2B5EF4-FFF2-40B4-BE49-F238E27FC236}">
                <a16:creationId xmlns:a16="http://schemas.microsoft.com/office/drawing/2014/main" id="{36BA4A26-76EC-BFFD-623A-5C1B12145C83}"/>
              </a:ext>
            </a:extLst>
          </p:cNvPr>
          <p:cNvSpPr>
            <a:spLocks noGrp="1"/>
          </p:cNvSpPr>
          <p:nvPr>
            <p:ph type="title"/>
          </p:nvPr>
        </p:nvSpPr>
        <p:spPr>
          <a:xfrm>
            <a:off x="576073" y="503840"/>
            <a:ext cx="3481578" cy="1310412"/>
          </a:xfrm>
        </p:spPr>
        <p:txBody>
          <a:bodyPr>
            <a:noAutofit/>
          </a:bodyPr>
          <a:lstStyle>
            <a:lvl1pPr>
              <a:defRPr sz="2800" spc="-50" baseline="0"/>
            </a:lvl1pPr>
          </a:lstStyle>
          <a:p>
            <a:r>
              <a:rPr lang="en-US"/>
              <a:t>Click to edit Master title style</a:t>
            </a:r>
          </a:p>
        </p:txBody>
      </p:sp>
      <p:sp>
        <p:nvSpPr>
          <p:cNvPr id="21" name="TextBox 20">
            <a:extLst>
              <a:ext uri="{FF2B5EF4-FFF2-40B4-BE49-F238E27FC236}">
                <a16:creationId xmlns:a16="http://schemas.microsoft.com/office/drawing/2014/main" id="{58D9E3DC-DBB3-E783-66C6-1CE56D439EF2}"/>
              </a:ext>
            </a:extLst>
          </p:cNvPr>
          <p:cNvSpPr txBox="1"/>
          <p:nvPr userDrawn="1"/>
        </p:nvSpPr>
        <p:spPr>
          <a:xfrm>
            <a:off x="556419" y="2018854"/>
            <a:ext cx="852093" cy="184666"/>
          </a:xfrm>
          <a:prstGeom prst="rect">
            <a:avLst/>
          </a:prstGeom>
          <a:noFill/>
        </p:spPr>
        <p:txBody>
          <a:bodyPr wrap="none" lIns="0" tIns="0" rIns="0" bIns="0" anchor="ctr" anchorCtr="0">
            <a:spAutoFit/>
          </a:bodyPr>
          <a:lstStyle/>
          <a:p>
            <a:r>
              <a:rPr lang="en-GB" sz="1200" b="0" baseline="0">
                <a:solidFill>
                  <a:schemeClr val="accent4">
                    <a:lumMod val="75000"/>
                  </a:schemeClr>
                </a:solidFill>
                <a:latin typeface="Segoe Sans Display Semibold" pitchFamily="2" charset="0"/>
              </a:rPr>
              <a:t>Preparation:</a:t>
            </a:r>
          </a:p>
        </p:txBody>
      </p:sp>
      <p:sp>
        <p:nvSpPr>
          <p:cNvPr id="8" name="Text Placeholder 3">
            <a:extLst>
              <a:ext uri="{FF2B5EF4-FFF2-40B4-BE49-F238E27FC236}">
                <a16:creationId xmlns:a16="http://schemas.microsoft.com/office/drawing/2014/main" id="{48E6EA0C-C6EA-88A6-62F6-49213F1DEA6A}"/>
              </a:ext>
            </a:extLst>
          </p:cNvPr>
          <p:cNvSpPr>
            <a:spLocks noGrp="1"/>
          </p:cNvSpPr>
          <p:nvPr>
            <p:ph type="body" sz="quarter" idx="15"/>
          </p:nvPr>
        </p:nvSpPr>
        <p:spPr>
          <a:xfrm>
            <a:off x="1645444" y="2018854"/>
            <a:ext cx="2412208" cy="184666"/>
          </a:xfrm>
          <a:prstGeom prst="rect">
            <a:avLst/>
          </a:prstGeom>
        </p:spPr>
        <p:txBody>
          <a:bodyPr wrap="square" tIns="0" rIns="0" bIns="0" anchor="ctr" anchorCtr="0">
            <a:noAutofit/>
          </a:bodyPr>
          <a:lstStyle>
            <a:lvl1pPr marL="0" indent="0">
              <a:lnSpc>
                <a:spcPct val="100000"/>
              </a:lnSpc>
              <a:spcBef>
                <a:spcPts val="1224"/>
              </a:spcBef>
              <a:buClr>
                <a:schemeClr val="tx1"/>
              </a:buClr>
              <a:buFont typeface="Wingdings" panose="05000000000000000000" pitchFamily="2" charset="2"/>
              <a:buNone/>
              <a:defRPr sz="1200" b="0" spc="0" baseline="0">
                <a:solidFill>
                  <a:schemeClr val="tx1"/>
                </a:solidFill>
                <a:latin typeface="Segoe Sans Display" pitchFamily="2" charset="0"/>
                <a:cs typeface="Segoe Pro" panose="020B0604020202020204" pitchFamily="34" charset="0"/>
              </a:defRPr>
            </a:lvl1pPr>
            <a:lvl2pPr marL="427038" indent="-171450">
              <a:buFont typeface="Wingdings" panose="05000000000000000000" pitchFamily="2" charset="2"/>
              <a:buNone/>
              <a:defRPr sz="1400" b="0">
                <a:solidFill>
                  <a:schemeClr val="bg1"/>
                </a:solidFill>
              </a:defRPr>
            </a:lvl2pPr>
            <a:lvl3pPr marL="639763" indent="-188913">
              <a:buFont typeface="Wingdings" panose="05000000000000000000" pitchFamily="2" charset="2"/>
              <a:buNone/>
              <a:tabLst/>
              <a:defRPr sz="1400" b="0">
                <a:solidFill>
                  <a:schemeClr val="bg1"/>
                </a:solidFill>
              </a:defRPr>
            </a:lvl3pPr>
            <a:lvl4pPr marL="828675" indent="-176213">
              <a:buFont typeface="Wingdings" panose="05000000000000000000" pitchFamily="2" charset="2"/>
              <a:buNone/>
              <a:defRPr sz="1400" b="0">
                <a:solidFill>
                  <a:schemeClr val="bg1"/>
                </a:solidFill>
              </a:defRPr>
            </a:lvl4pPr>
            <a:lvl5pPr marL="1023938" indent="-169863">
              <a:buFont typeface="Wingdings" panose="05000000000000000000" pitchFamily="2" charset="2"/>
              <a:buNone/>
              <a:tabLst/>
              <a:defRPr sz="1400" b="0">
                <a:solidFill>
                  <a:schemeClr val="bg1"/>
                </a:solidFill>
              </a:defRPr>
            </a:lvl5pPr>
          </a:lstStyle>
          <a:p>
            <a:pPr lvl="0"/>
            <a:r>
              <a:rPr lang="en-US"/>
              <a:t>Click to edit Master text styles</a:t>
            </a:r>
          </a:p>
        </p:txBody>
      </p:sp>
      <p:sp>
        <p:nvSpPr>
          <p:cNvPr id="22" name="TextBox 21">
            <a:extLst>
              <a:ext uri="{FF2B5EF4-FFF2-40B4-BE49-F238E27FC236}">
                <a16:creationId xmlns:a16="http://schemas.microsoft.com/office/drawing/2014/main" id="{28E29651-B3B9-0C23-E2DC-24A48A17C929}"/>
              </a:ext>
            </a:extLst>
          </p:cNvPr>
          <p:cNvSpPr txBox="1"/>
          <p:nvPr userDrawn="1"/>
        </p:nvSpPr>
        <p:spPr>
          <a:xfrm>
            <a:off x="556419" y="2334828"/>
            <a:ext cx="608949" cy="184666"/>
          </a:xfrm>
          <a:prstGeom prst="rect">
            <a:avLst/>
          </a:prstGeom>
          <a:noFill/>
        </p:spPr>
        <p:txBody>
          <a:bodyPr wrap="none" lIns="0" tIns="0" rIns="0" bIns="0" anchor="ctr" anchorCtr="0">
            <a:spAutoFit/>
          </a:bodyPr>
          <a:lstStyle/>
          <a:p>
            <a:r>
              <a:rPr lang="en-GB" sz="1200" b="0" baseline="0">
                <a:solidFill>
                  <a:schemeClr val="accent4">
                    <a:lumMod val="75000"/>
                  </a:schemeClr>
                </a:solidFill>
                <a:latin typeface="Segoe Sans Display Semibold" pitchFamily="2" charset="0"/>
              </a:rPr>
              <a:t>Delivery:</a:t>
            </a:r>
          </a:p>
        </p:txBody>
      </p:sp>
      <p:sp>
        <p:nvSpPr>
          <p:cNvPr id="11" name="Text Placeholder 3">
            <a:extLst>
              <a:ext uri="{FF2B5EF4-FFF2-40B4-BE49-F238E27FC236}">
                <a16:creationId xmlns:a16="http://schemas.microsoft.com/office/drawing/2014/main" id="{2971A7EC-2A4A-4884-EEF4-5CE98EAB8128}"/>
              </a:ext>
            </a:extLst>
          </p:cNvPr>
          <p:cNvSpPr>
            <a:spLocks noGrp="1"/>
          </p:cNvSpPr>
          <p:nvPr>
            <p:ph type="body" sz="quarter" idx="16"/>
          </p:nvPr>
        </p:nvSpPr>
        <p:spPr>
          <a:xfrm>
            <a:off x="1645444" y="2334828"/>
            <a:ext cx="2412207" cy="184666"/>
          </a:xfrm>
          <a:prstGeom prst="rect">
            <a:avLst/>
          </a:prstGeom>
        </p:spPr>
        <p:txBody>
          <a:bodyPr wrap="square" tIns="0" rIns="0" bIns="0" anchor="ctr" anchorCtr="0">
            <a:noAutofit/>
          </a:bodyPr>
          <a:lstStyle>
            <a:lvl1pPr marL="0" indent="0">
              <a:lnSpc>
                <a:spcPct val="100000"/>
              </a:lnSpc>
              <a:spcBef>
                <a:spcPts val="1224"/>
              </a:spcBef>
              <a:buClr>
                <a:schemeClr val="tx1"/>
              </a:buClr>
              <a:buFont typeface="Wingdings" panose="05000000000000000000" pitchFamily="2" charset="2"/>
              <a:buNone/>
              <a:defRPr sz="1200" b="0" spc="0" baseline="0">
                <a:solidFill>
                  <a:schemeClr val="tx1"/>
                </a:solidFill>
                <a:latin typeface="Segoe Sans Display" pitchFamily="2" charset="0"/>
                <a:cs typeface="Segoe Pro" panose="020B0604020202020204" pitchFamily="34" charset="0"/>
              </a:defRPr>
            </a:lvl1pPr>
            <a:lvl2pPr marL="427038" indent="-171450">
              <a:buFont typeface="Wingdings" panose="05000000000000000000" pitchFamily="2" charset="2"/>
              <a:buNone/>
              <a:defRPr sz="1400" b="0">
                <a:solidFill>
                  <a:schemeClr val="bg1"/>
                </a:solidFill>
              </a:defRPr>
            </a:lvl2pPr>
            <a:lvl3pPr marL="639763" indent="-188913">
              <a:buFont typeface="Wingdings" panose="05000000000000000000" pitchFamily="2" charset="2"/>
              <a:buNone/>
              <a:tabLst/>
              <a:defRPr sz="1400" b="0">
                <a:solidFill>
                  <a:schemeClr val="bg1"/>
                </a:solidFill>
              </a:defRPr>
            </a:lvl3pPr>
            <a:lvl4pPr marL="828675" indent="-176213">
              <a:buFont typeface="Wingdings" panose="05000000000000000000" pitchFamily="2" charset="2"/>
              <a:buNone/>
              <a:defRPr sz="1400" b="0">
                <a:solidFill>
                  <a:schemeClr val="bg1"/>
                </a:solidFill>
              </a:defRPr>
            </a:lvl4pPr>
            <a:lvl5pPr marL="1023938" indent="-169863">
              <a:buFont typeface="Wingdings" panose="05000000000000000000" pitchFamily="2" charset="2"/>
              <a:buNone/>
              <a:tabLst/>
              <a:defRPr sz="1400" b="0">
                <a:solidFill>
                  <a:schemeClr val="bg1"/>
                </a:solidFill>
              </a:defRPr>
            </a:lvl5pPr>
          </a:lstStyle>
          <a:p>
            <a:pPr lvl="0"/>
            <a:r>
              <a:rPr lang="en-US"/>
              <a:t>Click to edit Master text styles</a:t>
            </a:r>
          </a:p>
        </p:txBody>
      </p:sp>
      <p:sp>
        <p:nvSpPr>
          <p:cNvPr id="25" name="TextBox 24">
            <a:extLst>
              <a:ext uri="{FF2B5EF4-FFF2-40B4-BE49-F238E27FC236}">
                <a16:creationId xmlns:a16="http://schemas.microsoft.com/office/drawing/2014/main" id="{1F89F22E-B799-0FF5-458E-E50FA6349F4A}"/>
              </a:ext>
            </a:extLst>
          </p:cNvPr>
          <p:cNvSpPr txBox="1"/>
          <p:nvPr userDrawn="1"/>
        </p:nvSpPr>
        <p:spPr>
          <a:xfrm>
            <a:off x="556419" y="2650802"/>
            <a:ext cx="705834" cy="184666"/>
          </a:xfrm>
          <a:prstGeom prst="rect">
            <a:avLst/>
          </a:prstGeom>
          <a:noFill/>
        </p:spPr>
        <p:txBody>
          <a:bodyPr wrap="none" lIns="0" tIns="0" rIns="0" bIns="0" anchor="ctr" anchorCtr="0">
            <a:spAutoFit/>
          </a:bodyPr>
          <a:lstStyle/>
          <a:p>
            <a:r>
              <a:rPr lang="en-GB" sz="1200" b="0" baseline="0">
                <a:solidFill>
                  <a:schemeClr val="accent4">
                    <a:lumMod val="75000"/>
                  </a:schemeClr>
                </a:solidFill>
                <a:latin typeface="Segoe Sans Display Semibold" pitchFamily="2" charset="0"/>
              </a:rPr>
              <a:t>Summary:</a:t>
            </a:r>
          </a:p>
        </p:txBody>
      </p:sp>
      <p:sp>
        <p:nvSpPr>
          <p:cNvPr id="7" name="Text Placeholder 3">
            <a:extLst>
              <a:ext uri="{FF2B5EF4-FFF2-40B4-BE49-F238E27FC236}">
                <a16:creationId xmlns:a16="http://schemas.microsoft.com/office/drawing/2014/main" id="{522E7AA6-4819-8A02-C48C-29D6E3AD72D5}"/>
              </a:ext>
            </a:extLst>
          </p:cNvPr>
          <p:cNvSpPr>
            <a:spLocks noGrp="1"/>
          </p:cNvSpPr>
          <p:nvPr>
            <p:ph type="body" sz="quarter" idx="10"/>
          </p:nvPr>
        </p:nvSpPr>
        <p:spPr>
          <a:xfrm>
            <a:off x="556421" y="2890447"/>
            <a:ext cx="3501230" cy="323165"/>
          </a:xfrm>
          <a:prstGeom prst="rect">
            <a:avLst/>
          </a:prstGeom>
        </p:spPr>
        <p:txBody>
          <a:bodyPr vert="horz" wrap="square" lIns="0" tIns="0" rIns="0" bIns="0" rtlCol="0">
            <a:noAutofit/>
          </a:bodyPr>
          <a:lstStyle>
            <a:lvl1pPr>
              <a:defRPr lang="en-US" sz="1200" dirty="0">
                <a:latin typeface="+mn-lt"/>
              </a:defRPr>
            </a:lvl1pPr>
          </a:lstStyle>
          <a:p>
            <a:pPr lvl="0">
              <a:spcBef>
                <a:spcPts val="0"/>
              </a:spcBef>
              <a:buClr>
                <a:schemeClr val="tx1"/>
              </a:buClr>
            </a:pPr>
            <a:r>
              <a:rPr lang="en-US"/>
              <a:t>Click to edit Master text styles</a:t>
            </a:r>
          </a:p>
        </p:txBody>
      </p:sp>
      <p:sp>
        <p:nvSpPr>
          <p:cNvPr id="18" name="TextBox 17">
            <a:extLst>
              <a:ext uri="{FF2B5EF4-FFF2-40B4-BE49-F238E27FC236}">
                <a16:creationId xmlns:a16="http://schemas.microsoft.com/office/drawing/2014/main" id="{B8A0FA93-18B9-BD01-8981-46D51869E49A}"/>
              </a:ext>
            </a:extLst>
          </p:cNvPr>
          <p:cNvSpPr txBox="1"/>
          <p:nvPr userDrawn="1"/>
        </p:nvSpPr>
        <p:spPr>
          <a:xfrm>
            <a:off x="549275" y="4780981"/>
            <a:ext cx="1714499" cy="276999"/>
          </a:xfrm>
          <a:prstGeom prst="rect">
            <a:avLst/>
          </a:prstGeom>
          <a:noFill/>
        </p:spPr>
        <p:txBody>
          <a:bodyPr wrap="square" lIns="0" anchor="ctr" anchorCtr="0">
            <a:spAutoFit/>
          </a:bodyPr>
          <a:lstStyle/>
          <a:p>
            <a:r>
              <a:rPr lang="en-GB" sz="1200" b="0" baseline="0">
                <a:solidFill>
                  <a:schemeClr val="accent4">
                    <a:lumMod val="75000"/>
                  </a:schemeClr>
                </a:solidFill>
                <a:latin typeface="Segoe Sans Display Semibold" pitchFamily="2" charset="0"/>
              </a:rPr>
              <a:t>Customer resources</a:t>
            </a:r>
          </a:p>
        </p:txBody>
      </p:sp>
      <p:sp>
        <p:nvSpPr>
          <p:cNvPr id="10" name="Text Placeholder 9">
            <a:extLst>
              <a:ext uri="{FF2B5EF4-FFF2-40B4-BE49-F238E27FC236}">
                <a16:creationId xmlns:a16="http://schemas.microsoft.com/office/drawing/2014/main" id="{C996942E-E982-4695-91C8-296676E06061}"/>
              </a:ext>
            </a:extLst>
          </p:cNvPr>
          <p:cNvSpPr>
            <a:spLocks noGrp="1"/>
          </p:cNvSpPr>
          <p:nvPr>
            <p:ph type="body" sz="quarter" idx="13"/>
          </p:nvPr>
        </p:nvSpPr>
        <p:spPr>
          <a:xfrm>
            <a:off x="549274" y="5051202"/>
            <a:ext cx="1638302" cy="332399"/>
          </a:xfrm>
          <a:prstGeom prst="rect">
            <a:avLst/>
          </a:prstGeom>
        </p:spPr>
        <p:txBody>
          <a:bodyPr>
            <a:noAutofit/>
          </a:bodyPr>
          <a:lstStyle>
            <a:lvl1pPr marL="137160" indent="-137160">
              <a:lnSpc>
                <a:spcPct val="100000"/>
              </a:lnSpc>
              <a:spcBef>
                <a:spcPts val="0"/>
              </a:spcBef>
              <a:spcAft>
                <a:spcPts val="200"/>
              </a:spcAft>
              <a:buFont typeface="Arial" panose="020B0604020202020204" pitchFamily="34" charset="0"/>
              <a:buChar char="•"/>
              <a:defRPr sz="1100" spc="0" baseline="0">
                <a:solidFill>
                  <a:schemeClr val="tx1"/>
                </a:solidFill>
                <a:latin typeface="Segoe Sans Display" pitchFamily="2" charset="0"/>
              </a:defRPr>
            </a:lvl1pPr>
            <a:lvl2pPr marL="228600" indent="0">
              <a:lnSpc>
                <a:spcPct val="90000"/>
              </a:lnSpc>
              <a:spcBef>
                <a:spcPts val="600"/>
              </a:spcBef>
              <a:buNone/>
              <a:defRPr sz="1400">
                <a:solidFill>
                  <a:schemeClr val="bg1"/>
                </a:solidFill>
              </a:defRPr>
            </a:lvl2pPr>
            <a:lvl3pPr marL="457200" indent="0">
              <a:lnSpc>
                <a:spcPct val="90000"/>
              </a:lnSpc>
              <a:spcBef>
                <a:spcPts val="600"/>
              </a:spcBef>
              <a:buNone/>
              <a:defRPr sz="1400">
                <a:solidFill>
                  <a:schemeClr val="bg1"/>
                </a:solidFill>
              </a:defRPr>
            </a:lvl3pPr>
            <a:lvl4pPr marL="661988" indent="0">
              <a:lnSpc>
                <a:spcPct val="90000"/>
              </a:lnSpc>
              <a:spcBef>
                <a:spcPts val="600"/>
              </a:spcBef>
              <a:buNone/>
              <a:defRPr sz="1400">
                <a:solidFill>
                  <a:schemeClr val="bg1"/>
                </a:solidFill>
              </a:defRPr>
            </a:lvl4pPr>
            <a:lvl5pPr marL="855663" indent="0">
              <a:lnSpc>
                <a:spcPct val="90000"/>
              </a:lnSpc>
              <a:spcBef>
                <a:spcPts val="600"/>
              </a:spcBef>
              <a:buNone/>
              <a:defRPr sz="1400">
                <a:solidFill>
                  <a:schemeClr val="bg1"/>
                </a:solidFill>
              </a:defRPr>
            </a:lvl5pPr>
          </a:lstStyle>
          <a:p>
            <a:pPr lvl="0"/>
            <a:r>
              <a:rPr lang="en-US"/>
              <a:t>Click to edit Master text styles</a:t>
            </a:r>
          </a:p>
        </p:txBody>
      </p:sp>
      <p:sp>
        <p:nvSpPr>
          <p:cNvPr id="19" name="TextBox 18">
            <a:extLst>
              <a:ext uri="{FF2B5EF4-FFF2-40B4-BE49-F238E27FC236}">
                <a16:creationId xmlns:a16="http://schemas.microsoft.com/office/drawing/2014/main" id="{5074AE67-07F7-ED0E-CC1D-F592BD9B98FE}"/>
              </a:ext>
            </a:extLst>
          </p:cNvPr>
          <p:cNvSpPr txBox="1"/>
          <p:nvPr userDrawn="1"/>
        </p:nvSpPr>
        <p:spPr>
          <a:xfrm>
            <a:off x="2419351" y="4780981"/>
            <a:ext cx="1560877" cy="276999"/>
          </a:xfrm>
          <a:prstGeom prst="rect">
            <a:avLst/>
          </a:prstGeom>
          <a:noFill/>
        </p:spPr>
        <p:txBody>
          <a:bodyPr wrap="square" lIns="0" anchor="ctr" anchorCtr="0">
            <a:spAutoFit/>
          </a:bodyPr>
          <a:lstStyle/>
          <a:p>
            <a:r>
              <a:rPr lang="en-GB" sz="1200" b="0" baseline="0">
                <a:solidFill>
                  <a:schemeClr val="accent4">
                    <a:lumMod val="75000"/>
                  </a:schemeClr>
                </a:solidFill>
                <a:latin typeface="Segoe Sans Display Semibold" pitchFamily="2" charset="0"/>
              </a:rPr>
              <a:t>Partner resources</a:t>
            </a:r>
          </a:p>
        </p:txBody>
      </p:sp>
      <p:sp>
        <p:nvSpPr>
          <p:cNvPr id="13" name="Text Placeholder 9">
            <a:extLst>
              <a:ext uri="{FF2B5EF4-FFF2-40B4-BE49-F238E27FC236}">
                <a16:creationId xmlns:a16="http://schemas.microsoft.com/office/drawing/2014/main" id="{D2F6B756-204A-4346-90B3-21CCEA788C54}"/>
              </a:ext>
            </a:extLst>
          </p:cNvPr>
          <p:cNvSpPr>
            <a:spLocks noGrp="1"/>
          </p:cNvSpPr>
          <p:nvPr>
            <p:ph type="body" sz="quarter" idx="14"/>
          </p:nvPr>
        </p:nvSpPr>
        <p:spPr>
          <a:xfrm>
            <a:off x="2419350" y="5051202"/>
            <a:ext cx="1638302" cy="332399"/>
          </a:xfrm>
          <a:prstGeom prst="rect">
            <a:avLst/>
          </a:prstGeom>
        </p:spPr>
        <p:txBody>
          <a:bodyPr>
            <a:noAutofit/>
          </a:bodyPr>
          <a:lstStyle>
            <a:lvl1pPr marL="137160" indent="-137160">
              <a:lnSpc>
                <a:spcPct val="100000"/>
              </a:lnSpc>
              <a:spcBef>
                <a:spcPts val="0"/>
              </a:spcBef>
              <a:spcAft>
                <a:spcPts val="200"/>
              </a:spcAft>
              <a:buFont typeface="Arial" panose="020B0604020202020204" pitchFamily="34" charset="0"/>
              <a:buChar char="•"/>
              <a:defRPr sz="1100" spc="0" baseline="0">
                <a:solidFill>
                  <a:schemeClr val="tx1"/>
                </a:solidFill>
                <a:latin typeface="Segoe Sans Display" pitchFamily="2" charset="0"/>
              </a:defRPr>
            </a:lvl1pPr>
            <a:lvl2pPr marL="228600" indent="0">
              <a:lnSpc>
                <a:spcPct val="90000"/>
              </a:lnSpc>
              <a:spcBef>
                <a:spcPts val="600"/>
              </a:spcBef>
              <a:buNone/>
              <a:defRPr sz="1400">
                <a:solidFill>
                  <a:schemeClr val="bg1"/>
                </a:solidFill>
              </a:defRPr>
            </a:lvl2pPr>
            <a:lvl3pPr marL="457200" indent="0">
              <a:lnSpc>
                <a:spcPct val="90000"/>
              </a:lnSpc>
              <a:spcBef>
                <a:spcPts val="600"/>
              </a:spcBef>
              <a:buNone/>
              <a:defRPr sz="1400">
                <a:solidFill>
                  <a:schemeClr val="bg1"/>
                </a:solidFill>
              </a:defRPr>
            </a:lvl3pPr>
            <a:lvl4pPr marL="661988" indent="0">
              <a:lnSpc>
                <a:spcPct val="90000"/>
              </a:lnSpc>
              <a:spcBef>
                <a:spcPts val="600"/>
              </a:spcBef>
              <a:buNone/>
              <a:defRPr sz="1400">
                <a:solidFill>
                  <a:schemeClr val="bg1"/>
                </a:solidFill>
              </a:defRPr>
            </a:lvl4pPr>
            <a:lvl5pPr marL="855663" indent="0">
              <a:lnSpc>
                <a:spcPct val="90000"/>
              </a:lnSpc>
              <a:spcBef>
                <a:spcPts val="600"/>
              </a:spcBef>
              <a:buNone/>
              <a:defRPr sz="1400">
                <a:solidFill>
                  <a:schemeClr val="bg1"/>
                </a:solidFill>
              </a:defRPr>
            </a:lvl5pPr>
          </a:lstStyle>
          <a:p>
            <a:pPr lvl="0"/>
            <a:r>
              <a:rPr lang="en-US"/>
              <a:t>Click to edit Master text styles</a:t>
            </a:r>
          </a:p>
        </p:txBody>
      </p:sp>
      <p:sp>
        <p:nvSpPr>
          <p:cNvPr id="5" name="Text Placeholder 6">
            <a:extLst>
              <a:ext uri="{FF2B5EF4-FFF2-40B4-BE49-F238E27FC236}">
                <a16:creationId xmlns:a16="http://schemas.microsoft.com/office/drawing/2014/main" id="{041F96D3-6920-47ED-9D36-1E9A814A58C9}"/>
              </a:ext>
            </a:extLst>
          </p:cNvPr>
          <p:cNvSpPr>
            <a:spLocks noGrp="1"/>
          </p:cNvSpPr>
          <p:nvPr>
            <p:ph type="body" sz="quarter" idx="17"/>
          </p:nvPr>
        </p:nvSpPr>
        <p:spPr>
          <a:xfrm>
            <a:off x="4688586" y="505876"/>
            <a:ext cx="7078980" cy="5805714"/>
          </a:xfrm>
          <a:prstGeom prst="rect">
            <a:avLst/>
          </a:prstGeom>
        </p:spPr>
        <p:txBody>
          <a:bodyPr lIns="274320" tIns="274320" rIns="274320" bIns="274320" anchor="t" anchorCtr="0">
            <a:noAutofit/>
          </a:bodyPr>
          <a:lstStyle>
            <a:lvl1pPr marL="0" indent="0">
              <a:lnSpc>
                <a:spcPct val="90000"/>
              </a:lnSpc>
              <a:spcBef>
                <a:spcPts val="0"/>
              </a:spcBef>
              <a:spcAft>
                <a:spcPts val="600"/>
              </a:spcAft>
              <a:buNone/>
              <a:defRPr sz="1400" spc="0">
                <a:solidFill>
                  <a:schemeClr val="accent4">
                    <a:lumMod val="75000"/>
                  </a:schemeClr>
                </a:solidFill>
                <a:latin typeface="Segoe Sans Display Semibold" pitchFamily="2" charset="0"/>
              </a:defRPr>
            </a:lvl1pPr>
            <a:lvl2pPr marL="0" indent="0">
              <a:lnSpc>
                <a:spcPct val="90000"/>
              </a:lnSpc>
              <a:spcBef>
                <a:spcPts val="0"/>
              </a:spcBef>
              <a:spcAft>
                <a:spcPts val="600"/>
              </a:spcAft>
              <a:buNone/>
              <a:defRPr sz="1200" spc="0">
                <a:latin typeface="Segoe Sans Display Semibold" pitchFamily="2" charset="0"/>
              </a:defRPr>
            </a:lvl2pPr>
            <a:lvl3pPr marL="0" indent="0">
              <a:lnSpc>
                <a:spcPct val="90000"/>
              </a:lnSpc>
              <a:spcBef>
                <a:spcPts val="0"/>
              </a:spcBef>
              <a:spcAft>
                <a:spcPts val="600"/>
              </a:spcAft>
              <a:buFontTx/>
              <a:buNone/>
              <a:defRPr lang="en-US" sz="1200" kern="1200" spc="0" baseline="0" dirty="0">
                <a:solidFill>
                  <a:schemeClr val="tx1"/>
                </a:solidFill>
                <a:latin typeface="Segoe Sans Display" pitchFamily="2" charset="0"/>
                <a:ea typeface="+mn-ea"/>
                <a:cs typeface="+mn-cs"/>
              </a:defRPr>
            </a:lvl3pPr>
            <a:lvl4pPr marL="137160" indent="-137160">
              <a:spcBef>
                <a:spcPts val="0"/>
              </a:spcBef>
              <a:spcAft>
                <a:spcPts val="600"/>
              </a:spcAft>
              <a:defRPr sz="1200" spc="0"/>
            </a:lvl4pPr>
            <a:lvl5pPr marL="274320" indent="-137160">
              <a:lnSpc>
                <a:spcPct val="90000"/>
              </a:lnSpc>
              <a:spcBef>
                <a:spcPts val="0"/>
              </a:spcBef>
              <a:spcAft>
                <a:spcPts val="600"/>
              </a:spcAft>
              <a:defRPr sz="1200" spc="0"/>
            </a:lvl5pPr>
          </a:lstStyle>
          <a:p>
            <a:pPr lvl="0"/>
            <a:r>
              <a:rPr lang="en-US"/>
              <a:t>Click to edit Master text styles</a:t>
            </a:r>
          </a:p>
          <a:p>
            <a:pPr lvl="1"/>
            <a:r>
              <a:rPr lang="en-US"/>
              <a:t>Second level</a:t>
            </a:r>
          </a:p>
          <a:p>
            <a:pPr lvl="2"/>
            <a:r>
              <a:rPr lang="en-US"/>
              <a:t>Third level</a:t>
            </a:r>
          </a:p>
          <a:p>
            <a:pPr marL="137160" lvl="2" indent="-137160" algn="l" defTabSz="914400" rtl="0" eaLnBrk="1" latinLnBrk="0" hangingPunct="1">
              <a:lnSpc>
                <a:spcPct val="100000"/>
              </a:lnSpc>
              <a:spcBef>
                <a:spcPts val="0"/>
              </a:spcBef>
              <a:spcAft>
                <a:spcPts val="600"/>
              </a:spcAft>
              <a:buFont typeface="Arial" panose="020B0604020202020204" pitchFamily="34" charset="0"/>
              <a:buChar char="•"/>
            </a:pPr>
            <a:r>
              <a:rPr lang="en-US"/>
              <a:t>Fourth level</a:t>
            </a:r>
          </a:p>
          <a:p>
            <a:pPr lvl="4"/>
            <a:r>
              <a:rPr lang="en-US"/>
              <a:t>Fifth level</a:t>
            </a:r>
          </a:p>
        </p:txBody>
      </p:sp>
      <p:pic>
        <p:nvPicPr>
          <p:cNvPr id="24" name="Picture 23" descr="A colorful gradient going from darker blue on the left side to light blue to magenta to orange on the right side">
            <a:extLst>
              <a:ext uri="{FF2B5EF4-FFF2-40B4-BE49-F238E27FC236}">
                <a16:creationId xmlns:a16="http://schemas.microsoft.com/office/drawing/2014/main" id="{0BDE085C-238C-0836-125B-931750D73EF9}"/>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sp>
        <p:nvSpPr>
          <p:cNvPr id="2" name="TextBox 1">
            <a:extLst>
              <a:ext uri="{FF2B5EF4-FFF2-40B4-BE49-F238E27FC236}">
                <a16:creationId xmlns:a16="http://schemas.microsoft.com/office/drawing/2014/main" id="{8038C89A-245F-D3DA-118C-31EF51F56E4F}"/>
              </a:ext>
            </a:extLst>
          </p:cNvPr>
          <p:cNvSpPr txBox="1"/>
          <p:nvPr userDrawn="1"/>
        </p:nvSpPr>
        <p:spPr>
          <a:xfrm>
            <a:off x="556419" y="3708145"/>
            <a:ext cx="613245" cy="184666"/>
          </a:xfrm>
          <a:prstGeom prst="rect">
            <a:avLst/>
          </a:prstGeom>
          <a:noFill/>
        </p:spPr>
        <p:txBody>
          <a:bodyPr wrap="none" lIns="0" tIns="0" rIns="0" bIns="0" anchor="ctr" anchorCtr="0">
            <a:spAutoFit/>
          </a:bodyPr>
          <a:lstStyle/>
          <a:p>
            <a:r>
              <a:rPr lang="en-GB" sz="1200" b="0" baseline="0">
                <a:solidFill>
                  <a:schemeClr val="accent4">
                    <a:lumMod val="75000"/>
                  </a:schemeClr>
                </a:solidFill>
                <a:latin typeface="Segoe Sans Display Semibold" pitchFamily="2" charset="0"/>
              </a:rPr>
              <a:t>Content:</a:t>
            </a:r>
          </a:p>
        </p:txBody>
      </p:sp>
      <p:sp>
        <p:nvSpPr>
          <p:cNvPr id="3" name="Text Placeholder 3">
            <a:extLst>
              <a:ext uri="{FF2B5EF4-FFF2-40B4-BE49-F238E27FC236}">
                <a16:creationId xmlns:a16="http://schemas.microsoft.com/office/drawing/2014/main" id="{A4173B7E-1461-655F-38E1-48A42EC1B8DC}"/>
              </a:ext>
            </a:extLst>
          </p:cNvPr>
          <p:cNvSpPr>
            <a:spLocks noGrp="1"/>
          </p:cNvSpPr>
          <p:nvPr>
            <p:ph type="body" sz="quarter" idx="25"/>
          </p:nvPr>
        </p:nvSpPr>
        <p:spPr>
          <a:xfrm>
            <a:off x="556421" y="3936217"/>
            <a:ext cx="3501230" cy="323165"/>
          </a:xfrm>
          <a:prstGeom prst="rect">
            <a:avLst/>
          </a:prstGeom>
        </p:spPr>
        <p:txBody>
          <a:bodyPr vert="horz" wrap="square" lIns="0" tIns="0" rIns="0" bIns="0" rtlCol="0">
            <a:noAutofit/>
          </a:bodyPr>
          <a:lstStyle>
            <a:lvl1pPr>
              <a:defRPr lang="en-US" sz="1200" dirty="0">
                <a:latin typeface="+mn-lt"/>
              </a:defRPr>
            </a:lvl1pPr>
          </a:lstStyle>
          <a:p>
            <a:pPr lvl="0">
              <a:spcBef>
                <a:spcPts val="0"/>
              </a:spcBef>
              <a:buClr>
                <a:schemeClr val="tx1"/>
              </a:buClr>
            </a:pPr>
            <a:r>
              <a:rPr lang="en-US"/>
              <a:t>Click to edit Master text styles</a:t>
            </a:r>
          </a:p>
        </p:txBody>
      </p:sp>
      <p:sp>
        <p:nvSpPr>
          <p:cNvPr id="6" name="TextBox 5">
            <a:extLst>
              <a:ext uri="{FF2B5EF4-FFF2-40B4-BE49-F238E27FC236}">
                <a16:creationId xmlns:a16="http://schemas.microsoft.com/office/drawing/2014/main" id="{72DAF58B-3D47-B2E9-2D1D-49456A730B19}"/>
              </a:ext>
            </a:extLst>
          </p:cNvPr>
          <p:cNvSpPr txBox="1"/>
          <p:nvPr userDrawn="1">
            <p:extLst>
              <p:ext uri="{1162E1C5-73C7-4A58-AE30-91384D911F3F}">
                <p184:classification xmlns:p184="http://schemas.microsoft.com/office/powerpoint/2018/4/main" val="ftr"/>
              </p:ext>
            </p:extLst>
          </p:nvPr>
        </p:nvSpPr>
        <p:spPr>
          <a:xfrm>
            <a:off x="3121446" y="6511422"/>
            <a:ext cx="5949107" cy="215444"/>
          </a:xfrm>
          <a:prstGeom prst="rect">
            <a:avLst/>
          </a:prstGeom>
        </p:spPr>
        <p:txBody>
          <a:bodyPr horzOverflow="overflow" wrap="square" lIns="45720" tIns="45720" rIns="45720" bIns="45720">
            <a:spAutoFit/>
          </a:bodyPr>
          <a:lstStyle/>
          <a:p>
            <a:pPr algn="ctr"/>
            <a:r>
              <a:rPr lang="en-US" sz="800" b="0">
                <a:solidFill>
                  <a:schemeClr val="tx2"/>
                </a:solidFill>
                <a:latin typeface="+mn-lt"/>
              </a:rPr>
              <a:t>Classified as Microsoft Confidential – content under embargo until Nov 18, 2025</a:t>
            </a:r>
          </a:p>
        </p:txBody>
      </p:sp>
    </p:spTree>
    <p:extLst>
      <p:ext uri="{BB962C8B-B14F-4D97-AF65-F5344CB8AC3E}">
        <p14:creationId xmlns:p14="http://schemas.microsoft.com/office/powerpoint/2010/main" val="1420440595"/>
      </p:ext>
    </p:extLst>
  </p:cSld>
  <p:clrMapOvr>
    <a:masterClrMapping/>
  </p:clrMapOvr>
  <p:transition>
    <p:fade/>
  </p:transition>
</p:sldLayout>
</file>

<file path=ppt/slideLayouts/slideLayout221.xml><?xml version="1.0" encoding="utf-8"?>
<p:sldLayout xmlns:a="http://schemas.openxmlformats.org/drawingml/2006/main" xmlns:r="http://schemas.openxmlformats.org/officeDocument/2006/relationships" xmlns:p="http://schemas.openxmlformats.org/presentationml/2006/main" preserve="1" userDrawn="1">
  <p:cSld name="Small title - half pag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8035226-A8D0-F028-FCD3-95C53D3D7B69}"/>
              </a:ext>
            </a:extLst>
          </p:cNvPr>
          <p:cNvSpPr>
            <a:spLocks noGrp="1"/>
          </p:cNvSpPr>
          <p:nvPr>
            <p:ph type="title"/>
          </p:nvPr>
        </p:nvSpPr>
        <p:spPr>
          <a:xfrm>
            <a:off x="576072" y="512064"/>
            <a:ext cx="5375466" cy="430887"/>
          </a:xfrm>
        </p:spPr>
        <p:txBody>
          <a:bodyPr/>
          <a:lstStyle/>
          <a:p>
            <a:r>
              <a:rPr lang="en-US"/>
              <a:t>Click to edit Master title style</a:t>
            </a:r>
          </a:p>
        </p:txBody>
      </p:sp>
    </p:spTree>
    <p:extLst>
      <p:ext uri="{BB962C8B-B14F-4D97-AF65-F5344CB8AC3E}">
        <p14:creationId xmlns:p14="http://schemas.microsoft.com/office/powerpoint/2010/main" val="334478454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Layouts/slideLayout222.xml><?xml version="1.0" encoding="utf-8"?>
<p:sldLayout xmlns:a="http://schemas.openxmlformats.org/drawingml/2006/main" xmlns:r="http://schemas.openxmlformats.org/officeDocument/2006/relationships" xmlns:p="http://schemas.openxmlformats.org/presentationml/2006/main" preserve="1" userDrawn="1">
  <p:cSld name="Device">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8A483F09-0A00-576B-D6FE-D03764398B89}"/>
              </a:ext>
            </a:extLst>
          </p:cNvPr>
          <p:cNvSpPr>
            <a:spLocks noGrp="1"/>
          </p:cNvSpPr>
          <p:nvPr>
            <p:ph type="title"/>
          </p:nvPr>
        </p:nvSpPr>
        <p:spPr>
          <a:xfrm>
            <a:off x="576072" y="512064"/>
            <a:ext cx="10580878" cy="430887"/>
          </a:xfrm>
        </p:spPr>
        <p:txBody>
          <a:bodyPr/>
          <a:lstStyle/>
          <a:p>
            <a:r>
              <a:rPr lang="en-US"/>
              <a:t>Click to edit Master title style</a:t>
            </a:r>
          </a:p>
        </p:txBody>
      </p:sp>
      <p:sp>
        <p:nvSpPr>
          <p:cNvPr id="9" name="Text Placeholder 4">
            <a:extLst>
              <a:ext uri="{FF2B5EF4-FFF2-40B4-BE49-F238E27FC236}">
                <a16:creationId xmlns:a16="http://schemas.microsoft.com/office/drawing/2014/main" id="{DA0D1C17-0CB4-AE09-C86F-B5B3C030BDB3}"/>
              </a:ext>
            </a:extLst>
          </p:cNvPr>
          <p:cNvSpPr>
            <a:spLocks noGrp="1"/>
          </p:cNvSpPr>
          <p:nvPr>
            <p:ph type="body" sz="quarter" idx="11" hasCustomPrompt="1"/>
          </p:nvPr>
        </p:nvSpPr>
        <p:spPr>
          <a:xfrm>
            <a:off x="576072" y="342645"/>
            <a:ext cx="10607040" cy="184666"/>
          </a:xfrm>
          <a:prstGeom prst="rect">
            <a:avLst/>
          </a:prstGeo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5394960" cy="4833938"/>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3" name="Picture 2">
            <a:extLst>
              <a:ext uri="{FF2B5EF4-FFF2-40B4-BE49-F238E27FC236}">
                <a16:creationId xmlns:a16="http://schemas.microsoft.com/office/drawing/2014/main" id="{B2CFD743-438B-21E8-B2BA-FF8644B73E5E}"/>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rot="16200000">
            <a:off x="8402320" y="3068320"/>
            <a:ext cx="6858000" cy="721360"/>
          </a:xfrm>
          <a:prstGeom prst="roundRect">
            <a:avLst>
              <a:gd name="adj" fmla="val 0"/>
            </a:avLst>
          </a:prstGeom>
        </p:spPr>
      </p:pic>
      <p:sp>
        <p:nvSpPr>
          <p:cNvPr id="7" name="Picture Placeholder 15">
            <a:extLst>
              <a:ext uri="{FF2B5EF4-FFF2-40B4-BE49-F238E27FC236}">
                <a16:creationId xmlns:a16="http://schemas.microsoft.com/office/drawing/2014/main" id="{D4F7535E-BABE-1B76-52D3-D100205F62BD}"/>
              </a:ext>
            </a:extLst>
          </p:cNvPr>
          <p:cNvSpPr>
            <a:spLocks noGrp="1"/>
          </p:cNvSpPr>
          <p:nvPr>
            <p:ph type="pic" sz="quarter" idx="12" hasCustomPrompt="1"/>
          </p:nvPr>
        </p:nvSpPr>
        <p:spPr>
          <a:xfrm>
            <a:off x="6343080" y="1866864"/>
            <a:ext cx="5544120" cy="3124272"/>
          </a:xfrm>
          <a:prstGeom prst="rect">
            <a:avLst/>
          </a:prstGeom>
          <a:blipFill>
            <a:blip r:embed="rId3" cstate="email">
              <a:extLst>
                <a:ext uri="{28A0092B-C50C-407E-A947-70E740481C1C}">
                  <a14:useLocalDpi xmlns:a14="http://schemas.microsoft.com/office/drawing/2010/main"/>
                </a:ext>
              </a:extLst>
            </a:blip>
            <a:stretch>
              <a:fillRect/>
            </a:stretch>
          </a:blipFill>
          <a:effectLst>
            <a:outerShdw blurRad="241300" dist="304800" dir="2700000" sx="101000" sy="101000" algn="ctr" rotWithShape="0">
              <a:srgbClr val="000000">
                <a:alpha val="17000"/>
              </a:srgbClr>
            </a:outerShdw>
          </a:effectLst>
        </p:spPr>
        <p:txBody>
          <a:bodyPr lIns="731520" rIns="731520" bIns="1097280" anchor="ctr" anchorCtr="0">
            <a:normAutofit/>
          </a:bodyPr>
          <a:lstStyle>
            <a:lvl1pPr marL="0" indent="0" algn="ctr">
              <a:buFont typeface="Arial" panose="020B0604020202020204" pitchFamily="34" charset="0"/>
              <a:buNone/>
              <a:defRPr sz="2000" b="1">
                <a:solidFill>
                  <a:schemeClr val="tx1"/>
                </a:solidFill>
              </a:defRPr>
            </a:lvl1pPr>
          </a:lstStyle>
          <a:p>
            <a:r>
              <a:rPr lang="en-US"/>
              <a:t>Drag &amp; drop your photo here or click or tap icon below to insert</a:t>
            </a:r>
          </a:p>
        </p:txBody>
      </p:sp>
    </p:spTree>
    <p:extLst>
      <p:ext uri="{BB962C8B-B14F-4D97-AF65-F5344CB8AC3E}">
        <p14:creationId xmlns:p14="http://schemas.microsoft.com/office/powerpoint/2010/main" val="2275884628"/>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888">
          <p15:clr>
            <a:srgbClr val="5ACBF0"/>
          </p15:clr>
        </p15:guide>
      </p15:sldGuideLst>
    </p:ext>
  </p:extLst>
</p:sldLayout>
</file>

<file path=ppt/slideLayouts/slideLayout223.xml><?xml version="1.0" encoding="utf-8"?>
<p:sldLayout xmlns:a="http://schemas.openxmlformats.org/drawingml/2006/main" xmlns:r="http://schemas.openxmlformats.org/officeDocument/2006/relationships" xmlns:p="http://schemas.openxmlformats.org/presentationml/2006/main" preserve="1" userDrawn="1">
  <p:cSld name="Devic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a:xfrm>
            <a:off x="576072" y="2875002"/>
            <a:ext cx="3840862" cy="1107996"/>
          </a:xfrm>
        </p:spPr>
        <p:txBody>
          <a:bodyPr anchor="ctr" anchorCtr="0"/>
          <a:lstStyle>
            <a:lvl1pPr>
              <a:defRPr>
                <a:solidFill>
                  <a:schemeClr val="tx1"/>
                </a:solidFill>
              </a:defRPr>
            </a:lvl1pPr>
          </a:lstStyle>
          <a:p>
            <a:r>
              <a:rPr lang="en-US"/>
              <a:t>Click to edit Master title style</a:t>
            </a:r>
          </a:p>
        </p:txBody>
      </p:sp>
      <p:pic>
        <p:nvPicPr>
          <p:cNvPr id="3" name="Picture 2" descr="A colorful gradient going from darker blue on the left side to light blue to magenta to orange on the right side">
            <a:extLst>
              <a:ext uri="{FF2B5EF4-FFF2-40B4-BE49-F238E27FC236}">
                <a16:creationId xmlns:a16="http://schemas.microsoft.com/office/drawing/2014/main" id="{453295D4-3AEF-C922-4A3C-5C3DBD4757AD}"/>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rot="16200000">
            <a:off x="8402320" y="3068320"/>
            <a:ext cx="6858000" cy="721360"/>
          </a:xfrm>
          <a:prstGeom prst="roundRect">
            <a:avLst>
              <a:gd name="adj" fmla="val 0"/>
            </a:avLst>
          </a:prstGeom>
        </p:spPr>
      </p:pic>
      <p:sp>
        <p:nvSpPr>
          <p:cNvPr id="7" name="Picture Placeholder 15">
            <a:extLst>
              <a:ext uri="{FF2B5EF4-FFF2-40B4-BE49-F238E27FC236}">
                <a16:creationId xmlns:a16="http://schemas.microsoft.com/office/drawing/2014/main" id="{D4F7535E-BABE-1B76-52D3-D100205F62BD}"/>
              </a:ext>
            </a:extLst>
          </p:cNvPr>
          <p:cNvSpPr>
            <a:spLocks noGrp="1"/>
          </p:cNvSpPr>
          <p:nvPr>
            <p:ph type="pic" sz="quarter" idx="12" hasCustomPrompt="1"/>
          </p:nvPr>
        </p:nvSpPr>
        <p:spPr>
          <a:xfrm>
            <a:off x="5191125" y="1542284"/>
            <a:ext cx="6696075" cy="3773432"/>
          </a:xfrm>
          <a:prstGeom prst="rect">
            <a:avLst/>
          </a:prstGeom>
          <a:blipFill>
            <a:blip r:embed="rId4" cstate="email">
              <a:extLst>
                <a:ext uri="{28A0092B-C50C-407E-A947-70E740481C1C}">
                  <a14:useLocalDpi xmlns:a14="http://schemas.microsoft.com/office/drawing/2010/main"/>
                </a:ext>
              </a:extLst>
            </a:blip>
            <a:stretch>
              <a:fillRect/>
            </a:stretch>
          </a:blipFill>
          <a:effectLst>
            <a:outerShdw blurRad="241300" dist="304800" dir="2700000" sx="101000" sy="101000" algn="ctr" rotWithShape="0">
              <a:srgbClr val="000000">
                <a:alpha val="17000"/>
              </a:srgbClr>
            </a:outerShdw>
          </a:effectLst>
        </p:spPr>
        <p:txBody>
          <a:bodyPr lIns="731520" rIns="731520" bIns="1097280" anchor="ctr" anchorCtr="0">
            <a:normAutofit/>
          </a:bodyPr>
          <a:lstStyle>
            <a:lvl1pPr marL="0" indent="0" algn="ctr">
              <a:buFont typeface="Arial" panose="020B0604020202020204" pitchFamily="34" charset="0"/>
              <a:buNone/>
              <a:defRPr sz="2000" b="1">
                <a:solidFill>
                  <a:schemeClr val="tx1"/>
                </a:solidFill>
              </a:defRPr>
            </a:lvl1pPr>
          </a:lstStyle>
          <a:p>
            <a:r>
              <a:rPr lang="en-US"/>
              <a:t>Drag &amp; drop your photo here or click or tap icon below to insert</a:t>
            </a:r>
          </a:p>
        </p:txBody>
      </p:sp>
    </p:spTree>
    <p:extLst>
      <p:ext uri="{BB962C8B-B14F-4D97-AF65-F5344CB8AC3E}">
        <p14:creationId xmlns:p14="http://schemas.microsoft.com/office/powerpoint/2010/main" val="3840305440"/>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224.xml><?xml version="1.0" encoding="utf-8"?>
<p:sldLayout xmlns:a="http://schemas.openxmlformats.org/drawingml/2006/main" xmlns:r="http://schemas.openxmlformats.org/officeDocument/2006/relationships" xmlns:p="http://schemas.openxmlformats.org/presentationml/2006/main" preserve="1" userDrawn="1">
  <p:cSld name="Square Photo Graphic">
    <p:bg>
      <p:bgPr>
        <a:solidFill>
          <a:srgbClr val="FFF8F3"/>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6834586-5E35-30D9-D8B4-75A164A4F9C0}"/>
              </a:ext>
            </a:extLst>
          </p:cNvPr>
          <p:cNvSpPr/>
          <p:nvPr userDrawn="1"/>
        </p:nvSpPr>
        <p:spPr bwMode="auto">
          <a:xfrm>
            <a:off x="0" y="2438400"/>
            <a:ext cx="12192000" cy="4419600"/>
          </a:xfrm>
          <a:prstGeom prst="rect">
            <a:avLst/>
          </a:prstGeom>
          <a:gradFill flip="none" rotWithShape="1">
            <a:gsLst>
              <a:gs pos="0">
                <a:schemeClr val="accent6">
                  <a:lumMod val="20000"/>
                  <a:lumOff val="80000"/>
                </a:schemeClr>
              </a:gs>
              <a:gs pos="100000">
                <a:schemeClr val="bg2">
                  <a:lumMod val="90000"/>
                </a:schemeClr>
              </a:gs>
              <a:gs pos="69000">
                <a:srgbClr val="F9F2ED"/>
              </a:gs>
            </a:gsLst>
            <a:lin ang="1800000" scaled="0"/>
            <a:tileRect/>
          </a:gra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err="1">
              <a:solidFill>
                <a:prstClr val="white"/>
              </a:solidFill>
              <a:latin typeface="Segoe Sans Display" pitchFamily="2" charset="0"/>
            </a:endParaRPr>
          </a:p>
        </p:txBody>
      </p:sp>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76072" y="588963"/>
            <a:ext cx="4745164" cy="1514157"/>
          </a:xfrm>
        </p:spPr>
        <p:txBody>
          <a:bodyPr anchor="b"/>
          <a:lstStyle>
            <a:lvl1pPr>
              <a:defRPr/>
            </a:lvl1pPr>
          </a:lstStyle>
          <a:p>
            <a:r>
              <a:rPr lang="en-US"/>
              <a:t>Title square photo layout </a:t>
            </a:r>
          </a:p>
        </p:txBody>
      </p:sp>
      <p:sp>
        <p:nvSpPr>
          <p:cNvPr id="10" name="Text Placeholder 9">
            <a:extLst>
              <a:ext uri="{FF2B5EF4-FFF2-40B4-BE49-F238E27FC236}">
                <a16:creationId xmlns:a16="http://schemas.microsoft.com/office/drawing/2014/main" id="{93DC828C-6415-94AB-ED16-5F15E2D8994D}"/>
              </a:ext>
              <a:ext uri="{C183D7F6-B498-43B3-948B-1728B52AA6E4}">
                <adec:decorative xmlns:adec="http://schemas.microsoft.com/office/drawing/2017/decorative" val="0"/>
              </a:ext>
            </a:extLst>
          </p:cNvPr>
          <p:cNvSpPr>
            <a:spLocks noGrp="1"/>
          </p:cNvSpPr>
          <p:nvPr>
            <p:ph type="body" sz="quarter" idx="12"/>
          </p:nvPr>
        </p:nvSpPr>
        <p:spPr>
          <a:xfrm>
            <a:off x="576263" y="2743200"/>
            <a:ext cx="4745037" cy="35258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918200" y="1155700"/>
            <a:ext cx="5702300" cy="5465928"/>
          </a:xfrm>
          <a:prstGeom prst="round2SameRect">
            <a:avLst>
              <a:gd name="adj1" fmla="val 2235"/>
              <a:gd name="adj2" fmla="val 0"/>
            </a:avLst>
          </a:prstGeom>
          <a:blipFill>
            <a:blip r:embed="rId2" cstate="email">
              <a:extLst>
                <a:ext uri="{28A0092B-C50C-407E-A947-70E740481C1C}">
                  <a14:useLocalDpi xmlns:a14="http://schemas.microsoft.com/office/drawing/2010/main"/>
                </a:ext>
              </a:extLst>
            </a:blip>
            <a:stretch>
              <a:fillRect b="-4324"/>
            </a:stretch>
          </a:blipFill>
        </p:spPr>
        <p:txBody>
          <a:bodyPr lIns="0" tIns="914400" rIns="0" anchor="t" anchorCtr="0">
            <a:noAutofit/>
          </a:bodyPr>
          <a:lstStyle>
            <a:lvl1pPr marL="0" indent="0" algn="ctr">
              <a:lnSpc>
                <a:spcPct val="100000"/>
              </a:lnSpc>
              <a:buNone/>
              <a:defRPr sz="11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pic>
        <p:nvPicPr>
          <p:cNvPr id="8" name="Picture 7">
            <a:extLst>
              <a:ext uri="{FF2B5EF4-FFF2-40B4-BE49-F238E27FC236}">
                <a16:creationId xmlns:a16="http://schemas.microsoft.com/office/drawing/2014/main" id="{E25C000A-8BFF-12E7-7DFB-FF34728592C6}"/>
              </a:ext>
            </a:extLst>
          </p:cNvPr>
          <p:cNvPicPr>
            <a:picLocks noChangeAspect="1"/>
          </p:cNvPicPr>
          <p:nvPr userDrawn="1"/>
        </p:nvPicPr>
        <p:blipFill>
          <a:blip r:embed="rId3" cstate="email">
            <a:extLst>
              <a:ext uri="{28A0092B-C50C-407E-A947-70E740481C1C}">
                <a14:useLocalDpi xmlns:a14="http://schemas.microsoft.com/office/drawing/2010/main"/>
              </a:ext>
            </a:extLst>
          </a:blip>
          <a:srcRect b="93678"/>
          <a:stretch/>
        </p:blipFill>
        <p:spPr>
          <a:xfrm flipV="1">
            <a:off x="5918200" y="6621628"/>
            <a:ext cx="5702300" cy="236372"/>
          </a:xfrm>
          <a:prstGeom prst="round2SameRect">
            <a:avLst>
              <a:gd name="adj1" fmla="val 0"/>
              <a:gd name="adj2" fmla="val 0"/>
            </a:avLst>
          </a:prstGeom>
        </p:spPr>
      </p:pic>
      <p:sp>
        <p:nvSpPr>
          <p:cNvPr id="4" name="TextBox 3">
            <a:extLst>
              <a:ext uri="{FF2B5EF4-FFF2-40B4-BE49-F238E27FC236}">
                <a16:creationId xmlns:a16="http://schemas.microsoft.com/office/drawing/2014/main" id="{198A3770-6289-F0A3-1304-92BE5CC9356E}"/>
              </a:ext>
            </a:extLst>
          </p:cNvPr>
          <p:cNvSpPr txBox="1"/>
          <p:nvPr userDrawn="1">
            <p:extLst>
              <p:ext uri="{1162E1C5-73C7-4A58-AE30-91384D911F3F}">
                <p184:classification xmlns:p184="http://schemas.microsoft.com/office/powerpoint/2018/4/main" val="ftr"/>
              </p:ext>
            </p:extLst>
          </p:nvPr>
        </p:nvSpPr>
        <p:spPr>
          <a:xfrm>
            <a:off x="3121446" y="6511422"/>
            <a:ext cx="5949107" cy="215444"/>
          </a:xfrm>
          <a:prstGeom prst="rect">
            <a:avLst/>
          </a:prstGeom>
        </p:spPr>
        <p:txBody>
          <a:bodyPr horzOverflow="overflow" wrap="square" lIns="45720" tIns="45720" rIns="45720" bIns="45720">
            <a:spAutoFit/>
          </a:bodyPr>
          <a:lstStyle/>
          <a:p>
            <a:pPr algn="ctr"/>
            <a:r>
              <a:rPr lang="en-US" sz="800" b="0">
                <a:solidFill>
                  <a:schemeClr val="tx2"/>
                </a:solidFill>
                <a:latin typeface="+mn-lt"/>
              </a:rPr>
              <a:t>Classified as Microsoft Confidential – content under embargo until Nov 18, 2025</a:t>
            </a:r>
          </a:p>
        </p:txBody>
      </p:sp>
    </p:spTree>
    <p:extLst>
      <p:ext uri="{BB962C8B-B14F-4D97-AF65-F5344CB8AC3E}">
        <p14:creationId xmlns:p14="http://schemas.microsoft.com/office/powerpoint/2010/main" val="4232907415"/>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32">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225.xml><?xml version="1.0" encoding="utf-8"?>
<p:sldLayout xmlns:a="http://schemas.openxmlformats.org/drawingml/2006/main" xmlns:r="http://schemas.openxmlformats.org/officeDocument/2006/relationships" xmlns:p="http://schemas.openxmlformats.org/presentationml/2006/main" preserve="1" userDrawn="1">
  <p:cSld name="1_Square Photo Graphic">
    <p:bg>
      <p:bgPr>
        <a:solidFill>
          <a:srgbClr val="FFF8F3"/>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6834586-5E35-30D9-D8B4-75A164A4F9C0}"/>
              </a:ext>
            </a:extLst>
          </p:cNvPr>
          <p:cNvSpPr/>
          <p:nvPr userDrawn="1"/>
        </p:nvSpPr>
        <p:spPr bwMode="auto">
          <a:xfrm>
            <a:off x="0" y="2438400"/>
            <a:ext cx="12192000" cy="4419600"/>
          </a:xfrm>
          <a:prstGeom prst="rect">
            <a:avLst/>
          </a:prstGeom>
          <a:gradFill flip="none" rotWithShape="1">
            <a:gsLst>
              <a:gs pos="0">
                <a:schemeClr val="accent6">
                  <a:lumMod val="20000"/>
                  <a:lumOff val="80000"/>
                </a:schemeClr>
              </a:gs>
              <a:gs pos="100000">
                <a:schemeClr val="bg2">
                  <a:lumMod val="90000"/>
                </a:schemeClr>
              </a:gs>
              <a:gs pos="69000">
                <a:srgbClr val="F9F2ED"/>
              </a:gs>
            </a:gsLst>
            <a:lin ang="1800000" scaled="0"/>
            <a:tileRect/>
          </a:gra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err="1">
              <a:solidFill>
                <a:prstClr val="white"/>
              </a:solidFill>
              <a:latin typeface="Segoe Sans Display" pitchFamily="2" charset="0"/>
            </a:endParaRPr>
          </a:p>
        </p:txBody>
      </p:sp>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76072" y="588963"/>
            <a:ext cx="4745164" cy="1514157"/>
          </a:xfrm>
        </p:spPr>
        <p:txBody>
          <a:bodyPr anchor="b"/>
          <a:lstStyle>
            <a:lvl1pPr>
              <a:defRPr/>
            </a:lvl1pPr>
          </a:lstStyle>
          <a:p>
            <a:r>
              <a:rPr lang="en-US"/>
              <a:t>Title square photo layout </a:t>
            </a:r>
          </a:p>
        </p:txBody>
      </p:sp>
      <p:sp>
        <p:nvSpPr>
          <p:cNvPr id="10" name="Text Placeholder 9">
            <a:extLst>
              <a:ext uri="{FF2B5EF4-FFF2-40B4-BE49-F238E27FC236}">
                <a16:creationId xmlns:a16="http://schemas.microsoft.com/office/drawing/2014/main" id="{93DC828C-6415-94AB-ED16-5F15E2D8994D}"/>
              </a:ext>
              <a:ext uri="{C183D7F6-B498-43B3-948B-1728B52AA6E4}">
                <adec:decorative xmlns:adec="http://schemas.microsoft.com/office/drawing/2017/decorative" val="0"/>
              </a:ext>
            </a:extLst>
          </p:cNvPr>
          <p:cNvSpPr>
            <a:spLocks noGrp="1"/>
          </p:cNvSpPr>
          <p:nvPr>
            <p:ph type="body" sz="quarter" idx="12"/>
          </p:nvPr>
        </p:nvSpPr>
        <p:spPr>
          <a:xfrm>
            <a:off x="576263" y="2743200"/>
            <a:ext cx="4745037" cy="35258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8" name="Picture 7">
            <a:extLst>
              <a:ext uri="{FF2B5EF4-FFF2-40B4-BE49-F238E27FC236}">
                <a16:creationId xmlns:a16="http://schemas.microsoft.com/office/drawing/2014/main" id="{E25C000A-8BFF-12E7-7DFB-FF34728592C6}"/>
              </a:ext>
            </a:extLst>
          </p:cNvPr>
          <p:cNvPicPr>
            <a:picLocks noChangeAspect="1"/>
          </p:cNvPicPr>
          <p:nvPr userDrawn="1"/>
        </p:nvPicPr>
        <p:blipFill>
          <a:blip r:embed="rId2" cstate="email">
            <a:extLst>
              <a:ext uri="{28A0092B-C50C-407E-A947-70E740481C1C}">
                <a14:useLocalDpi xmlns:a14="http://schemas.microsoft.com/office/drawing/2010/main"/>
              </a:ext>
            </a:extLst>
          </a:blip>
          <a:srcRect b="93678"/>
          <a:stretch/>
        </p:blipFill>
        <p:spPr>
          <a:xfrm flipV="1">
            <a:off x="5918200" y="6621628"/>
            <a:ext cx="5702300" cy="236372"/>
          </a:xfrm>
          <a:prstGeom prst="round2SameRect">
            <a:avLst>
              <a:gd name="adj1" fmla="val 0"/>
              <a:gd name="adj2" fmla="val 0"/>
            </a:avLst>
          </a:prstGeom>
        </p:spPr>
      </p:pic>
      <p:sp>
        <p:nvSpPr>
          <p:cNvPr id="6" name="Picture Placeholder 5">
            <a:extLst>
              <a:ext uri="{FF2B5EF4-FFF2-40B4-BE49-F238E27FC236}">
                <a16:creationId xmlns:a16="http://schemas.microsoft.com/office/drawing/2014/main" id="{F78AD535-FDDD-DD1F-6E1A-FD27892FE27B}"/>
              </a:ext>
            </a:extLst>
          </p:cNvPr>
          <p:cNvSpPr>
            <a:spLocks noGrp="1"/>
          </p:cNvSpPr>
          <p:nvPr>
            <p:ph type="pic" sz="quarter" idx="13"/>
          </p:nvPr>
        </p:nvSpPr>
        <p:spPr>
          <a:xfrm>
            <a:off x="5918200" y="1168400"/>
            <a:ext cx="5697538" cy="5453063"/>
          </a:xfrm>
          <a:prstGeom prst="round2SameRect">
            <a:avLst>
              <a:gd name="adj1" fmla="val 2693"/>
              <a:gd name="adj2" fmla="val 0"/>
            </a:avLst>
          </a:prstGeom>
        </p:spPr>
        <p:txBody>
          <a:bodyPr>
            <a:noAutofit/>
          </a:bodyPr>
          <a:lstStyle/>
          <a:p>
            <a:endParaRPr lang="en-US"/>
          </a:p>
        </p:txBody>
      </p:sp>
      <p:sp>
        <p:nvSpPr>
          <p:cNvPr id="4" name="TextBox 3">
            <a:extLst>
              <a:ext uri="{FF2B5EF4-FFF2-40B4-BE49-F238E27FC236}">
                <a16:creationId xmlns:a16="http://schemas.microsoft.com/office/drawing/2014/main" id="{535860AB-DECE-8B31-032E-BC46F4CDB2BE}"/>
              </a:ext>
            </a:extLst>
          </p:cNvPr>
          <p:cNvSpPr txBox="1"/>
          <p:nvPr userDrawn="1">
            <p:extLst>
              <p:ext uri="{1162E1C5-73C7-4A58-AE30-91384D911F3F}">
                <p184:classification xmlns:p184="http://schemas.microsoft.com/office/powerpoint/2018/4/main" val="ftr"/>
              </p:ext>
            </p:extLst>
          </p:nvPr>
        </p:nvSpPr>
        <p:spPr>
          <a:xfrm>
            <a:off x="3121446" y="6511422"/>
            <a:ext cx="5949107" cy="215444"/>
          </a:xfrm>
          <a:prstGeom prst="rect">
            <a:avLst/>
          </a:prstGeom>
        </p:spPr>
        <p:txBody>
          <a:bodyPr horzOverflow="overflow" wrap="square" lIns="45720" tIns="45720" rIns="45720" bIns="45720">
            <a:spAutoFit/>
          </a:bodyPr>
          <a:lstStyle/>
          <a:p>
            <a:pPr algn="ctr"/>
            <a:r>
              <a:rPr lang="en-US" sz="800" b="0">
                <a:solidFill>
                  <a:schemeClr val="tx2"/>
                </a:solidFill>
                <a:latin typeface="+mn-lt"/>
              </a:rPr>
              <a:t>Classified as Microsoft Confidential – content under embargo until Nov 18, 2025</a:t>
            </a:r>
          </a:p>
        </p:txBody>
      </p:sp>
    </p:spTree>
    <p:extLst>
      <p:ext uri="{BB962C8B-B14F-4D97-AF65-F5344CB8AC3E}">
        <p14:creationId xmlns:p14="http://schemas.microsoft.com/office/powerpoint/2010/main" val="2356459064"/>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32">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226.xml><?xml version="1.0" encoding="utf-8"?>
<p:sldLayout xmlns:a="http://schemas.openxmlformats.org/drawingml/2006/main" xmlns:r="http://schemas.openxmlformats.org/officeDocument/2006/relationships" xmlns:p="http://schemas.openxmlformats.org/presentationml/2006/main" preserve="1" userDrawn="1">
  <p:cSld name="Square Photo Graphic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76072" y="588963"/>
            <a:ext cx="4158362" cy="2535236"/>
          </a:xfrm>
        </p:spPr>
        <p:txBody>
          <a:bodyPr anchor="b"/>
          <a:lstStyle>
            <a:lvl1pPr>
              <a:defRPr/>
            </a:lvl1pPr>
          </a:lstStyle>
          <a:p>
            <a:r>
              <a:rPr lang="en-US"/>
              <a:t>Title square photo layout </a:t>
            </a:r>
          </a:p>
        </p:txBody>
      </p:sp>
      <p:sp>
        <p:nvSpPr>
          <p:cNvPr id="5" name="Picture Placeholder">
            <a:extLst>
              <a:ext uri="{FF2B5EF4-FFF2-40B4-BE49-F238E27FC236}">
                <a16:creationId xmlns:a16="http://schemas.microsoft.com/office/drawing/2014/main" id="{2E18FD0C-FA99-4937-92CD-5CF7F279CD8E}"/>
              </a:ext>
              <a:ext uri="{C183D7F6-B498-43B3-948B-1728B52AA6E4}">
                <adec:decorative xmlns:adec="http://schemas.microsoft.com/office/drawing/2017/decorative" val="1"/>
              </a:ext>
            </a:extLst>
          </p:cNvPr>
          <p:cNvSpPr>
            <a:spLocks noGrp="1"/>
          </p:cNvSpPr>
          <p:nvPr>
            <p:ph type="pic" sz="quarter" idx="11" hasCustomPrompt="1"/>
          </p:nvPr>
        </p:nvSpPr>
        <p:spPr bwMode="ltGray">
          <a:xfrm>
            <a:off x="5624513" y="585788"/>
            <a:ext cx="5683249" cy="5683249"/>
          </a:xfrm>
          <a:prstGeom prst="roundRect">
            <a:avLst>
              <a:gd name="adj" fmla="val 3259"/>
            </a:avLst>
          </a:prstGeom>
          <a:blipFill>
            <a:blip r:embed="rId3" cstate="email">
              <a:extLst>
                <a:ext uri="{28A0092B-C50C-407E-A947-70E740481C1C}">
                  <a14:useLocalDpi xmlns:a14="http://schemas.microsoft.com/office/drawing/2010/main"/>
                </a:ext>
              </a:extLst>
            </a:blip>
            <a:stretch>
              <a:fillRect/>
            </a:stretch>
          </a:blipFill>
        </p:spPr>
        <p:txBody>
          <a:bodyPr lIns="0" tIns="914400" rIns="0" anchor="t" anchorCtr="0">
            <a:noAutofit/>
          </a:bodyPr>
          <a:lstStyle>
            <a:lvl1pPr marL="0" indent="0" algn="ctr">
              <a:lnSpc>
                <a:spcPct val="100000"/>
              </a:lnSpc>
              <a:buNone/>
              <a:defRPr sz="12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pic>
        <p:nvPicPr>
          <p:cNvPr id="2" name="Picture 1">
            <a:extLst>
              <a:ext uri="{FF2B5EF4-FFF2-40B4-BE49-F238E27FC236}">
                <a16:creationId xmlns:a16="http://schemas.microsoft.com/office/drawing/2014/main" id="{4E2E619B-2D74-9B55-98E1-9E6126DE0DB1}"/>
              </a:ext>
              <a:ext uri="{C183D7F6-B498-43B3-948B-1728B52AA6E4}">
                <adec:decorative xmlns:adec="http://schemas.microsoft.com/office/drawing/2017/decorative" val="1"/>
              </a:ext>
            </a:extLst>
          </p:cNvPr>
          <p:cNvPicPr>
            <a:picLocks noChangeAspect="1"/>
          </p:cNvPicPr>
          <p:nvPr userDrawn="1"/>
        </p:nvPicPr>
        <p:blipFill>
          <a:blip r:embed="rId4" cstate="email">
            <a:extLst>
              <a:ext uri="{28A0092B-C50C-407E-A947-70E740481C1C}">
                <a14:useLocalDpi xmlns:a14="http://schemas.microsoft.com/office/drawing/2010/main"/>
              </a:ext>
            </a:extLst>
          </a:blip>
          <a:srcRect b="93678"/>
          <a:stretch/>
        </p:blipFill>
        <p:spPr>
          <a:xfrm flipV="1">
            <a:off x="5614987" y="6032665"/>
            <a:ext cx="5702300" cy="236372"/>
          </a:xfrm>
          <a:prstGeom prst="round2SameRect">
            <a:avLst>
              <a:gd name="adj1" fmla="val 50000"/>
              <a:gd name="adj2" fmla="val 0"/>
            </a:avLst>
          </a:prstGeom>
        </p:spPr>
      </p:pic>
      <p:sp>
        <p:nvSpPr>
          <p:cNvPr id="6" name="Text Placeholder 9">
            <a:extLst>
              <a:ext uri="{FF2B5EF4-FFF2-40B4-BE49-F238E27FC236}">
                <a16:creationId xmlns:a16="http://schemas.microsoft.com/office/drawing/2014/main" id="{27E1A4E4-65BC-180B-5815-78F17BD7D02D}"/>
              </a:ext>
              <a:ext uri="{C183D7F6-B498-43B3-948B-1728B52AA6E4}">
                <adec:decorative xmlns:adec="http://schemas.microsoft.com/office/drawing/2017/decorative" val="0"/>
              </a:ext>
            </a:extLst>
          </p:cNvPr>
          <p:cNvSpPr>
            <a:spLocks noGrp="1"/>
          </p:cNvSpPr>
          <p:nvPr>
            <p:ph type="body" sz="quarter" idx="12"/>
          </p:nvPr>
        </p:nvSpPr>
        <p:spPr>
          <a:xfrm>
            <a:off x="576263" y="3535540"/>
            <a:ext cx="4158171" cy="273349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03626857"/>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32">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227.xml><?xml version="1.0" encoding="utf-8"?>
<p:sldLayout xmlns:a="http://schemas.openxmlformats.org/drawingml/2006/main" xmlns:r="http://schemas.openxmlformats.org/officeDocument/2006/relationships" xmlns:p="http://schemas.openxmlformats.org/presentationml/2006/main" preserve="1" userDrawn="1">
  <p:cSld name="Square Photo Graphic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76072" y="588963"/>
            <a:ext cx="4158362" cy="2535236"/>
          </a:xfrm>
        </p:spPr>
        <p:txBody>
          <a:bodyPr anchor="b"/>
          <a:lstStyle>
            <a:lvl1pPr>
              <a:defRPr/>
            </a:lvl1pPr>
          </a:lstStyle>
          <a:p>
            <a:r>
              <a:rPr lang="en-US"/>
              <a:t>Title square photo layout </a:t>
            </a:r>
          </a:p>
        </p:txBody>
      </p:sp>
      <p:pic>
        <p:nvPicPr>
          <p:cNvPr id="10" name="Picture 9" descr="A close-up of a colorful object&#10;&#10;Description automatically generated">
            <a:extLst>
              <a:ext uri="{FF2B5EF4-FFF2-40B4-BE49-F238E27FC236}">
                <a16:creationId xmlns:a16="http://schemas.microsoft.com/office/drawing/2014/main" id="{89A104E1-D13F-B13B-BB5D-930C8205C897}"/>
              </a:ext>
            </a:extLst>
          </p:cNvPr>
          <p:cNvPicPr>
            <a:picLocks noChangeAspect="1"/>
          </p:cNvPicPr>
          <p:nvPr userDrawn="1"/>
        </p:nvPicPr>
        <p:blipFill>
          <a:blip r:embed="rId3" cstate="email">
            <a:extLst>
              <a:ext uri="{BEBA8EAE-BF5A-486C-A8C5-ECC9F3942E4B}">
                <a14:imgProps xmlns:a14="http://schemas.microsoft.com/office/drawing/2010/main">
                  <a14:imgLayer r:embed="rId4">
                    <a14:imgEffect>
                      <a14:sharpenSoften amount="-65000"/>
                    </a14:imgEffect>
                  </a14:imgLayer>
                </a14:imgProps>
              </a:ext>
              <a:ext uri="{28A0092B-C50C-407E-A947-70E740481C1C}">
                <a14:useLocalDpi xmlns:a14="http://schemas.microsoft.com/office/drawing/2010/main"/>
              </a:ext>
            </a:extLst>
          </a:blip>
          <a:srcRect/>
          <a:stretch/>
        </p:blipFill>
        <p:spPr>
          <a:xfrm>
            <a:off x="5333999" y="0"/>
            <a:ext cx="6858001" cy="6858000"/>
          </a:xfrm>
          <a:prstGeom prst="rect">
            <a:avLst/>
          </a:prstGeom>
          <a:solidFill>
            <a:schemeClr val="bg1"/>
          </a:solidFill>
        </p:spPr>
      </p:pic>
      <p:pic>
        <p:nvPicPr>
          <p:cNvPr id="8" name="Picture 7" descr="A colorful gradient going from darker blue on the left side to light blue to magenta to orange on the right side">
            <a:extLst>
              <a:ext uri="{FF2B5EF4-FFF2-40B4-BE49-F238E27FC236}">
                <a16:creationId xmlns:a16="http://schemas.microsoft.com/office/drawing/2014/main" id="{69B64261-FB99-ADE9-26E4-3ECE1E68CF38}"/>
              </a:ext>
            </a:extLst>
          </p:cNvPr>
          <p:cNvPicPr>
            <a:picLocks noChangeAspect="1"/>
          </p:cNvPicPr>
          <p:nvPr userDrawn="1"/>
        </p:nvPicPr>
        <p:blipFill rotWithShape="1">
          <a:blip r:embed="rId5" cstate="email">
            <a:alphaModFix amt="50000"/>
            <a:extLst>
              <a:ext uri="{28A0092B-C50C-407E-A947-70E740481C1C}">
                <a14:useLocalDpi xmlns:a14="http://schemas.microsoft.com/office/drawing/2010/main"/>
              </a:ext>
            </a:extLst>
          </a:blip>
          <a:srcRect t="160" b="160"/>
          <a:stretch/>
        </p:blipFill>
        <p:spPr>
          <a:xfrm rot="16200000">
            <a:off x="6205856" y="868680"/>
            <a:ext cx="5120640" cy="5120640"/>
          </a:xfrm>
          <a:prstGeom prst="roundRect">
            <a:avLst>
              <a:gd name="adj" fmla="val 2716"/>
            </a:avLst>
          </a:prstGeom>
        </p:spPr>
      </p:pic>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6705600" y="1371600"/>
            <a:ext cx="4114800" cy="4114800"/>
          </a:xfrm>
          <a:prstGeom prst="roundRect">
            <a:avLst>
              <a:gd name="adj" fmla="val 2346"/>
            </a:avLst>
          </a:prstGeom>
          <a:blipFill>
            <a:blip r:embed="rId6" cstate="email">
              <a:extLst>
                <a:ext uri="{28A0092B-C50C-407E-A947-70E740481C1C}">
                  <a14:useLocalDpi xmlns:a14="http://schemas.microsoft.com/office/drawing/2010/main"/>
                </a:ext>
              </a:extLst>
            </a:blip>
            <a:stretch>
              <a:fillRect/>
            </a:stretch>
          </a:blipFill>
        </p:spPr>
        <p:txBody>
          <a:bodyPr lIns="0" tIns="1188720" rIns="0" anchor="t" anchorCtr="0">
            <a:noAutofit/>
          </a:bodyPr>
          <a:lstStyle>
            <a:lvl1pPr marL="0" indent="0" algn="ctr">
              <a:lnSpc>
                <a:spcPct val="100000"/>
              </a:lnSpc>
              <a:buNone/>
              <a:defRPr sz="12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2" name="Text Placeholder 9">
            <a:extLst>
              <a:ext uri="{FF2B5EF4-FFF2-40B4-BE49-F238E27FC236}">
                <a16:creationId xmlns:a16="http://schemas.microsoft.com/office/drawing/2014/main" id="{2F3C68D3-53C2-F075-B146-D6A5B9E72C4E}"/>
              </a:ext>
              <a:ext uri="{C183D7F6-B498-43B3-948B-1728B52AA6E4}">
                <adec:decorative xmlns:adec="http://schemas.microsoft.com/office/drawing/2017/decorative" val="0"/>
              </a:ext>
            </a:extLst>
          </p:cNvPr>
          <p:cNvSpPr>
            <a:spLocks noGrp="1"/>
          </p:cNvSpPr>
          <p:nvPr>
            <p:ph type="body" sz="quarter" idx="12"/>
          </p:nvPr>
        </p:nvSpPr>
        <p:spPr>
          <a:xfrm>
            <a:off x="576263" y="3535540"/>
            <a:ext cx="4158171" cy="273349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Box 3">
            <a:extLst>
              <a:ext uri="{FF2B5EF4-FFF2-40B4-BE49-F238E27FC236}">
                <a16:creationId xmlns:a16="http://schemas.microsoft.com/office/drawing/2014/main" id="{D4EC0472-782E-4FE8-843C-D0D90EE762A0}"/>
              </a:ext>
            </a:extLst>
          </p:cNvPr>
          <p:cNvSpPr txBox="1"/>
          <p:nvPr userDrawn="1">
            <p:extLst>
              <p:ext uri="{1162E1C5-73C7-4A58-AE30-91384D911F3F}">
                <p184:classification xmlns:p184="http://schemas.microsoft.com/office/powerpoint/2018/4/main" val="ftr"/>
              </p:ext>
            </p:extLst>
          </p:nvPr>
        </p:nvSpPr>
        <p:spPr>
          <a:xfrm>
            <a:off x="3121446" y="6511422"/>
            <a:ext cx="5949107" cy="215444"/>
          </a:xfrm>
          <a:prstGeom prst="rect">
            <a:avLst/>
          </a:prstGeom>
        </p:spPr>
        <p:txBody>
          <a:bodyPr horzOverflow="overflow" wrap="square" lIns="45720" tIns="45720" rIns="45720" bIns="45720">
            <a:spAutoFit/>
          </a:bodyPr>
          <a:lstStyle/>
          <a:p>
            <a:pPr algn="ctr"/>
            <a:r>
              <a:rPr lang="en-US" sz="800" b="0">
                <a:solidFill>
                  <a:schemeClr val="tx2"/>
                </a:solidFill>
                <a:latin typeface="+mn-lt"/>
              </a:rPr>
              <a:t>Classified as Microsoft Confidential – content under embargo until Nov 18, 2025</a:t>
            </a:r>
          </a:p>
        </p:txBody>
      </p:sp>
    </p:spTree>
    <p:extLst>
      <p:ext uri="{BB962C8B-B14F-4D97-AF65-F5344CB8AC3E}">
        <p14:creationId xmlns:p14="http://schemas.microsoft.com/office/powerpoint/2010/main" val="1619832648"/>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32">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228.xml><?xml version="1.0" encoding="utf-8"?>
<p:sldLayout xmlns:a="http://schemas.openxmlformats.org/drawingml/2006/main" xmlns:r="http://schemas.openxmlformats.org/officeDocument/2006/relationships" xmlns:p="http://schemas.openxmlformats.org/presentationml/2006/main" preserve="1" userDrawn="1">
  <p:cSld name="Square Photo Graphic 4">
    <p:bg>
      <p:bgPr>
        <a:solidFill>
          <a:srgbClr val="FFF8F3"/>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76072" y="588963"/>
            <a:ext cx="4158362" cy="2535236"/>
          </a:xfrm>
        </p:spPr>
        <p:txBody>
          <a:bodyPr anchor="b"/>
          <a:lstStyle>
            <a:lvl1pPr>
              <a:defRPr/>
            </a:lvl1pPr>
          </a:lstStyle>
          <a:p>
            <a:r>
              <a:rPr lang="en-US"/>
              <a:t>Title square photo layout </a:t>
            </a:r>
          </a:p>
        </p:txBody>
      </p:sp>
      <p:sp>
        <p:nvSpPr>
          <p:cNvPr id="2" name="Text Placeholder 9">
            <a:extLst>
              <a:ext uri="{FF2B5EF4-FFF2-40B4-BE49-F238E27FC236}">
                <a16:creationId xmlns:a16="http://schemas.microsoft.com/office/drawing/2014/main" id="{D6C0C056-1013-470D-75D7-E28A834B1CF9}"/>
              </a:ext>
              <a:ext uri="{C183D7F6-B498-43B3-948B-1728B52AA6E4}">
                <adec:decorative xmlns:adec="http://schemas.microsoft.com/office/drawing/2017/decorative" val="0"/>
              </a:ext>
            </a:extLst>
          </p:cNvPr>
          <p:cNvSpPr>
            <a:spLocks noGrp="1"/>
          </p:cNvSpPr>
          <p:nvPr>
            <p:ph type="body" sz="quarter" idx="12"/>
          </p:nvPr>
        </p:nvSpPr>
        <p:spPr>
          <a:xfrm>
            <a:off x="576263" y="3535540"/>
            <a:ext cx="4158171" cy="273349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Picture 8">
            <a:extLst>
              <a:ext uri="{FF2B5EF4-FFF2-40B4-BE49-F238E27FC236}">
                <a16:creationId xmlns:a16="http://schemas.microsoft.com/office/drawing/2014/main" id="{B58AEFBE-EE1F-0FBF-5C84-1DF6EC17775A}"/>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5334000" y="0"/>
            <a:ext cx="6858000" cy="6858000"/>
          </a:xfrm>
          <a:prstGeom prst="rect">
            <a:avLst/>
          </a:prstGeom>
        </p:spPr>
      </p:pic>
      <p:sp>
        <p:nvSpPr>
          <p:cNvPr id="5" name="Picture Placeholder">
            <a:extLst>
              <a:ext uri="{FF2B5EF4-FFF2-40B4-BE49-F238E27FC236}">
                <a16:creationId xmlns:a16="http://schemas.microsoft.com/office/drawing/2014/main" id="{2E18FD0C-FA99-4937-92CD-5CF7F279CD8E}"/>
              </a:ext>
              <a:ext uri="{C183D7F6-B498-43B3-948B-1728B52AA6E4}">
                <adec:decorative xmlns:adec="http://schemas.microsoft.com/office/drawing/2017/decorative" val="1"/>
              </a:ext>
            </a:extLst>
          </p:cNvPr>
          <p:cNvSpPr>
            <a:spLocks noGrp="1"/>
          </p:cNvSpPr>
          <p:nvPr>
            <p:ph type="pic" sz="quarter" idx="11" hasCustomPrompt="1"/>
          </p:nvPr>
        </p:nvSpPr>
        <p:spPr bwMode="ltGray">
          <a:xfrm>
            <a:off x="6705600" y="1371600"/>
            <a:ext cx="4114800" cy="4114800"/>
          </a:xfrm>
          <a:prstGeom prst="roundRect">
            <a:avLst>
              <a:gd name="adj" fmla="val 2602"/>
            </a:avLst>
          </a:prstGeom>
          <a:blipFill>
            <a:blip r:embed="rId3" cstate="email">
              <a:extLst>
                <a:ext uri="{28A0092B-C50C-407E-A947-70E740481C1C}">
                  <a14:useLocalDpi xmlns:a14="http://schemas.microsoft.com/office/drawing/2010/main"/>
                </a:ext>
              </a:extLst>
            </a:blip>
            <a:stretch>
              <a:fillRect/>
            </a:stretch>
          </a:blipFill>
        </p:spPr>
        <p:txBody>
          <a:bodyPr lIns="0" tIns="1188720" rIns="0" anchor="t" anchorCtr="0">
            <a:noAutofit/>
          </a:bodyPr>
          <a:lstStyle>
            <a:lvl1pPr marL="0" indent="0" algn="ctr">
              <a:lnSpc>
                <a:spcPct val="100000"/>
              </a:lnSpc>
              <a:buNone/>
              <a:defRPr sz="12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1284179861"/>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32">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229.xml><?xml version="1.0" encoding="utf-8"?>
<p:sldLayout xmlns:a="http://schemas.openxmlformats.org/drawingml/2006/main" xmlns:r="http://schemas.openxmlformats.org/officeDocument/2006/relationships" xmlns:p="http://schemas.openxmlformats.org/presentationml/2006/main" preserve="1" userDrawn="1">
  <p:cSld name="Title - Square Photo ">
    <p:spTree>
      <p:nvGrpSpPr>
        <p:cNvPr id="1" name=""/>
        <p:cNvGrpSpPr/>
        <p:nvPr/>
      </p:nvGrpSpPr>
      <p:grpSpPr>
        <a:xfrm>
          <a:off x="0" y="0"/>
          <a:ext cx="0" cy="0"/>
          <a:chOff x="0" y="0"/>
          <a:chExt cx="0" cy="0"/>
        </a:xfrm>
      </p:grpSpPr>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334000" y="0"/>
            <a:ext cx="6858000" cy="6858000"/>
          </a:xfrm>
          <a:prstGeom prst="rect">
            <a:avLst/>
          </a:prstGeom>
          <a:blipFill dpi="0" rotWithShape="1">
            <a:blip r:embed="rId2" cstate="email">
              <a:extLst>
                <a:ext uri="{28A0092B-C50C-407E-A947-70E740481C1C}">
                  <a14:useLocalDpi xmlns:a14="http://schemas.microsoft.com/office/drawing/2010/main"/>
                </a:ext>
              </a:extLst>
            </a:blip>
            <a:srcRect/>
            <a:stretch>
              <a:fillRect/>
            </a:stretch>
          </a:blipFill>
        </p:spPr>
        <p:txBody>
          <a:bodyPr lIns="0" tIns="2377440" rIns="0" anchor="t" anchorCtr="0">
            <a:noAutofit/>
          </a:bodyPr>
          <a:lstStyle>
            <a:lvl1pPr marL="0" indent="0" algn="ctr">
              <a:lnSpc>
                <a:spcPct val="100000"/>
              </a:lnSpc>
              <a:buNone/>
              <a:defRPr sz="14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76072" y="588963"/>
            <a:ext cx="4158362" cy="2535236"/>
          </a:xfrm>
        </p:spPr>
        <p:txBody>
          <a:bodyPr anchor="b"/>
          <a:lstStyle>
            <a:lvl1pPr>
              <a:defRPr/>
            </a:lvl1pPr>
          </a:lstStyle>
          <a:p>
            <a:r>
              <a:rPr lang="en-US"/>
              <a:t>Title square photo layout </a:t>
            </a:r>
          </a:p>
        </p:txBody>
      </p:sp>
      <p:sp>
        <p:nvSpPr>
          <p:cNvPr id="6" name="Text Placeholder 5">
            <a:extLst>
              <a:ext uri="{FF2B5EF4-FFF2-40B4-BE49-F238E27FC236}">
                <a16:creationId xmlns:a16="http://schemas.microsoft.com/office/drawing/2014/main" id="{58B03B89-65B4-0499-6718-2A7C471F6CD3}"/>
              </a:ext>
            </a:extLst>
          </p:cNvPr>
          <p:cNvSpPr>
            <a:spLocks noGrp="1"/>
          </p:cNvSpPr>
          <p:nvPr>
            <p:ph type="body" sz="quarter" idx="12"/>
          </p:nvPr>
        </p:nvSpPr>
        <p:spPr>
          <a:xfrm>
            <a:off x="576263" y="3535363"/>
            <a:ext cx="4157662" cy="27336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43259369"/>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230.xml><?xml version="1.0" encoding="utf-8"?>
<p:sldLayout xmlns:a="http://schemas.openxmlformats.org/drawingml/2006/main" xmlns:r="http://schemas.openxmlformats.org/officeDocument/2006/relationships" xmlns:p="http://schemas.openxmlformats.org/presentationml/2006/main" preserve="1" userDrawn="1">
  <p:cSld name="Square Photo ">
    <p:bg>
      <p:bgPr>
        <a:solidFill>
          <a:srgbClr val="E8E6DF"/>
        </a:solidFill>
        <a:effectLst/>
      </p:bgPr>
    </p:bg>
    <p:spTree>
      <p:nvGrpSpPr>
        <p:cNvPr id="1" name=""/>
        <p:cNvGrpSpPr/>
        <p:nvPr/>
      </p:nvGrpSpPr>
      <p:grpSpPr>
        <a:xfrm>
          <a:off x="0" y="0"/>
          <a:ext cx="0" cy="0"/>
          <a:chOff x="0" y="0"/>
          <a:chExt cx="0" cy="0"/>
        </a:xfrm>
      </p:grpSpPr>
      <p:sp>
        <p:nvSpPr>
          <p:cNvPr id="2" name="Picture Placeholder" descr="This photo is a 'placeholder' only. Drag or drop your photo here, or click and tap the center to insert a photo.">
            <a:extLst>
              <a:ext uri="{FF2B5EF4-FFF2-40B4-BE49-F238E27FC236}">
                <a16:creationId xmlns:a16="http://schemas.microsoft.com/office/drawing/2014/main" id="{F7F87341-ECEA-3B94-51B2-A9E24914685F}"/>
              </a:ext>
            </a:extLst>
          </p:cNvPr>
          <p:cNvSpPr>
            <a:spLocks noGrp="1"/>
          </p:cNvSpPr>
          <p:nvPr>
            <p:ph type="pic" sz="quarter" idx="11" hasCustomPrompt="1"/>
          </p:nvPr>
        </p:nvSpPr>
        <p:spPr bwMode="ltGray">
          <a:xfrm>
            <a:off x="5334000" y="0"/>
            <a:ext cx="6858000" cy="6858000"/>
          </a:xfrm>
          <a:prstGeom prst="rect">
            <a:avLst/>
          </a:prstGeom>
          <a:blipFill dpi="0" rotWithShape="1">
            <a:blip r:embed="rId2"/>
            <a:srcRect/>
            <a:stretch>
              <a:fillRect/>
            </a:stretch>
          </a:blipFill>
        </p:spPr>
        <p:txBody>
          <a:bodyPr lIns="0" tIns="2377440" rIns="0" anchor="t" anchorCtr="0">
            <a:noAutofit/>
          </a:bodyPr>
          <a:lstStyle>
            <a:lvl1pPr marL="0" indent="0" algn="ctr">
              <a:lnSpc>
                <a:spcPct val="100000"/>
              </a:lnSpc>
              <a:buNone/>
              <a:defRPr sz="14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6" name="Rectangle 5">
            <a:extLst>
              <a:ext uri="{FF2B5EF4-FFF2-40B4-BE49-F238E27FC236}">
                <a16:creationId xmlns:a16="http://schemas.microsoft.com/office/drawing/2014/main" id="{3DED39DE-8DED-DC59-2BDA-C621877CF646}"/>
              </a:ext>
            </a:extLst>
          </p:cNvPr>
          <p:cNvSpPr/>
          <p:nvPr userDrawn="1"/>
        </p:nvSpPr>
        <p:spPr bwMode="auto">
          <a:xfrm>
            <a:off x="0" y="-1"/>
            <a:ext cx="5334000" cy="6857999"/>
          </a:xfrm>
          <a:prstGeom prst="rect">
            <a:avLst/>
          </a:prstGeom>
          <a:gradFill flip="none" rotWithShape="1">
            <a:gsLst>
              <a:gs pos="100000">
                <a:schemeClr val="bg1">
                  <a:alpha val="0"/>
                </a:schemeClr>
              </a:gs>
              <a:gs pos="0">
                <a:schemeClr val="bg1">
                  <a:shade val="100000"/>
                  <a:satMod val="115000"/>
                  <a:alpha val="22143"/>
                </a:schemeClr>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chemeClr val="tx1"/>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576072" y="585788"/>
            <a:ext cx="4159950" cy="5683249"/>
          </a:xfrm>
        </p:spPr>
        <p:txBody>
          <a:bodyPr anchor="ctr"/>
          <a:lstStyle/>
          <a:p>
            <a:r>
              <a:rPr lang="en-US"/>
              <a:t>Click to edit Master title style</a:t>
            </a:r>
          </a:p>
        </p:txBody>
      </p:sp>
    </p:spTree>
    <p:extLst>
      <p:ext uri="{BB962C8B-B14F-4D97-AF65-F5344CB8AC3E}">
        <p14:creationId xmlns:p14="http://schemas.microsoft.com/office/powerpoint/2010/main" val="1115556615"/>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5" orient="horz" pos="2160">
          <p15:clr>
            <a:srgbClr val="5ACBF0"/>
          </p15:clr>
        </p15:guide>
        <p15:guide id="6" pos="2991">
          <p15:clr>
            <a:srgbClr val="5ACBF0"/>
          </p15:clr>
        </p15:guide>
        <p15:guide id="7" pos="3728">
          <p15:clr>
            <a:srgbClr val="C35EA4"/>
          </p15:clr>
        </p15:guide>
        <p15:guide id="8" pos="3544">
          <p15:clr>
            <a:srgbClr val="A4A3A4"/>
          </p15:clr>
        </p15:guide>
      </p15:sldGuideLst>
    </p:ext>
  </p:extLst>
</p:sldLayout>
</file>

<file path=ppt/slideLayouts/slideLayout231.xml><?xml version="1.0" encoding="utf-8"?>
<p:sldLayout xmlns:a="http://schemas.openxmlformats.org/drawingml/2006/main" xmlns:r="http://schemas.openxmlformats.org/officeDocument/2006/relationships" xmlns:p="http://schemas.openxmlformats.org/presentationml/2006/main" preserve="1" userDrawn="1">
  <p:cSld name="Square Photo 2">
    <p:spTree>
      <p:nvGrpSpPr>
        <p:cNvPr id="1" name=""/>
        <p:cNvGrpSpPr/>
        <p:nvPr/>
      </p:nvGrpSpPr>
      <p:grpSpPr>
        <a:xfrm>
          <a:off x="0" y="0"/>
          <a:ext cx="0" cy="0"/>
          <a:chOff x="0" y="0"/>
          <a:chExt cx="0" cy="0"/>
        </a:xfrm>
      </p:grpSpPr>
      <p:sp>
        <p:nvSpPr>
          <p:cNvPr id="2" name="Picture Placeholder">
            <a:extLst>
              <a:ext uri="{FF2B5EF4-FFF2-40B4-BE49-F238E27FC236}">
                <a16:creationId xmlns:a16="http://schemas.microsoft.com/office/drawing/2014/main" id="{3D4BC3CE-C968-246E-EAC3-B829FDF59F19}"/>
              </a:ext>
              <a:ext uri="{C183D7F6-B498-43B3-948B-1728B52AA6E4}">
                <adec:decorative xmlns:adec="http://schemas.microsoft.com/office/drawing/2017/decorative" val="1"/>
              </a:ext>
            </a:extLst>
          </p:cNvPr>
          <p:cNvSpPr>
            <a:spLocks noGrp="1"/>
          </p:cNvSpPr>
          <p:nvPr>
            <p:ph type="pic" sz="quarter" idx="11" hasCustomPrompt="1"/>
          </p:nvPr>
        </p:nvSpPr>
        <p:spPr bwMode="ltGray">
          <a:xfrm>
            <a:off x="5334000" y="0"/>
            <a:ext cx="6858000" cy="6858000"/>
          </a:xfrm>
          <a:prstGeom prst="rect">
            <a:avLst/>
          </a:prstGeom>
          <a:blipFill dpi="0" rotWithShape="1">
            <a:blip r:embed="rId2" cstate="email">
              <a:extLst>
                <a:ext uri="{28A0092B-C50C-407E-A947-70E740481C1C}">
                  <a14:useLocalDpi xmlns:a14="http://schemas.microsoft.com/office/drawing/2010/main"/>
                </a:ext>
              </a:extLst>
            </a:blip>
            <a:srcRect/>
            <a:stretch>
              <a:fillRect/>
            </a:stretch>
          </a:blipFill>
        </p:spPr>
        <p:txBody>
          <a:bodyPr lIns="0" tIns="2377440" rIns="0" anchor="t" anchorCtr="0">
            <a:noAutofit/>
          </a:bodyPr>
          <a:lstStyle>
            <a:lvl1pPr marL="0" indent="0" algn="ctr">
              <a:lnSpc>
                <a:spcPct val="100000"/>
              </a:lnSpc>
              <a:buNone/>
              <a:defRPr sz="14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5" name="Text Placeholder 4">
            <a:extLst>
              <a:ext uri="{FF2B5EF4-FFF2-40B4-BE49-F238E27FC236}">
                <a16:creationId xmlns:a16="http://schemas.microsoft.com/office/drawing/2014/main" id="{7BE7730F-1274-832F-885C-F261B2BF8DD4}"/>
              </a:ext>
            </a:extLst>
          </p:cNvPr>
          <p:cNvSpPr>
            <a:spLocks noGrp="1"/>
          </p:cNvSpPr>
          <p:nvPr>
            <p:ph type="body" sz="quarter" idx="12" hasCustomPrompt="1"/>
          </p:nvPr>
        </p:nvSpPr>
        <p:spPr>
          <a:xfrm>
            <a:off x="576072" y="2976563"/>
            <a:ext cx="4163125" cy="1508105"/>
          </a:xfrm>
          <a:prstGeom prst="rect">
            <a:avLst/>
          </a:prstGeom>
        </p:spPr>
        <p:txBody>
          <a:bodyPr/>
          <a:lstStyle/>
          <a:p>
            <a:pPr lvl="0"/>
            <a:r>
              <a:rPr lang="en-US"/>
              <a:t>Square photo layout with smaller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25994725"/>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232.xml><?xml version="1.0" encoding="utf-8"?>
<p:sldLayout xmlns:a="http://schemas.openxmlformats.org/drawingml/2006/main" xmlns:r="http://schemas.openxmlformats.org/officeDocument/2006/relationships" xmlns:p="http://schemas.openxmlformats.org/presentationml/2006/main" preserve="1">
  <p:cSld name="Top horizontal photo and title">
    <p:spTree>
      <p:nvGrpSpPr>
        <p:cNvPr id="1" name=""/>
        <p:cNvGrpSpPr/>
        <p:nvPr/>
      </p:nvGrpSpPr>
      <p:grpSpPr>
        <a:xfrm>
          <a:off x="0" y="0"/>
          <a:ext cx="0" cy="0"/>
          <a:chOff x="0" y="0"/>
          <a:chExt cx="0" cy="0"/>
        </a:xfrm>
      </p:grpSpPr>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0" y="0"/>
            <a:ext cx="12192000" cy="4572000"/>
          </a:xfrm>
          <a:prstGeom prst="rect">
            <a:avLst/>
          </a:prstGeom>
          <a:blipFill dpi="0" rotWithShape="1">
            <a:blip r:embed="rId2" cstate="email">
              <a:extLst>
                <a:ext uri="{28A0092B-C50C-407E-A947-70E740481C1C}">
                  <a14:useLocalDpi xmlns:a14="http://schemas.microsoft.com/office/drawing/2010/main"/>
                </a:ext>
              </a:extLst>
            </a:blip>
            <a:srcRect/>
            <a:stretch>
              <a:fillRect/>
            </a:stretch>
          </a:blipFill>
        </p:spPr>
        <p:txBody>
          <a:bodyPr vert="horz" wrap="square" lIns="0" tIns="1280160" rIns="0" bIns="0" rtlCol="0" anchor="t" anchorCtr="0">
            <a:noAutofit/>
          </a:bodyPr>
          <a:lstStyle>
            <a:lvl1pPr marL="0" indent="0" algn="ctr">
              <a:buNone/>
              <a:defRPr lang="en-US" sz="1400" b="1" dirty="0">
                <a:solidFill>
                  <a:schemeClr val="tx1"/>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76072" y="5157216"/>
            <a:ext cx="11018520" cy="1111822"/>
          </a:xfrm>
        </p:spPr>
        <p:txBody>
          <a:bodyPr anchor="ctr"/>
          <a:lstStyle>
            <a:lvl1pPr algn="ctr">
              <a:defRPr/>
            </a:lvl1pPr>
          </a:lstStyle>
          <a:p>
            <a:r>
              <a:rPr lang="en-US"/>
              <a:t>Click to edit Master title style</a:t>
            </a:r>
          </a:p>
        </p:txBody>
      </p:sp>
    </p:spTree>
    <p:extLst>
      <p:ext uri="{BB962C8B-B14F-4D97-AF65-F5344CB8AC3E}">
        <p14:creationId xmlns:p14="http://schemas.microsoft.com/office/powerpoint/2010/main" val="1825349686"/>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92">
          <p15:clr>
            <a:srgbClr val="5ACBF0"/>
          </p15:clr>
        </p15:guide>
      </p15:sldGuideLst>
    </p:ext>
  </p:extLst>
</p:sldLayout>
</file>

<file path=ppt/slideLayouts/slideLayout233.xml><?xml version="1.0" encoding="utf-8"?>
<p:sldLayout xmlns:a="http://schemas.openxmlformats.org/drawingml/2006/main" xmlns:r="http://schemas.openxmlformats.org/officeDocument/2006/relationships" xmlns:p="http://schemas.openxmlformats.org/presentationml/2006/main" preserve="1" userDrawn="1">
  <p:cSld name="Bottom horizontal photo and title">
    <p:spTree>
      <p:nvGrpSpPr>
        <p:cNvPr id="1" name=""/>
        <p:cNvGrpSpPr/>
        <p:nvPr/>
      </p:nvGrpSpPr>
      <p:grpSpPr>
        <a:xfrm>
          <a:off x="0" y="0"/>
          <a:ext cx="0" cy="0"/>
          <a:chOff x="0" y="0"/>
          <a:chExt cx="0" cy="0"/>
        </a:xfrm>
      </p:grpSpPr>
      <p:sp>
        <p:nvSpPr>
          <p:cNvPr id="3" name="Picture Placeholder" descr="This photo is a 'placeholder' only. Drag or drop your photo here, or click and tap the center to insert a photo.">
            <a:extLst>
              <a:ext uri="{FF2B5EF4-FFF2-40B4-BE49-F238E27FC236}">
                <a16:creationId xmlns:a16="http://schemas.microsoft.com/office/drawing/2014/main" id="{84EB85E8-62D6-9C5F-D48A-055FCADA251A}"/>
              </a:ext>
            </a:extLst>
          </p:cNvPr>
          <p:cNvSpPr>
            <a:spLocks noGrp="1"/>
          </p:cNvSpPr>
          <p:nvPr>
            <p:ph type="pic" sz="quarter" idx="11" hasCustomPrompt="1"/>
          </p:nvPr>
        </p:nvSpPr>
        <p:spPr bwMode="ltGray">
          <a:xfrm>
            <a:off x="0" y="2286000"/>
            <a:ext cx="12192000" cy="4572000"/>
          </a:xfrm>
          <a:prstGeom prst="rect">
            <a:avLst/>
          </a:prstGeom>
          <a:blipFill dpi="0" rotWithShape="1">
            <a:blip r:embed="rId2" cstate="email">
              <a:extLst>
                <a:ext uri="{28A0092B-C50C-407E-A947-70E740481C1C}">
                  <a14:useLocalDpi xmlns:a14="http://schemas.microsoft.com/office/drawing/2010/main"/>
                </a:ext>
              </a:extLst>
            </a:blip>
            <a:srcRect/>
            <a:stretch>
              <a:fillRect/>
            </a:stretch>
          </a:blipFill>
        </p:spPr>
        <p:txBody>
          <a:bodyPr vert="horz" wrap="square" lIns="0" tIns="1280160" rIns="0" bIns="0" rtlCol="0" anchor="t" anchorCtr="0">
            <a:noAutofit/>
          </a:bodyPr>
          <a:lstStyle>
            <a:lvl1pPr marL="0" indent="0" algn="ctr">
              <a:buNone/>
              <a:defRPr lang="en-US" sz="1400" b="1" dirty="0">
                <a:solidFill>
                  <a:schemeClr val="tx1"/>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76072" y="585788"/>
            <a:ext cx="11018520" cy="1114996"/>
          </a:xfrm>
        </p:spPr>
        <p:txBody>
          <a:bodyPr anchor="ctr"/>
          <a:lstStyle>
            <a:lvl1pPr algn="ctr">
              <a:defRPr/>
            </a:lvl1pPr>
          </a:lstStyle>
          <a:p>
            <a:r>
              <a:rPr lang="en-US"/>
              <a:t>Click to edit Master title style</a:t>
            </a:r>
          </a:p>
        </p:txBody>
      </p:sp>
      <p:sp>
        <p:nvSpPr>
          <p:cNvPr id="4" name="TextBox 3">
            <a:extLst>
              <a:ext uri="{FF2B5EF4-FFF2-40B4-BE49-F238E27FC236}">
                <a16:creationId xmlns:a16="http://schemas.microsoft.com/office/drawing/2014/main" id="{342AFC61-B856-51E0-4327-F42C333A48C9}"/>
              </a:ext>
            </a:extLst>
          </p:cNvPr>
          <p:cNvSpPr txBox="1"/>
          <p:nvPr userDrawn="1">
            <p:extLst>
              <p:ext uri="{1162E1C5-73C7-4A58-AE30-91384D911F3F}">
                <p184:classification xmlns:p184="http://schemas.microsoft.com/office/powerpoint/2018/4/main" val="ftr"/>
              </p:ext>
            </p:extLst>
          </p:nvPr>
        </p:nvSpPr>
        <p:spPr>
          <a:xfrm>
            <a:off x="3121446" y="6511422"/>
            <a:ext cx="5949107" cy="215444"/>
          </a:xfrm>
          <a:prstGeom prst="rect">
            <a:avLst/>
          </a:prstGeom>
        </p:spPr>
        <p:txBody>
          <a:bodyPr horzOverflow="overflow" wrap="square" lIns="45720" tIns="45720" rIns="45720" bIns="45720">
            <a:spAutoFit/>
          </a:bodyPr>
          <a:lstStyle/>
          <a:p>
            <a:pPr algn="ctr"/>
            <a:r>
              <a:rPr lang="en-US" sz="800" b="0">
                <a:solidFill>
                  <a:schemeClr val="tx2"/>
                </a:solidFill>
                <a:latin typeface="+mn-lt"/>
              </a:rPr>
              <a:t>Classified as Microsoft Confidential – content under embargo until Nov 18, 2025</a:t>
            </a:r>
          </a:p>
        </p:txBody>
      </p:sp>
    </p:spTree>
    <p:extLst>
      <p:ext uri="{BB962C8B-B14F-4D97-AF65-F5344CB8AC3E}">
        <p14:creationId xmlns:p14="http://schemas.microsoft.com/office/powerpoint/2010/main" val="723612299"/>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guide id="6" orient="horz" pos="720">
          <p15:clr>
            <a:srgbClr val="5ACBF0"/>
          </p15:clr>
        </p15:guide>
      </p15:sldGuideLst>
    </p:ext>
  </p:extLst>
</p:sldLayout>
</file>

<file path=ppt/slideLayouts/slideLayout234.xml><?xml version="1.0" encoding="utf-8"?>
<p:sldLayout xmlns:a="http://schemas.openxmlformats.org/drawingml/2006/main" xmlns:r="http://schemas.openxmlformats.org/officeDocument/2006/relationships" xmlns:p="http://schemas.openxmlformats.org/presentationml/2006/main" preserve="1" userDrawn="1">
  <p:cSld name="Two pictur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082C3B-7067-5E64-5ECC-D15BE3E1F5CF}"/>
              </a:ext>
            </a:extLst>
          </p:cNvPr>
          <p:cNvSpPr>
            <a:spLocks noGrp="1"/>
          </p:cNvSpPr>
          <p:nvPr>
            <p:ph type="title"/>
          </p:nvPr>
        </p:nvSpPr>
        <p:spPr>
          <a:xfrm>
            <a:off x="576072" y="512064"/>
            <a:ext cx="11018520" cy="430887"/>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76072" y="5689600"/>
            <a:ext cx="5367528" cy="579438"/>
          </a:xfrm>
          <a:prstGeom prst="rect">
            <a:avLst/>
          </a:prstGeo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a:extLst>
              <a:ext uri="{FF2B5EF4-FFF2-40B4-BE49-F238E27FC236}">
                <a16:creationId xmlns:a16="http://schemas.microsoft.com/office/drawing/2014/main" id="{1231301F-62BD-4CF6-8990-CDF00AFC8CCF}"/>
              </a:ext>
              <a:ext uri="{C183D7F6-B498-43B3-948B-1728B52AA6E4}">
                <adec:decorative xmlns:adec="http://schemas.microsoft.com/office/drawing/2017/decorative" val="1"/>
              </a:ext>
            </a:extLst>
          </p:cNvPr>
          <p:cNvSpPr>
            <a:spLocks noGrp="1"/>
          </p:cNvSpPr>
          <p:nvPr>
            <p:ph type="pic" sz="quarter" idx="13" hasCustomPrompt="1"/>
          </p:nvPr>
        </p:nvSpPr>
        <p:spPr bwMode="ltGray">
          <a:xfrm>
            <a:off x="576072" y="2025650"/>
            <a:ext cx="5367528" cy="3474720"/>
          </a:xfrm>
          <a:prstGeom prst="rect">
            <a:avLst/>
          </a:prstGeom>
          <a:blipFill>
            <a:blip r:embed="rId2" cstate="email">
              <a:extLst>
                <a:ext uri="{28A0092B-C50C-407E-A947-70E740481C1C}">
                  <a14:useLocalDpi xmlns:a14="http://schemas.microsoft.com/office/drawing/2010/main"/>
                </a:ext>
              </a:extLst>
            </a:blip>
            <a:stretch>
              <a:fillRect/>
            </a:stretch>
          </a:blipFill>
        </p:spPr>
        <p:txBody>
          <a:bodyPr vert="horz" wrap="square" lIns="0" tIns="0" rIns="0" bIns="1005840" rtlCol="0" anchor="ctr" anchorCtr="0">
            <a:noAutofit/>
          </a:bodyPr>
          <a:lstStyle>
            <a:lvl1pPr marL="0" indent="0" algn="ctr">
              <a:buNone/>
              <a:defRPr lang="en-US" sz="1000" b="1" dirty="0">
                <a:solidFill>
                  <a:schemeClr val="tx1"/>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689600"/>
            <a:ext cx="5367528" cy="579438"/>
          </a:xfrm>
          <a:prstGeom prst="rect">
            <a:avLst/>
          </a:prstGeo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a:extLst>
              <a:ext uri="{FF2B5EF4-FFF2-40B4-BE49-F238E27FC236}">
                <a16:creationId xmlns:a16="http://schemas.microsoft.com/office/drawing/2014/main" id="{7223C820-5673-4288-A9D6-185A95066B1E}"/>
              </a:ext>
              <a:ext uri="{C183D7F6-B498-43B3-948B-1728B52AA6E4}">
                <adec:decorative xmlns:adec="http://schemas.microsoft.com/office/drawing/2017/decorative" val="1"/>
              </a:ext>
            </a:extLst>
          </p:cNvPr>
          <p:cNvSpPr>
            <a:spLocks noGrp="1"/>
          </p:cNvSpPr>
          <p:nvPr>
            <p:ph type="pic" sz="quarter" idx="15" hasCustomPrompt="1"/>
          </p:nvPr>
        </p:nvSpPr>
        <p:spPr bwMode="ltGray">
          <a:xfrm>
            <a:off x="6239255" y="2025650"/>
            <a:ext cx="5367528" cy="3474720"/>
          </a:xfrm>
          <a:prstGeom prst="rect">
            <a:avLst/>
          </a:prstGeom>
          <a:blipFill>
            <a:blip r:embed="rId3" cstate="email">
              <a:extLst>
                <a:ext uri="{28A0092B-C50C-407E-A947-70E740481C1C}">
                  <a14:useLocalDpi xmlns:a14="http://schemas.microsoft.com/office/drawing/2010/main"/>
                </a:ext>
              </a:extLst>
            </a:blip>
            <a:stretch>
              <a:fillRect/>
            </a:stretch>
          </a:blipFill>
        </p:spPr>
        <p:txBody>
          <a:bodyPr vert="horz" wrap="square" lIns="0" tIns="0" rIns="0" bIns="1005840" rtlCol="0" anchor="ctr" anchorCtr="0">
            <a:noAutofit/>
          </a:bodyPr>
          <a:lstStyle>
            <a:lvl1pPr marL="0" indent="0" algn="ctr">
              <a:buNone/>
              <a:defRPr lang="en-US" sz="1000" b="1" dirty="0">
                <a:solidFill>
                  <a:schemeClr val="bg1"/>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1218096766"/>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3749">
          <p15:clr>
            <a:srgbClr val="5ACBF0"/>
          </p15:clr>
        </p15:guide>
        <p15:guide id="7" pos="3931">
          <p15:clr>
            <a:srgbClr val="5ACBF0"/>
          </p15:clr>
        </p15:guide>
        <p15:guide id="8" orient="horz" pos="3464">
          <p15:clr>
            <a:srgbClr val="5ACBF0"/>
          </p15:clr>
        </p15:guide>
      </p15:sldGuideLst>
    </p:ext>
  </p:extLst>
</p:sldLayout>
</file>

<file path=ppt/slideLayouts/slideLayout235.xml><?xml version="1.0" encoding="utf-8"?>
<p:sldLayout xmlns:a="http://schemas.openxmlformats.org/drawingml/2006/main" xmlns:r="http://schemas.openxmlformats.org/officeDocument/2006/relationships" xmlns:p="http://schemas.openxmlformats.org/presentationml/2006/main" preserve="1" userDrawn="1">
  <p:cSld name="Three picture content">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DF1897E-2255-3566-2EBC-1100994EE516}"/>
              </a:ext>
            </a:extLst>
          </p:cNvPr>
          <p:cNvSpPr>
            <a:spLocks noGrp="1"/>
          </p:cNvSpPr>
          <p:nvPr>
            <p:ph type="title"/>
          </p:nvPr>
        </p:nvSpPr>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76072" y="5689600"/>
            <a:ext cx="3475037" cy="579438"/>
          </a:xfrm>
          <a:prstGeom prst="rect">
            <a:avLst/>
          </a:prstGeo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76072" y="2025650"/>
            <a:ext cx="3474720" cy="3474720"/>
          </a:xfrm>
          <a:prstGeom prst="rect">
            <a:avLst/>
          </a:prstGeom>
          <a:blipFill>
            <a:blip r:embed="rId2" cstate="email">
              <a:extLst>
                <a:ext uri="{28A0092B-C50C-407E-A947-70E740481C1C}">
                  <a14:useLocalDpi xmlns:a14="http://schemas.microsoft.com/office/drawing/2010/main"/>
                </a:ext>
              </a:extLst>
            </a:blip>
            <a:stretch>
              <a:fillRect/>
            </a:stretch>
          </a:blipFill>
        </p:spPr>
        <p:txBody>
          <a:bodyPr lIns="0" tIns="0" rIns="0" bIns="1005840" anchor="ctr" anchorCtr="0">
            <a:noAutofit/>
          </a:bodyPr>
          <a:lstStyle>
            <a:lvl1pPr marL="0" indent="0" algn="ctr">
              <a:lnSpc>
                <a:spcPct val="100000"/>
              </a:lnSpc>
              <a:buNone/>
              <a:defRPr sz="8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4358640" y="5689600"/>
            <a:ext cx="3475037" cy="579438"/>
          </a:xfrm>
          <a:prstGeom prst="rect">
            <a:avLst/>
          </a:prstGeo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4358640" y="2025650"/>
            <a:ext cx="3474720" cy="3474720"/>
          </a:xfrm>
          <a:prstGeom prst="rect">
            <a:avLst/>
          </a:prstGeom>
          <a:blipFill>
            <a:blip r:embed="rId3" cstate="email">
              <a:extLst>
                <a:ext uri="{28A0092B-C50C-407E-A947-70E740481C1C}">
                  <a14:useLocalDpi xmlns:a14="http://schemas.microsoft.com/office/drawing/2010/main"/>
                </a:ext>
              </a:extLst>
            </a:blip>
            <a:stretch>
              <a:fillRect/>
            </a:stretch>
          </a:blipFill>
        </p:spPr>
        <p:txBody>
          <a:bodyPr lIns="0" tIns="0" rIns="0" bIns="1005840" anchor="ctr" anchorCtr="0">
            <a:noAutofit/>
          </a:bodyPr>
          <a:lstStyle>
            <a:lvl1pPr marL="0" indent="0" algn="ctr">
              <a:lnSpc>
                <a:spcPct val="100000"/>
              </a:lnSpc>
              <a:buNone/>
              <a:defRPr sz="800" b="1">
                <a:solidFill>
                  <a:schemeClr val="bg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8134351" y="5689600"/>
            <a:ext cx="3475037" cy="579438"/>
          </a:xfrm>
          <a:prstGeom prst="rect">
            <a:avLst/>
          </a:prstGeo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8132063" y="2025650"/>
            <a:ext cx="3474720" cy="3474720"/>
          </a:xfrm>
          <a:prstGeom prst="rect">
            <a:avLst/>
          </a:prstGeom>
          <a:blipFill>
            <a:blip r:embed="rId4" cstate="email">
              <a:extLst>
                <a:ext uri="{28A0092B-C50C-407E-A947-70E740481C1C}">
                  <a14:useLocalDpi xmlns:a14="http://schemas.microsoft.com/office/drawing/2010/main"/>
                </a:ext>
              </a:extLst>
            </a:blip>
            <a:stretch>
              <a:fillRect/>
            </a:stretch>
          </a:blipFill>
        </p:spPr>
        <p:txBody>
          <a:bodyPr lIns="0" tIns="0" rIns="0" bIns="1005840" anchor="ctr" anchorCtr="0">
            <a:noAutofit/>
          </a:bodyPr>
          <a:lstStyle>
            <a:lvl1pPr marL="0" indent="0" algn="ctr">
              <a:lnSpc>
                <a:spcPct val="100000"/>
              </a:lnSpc>
              <a:buNone/>
              <a:defRPr sz="800" b="1">
                <a:solidFill>
                  <a:schemeClr val="bg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3170803349"/>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3465">
          <p15:clr>
            <a:srgbClr val="5ACBF0"/>
          </p15:clr>
        </p15:guide>
      </p15:sldGuideLst>
    </p:ext>
  </p:extLst>
</p:sldLayout>
</file>

<file path=ppt/slideLayouts/slideLayout236.xml><?xml version="1.0" encoding="utf-8"?>
<p:sldLayout xmlns:a="http://schemas.openxmlformats.org/drawingml/2006/main" xmlns:r="http://schemas.openxmlformats.org/officeDocument/2006/relationships" xmlns:p="http://schemas.openxmlformats.org/presentationml/2006/main" preserve="1" userDrawn="1">
  <p:cSld name="Four picture conten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76072" y="4753938"/>
            <a:ext cx="2532888" cy="1515100"/>
          </a:xfrm>
          <a:prstGeom prst="rect">
            <a:avLst/>
          </a:prstGeo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76072" y="2025650"/>
            <a:ext cx="2532888" cy="2532888"/>
          </a:xfrm>
          <a:prstGeom prst="rect">
            <a:avLst/>
          </a:prstGeom>
          <a:blipFill>
            <a:blip r:embed="rId2"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600" b="1" dirty="0">
                <a:solidFill>
                  <a:schemeClr val="tx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13908" y="4753938"/>
            <a:ext cx="2532888" cy="1515100"/>
          </a:xfrm>
          <a:prstGeom prst="rect">
            <a:avLst/>
          </a:prstGeo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3413908" y="2025650"/>
            <a:ext cx="2532888" cy="2532888"/>
          </a:xfrm>
          <a:prstGeom prst="rect">
            <a:avLst/>
          </a:prstGeom>
          <a:blipFill>
            <a:blip r:embed="rId3"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6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5204" y="4753938"/>
            <a:ext cx="2532888" cy="1515100"/>
          </a:xfrm>
          <a:prstGeom prst="rect">
            <a:avLst/>
          </a:prstGeo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45204" y="2025650"/>
            <a:ext cx="2532888" cy="2532888"/>
          </a:xfrm>
          <a:prstGeom prst="rect">
            <a:avLst/>
          </a:prstGeom>
          <a:blipFill>
            <a:blip r:embed="rId4"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6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76500" y="4753938"/>
            <a:ext cx="2532888" cy="1515100"/>
          </a:xfrm>
          <a:prstGeom prst="rect">
            <a:avLst/>
          </a:prstGeom>
        </p:spPr>
        <p:txBody>
          <a:bodyPr/>
          <a:lstStyle>
            <a:lvl1pPr marL="0" indent="0" algn="l">
              <a:spcBef>
                <a:spcPts val="0"/>
              </a:spcBef>
              <a:buNone/>
              <a:defRPr sz="1800">
                <a:latin typeface="+mj-lt"/>
              </a:defRPr>
            </a:lvl1pPr>
          </a:lstStyle>
          <a:p>
            <a:pPr lvl="0"/>
            <a:r>
              <a:rPr lang="en-US"/>
              <a:t>Click to edit Master text styles</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ltGray">
          <a:xfrm>
            <a:off x="9073895" y="2025650"/>
            <a:ext cx="2532888" cy="2532888"/>
          </a:xfrm>
          <a:prstGeom prst="rect">
            <a:avLst/>
          </a:prstGeom>
          <a:blipFill>
            <a:blip r:embed="rId5"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600" b="1" dirty="0">
                <a:solidFill>
                  <a:schemeClr val="tx1"/>
                </a:solidFill>
              </a:defRPr>
            </a:lvl1pPr>
          </a:lstStyle>
          <a:p>
            <a:pPr marL="0" lvl="0" indent="0" algn="ctr">
              <a:buNone/>
            </a:pPr>
            <a:r>
              <a:rPr lang="en-US"/>
              <a:t>Dag &amp; drop your photo here </a:t>
            </a:r>
            <a:br>
              <a:rPr lang="en-US"/>
            </a:br>
            <a:r>
              <a:rPr lang="en-US"/>
              <a:t>or click or tap icon below </a:t>
            </a:r>
            <a:br>
              <a:rPr lang="en-US"/>
            </a:br>
            <a:r>
              <a:rPr lang="en-US"/>
              <a:t>to insert</a:t>
            </a:r>
          </a:p>
        </p:txBody>
      </p:sp>
      <p:sp>
        <p:nvSpPr>
          <p:cNvPr id="2" name="Title 1">
            <a:extLst>
              <a:ext uri="{FF2B5EF4-FFF2-40B4-BE49-F238E27FC236}">
                <a16:creationId xmlns:a16="http://schemas.microsoft.com/office/drawing/2014/main" id="{64B45CC4-5C54-98DD-713E-0A9CBC1B931D}"/>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14177311"/>
      </p:ext>
    </p:extLst>
  </p:cSld>
  <p:clrMapOvr>
    <a:masterClrMapping/>
  </p:clrMapOvr>
  <p:transition>
    <p:fade/>
  </p:transition>
  <p:extLst>
    <p:ext uri="{DCECCB84-F9BA-43D5-87BE-67443E8EF086}">
      <p15:sldGuideLst xmlns:p15="http://schemas.microsoft.com/office/powerpoint/2012/main">
        <p15:guide id="3" orient="horz" pos="2993">
          <p15:clr>
            <a:srgbClr val="5ACBF0"/>
          </p15:clr>
        </p15:guide>
        <p15:guide id="4" orient="horz" pos="127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2870">
          <p15:clr>
            <a:srgbClr val="5ACBF0"/>
          </p15:clr>
        </p15:guide>
      </p15:sldGuideLst>
    </p:ext>
  </p:extLst>
</p:sldLayout>
</file>

<file path=ppt/slideLayouts/slideLayout237.xml><?xml version="1.0" encoding="utf-8"?>
<p:sldLayout xmlns:a="http://schemas.openxmlformats.org/drawingml/2006/main" xmlns:r="http://schemas.openxmlformats.org/officeDocument/2006/relationships" xmlns:p="http://schemas.openxmlformats.org/presentationml/2006/main" preserve="1">
  <p:cSld name="Two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76072"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76072" y="5334000"/>
            <a:ext cx="4892040" cy="935037"/>
          </a:xfrm>
          <a:prstGeom prst="rect">
            <a:avLst/>
          </a:prstGeo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6062472" cy="2807208"/>
          </a:xfrm>
          <a:prstGeom prst="rect">
            <a:avLst/>
          </a:prstGeom>
          <a:blipFill>
            <a:blip r:embed="rId2"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lgn="ctr">
              <a:defRPr lang="en-US" sz="1000" b="1" dirty="0">
                <a:solidFill>
                  <a:schemeClr val="tx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6714744" y="5334000"/>
            <a:ext cx="4892040" cy="938212"/>
          </a:xfrm>
          <a:prstGeom prst="rect">
            <a:avLst/>
          </a:prstGeo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6129528" y="2286000"/>
            <a:ext cx="6062472" cy="2807208"/>
          </a:xfrm>
          <a:prstGeom prst="rect">
            <a:avLst/>
          </a:prstGeom>
          <a:blipFill>
            <a:blip r:embed="rId3"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lgn="ctr">
              <a:defRPr lang="en-US" sz="10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2766770207"/>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4" orient="horz" pos="3209">
          <p15:clr>
            <a:srgbClr val="5ACBF0"/>
          </p15:clr>
        </p15:guide>
        <p15:guide id="5" pos="3826">
          <p15:clr>
            <a:srgbClr val="5ACBF0"/>
          </p15:clr>
        </p15:guide>
        <p15:guide id="6" pos="3859">
          <p15:clr>
            <a:srgbClr val="5ACBF0"/>
          </p15:clr>
        </p15:guide>
        <p15:guide id="11" pos="1910">
          <p15:clr>
            <a:srgbClr val="5ACBF0"/>
          </p15:clr>
        </p15:guide>
        <p15:guide id="12" pos="5770">
          <p15:clr>
            <a:srgbClr val="5ACBF0"/>
          </p15:clr>
        </p15:guide>
        <p15:guide id="13" orient="horz" pos="3360">
          <p15:clr>
            <a:srgbClr val="5ACBF0"/>
          </p15:clr>
        </p15:guide>
        <p15:guide id="14" orient="horz">
          <p15:clr>
            <a:srgbClr val="5ACBF0"/>
          </p15:clr>
        </p15:guide>
        <p15:guide id="15" pos="3451">
          <p15:clr>
            <a:srgbClr val="5ACBF0"/>
          </p15:clr>
        </p15:guide>
        <p15:guide id="16" pos="4229">
          <p15:clr>
            <a:srgbClr val="5ACBF0"/>
          </p15:clr>
        </p15:guide>
      </p15:sldGuideLst>
    </p:ext>
  </p:extLst>
</p:sldLayout>
</file>

<file path=ppt/slideLayouts/slideLayout238.xml><?xml version="1.0" encoding="utf-8"?>
<p:sldLayout xmlns:a="http://schemas.openxmlformats.org/drawingml/2006/main" xmlns:r="http://schemas.openxmlformats.org/officeDocument/2006/relationships" xmlns:p="http://schemas.openxmlformats.org/presentationml/2006/main" preserve="1">
  <p:cSld name="Thre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76072" y="585787"/>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76072" y="4800600"/>
            <a:ext cx="2852928" cy="246221"/>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4023360" cy="2286000"/>
          </a:xfrm>
          <a:prstGeom prst="rect">
            <a:avLst/>
          </a:prstGeom>
          <a:blipFill>
            <a:blip r:embed="rId2"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1000" b="1" dirty="0">
                <a:solidFill>
                  <a:schemeClr val="tx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4669536" y="4799409"/>
            <a:ext cx="2852928" cy="246221"/>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4084320" y="2286000"/>
            <a:ext cx="4023360" cy="2286000"/>
          </a:xfrm>
          <a:prstGeom prst="rect">
            <a:avLst/>
          </a:prstGeom>
          <a:blipFill>
            <a:blip r:embed="rId3"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10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8753856" y="4799410"/>
            <a:ext cx="2852928" cy="246221"/>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8168640" y="2286000"/>
            <a:ext cx="4023360" cy="2286000"/>
          </a:xfrm>
          <a:prstGeom prst="rect">
            <a:avLst/>
          </a:prstGeom>
          <a:blipFill>
            <a:blip r:embed="rId4"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10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1501055147"/>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2534">
          <p15:clr>
            <a:srgbClr val="5ACBF0"/>
          </p15:clr>
        </p15:guide>
        <p15:guide id="6" pos="2573">
          <p15:clr>
            <a:srgbClr val="5ACBF0"/>
          </p15:clr>
        </p15:guide>
        <p15:guide id="8" pos="5109">
          <p15:clr>
            <a:srgbClr val="5ACBF0"/>
          </p15:clr>
        </p15:guide>
        <p15:guide id="9" pos="5145">
          <p15:clr>
            <a:srgbClr val="5ACBF0"/>
          </p15:clr>
        </p15:guide>
        <p15:guide id="11" pos="1266">
          <p15:clr>
            <a:srgbClr val="5ACBF0"/>
          </p15:clr>
        </p15:guide>
        <p15:guide id="12" pos="3840">
          <p15:clr>
            <a:srgbClr val="5ACBF0"/>
          </p15:clr>
        </p15:guide>
        <p15:guide id="13" pos="6414">
          <p15:clr>
            <a:srgbClr val="5ACBF0"/>
          </p15:clr>
        </p15:guide>
        <p15:guide id="14" orient="horz" pos="1074">
          <p15:clr>
            <a:srgbClr val="5ACBF0"/>
          </p15:clr>
        </p15:guide>
        <p15:guide id="15" pos="2168">
          <p15:clr>
            <a:srgbClr val="5ACBF0"/>
          </p15:clr>
        </p15:guide>
        <p15:guide id="16" pos="2944">
          <p15:clr>
            <a:srgbClr val="5ACBF0"/>
          </p15:clr>
        </p15:guide>
        <p15:guide id="17" pos="4738">
          <p15:clr>
            <a:srgbClr val="5ACBF0"/>
          </p15:clr>
        </p15:guide>
        <p15:guide id="18" pos="5514">
          <p15:clr>
            <a:srgbClr val="5ACBF0"/>
          </p15:clr>
        </p15:guide>
      </p15:sldGuideLst>
    </p:ext>
  </p:extLst>
</p:sldLayout>
</file>

<file path=ppt/slideLayouts/slideLayout239.xml><?xml version="1.0" encoding="utf-8"?>
<p:sldLayout xmlns:a="http://schemas.openxmlformats.org/drawingml/2006/main" xmlns:r="http://schemas.openxmlformats.org/officeDocument/2006/relationships" xmlns:p="http://schemas.openxmlformats.org/presentationml/2006/main" preserve="1">
  <p:cSld name="Four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76072"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76072" y="4800600"/>
            <a:ext cx="1828800"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999232" cy="2286000"/>
          </a:xfrm>
          <a:prstGeom prst="rect">
            <a:avLst/>
          </a:prstGeom>
          <a:blipFill>
            <a:blip r:embed="rId2"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1000" b="1" dirty="0">
                <a:solidFill>
                  <a:schemeClr val="tx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3649472" y="4799409"/>
            <a:ext cx="1828800"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3064256" y="2286000"/>
            <a:ext cx="2999232" cy="2286000"/>
          </a:xfrm>
          <a:prstGeom prst="rect">
            <a:avLst/>
          </a:prstGeom>
          <a:blipFill>
            <a:blip r:embed="rId3"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10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6713728" y="4799410"/>
            <a:ext cx="1828800"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6128512" y="2286000"/>
            <a:ext cx="2999232" cy="2286000"/>
          </a:xfrm>
          <a:prstGeom prst="rect">
            <a:avLst/>
          </a:prstGeom>
          <a:blipFill>
            <a:blip r:embed="rId4"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10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9777984" y="4799409"/>
            <a:ext cx="1828800"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9192768" y="2286000"/>
            <a:ext cx="2999232" cy="2286000"/>
          </a:xfrm>
          <a:prstGeom prst="rect">
            <a:avLst/>
          </a:prstGeom>
          <a:blipFill>
            <a:blip r:embed="rId5"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1000" b="1" dirty="0">
                <a:solidFill>
                  <a:schemeClr val="tx1"/>
                </a:solidFill>
              </a:defRPr>
            </a:lvl1pPr>
          </a:lstStyle>
          <a:p>
            <a:pPr marL="0" lvl="0" indent="0" algn="ctr">
              <a:buNone/>
            </a:pPr>
            <a:r>
              <a:rPr lang="en-US"/>
              <a:t>Dag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4190898480"/>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1890">
          <p15:clr>
            <a:srgbClr val="5ACBF0"/>
          </p15:clr>
        </p15:guide>
        <p15:guide id="6" pos="1930">
          <p15:clr>
            <a:srgbClr val="5ACBF0"/>
          </p15:clr>
        </p15:guide>
        <p15:guide id="7" pos="5749">
          <p15:clr>
            <a:srgbClr val="5ACBF0"/>
          </p15:clr>
        </p15:guide>
        <p15:guide id="8" pos="3820">
          <p15:clr>
            <a:srgbClr val="5ACBF0"/>
          </p15:clr>
        </p15:guide>
        <p15:guide id="9" pos="3860">
          <p15:clr>
            <a:srgbClr val="5ACBF0"/>
          </p15:clr>
        </p15:guide>
        <p15:guide id="10" pos="5789">
          <p15:clr>
            <a:srgbClr val="5ACBF0"/>
          </p15:clr>
        </p15:guide>
        <p15:guide id="11" pos="944">
          <p15:clr>
            <a:srgbClr val="5ACBF0"/>
          </p15:clr>
        </p15:guide>
        <p15:guide id="12" pos="2876">
          <p15:clr>
            <a:srgbClr val="5ACBF0"/>
          </p15:clr>
        </p15:guide>
        <p15:guide id="13" pos="4807">
          <p15:clr>
            <a:srgbClr val="5ACBF0"/>
          </p15:clr>
        </p15:guide>
        <p15:guide id="14" pos="6736">
          <p15:clr>
            <a:srgbClr val="5ACBF0"/>
          </p15:clr>
        </p15:guide>
        <p15:guide id="15" orient="horz">
          <p15:clr>
            <a:srgbClr val="5ACBF0"/>
          </p15:clr>
        </p15:guide>
        <p15:guide id="16" pos="1524">
          <p15:clr>
            <a:srgbClr val="5ACBF0"/>
          </p15:clr>
        </p15:guide>
        <p15:guide id="17" pos="2298">
          <p15:clr>
            <a:srgbClr val="5ACBF0"/>
          </p15:clr>
        </p15:guide>
        <p15:guide id="18" pos="3450">
          <p15:clr>
            <a:srgbClr val="5ACBF0"/>
          </p15:clr>
        </p15:guide>
        <p15:guide id="19" pos="4230">
          <p15:clr>
            <a:srgbClr val="5ACBF0"/>
          </p15:clr>
        </p15:guide>
        <p15:guide id="20" pos="5380">
          <p15:clr>
            <a:srgbClr val="5ACBF0"/>
          </p15:clr>
        </p15:guide>
        <p15:guide id="21" pos="6156">
          <p15:clr>
            <a:srgbClr val="5ACBF0"/>
          </p15:clr>
        </p15:guide>
      </p15:sldGuideLst>
    </p:ext>
  </p:extLst>
</p:sldLayout>
</file>

<file path=ppt/slideLayouts/slideLayout240.xml><?xml version="1.0" encoding="utf-8"?>
<p:sldLayout xmlns:a="http://schemas.openxmlformats.org/drawingml/2006/main" xmlns:r="http://schemas.openxmlformats.org/officeDocument/2006/relationships" xmlns:p="http://schemas.openxmlformats.org/presentationml/2006/main" preserve="1">
  <p:cSld name="Fiv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292608" y="4800600"/>
            <a:ext cx="1801368"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386584" cy="2286000"/>
          </a:xfrm>
          <a:prstGeom prst="rect">
            <a:avLst/>
          </a:prstGeom>
          <a:blipFill>
            <a:blip r:embed="rId2" cstate="email">
              <a:extLst>
                <a:ext uri="{28A0092B-C50C-407E-A947-70E740481C1C}">
                  <a14:useLocalDpi xmlns:a14="http://schemas.microsoft.com/office/drawing/2010/main"/>
                </a:ext>
              </a:extLst>
            </a:blip>
            <a:stretch>
              <a:fillRect/>
            </a:stretch>
          </a:blipFill>
        </p:spPr>
        <p:txBody>
          <a:bodyPr vert="horz" wrap="square" lIns="0" tIns="0" rIns="0" bIns="731520" rtlCol="0" anchor="ctr" anchorCtr="0">
            <a:noAutofit/>
          </a:bodyPr>
          <a:lstStyle>
            <a:lvl1pPr>
              <a:defRPr lang="en-US" sz="800" b="1" dirty="0">
                <a:solidFill>
                  <a:schemeClr val="tx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2743962" y="4799409"/>
            <a:ext cx="1801368"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2451354" y="2286000"/>
            <a:ext cx="2386584" cy="2286000"/>
          </a:xfrm>
          <a:prstGeom prst="rect">
            <a:avLst/>
          </a:prstGeom>
          <a:blipFill>
            <a:blip r:embed="rId3" cstate="email">
              <a:extLst>
                <a:ext uri="{28A0092B-C50C-407E-A947-70E740481C1C}">
                  <a14:useLocalDpi xmlns:a14="http://schemas.microsoft.com/office/drawing/2010/main"/>
                </a:ext>
              </a:extLst>
            </a:blip>
            <a:stretch>
              <a:fillRect/>
            </a:stretch>
          </a:blipFill>
        </p:spPr>
        <p:txBody>
          <a:bodyPr vert="horz" wrap="square" lIns="0" tIns="0" rIns="0" bIns="731520" rtlCol="0" anchor="ctr" anchorCtr="0">
            <a:noAutofit/>
          </a:bodyPr>
          <a:lstStyle>
            <a:lvl1pPr>
              <a:defRPr lang="en-US" sz="8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5195316" y="4799410"/>
            <a:ext cx="1801368"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4902708" y="2286000"/>
            <a:ext cx="2386584" cy="2286000"/>
          </a:xfrm>
          <a:prstGeom prst="rect">
            <a:avLst/>
          </a:prstGeom>
          <a:blipFill>
            <a:blip r:embed="rId4" cstate="email">
              <a:extLst>
                <a:ext uri="{28A0092B-C50C-407E-A947-70E740481C1C}">
                  <a14:useLocalDpi xmlns:a14="http://schemas.microsoft.com/office/drawing/2010/main"/>
                </a:ext>
              </a:extLst>
            </a:blip>
            <a:stretch>
              <a:fillRect/>
            </a:stretch>
          </a:blipFill>
        </p:spPr>
        <p:txBody>
          <a:bodyPr vert="horz" wrap="square" lIns="0" tIns="0" rIns="0" bIns="731520" rtlCol="0" anchor="ctr" anchorCtr="0">
            <a:noAutofit/>
          </a:bodyPr>
          <a:lstStyle>
            <a:lvl1pPr>
              <a:defRPr lang="en-US" sz="8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7646670" y="4799409"/>
            <a:ext cx="1801368"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7354062" y="2286000"/>
            <a:ext cx="2386584" cy="2286000"/>
          </a:xfrm>
          <a:prstGeom prst="rect">
            <a:avLst/>
          </a:prstGeom>
          <a:blipFill>
            <a:blip r:embed="rId5" cstate="email">
              <a:extLst>
                <a:ext uri="{28A0092B-C50C-407E-A947-70E740481C1C}">
                  <a14:useLocalDpi xmlns:a14="http://schemas.microsoft.com/office/drawing/2010/main"/>
                </a:ext>
              </a:extLst>
            </a:blip>
            <a:stretch>
              <a:fillRect/>
            </a:stretch>
          </a:blipFill>
        </p:spPr>
        <p:txBody>
          <a:bodyPr vert="horz" wrap="square" lIns="0" tIns="0" rIns="0" bIns="731520" rtlCol="0" anchor="ctr" anchorCtr="0">
            <a:noAutofit/>
          </a:bodyPr>
          <a:lstStyle>
            <a:lvl1pPr>
              <a:defRPr lang="en-US" sz="800" b="1" dirty="0">
                <a:solidFill>
                  <a:schemeClr val="tx1"/>
                </a:solidFill>
              </a:defRPr>
            </a:lvl1pPr>
          </a:lstStyle>
          <a:p>
            <a:pPr marL="0" lvl="0" indent="0" algn="ctr">
              <a:buNone/>
            </a:pPr>
            <a:r>
              <a:rPr lang="en-US"/>
              <a:t>Dag &amp; drop your photo here </a:t>
            </a:r>
            <a:br>
              <a:rPr lang="en-US"/>
            </a:br>
            <a:r>
              <a:rPr lang="en-US"/>
              <a:t>or click or tap icon below </a:t>
            </a:r>
            <a:br>
              <a:rPr lang="en-US"/>
            </a:br>
            <a:r>
              <a:rPr lang="en-US"/>
              <a:t>to insert</a:t>
            </a:r>
          </a:p>
        </p:txBody>
      </p:sp>
      <p:sp>
        <p:nvSpPr>
          <p:cNvPr id="21" name="Text Placeholder 3">
            <a:extLst>
              <a:ext uri="{FF2B5EF4-FFF2-40B4-BE49-F238E27FC236}">
                <a16:creationId xmlns:a16="http://schemas.microsoft.com/office/drawing/2014/main" id="{5B1B6F72-F14C-40F1-8B29-8620AA34DC63}"/>
              </a:ext>
            </a:extLst>
          </p:cNvPr>
          <p:cNvSpPr>
            <a:spLocks noGrp="1"/>
          </p:cNvSpPr>
          <p:nvPr>
            <p:ph type="body" sz="quarter" idx="22"/>
          </p:nvPr>
        </p:nvSpPr>
        <p:spPr>
          <a:xfrm>
            <a:off x="10098024" y="4799409"/>
            <a:ext cx="1801368"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20" name="Picture Placeholder" descr="This photo is a 'placeholder' only. Drag or drop your photo here, or click and tap the center to insert a photo.">
            <a:extLst>
              <a:ext uri="{FF2B5EF4-FFF2-40B4-BE49-F238E27FC236}">
                <a16:creationId xmlns:a16="http://schemas.microsoft.com/office/drawing/2014/main" id="{2AD682C7-20D7-4ED0-99A7-C8530DAC8612}"/>
              </a:ext>
            </a:extLst>
          </p:cNvPr>
          <p:cNvSpPr>
            <a:spLocks noGrp="1"/>
          </p:cNvSpPr>
          <p:nvPr>
            <p:ph type="pic" sz="quarter" idx="21" hasCustomPrompt="1"/>
          </p:nvPr>
        </p:nvSpPr>
        <p:spPr bwMode="ltGray">
          <a:xfrm>
            <a:off x="9805416" y="2286000"/>
            <a:ext cx="2386584" cy="2286000"/>
          </a:xfrm>
          <a:prstGeom prst="rect">
            <a:avLst/>
          </a:prstGeom>
          <a:blipFill>
            <a:blip r:embed="rId6" cstate="email">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800" b="1">
                <a:solidFill>
                  <a:schemeClr val="tx1"/>
                </a:solidFill>
                <a:latin typeface="+mn-lt"/>
                <a:cs typeface="Segoe Sans Display" pitchFamily="2" charset="0"/>
              </a:defRPr>
            </a:lvl1pPr>
          </a:lstStyle>
          <a:p>
            <a:r>
              <a:rPr lang="en-US"/>
              <a:t>Dag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3322598838"/>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8" pos="4631">
          <p15:clr>
            <a:srgbClr val="5ACBF0"/>
          </p15:clr>
        </p15:guide>
        <p15:guide id="9" pos="4593">
          <p15:clr>
            <a:srgbClr val="5ACBF0"/>
          </p15:clr>
        </p15:guide>
        <p15:guide id="10" pos="6134">
          <p15:clr>
            <a:srgbClr val="5ACBF0"/>
          </p15:clr>
        </p15:guide>
        <p15:guide id="11" pos="1323">
          <p15:clr>
            <a:srgbClr val="5ACBF0"/>
          </p15:clr>
        </p15:guide>
        <p15:guide id="12" pos="2865">
          <p15:clr>
            <a:srgbClr val="5ACBF0"/>
          </p15:clr>
        </p15:guide>
        <p15:guide id="13" pos="4815">
          <p15:clr>
            <a:srgbClr val="5ACBF0"/>
          </p15:clr>
        </p15:guide>
        <p15:guide id="14" pos="6361">
          <p15:clr>
            <a:srgbClr val="5ACBF0"/>
          </p15:clr>
        </p15:guide>
        <p15:guide id="15" orient="horz">
          <p15:clr>
            <a:srgbClr val="5ACBF0"/>
          </p15:clr>
        </p15:guide>
        <p15:guide id="16" pos="1727">
          <p15:clr>
            <a:srgbClr val="5ACBF0"/>
          </p15:clr>
        </p15:guide>
        <p15:guide id="17" pos="2294">
          <p15:clr>
            <a:srgbClr val="5ACBF0"/>
          </p15:clr>
        </p15:guide>
        <p15:guide id="18" pos="3273">
          <p15:clr>
            <a:srgbClr val="5ACBF0"/>
          </p15:clr>
        </p15:guide>
        <p15:guide id="19" pos="4411">
          <p15:clr>
            <a:srgbClr val="5ACBF0"/>
          </p15:clr>
        </p15:guide>
        <p15:guide id="21" pos="6179">
          <p15:clr>
            <a:srgbClr val="5ACBF0"/>
          </p15:clr>
        </p15:guide>
        <p15:guide id="22" pos="1501">
          <p15:clr>
            <a:srgbClr val="5ACBF0"/>
          </p15:clr>
        </p15:guide>
        <p15:guide id="23" pos="1543">
          <p15:clr>
            <a:srgbClr val="5ACBF0"/>
          </p15:clr>
        </p15:guide>
        <p15:guide id="24" pos="3049">
          <p15:clr>
            <a:srgbClr val="5ACBF0"/>
          </p15:clr>
        </p15:guide>
        <p15:guide id="25" pos="3088">
          <p15:clr>
            <a:srgbClr val="5ACBF0"/>
          </p15:clr>
        </p15:guide>
        <p15:guide id="26" pos="5954">
          <p15:clr>
            <a:srgbClr val="5ACBF0"/>
          </p15:clr>
        </p15:guide>
        <p15:guide id="27" pos="3840">
          <p15:clr>
            <a:srgbClr val="5ACBF0"/>
          </p15:clr>
        </p15:guide>
        <p15:guide id="28" pos="5386">
          <p15:clr>
            <a:srgbClr val="5ACBF0"/>
          </p15:clr>
        </p15:guide>
        <p15:guide id="29" pos="753">
          <p15:clr>
            <a:srgbClr val="5ACBF0"/>
          </p15:clr>
        </p15:guide>
        <p15:guide id="30" pos="6927">
          <p15:clr>
            <a:srgbClr val="5ACBF0"/>
          </p15:clr>
        </p15:guide>
      </p15:sldGuideLst>
    </p:ext>
  </p:extLst>
</p:sldLayout>
</file>

<file path=ppt/slideLayouts/slideLayout241.xml><?xml version="1.0" encoding="utf-8"?>
<p:sldLayout xmlns:a="http://schemas.openxmlformats.org/drawingml/2006/main" xmlns:r="http://schemas.openxmlformats.org/officeDocument/2006/relationships" xmlns:p="http://schemas.openxmlformats.org/presentationml/2006/main" preserve="1">
  <p:cSld name="Thre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76072" y="588962"/>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2037906" y="2286000"/>
            <a:ext cx="2313432" cy="2313432"/>
          </a:xfrm>
          <a:prstGeom prst="ellipse">
            <a:avLst/>
          </a:prstGeom>
          <a:blipFill>
            <a:blip r:embed="rId2"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900" b="1">
                <a:solidFill>
                  <a:schemeClr val="tx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2037906" y="4800600"/>
            <a:ext cx="2313432"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4939284" y="2286000"/>
            <a:ext cx="2313432" cy="2313432"/>
          </a:xfrm>
          <a:prstGeom prst="ellipse">
            <a:avLst/>
          </a:prstGeom>
          <a:blipFill>
            <a:blip r:embed="rId3"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900" b="1">
                <a:solidFill>
                  <a:schemeClr val="bg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4939284" y="4800600"/>
            <a:ext cx="2313432"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7840663" y="2286000"/>
            <a:ext cx="2313432" cy="2313432"/>
          </a:xfrm>
          <a:prstGeom prst="ellipse">
            <a:avLst/>
          </a:prstGeom>
          <a:blipFill>
            <a:blip r:embed="rId4"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900" b="1">
                <a:solidFill>
                  <a:schemeClr val="bg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7840663" y="4800600"/>
            <a:ext cx="2313432"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Tree>
    <p:extLst>
      <p:ext uri="{BB962C8B-B14F-4D97-AF65-F5344CB8AC3E}">
        <p14:creationId xmlns:p14="http://schemas.microsoft.com/office/powerpoint/2010/main" val="201742130"/>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3840">
          <p15:clr>
            <a:srgbClr val="5ACBF0"/>
          </p15:clr>
        </p15:guide>
        <p15:guide id="4" pos="1283">
          <p15:clr>
            <a:srgbClr val="5ACBF0"/>
          </p15:clr>
        </p15:guide>
        <p15:guide id="5" pos="5666">
          <p15:clr>
            <a:srgbClr val="5ACBF0"/>
          </p15:clr>
        </p15:guide>
        <p15:guide id="6" pos="2741">
          <p15:clr>
            <a:srgbClr val="5ACBF0"/>
          </p15:clr>
        </p15:guide>
        <p15:guide id="7" pos="2012">
          <p15:clr>
            <a:srgbClr val="5ACBF0"/>
          </p15:clr>
        </p15:guide>
        <p15:guide id="8" pos="3109">
          <p15:clr>
            <a:srgbClr val="5ACBF0"/>
          </p15:clr>
        </p15:guide>
        <p15:guide id="9" pos="4570">
          <p15:clr>
            <a:srgbClr val="5ACBF0"/>
          </p15:clr>
        </p15:guide>
        <p15:guide id="11" pos="6397">
          <p15:clr>
            <a:srgbClr val="5ACBF0"/>
          </p15:clr>
        </p15:guide>
        <p15:guide id="12" orient="horz" pos="1440">
          <p15:clr>
            <a:srgbClr val="5ACBF0"/>
          </p15:clr>
        </p15:guide>
        <p15:guide id="13" pos="4938">
          <p15:clr>
            <a:srgbClr val="5ACBF0"/>
          </p15:clr>
        </p15:guide>
        <p15:guide id="14" orient="horz" pos="2894">
          <p15:clr>
            <a:srgbClr val="5ACBF0"/>
          </p15:clr>
        </p15:guide>
      </p15:sldGuideLst>
    </p:ext>
  </p:extLst>
</p:sldLayout>
</file>

<file path=ppt/slideLayouts/slideLayout242.xml><?xml version="1.0" encoding="utf-8"?>
<p:sldLayout xmlns:a="http://schemas.openxmlformats.org/drawingml/2006/main" xmlns:r="http://schemas.openxmlformats.org/officeDocument/2006/relationships" xmlns:p="http://schemas.openxmlformats.org/presentationml/2006/main" preserve="1">
  <p:cSld name="Four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76072"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2313432" cy="2313432"/>
          </a:xfrm>
          <a:prstGeom prst="ellipse">
            <a:avLst/>
          </a:prstGeom>
          <a:blipFill>
            <a:blip r:embed="rId2"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lgn="ctr">
              <a:defRPr lang="en-US" sz="900" b="1" dirty="0">
                <a:solidFill>
                  <a:schemeClr val="tx1"/>
                </a:solidFill>
              </a:defRPr>
            </a:lvl1pPr>
          </a:lstStyle>
          <a:p>
            <a:pPr marL="0" lvl="0" indent="0" algn="ctr">
              <a:buNone/>
            </a:pPr>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800600"/>
            <a:ext cx="2313432" cy="1468438"/>
          </a:xfrm>
          <a:prstGeom prst="rect">
            <a:avLst/>
          </a:prstGeo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3487250" y="2286000"/>
            <a:ext cx="2313432" cy="2313432"/>
          </a:xfrm>
          <a:prstGeom prst="ellipse">
            <a:avLst/>
          </a:prstGeom>
          <a:blipFill>
            <a:blip r:embed="rId3"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lgn="ctr">
              <a:defRPr lang="en-US" sz="900" b="1" dirty="0">
                <a:solidFill>
                  <a:schemeClr val="bg1"/>
                </a:solidFill>
              </a:defRPr>
            </a:lvl1pPr>
          </a:lstStyle>
          <a:p>
            <a:pPr marL="0" lvl="0" indent="0" algn="ctr">
              <a:buNone/>
            </a:pPr>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3487250" y="4800600"/>
            <a:ext cx="2313432" cy="1468438"/>
          </a:xfrm>
          <a:prstGeom prst="rect">
            <a:avLst/>
          </a:prstGeo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6390300" y="2286000"/>
            <a:ext cx="2313432" cy="2313432"/>
          </a:xfrm>
          <a:prstGeom prst="ellipse">
            <a:avLst/>
          </a:prstGeom>
          <a:blipFill>
            <a:blip r:embed="rId4"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lgn="ctr">
              <a:defRPr lang="en-US" sz="900" b="1" dirty="0">
                <a:solidFill>
                  <a:schemeClr val="bg1"/>
                </a:solidFill>
              </a:defRPr>
            </a:lvl1pPr>
          </a:lstStyle>
          <a:p>
            <a:pPr marL="0" lvl="0" indent="0" algn="ctr">
              <a:buNone/>
            </a:pPr>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6390300" y="4800600"/>
            <a:ext cx="2313432" cy="1468438"/>
          </a:xfrm>
          <a:prstGeom prst="rect">
            <a:avLst/>
          </a:prstGeo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9293351" y="2286000"/>
            <a:ext cx="2313432" cy="2313432"/>
          </a:xfrm>
          <a:prstGeom prst="ellipse">
            <a:avLst/>
          </a:prstGeom>
          <a:blipFill>
            <a:blip r:embed="rId5"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lgn="ctr">
              <a:defRPr lang="en-US" sz="900" b="1" dirty="0">
                <a:solidFill>
                  <a:schemeClr val="tx1"/>
                </a:solidFill>
              </a:defRPr>
            </a:lvl1pPr>
          </a:lstStyle>
          <a:p>
            <a:pPr marL="0" lvl="0" indent="0" algn="ctr">
              <a:buNone/>
            </a:pPr>
            <a:r>
              <a:rPr lang="en-US"/>
              <a:t>Drag &amp; drop your photo </a:t>
            </a:r>
            <a:br>
              <a:rPr lang="en-US"/>
            </a:br>
            <a:r>
              <a:rPr lang="en-US"/>
              <a:t>here or click or tap icon </a:t>
            </a:r>
            <a:br>
              <a:rPr lang="en-US"/>
            </a:br>
            <a:r>
              <a:rPr lang="en-US"/>
              <a:t>below to insert</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9293351" y="4800600"/>
            <a:ext cx="2313432" cy="1468438"/>
          </a:xfrm>
          <a:prstGeom prst="rect">
            <a:avLst/>
          </a:prstGeom>
        </p:spPr>
        <p:txBody>
          <a:bodyPr/>
          <a:lstStyle>
            <a:lvl1pPr marL="0" indent="0" algn="ctr">
              <a:spcBef>
                <a:spcPts val="0"/>
              </a:spcBef>
              <a:buNone/>
              <a:defRPr sz="1800">
                <a:latin typeface="+mj-lt"/>
              </a:defRPr>
            </a:lvl1pPr>
          </a:lstStyle>
          <a:p>
            <a:pPr lvl="0"/>
            <a:r>
              <a:rPr lang="en-US"/>
              <a:t>Click to edit Master text styles</a:t>
            </a:r>
          </a:p>
        </p:txBody>
      </p:sp>
    </p:spTree>
    <p:extLst>
      <p:ext uri="{BB962C8B-B14F-4D97-AF65-F5344CB8AC3E}">
        <p14:creationId xmlns:p14="http://schemas.microsoft.com/office/powerpoint/2010/main" val="3550458627"/>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4025">
          <p15:clr>
            <a:srgbClr val="5ACBF0"/>
          </p15:clr>
        </p15:guide>
        <p15:guide id="5" pos="5854">
          <p15:clr>
            <a:srgbClr val="5ACBF0"/>
          </p15:clr>
        </p15:guide>
        <p15:guide id="7" pos="3654">
          <p15:clr>
            <a:srgbClr val="5ACBF0"/>
          </p15:clr>
        </p15:guide>
        <p15:guide id="8" pos="2195">
          <p15:clr>
            <a:srgbClr val="5ACBF0"/>
          </p15:clr>
        </p15:guide>
        <p15:guide id="10" pos="2926">
          <p15:clr>
            <a:srgbClr val="5ACBF0"/>
          </p15:clr>
        </p15:guide>
        <p15:guide id="11" pos="4756">
          <p15:clr>
            <a:srgbClr val="5ACBF0"/>
          </p15:clr>
        </p15:guide>
        <p15:guide id="12" pos="6581">
          <p15:clr>
            <a:srgbClr val="5ACBF0"/>
          </p15:clr>
        </p15:guide>
        <p15:guide id="13" pos="1097">
          <p15:clr>
            <a:srgbClr val="5ACBF0"/>
          </p15:clr>
        </p15:guide>
        <p15:guide id="14" orient="horz" pos="1440">
          <p15:clr>
            <a:srgbClr val="5ACBF0"/>
          </p15:clr>
        </p15:guide>
        <p15:guide id="15" pos="1826">
          <p15:clr>
            <a:srgbClr val="5ACBF0"/>
          </p15:clr>
        </p15:guide>
        <p15:guide id="18" pos="5483">
          <p15:clr>
            <a:srgbClr val="5ACBF0"/>
          </p15:clr>
        </p15:guide>
        <p15:guide id="19" orient="horz" pos="2898">
          <p15:clr>
            <a:srgbClr val="5ACBF0"/>
          </p15:clr>
        </p15:guide>
      </p15:sldGuideLst>
    </p:ext>
  </p:extLst>
</p:sldLayout>
</file>

<file path=ppt/slideLayouts/slideLayout243.xml><?xml version="1.0" encoding="utf-8"?>
<p:sldLayout xmlns:a="http://schemas.openxmlformats.org/drawingml/2006/main" xmlns:r="http://schemas.openxmlformats.org/officeDocument/2006/relationships" xmlns:p="http://schemas.openxmlformats.org/presentationml/2006/main" preserve="1">
  <p:cSld name="Fiv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76072"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1737360" cy="1737360"/>
          </a:xfrm>
          <a:prstGeom prst="ellipse">
            <a:avLst/>
          </a:prstGeom>
          <a:blipFill>
            <a:blip r:embed="rId2"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700" b="1">
                <a:solidFill>
                  <a:schemeClr val="tx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76072" y="4235450"/>
            <a:ext cx="1737360"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2905506" y="2286000"/>
            <a:ext cx="1737360" cy="1737360"/>
          </a:xfrm>
          <a:prstGeom prst="ellipse">
            <a:avLst/>
          </a:prstGeom>
          <a:blipFill>
            <a:blip r:embed="rId3"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700" b="1">
                <a:solidFill>
                  <a:schemeClr val="bg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2905506" y="4235450"/>
            <a:ext cx="1737360"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5227320" y="2286000"/>
            <a:ext cx="1737360" cy="1737360"/>
          </a:xfrm>
          <a:prstGeom prst="ellipse">
            <a:avLst/>
          </a:prstGeom>
          <a:blipFill>
            <a:blip r:embed="rId4"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700" b="1">
                <a:solidFill>
                  <a:schemeClr val="bg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5227320" y="4235451"/>
            <a:ext cx="1737360"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7548118" y="2286000"/>
            <a:ext cx="1737360" cy="1737360"/>
          </a:xfrm>
          <a:prstGeom prst="ellipse">
            <a:avLst/>
          </a:prstGeom>
          <a:blipFill>
            <a:blip r:embed="rId5"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700" b="1">
                <a:solidFill>
                  <a:schemeClr val="tx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insert44</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7548118" y="4235450"/>
            <a:ext cx="1737360"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E4DC3400-0B11-4EA0-9B8D-6FADE6964F37}"/>
              </a:ext>
            </a:extLst>
          </p:cNvPr>
          <p:cNvSpPr>
            <a:spLocks noGrp="1" noChangeAspect="1"/>
          </p:cNvSpPr>
          <p:nvPr>
            <p:ph type="pic" sz="quarter" idx="23" hasCustomPrompt="1"/>
          </p:nvPr>
        </p:nvSpPr>
        <p:spPr bwMode="ltGray">
          <a:xfrm>
            <a:off x="9869423" y="2286000"/>
            <a:ext cx="1737360" cy="1737360"/>
          </a:xfrm>
          <a:prstGeom prst="ellipse">
            <a:avLst/>
          </a:prstGeom>
          <a:blipFill>
            <a:blip r:embed="rId6"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700" b="1">
                <a:solidFill>
                  <a:schemeClr val="tx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20" name="Text Placeholder 3">
            <a:extLst>
              <a:ext uri="{FF2B5EF4-FFF2-40B4-BE49-F238E27FC236}">
                <a16:creationId xmlns:a16="http://schemas.microsoft.com/office/drawing/2014/main" id="{133C357E-ECC0-485F-9033-5D4DEC8774BB}"/>
              </a:ext>
            </a:extLst>
          </p:cNvPr>
          <p:cNvSpPr>
            <a:spLocks noGrp="1"/>
          </p:cNvSpPr>
          <p:nvPr>
            <p:ph type="body" sz="quarter" idx="24"/>
          </p:nvPr>
        </p:nvSpPr>
        <p:spPr>
          <a:xfrm>
            <a:off x="9869423" y="4235450"/>
            <a:ext cx="1737360"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Tree>
    <p:extLst>
      <p:ext uri="{BB962C8B-B14F-4D97-AF65-F5344CB8AC3E}">
        <p14:creationId xmlns:p14="http://schemas.microsoft.com/office/powerpoint/2010/main" val="4061427072"/>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2664">
          <p15:clr>
            <a:srgbClr val="5ACBF0"/>
          </p15:clr>
        </p15:guide>
        <p15:guide id="3" pos="6216">
          <p15:clr>
            <a:srgbClr val="5ACBF0"/>
          </p15:clr>
        </p15:guide>
        <p15:guide id="5" pos="5850">
          <p15:clr>
            <a:srgbClr val="5ACBF0"/>
          </p15:clr>
        </p15:guide>
        <p15:guide id="7" pos="4392">
          <p15:clr>
            <a:srgbClr val="5ACBF0"/>
          </p15:clr>
        </p15:guide>
        <p15:guide id="8" pos="3292">
          <p15:clr>
            <a:srgbClr val="5ACBF0"/>
          </p15:clr>
        </p15:guide>
        <p15:guide id="10" pos="2926">
          <p15:clr>
            <a:srgbClr val="5ACBF0"/>
          </p15:clr>
        </p15:guide>
        <p15:guide id="11" pos="4754">
          <p15:clr>
            <a:srgbClr val="5ACBF0"/>
          </p15:clr>
        </p15:guide>
        <p15:guide id="13" pos="1464">
          <p15:clr>
            <a:srgbClr val="5ACBF0"/>
          </p15:clr>
        </p15:guide>
        <p15:guide id="14" orient="horz" pos="1440">
          <p15:clr>
            <a:srgbClr val="5ACBF0"/>
          </p15:clr>
        </p15:guide>
        <p15:guide id="15" pos="1830">
          <p15:clr>
            <a:srgbClr val="5ACBF0"/>
          </p15:clr>
        </p15:guide>
        <p15:guide id="16" orient="horz" pos="2533">
          <p15:clr>
            <a:srgbClr val="5ACBF0"/>
          </p15:clr>
        </p15:guide>
      </p15:sldGuideLst>
    </p:ext>
  </p:extLst>
</p:sldLayout>
</file>

<file path=ppt/slideLayouts/slideLayout244.xml><?xml version="1.0" encoding="utf-8"?>
<p:sldLayout xmlns:a="http://schemas.openxmlformats.org/drawingml/2006/main" xmlns:r="http://schemas.openxmlformats.org/officeDocument/2006/relationships" xmlns:p="http://schemas.openxmlformats.org/presentationml/2006/main" preserve="1">
  <p:cSld name="Agenda 1">
    <p:spTree>
      <p:nvGrpSpPr>
        <p:cNvPr id="1" name=""/>
        <p:cNvGrpSpPr/>
        <p:nvPr/>
      </p:nvGrpSpPr>
      <p:grpSpPr>
        <a:xfrm>
          <a:off x="0" y="0"/>
          <a:ext cx="0" cy="0"/>
          <a:chOff x="0" y="0"/>
          <a:chExt cx="0" cy="0"/>
        </a:xfrm>
      </p:grpSpPr>
      <p:pic>
        <p:nvPicPr>
          <p:cNvPr id="4" name="Picture 3" descr="A close up of a toy&#10;&#10;Description automatically generated">
            <a:extLst>
              <a:ext uri="{FF2B5EF4-FFF2-40B4-BE49-F238E27FC236}">
                <a16:creationId xmlns:a16="http://schemas.microsoft.com/office/drawing/2014/main" id="{4DE4BA7E-2310-0E2F-4ED5-4D99F5E9F00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7180"/>
          <a:stretch/>
        </p:blipFill>
        <p:spPr>
          <a:xfrm>
            <a:off x="0" y="0"/>
            <a:ext cx="12192000" cy="6724651"/>
          </a:xfrm>
          <a:prstGeom prst="rect">
            <a:avLst/>
          </a:prstGeom>
          <a:solidFill>
            <a:srgbClr val="EDEBE6"/>
          </a:solidFill>
        </p:spPr>
      </p:pic>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5216" y="1837372"/>
            <a:ext cx="3182027" cy="3959225"/>
          </a:xfrm>
        </p:spPr>
        <p:txBody>
          <a:bodyPr anchor="t"/>
          <a:lstStyle>
            <a:lvl1pPr>
              <a:defRPr>
                <a:solidFill>
                  <a:schemeClr val="tx1"/>
                </a:solidFill>
              </a:defRPr>
            </a:lvl1pPr>
          </a:lstStyle>
          <a:p>
            <a:r>
              <a:rPr lang="en-US"/>
              <a:t>Title</a:t>
            </a:r>
          </a:p>
        </p:txBody>
      </p:sp>
      <p:sp>
        <p:nvSpPr>
          <p:cNvPr id="7" name="Text Placeholder 2">
            <a:extLst>
              <a:ext uri="{FF2B5EF4-FFF2-40B4-BE49-F238E27FC236}">
                <a16:creationId xmlns:a16="http://schemas.microsoft.com/office/drawing/2014/main" id="{7E9DBFD9-3E1E-4F19-AF15-56780F9C7927}"/>
              </a:ext>
            </a:extLst>
          </p:cNvPr>
          <p:cNvSpPr>
            <a:spLocks noGrp="1"/>
          </p:cNvSpPr>
          <p:nvPr>
            <p:ph type="body" sz="quarter" idx="11"/>
          </p:nvPr>
        </p:nvSpPr>
        <p:spPr>
          <a:xfrm>
            <a:off x="4356100" y="1837372"/>
            <a:ext cx="7253288" cy="276999"/>
          </a:xfrm>
          <a:prstGeom prst="rect">
            <a:avLst/>
          </a:prstGeom>
        </p:spPr>
        <p:txBody>
          <a:bodyPr anchor="t"/>
          <a:lstStyle>
            <a:lvl1pPr marL="201168" indent="-201168">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a:cxnSpLocks/>
          </p:cNvCxnSpPr>
          <p:nvPr/>
        </p:nvCxnSpPr>
        <p:spPr>
          <a:xfrm>
            <a:off x="585216" y="1546860"/>
            <a:ext cx="3182112" cy="0"/>
          </a:xfrm>
          <a:prstGeom prst="line">
            <a:avLst/>
          </a:prstGeom>
          <a:ln w="28575">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DF1A9F7D-F14E-4BCE-9EB4-D9EF47B67809}"/>
              </a:ext>
              <a:ext uri="{C183D7F6-B498-43B3-948B-1728B52AA6E4}">
                <adec:decorative xmlns:adec="http://schemas.microsoft.com/office/drawing/2017/decorative" val="1"/>
              </a:ext>
            </a:extLst>
          </p:cNvPr>
          <p:cNvCxnSpPr>
            <a:cxnSpLocks/>
          </p:cNvCxnSpPr>
          <p:nvPr/>
        </p:nvCxnSpPr>
        <p:spPr>
          <a:xfrm>
            <a:off x="4354523" y="1546860"/>
            <a:ext cx="7254865" cy="0"/>
          </a:xfrm>
          <a:prstGeom prst="line">
            <a:avLst/>
          </a:prstGeom>
          <a:ln w="19050">
            <a:solidFill>
              <a:schemeClr val="tx1">
                <a:alpha val="3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10" name="Picture 9" descr="A colorful gradient going from darker blue on the left side to light blue to magenta to orange on the right side">
            <a:extLst>
              <a:ext uri="{FF2B5EF4-FFF2-40B4-BE49-F238E27FC236}">
                <a16:creationId xmlns:a16="http://schemas.microsoft.com/office/drawing/2014/main" id="{EA057F72-1B5E-B539-638B-5BB6CF49B3C4}"/>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sp>
        <p:nvSpPr>
          <p:cNvPr id="3" name="TextBox 2">
            <a:extLst>
              <a:ext uri="{FF2B5EF4-FFF2-40B4-BE49-F238E27FC236}">
                <a16:creationId xmlns:a16="http://schemas.microsoft.com/office/drawing/2014/main" id="{B52DE7D6-9C00-9BB2-18CA-52BAADC65C80}"/>
              </a:ext>
            </a:extLst>
          </p:cNvPr>
          <p:cNvSpPr txBox="1"/>
          <p:nvPr userDrawn="1">
            <p:extLst>
              <p:ext uri="{1162E1C5-73C7-4A58-AE30-91384D911F3F}">
                <p184:classification xmlns:p184="http://schemas.microsoft.com/office/powerpoint/2018/4/main" val="ftr"/>
              </p:ext>
            </p:extLst>
          </p:nvPr>
        </p:nvSpPr>
        <p:spPr>
          <a:xfrm>
            <a:off x="3121446" y="6511422"/>
            <a:ext cx="5949107" cy="215444"/>
          </a:xfrm>
          <a:prstGeom prst="rect">
            <a:avLst/>
          </a:prstGeom>
        </p:spPr>
        <p:txBody>
          <a:bodyPr horzOverflow="overflow" wrap="square" lIns="45720" tIns="45720" rIns="45720" bIns="45720">
            <a:spAutoFit/>
          </a:bodyPr>
          <a:lstStyle/>
          <a:p>
            <a:pPr algn="ctr"/>
            <a:r>
              <a:rPr lang="en-US" sz="800" b="0">
                <a:solidFill>
                  <a:schemeClr val="tx2"/>
                </a:solidFill>
                <a:latin typeface="+mn-lt"/>
              </a:rPr>
              <a:t>Classified as Microsoft Confidential – content under embargo until Nov 18, 2025</a:t>
            </a:r>
          </a:p>
        </p:txBody>
      </p:sp>
    </p:spTree>
    <p:extLst>
      <p:ext uri="{BB962C8B-B14F-4D97-AF65-F5344CB8AC3E}">
        <p14:creationId xmlns:p14="http://schemas.microsoft.com/office/powerpoint/2010/main" val="3943355373"/>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1272">
          <p15:clr>
            <a:srgbClr val="5ACBF0"/>
          </p15:clr>
        </p15:guide>
        <p15:guide id="30" pos="2376">
          <p15:clr>
            <a:srgbClr val="5ACBF0"/>
          </p15:clr>
        </p15:guide>
        <p15:guide id="32" orient="horz" pos="1455">
          <p15:clr>
            <a:srgbClr val="5ACBF0"/>
          </p15:clr>
        </p15:guide>
      </p15:sldGuideLst>
    </p:ext>
  </p:extLst>
</p:sldLayout>
</file>

<file path=ppt/slideLayouts/slideLayout245.xml><?xml version="1.0" encoding="utf-8"?>
<p:sldLayout xmlns:a="http://schemas.openxmlformats.org/drawingml/2006/main" xmlns:r="http://schemas.openxmlformats.org/officeDocument/2006/relationships" xmlns:p="http://schemas.openxmlformats.org/presentationml/2006/main" preserve="1">
  <p:cSld name="Agenda 2">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95314F8-50E7-5287-848E-756303209003}"/>
              </a:ext>
            </a:extLst>
          </p:cNvPr>
          <p:cNvSpPr/>
          <p:nvPr userDrawn="1"/>
        </p:nvSpPr>
        <p:spPr bwMode="auto">
          <a:xfrm>
            <a:off x="0"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683250"/>
          </a:xfrm>
        </p:spPr>
        <p:txBody>
          <a:bodyPr anchor="ctr"/>
          <a:lstStyle>
            <a:lvl1pPr>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3288913"/>
            <a:ext cx="6667500" cy="276999"/>
          </a:xfrm>
          <a:prstGeom prst="rect">
            <a:avLst/>
          </a:prstGeom>
        </p:spPr>
        <p:txBody>
          <a:bodyPr anchor="ctr"/>
          <a:lstStyle>
            <a:lvl1pPr marL="201168" indent="-201168">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p:nvCxnSpPr>
        <p:spPr>
          <a:xfrm>
            <a:off x="4356100" y="2578100"/>
            <a:ext cx="0" cy="1701800"/>
          </a:xfrm>
          <a:prstGeom prst="line">
            <a:avLst/>
          </a:prstGeom>
          <a:ln w="28575">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9" name="Picture 8" descr="A colorful gradient going from darker blue on the left side to light blue to magenta to orange on the right side">
            <a:extLst>
              <a:ext uri="{FF2B5EF4-FFF2-40B4-BE49-F238E27FC236}">
                <a16:creationId xmlns:a16="http://schemas.microsoft.com/office/drawing/2014/main" id="{F375F9A5-D844-2D4C-747F-AE8CFBDFEF89}"/>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sp>
        <p:nvSpPr>
          <p:cNvPr id="6" name="TextBox 5">
            <a:extLst>
              <a:ext uri="{FF2B5EF4-FFF2-40B4-BE49-F238E27FC236}">
                <a16:creationId xmlns:a16="http://schemas.microsoft.com/office/drawing/2014/main" id="{C7A85089-7F22-B27B-9D33-86D98E85D19E}"/>
              </a:ext>
            </a:extLst>
          </p:cNvPr>
          <p:cNvSpPr txBox="1"/>
          <p:nvPr userDrawn="1">
            <p:extLst>
              <p:ext uri="{1162E1C5-73C7-4A58-AE30-91384D911F3F}">
                <p184:classification xmlns:p184="http://schemas.microsoft.com/office/powerpoint/2018/4/main" val="ftr"/>
              </p:ext>
            </p:extLst>
          </p:nvPr>
        </p:nvSpPr>
        <p:spPr>
          <a:xfrm>
            <a:off x="3121446" y="6511422"/>
            <a:ext cx="5949107" cy="215444"/>
          </a:xfrm>
          <a:prstGeom prst="rect">
            <a:avLst/>
          </a:prstGeom>
        </p:spPr>
        <p:txBody>
          <a:bodyPr horzOverflow="overflow" wrap="square" lIns="45720" tIns="45720" rIns="45720" bIns="45720">
            <a:spAutoFit/>
          </a:bodyPr>
          <a:lstStyle/>
          <a:p>
            <a:pPr algn="ctr"/>
            <a:r>
              <a:rPr lang="en-US" sz="800" b="0">
                <a:solidFill>
                  <a:schemeClr val="tx2"/>
                </a:solidFill>
                <a:latin typeface="+mn-lt"/>
              </a:rPr>
              <a:t>Classified as Microsoft Confidential – content under embargo until Nov 18, 2025</a:t>
            </a:r>
          </a:p>
        </p:txBody>
      </p:sp>
    </p:spTree>
    <p:extLst>
      <p:ext uri="{BB962C8B-B14F-4D97-AF65-F5344CB8AC3E}">
        <p14:creationId xmlns:p14="http://schemas.microsoft.com/office/powerpoint/2010/main" val="1419430940"/>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246.xml><?xml version="1.0" encoding="utf-8"?>
<p:sldLayout xmlns:a="http://schemas.openxmlformats.org/drawingml/2006/main" xmlns:r="http://schemas.openxmlformats.org/officeDocument/2006/relationships" xmlns:p="http://schemas.openxmlformats.org/presentationml/2006/main" preserve="1" userDrawn="1">
  <p:cSld name="Demo slid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6072" y="3033223"/>
            <a:ext cx="4177284"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Demo title</a:t>
            </a:r>
          </a:p>
        </p:txBody>
      </p:sp>
      <p:sp>
        <p:nvSpPr>
          <p:cNvPr id="5" name="Text Placeholder 4"/>
          <p:cNvSpPr>
            <a:spLocks noGrp="1"/>
          </p:cNvSpPr>
          <p:nvPr>
            <p:ph type="body" sz="quarter" idx="12" hasCustomPrompt="1"/>
          </p:nvPr>
        </p:nvSpPr>
        <p:spPr>
          <a:xfrm>
            <a:off x="576072" y="3977319"/>
            <a:ext cx="4177284" cy="246221"/>
          </a:xfrm>
          <a:prstGeom prst="rect">
            <a:avLst/>
          </a:prstGeom>
          <a:noFill/>
        </p:spPr>
        <p:txBody>
          <a:bodyPr wrap="square"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5D5F20BF-1B1B-50CA-191C-F2202EAF5B89}"/>
              </a:ext>
            </a:extLst>
          </p:cNvPr>
          <p:cNvSpPr>
            <a:spLocks noGrp="1"/>
          </p:cNvSpPr>
          <p:nvPr>
            <p:ph type="pic" sz="quarter" idx="11" hasCustomPrompt="1"/>
          </p:nvPr>
        </p:nvSpPr>
        <p:spPr bwMode="ltGray">
          <a:xfrm>
            <a:off x="5334000" y="0"/>
            <a:ext cx="6858000" cy="6858000"/>
          </a:xfrm>
          <a:prstGeom prst="rect">
            <a:avLst/>
          </a:prstGeom>
          <a:blipFill>
            <a:blip r:embed="rId2" cstate="email">
              <a:extLst>
                <a:ext uri="{28A0092B-C50C-407E-A947-70E740481C1C}">
                  <a14:useLocalDpi xmlns:a14="http://schemas.microsoft.com/office/drawing/2010/main"/>
                </a:ext>
              </a:extLst>
            </a:blip>
            <a:stretch>
              <a:fillRect/>
            </a:stretch>
          </a:blipFill>
        </p:spPr>
        <p:txBody>
          <a:bodyPr lIns="0" tIns="2377440" rIns="0" anchor="t" anchorCtr="0">
            <a:noAutofit/>
          </a:bodyPr>
          <a:lstStyle>
            <a:lvl1pPr marL="0" indent="0" algn="ctr">
              <a:lnSpc>
                <a:spcPct val="100000"/>
              </a:lnSpc>
              <a:buNone/>
              <a:defRPr sz="1400" b="1">
                <a:solidFill>
                  <a:schemeClr val="tx2"/>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65546747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3" orient="horz" pos="1910">
          <p15:clr>
            <a:srgbClr val="5ACBF0"/>
          </p15:clr>
        </p15:guide>
        <p15:guide id="4" orient="horz" pos="2505">
          <p15:clr>
            <a:srgbClr val="5ACBF0"/>
          </p15:clr>
        </p15:guide>
        <p15:guide id="5" pos="3360">
          <p15:clr>
            <a:srgbClr val="5ACBF0"/>
          </p15:clr>
        </p15:guide>
        <p15:guide id="6" pos="3000">
          <p15:clr>
            <a:srgbClr val="5ACBF0"/>
          </p15:clr>
        </p15:guide>
      </p15:sldGuideLst>
    </p:ext>
  </p:extLst>
</p:sldLayout>
</file>

<file path=ppt/slideLayouts/slideLayout247.xml><?xml version="1.0" encoding="utf-8"?>
<p:sldLayout xmlns:a="http://schemas.openxmlformats.org/drawingml/2006/main" xmlns:r="http://schemas.openxmlformats.org/officeDocument/2006/relationships" xmlns:p="http://schemas.openxmlformats.org/presentationml/2006/main" preserve="1" userDrawn="1">
  <p:cSld name="Demo slid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6072" y="3033223"/>
            <a:ext cx="4177284"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Demo title</a:t>
            </a:r>
          </a:p>
        </p:txBody>
      </p:sp>
      <p:sp>
        <p:nvSpPr>
          <p:cNvPr id="5" name="Text Placeholder 4"/>
          <p:cNvSpPr>
            <a:spLocks noGrp="1"/>
          </p:cNvSpPr>
          <p:nvPr>
            <p:ph type="body" sz="quarter" idx="12" hasCustomPrompt="1"/>
          </p:nvPr>
        </p:nvSpPr>
        <p:spPr>
          <a:xfrm>
            <a:off x="576072" y="3977319"/>
            <a:ext cx="4177284" cy="246221"/>
          </a:xfrm>
          <a:prstGeom prst="rect">
            <a:avLst/>
          </a:prstGeom>
          <a:noFill/>
        </p:spPr>
        <p:txBody>
          <a:bodyPr wrap="square"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pic>
        <p:nvPicPr>
          <p:cNvPr id="10" name="Picture 9" descr="A person with curly hair standing in brightly illuminating outdoor light and shadows">
            <a:extLst>
              <a:ext uri="{FF2B5EF4-FFF2-40B4-BE49-F238E27FC236}">
                <a16:creationId xmlns:a16="http://schemas.microsoft.com/office/drawing/2014/main" id="{2E82545A-FD52-D775-7812-AC95C1735C22}"/>
              </a:ext>
            </a:extLst>
          </p:cNvPr>
          <p:cNvPicPr>
            <a:picLocks noChangeAspect="1"/>
          </p:cNvPicPr>
          <p:nvPr userDrawn="1"/>
        </p:nvPicPr>
        <p:blipFill>
          <a:blip r:embed="rId3" cstate="screen">
            <a:alphaModFix/>
            <a:extLst>
              <a:ext uri="{28A0092B-C50C-407E-A947-70E740481C1C}">
                <a14:useLocalDpi xmlns:a14="http://schemas.microsoft.com/office/drawing/2010/main"/>
              </a:ext>
            </a:extLst>
          </a:blip>
          <a:srcRect l="17213" r="21311"/>
          <a:stretch/>
        </p:blipFill>
        <p:spPr>
          <a:xfrm>
            <a:off x="5334000" y="0"/>
            <a:ext cx="6858000" cy="6858000"/>
          </a:xfrm>
          <a:prstGeom prst="roundRect">
            <a:avLst>
              <a:gd name="adj" fmla="val 0"/>
            </a:avLst>
          </a:prstGeom>
        </p:spPr>
      </p:pic>
    </p:spTree>
    <p:extLst>
      <p:ext uri="{BB962C8B-B14F-4D97-AF65-F5344CB8AC3E}">
        <p14:creationId xmlns:p14="http://schemas.microsoft.com/office/powerpoint/2010/main" val="125267163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3" orient="horz" pos="1910">
          <p15:clr>
            <a:srgbClr val="5ACBF0"/>
          </p15:clr>
        </p15:guide>
        <p15:guide id="4" orient="horz" pos="2505">
          <p15:clr>
            <a:srgbClr val="5ACBF0"/>
          </p15:clr>
        </p15:guide>
        <p15:guide id="5" pos="3360">
          <p15:clr>
            <a:srgbClr val="5ACBF0"/>
          </p15:clr>
        </p15:guide>
        <p15:guide id="6" pos="3000">
          <p15:clr>
            <a:srgbClr val="5ACBF0"/>
          </p15:clr>
        </p15:guide>
      </p15:sldGuideLst>
    </p:ext>
  </p:extLst>
</p:sldLayout>
</file>

<file path=ppt/slideLayouts/slideLayout248.xml><?xml version="1.0" encoding="utf-8"?>
<p:sldLayout xmlns:a="http://schemas.openxmlformats.org/drawingml/2006/main" xmlns:r="http://schemas.openxmlformats.org/officeDocument/2006/relationships" xmlns:p="http://schemas.openxmlformats.org/presentationml/2006/main" preserve="1" userDrawn="1">
  <p:cSld name="Demo slide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6072" y="3033223"/>
            <a:ext cx="4177284"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Demo title</a:t>
            </a:r>
          </a:p>
        </p:txBody>
      </p:sp>
      <p:sp>
        <p:nvSpPr>
          <p:cNvPr id="5" name="Text Placeholder 4"/>
          <p:cNvSpPr>
            <a:spLocks noGrp="1"/>
          </p:cNvSpPr>
          <p:nvPr>
            <p:ph type="body" sz="quarter" idx="12" hasCustomPrompt="1"/>
          </p:nvPr>
        </p:nvSpPr>
        <p:spPr>
          <a:xfrm>
            <a:off x="576072" y="3977319"/>
            <a:ext cx="4177284" cy="246221"/>
          </a:xfrm>
          <a:prstGeom prst="rect">
            <a:avLst/>
          </a:prstGeom>
          <a:noFill/>
        </p:spPr>
        <p:txBody>
          <a:bodyPr wrap="square"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pic>
        <p:nvPicPr>
          <p:cNvPr id="4" name="Picture 3">
            <a:extLst>
              <a:ext uri="{FF2B5EF4-FFF2-40B4-BE49-F238E27FC236}">
                <a16:creationId xmlns:a16="http://schemas.microsoft.com/office/drawing/2014/main" id="{EF270AE3-8618-7645-AE3C-5E57E3BF172C}"/>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5636036" y="302036"/>
            <a:ext cx="6251164" cy="6251164"/>
          </a:xfrm>
          <a:prstGeom prst="roundRect">
            <a:avLst>
              <a:gd name="adj" fmla="val 2595"/>
            </a:avLst>
          </a:prstGeom>
        </p:spPr>
      </p:pic>
    </p:spTree>
    <p:extLst>
      <p:ext uri="{BB962C8B-B14F-4D97-AF65-F5344CB8AC3E}">
        <p14:creationId xmlns:p14="http://schemas.microsoft.com/office/powerpoint/2010/main" val="295891802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3" orient="horz" pos="1910">
          <p15:clr>
            <a:srgbClr val="5ACBF0"/>
          </p15:clr>
        </p15:guide>
        <p15:guide id="4" orient="horz" pos="2505">
          <p15:clr>
            <a:srgbClr val="5ACBF0"/>
          </p15:clr>
        </p15:guide>
        <p15:guide id="5" pos="3360">
          <p15:clr>
            <a:srgbClr val="5ACBF0"/>
          </p15:clr>
        </p15:guide>
        <p15:guide id="6" pos="3000">
          <p15:clr>
            <a:srgbClr val="5ACBF0"/>
          </p15:clr>
        </p15:guide>
      </p15:sldGuideLst>
    </p:ext>
  </p:extLst>
</p:sldLayout>
</file>

<file path=ppt/slideLayouts/slideLayout249.xml><?xml version="1.0" encoding="utf-8"?>
<p:sldLayout xmlns:a="http://schemas.openxmlformats.org/drawingml/2006/main" xmlns:r="http://schemas.openxmlformats.org/officeDocument/2006/relationships" xmlns:p="http://schemas.openxmlformats.org/presentationml/2006/main" preserve="1" userDrawn="1">
  <p:cSld name="Demo slide 4">
    <p:bg>
      <p:bgPr>
        <a:solidFill>
          <a:srgbClr val="E8E6DF"/>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6072" y="3033223"/>
            <a:ext cx="4177284"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Demo title</a:t>
            </a:r>
          </a:p>
        </p:txBody>
      </p:sp>
      <p:sp>
        <p:nvSpPr>
          <p:cNvPr id="5" name="Text Placeholder 4"/>
          <p:cNvSpPr>
            <a:spLocks noGrp="1"/>
          </p:cNvSpPr>
          <p:nvPr>
            <p:ph type="body" sz="quarter" idx="12" hasCustomPrompt="1"/>
          </p:nvPr>
        </p:nvSpPr>
        <p:spPr>
          <a:xfrm>
            <a:off x="576072" y="3977319"/>
            <a:ext cx="4177284" cy="246221"/>
          </a:xfrm>
          <a:prstGeom prst="rect">
            <a:avLst/>
          </a:prstGeom>
          <a:noFill/>
        </p:spPr>
        <p:txBody>
          <a:bodyPr wrap="square"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pic>
        <p:nvPicPr>
          <p:cNvPr id="4" name="Picture 3" descr="A person with white beard and hat&#10;&#10;Description automatically generated">
            <a:extLst>
              <a:ext uri="{FF2B5EF4-FFF2-40B4-BE49-F238E27FC236}">
                <a16:creationId xmlns:a16="http://schemas.microsoft.com/office/drawing/2014/main" id="{6114E386-90DD-2D33-E4EE-56C7BEC347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5334000" y="0"/>
            <a:ext cx="6858000" cy="6858000"/>
          </a:xfrm>
          <a:prstGeom prst="rect">
            <a:avLst/>
          </a:prstGeom>
        </p:spPr>
      </p:pic>
      <p:sp>
        <p:nvSpPr>
          <p:cNvPr id="3" name="Rectangle 2">
            <a:extLst>
              <a:ext uri="{FF2B5EF4-FFF2-40B4-BE49-F238E27FC236}">
                <a16:creationId xmlns:a16="http://schemas.microsoft.com/office/drawing/2014/main" id="{232DA8AD-FBCB-B320-7C32-5B6DFD8E5B66}"/>
              </a:ext>
            </a:extLst>
          </p:cNvPr>
          <p:cNvSpPr/>
          <p:nvPr userDrawn="1"/>
        </p:nvSpPr>
        <p:spPr bwMode="auto">
          <a:xfrm>
            <a:off x="0" y="-1"/>
            <a:ext cx="5334000" cy="6857999"/>
          </a:xfrm>
          <a:prstGeom prst="rect">
            <a:avLst/>
          </a:prstGeom>
          <a:gradFill flip="none" rotWithShape="1">
            <a:gsLst>
              <a:gs pos="100000">
                <a:schemeClr val="bg1">
                  <a:alpha val="0"/>
                </a:schemeClr>
              </a:gs>
              <a:gs pos="0">
                <a:schemeClr val="bg1">
                  <a:shade val="100000"/>
                  <a:satMod val="115000"/>
                  <a:alpha val="22143"/>
                </a:schemeClr>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chemeClr val="tx1"/>
              </a:solidFill>
              <a:ea typeface="Segoe UI" pitchFamily="34" charset="0"/>
              <a:cs typeface="Segoe UI" pitchFamily="34" charset="0"/>
            </a:endParaRPr>
          </a:p>
        </p:txBody>
      </p:sp>
    </p:spTree>
    <p:extLst>
      <p:ext uri="{BB962C8B-B14F-4D97-AF65-F5344CB8AC3E}">
        <p14:creationId xmlns:p14="http://schemas.microsoft.com/office/powerpoint/2010/main" val="323832065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3" orient="horz" pos="1910">
          <p15:clr>
            <a:srgbClr val="5ACBF0"/>
          </p15:clr>
        </p15:guide>
        <p15:guide id="4" orient="horz" pos="2505">
          <p15:clr>
            <a:srgbClr val="5ACBF0"/>
          </p15:clr>
        </p15:guide>
        <p15:guide id="5" pos="3360">
          <p15:clr>
            <a:srgbClr val="5ACBF0"/>
          </p15:clr>
        </p15:guide>
        <p15:guide id="6" pos="3000">
          <p15:clr>
            <a:srgbClr val="5ACBF0"/>
          </p15:clr>
        </p15:guide>
      </p15:sldGuideLst>
    </p:ext>
  </p:extLst>
</p:sldLayout>
</file>

<file path=ppt/slideLayouts/slideLayout250.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chemeClr val="bg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C9C269-D98F-D9FE-1184-5E914A126A00}"/>
              </a:ext>
            </a:extLst>
          </p:cNvPr>
          <p:cNvSpPr/>
          <p:nvPr userDrawn="1"/>
        </p:nvSpPr>
        <p:spPr bwMode="auto">
          <a:xfrm>
            <a:off x="0"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2" name="Title 1"/>
          <p:cNvSpPr>
            <a:spLocks noGrp="1"/>
          </p:cNvSpPr>
          <p:nvPr>
            <p:ph type="title" hasCustomPrompt="1"/>
          </p:nvPr>
        </p:nvSpPr>
        <p:spPr>
          <a:xfrm>
            <a:off x="576072"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C1E8B5B3-E911-FA3B-060D-08ACEFE48A20}"/>
              </a:ext>
            </a:extLst>
          </p:cNvPr>
          <p:cNvSpPr>
            <a:spLocks noGrp="1"/>
          </p:cNvSpPr>
          <p:nvPr>
            <p:ph type="pic" sz="quarter" idx="11" hasCustomPrompt="1"/>
          </p:nvPr>
        </p:nvSpPr>
        <p:spPr bwMode="ltGray">
          <a:xfrm>
            <a:off x="5334000" y="0"/>
            <a:ext cx="6858000" cy="6858000"/>
          </a:xfrm>
          <a:prstGeom prst="rect">
            <a:avLst/>
          </a:prstGeom>
          <a:blipFill>
            <a:blip r:embed="rId2" cstate="email">
              <a:extLst>
                <a:ext uri="{28A0092B-C50C-407E-A947-70E740481C1C}">
                  <a14:useLocalDpi xmlns:a14="http://schemas.microsoft.com/office/drawing/2010/main"/>
                </a:ext>
              </a:extLst>
            </a:blip>
            <a:stretch>
              <a:fillRect/>
            </a:stretch>
          </a:blipFill>
        </p:spPr>
        <p:txBody>
          <a:bodyPr lIns="0" tIns="2377440" rIns="0" anchor="t" anchorCtr="0">
            <a:noAutofit/>
          </a:bodyPr>
          <a:lstStyle>
            <a:lvl1pPr marL="0" indent="0" algn="ctr">
              <a:lnSpc>
                <a:spcPct val="100000"/>
              </a:lnSpc>
              <a:buNone/>
              <a:defRPr sz="1400" b="1">
                <a:solidFill>
                  <a:schemeClr val="bg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92396919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251.xml><?xml version="1.0" encoding="utf-8"?>
<p:sldLayout xmlns:a="http://schemas.openxmlformats.org/drawingml/2006/main" xmlns:r="http://schemas.openxmlformats.org/officeDocument/2006/relationships" xmlns:p="http://schemas.openxmlformats.org/presentationml/2006/main" preserve="1" userDrawn="1">
  <p:cSld name="Section Title 2">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6072"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pic>
        <p:nvPicPr>
          <p:cNvPr id="7" name="Picture 6">
            <a:extLst>
              <a:ext uri="{FF2B5EF4-FFF2-40B4-BE49-F238E27FC236}">
                <a16:creationId xmlns:a16="http://schemas.microsoft.com/office/drawing/2014/main" id="{8111608B-3482-A33C-BA63-70C5869A2ACA}"/>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5334001" y="0"/>
            <a:ext cx="6858000" cy="6861846"/>
          </a:xfrm>
          <a:prstGeom prst="rect">
            <a:avLst/>
          </a:prstGeom>
        </p:spPr>
      </p:pic>
    </p:spTree>
    <p:extLst>
      <p:ext uri="{BB962C8B-B14F-4D97-AF65-F5344CB8AC3E}">
        <p14:creationId xmlns:p14="http://schemas.microsoft.com/office/powerpoint/2010/main" val="316152040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252.xml><?xml version="1.0" encoding="utf-8"?>
<p:sldLayout xmlns:a="http://schemas.openxmlformats.org/drawingml/2006/main" xmlns:r="http://schemas.openxmlformats.org/officeDocument/2006/relationships" xmlns:p="http://schemas.openxmlformats.org/presentationml/2006/main" preserve="1" userDrawn="1">
  <p:cSld name="Section Title 3">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6072"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pic>
        <p:nvPicPr>
          <p:cNvPr id="8" name="Picture 7">
            <a:extLst>
              <a:ext uri="{FF2B5EF4-FFF2-40B4-BE49-F238E27FC236}">
                <a16:creationId xmlns:a16="http://schemas.microsoft.com/office/drawing/2014/main" id="{27F67BE8-1773-C479-4149-41024CAFA3D9}"/>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5334000" y="0"/>
            <a:ext cx="6858000" cy="6858000"/>
          </a:xfrm>
          <a:prstGeom prst="rect">
            <a:avLst/>
          </a:prstGeom>
        </p:spPr>
      </p:pic>
    </p:spTree>
    <p:extLst>
      <p:ext uri="{BB962C8B-B14F-4D97-AF65-F5344CB8AC3E}">
        <p14:creationId xmlns:p14="http://schemas.microsoft.com/office/powerpoint/2010/main" val="213163105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253.xml><?xml version="1.0" encoding="utf-8"?>
<p:sldLayout xmlns:a="http://schemas.openxmlformats.org/drawingml/2006/main" xmlns:r="http://schemas.openxmlformats.org/officeDocument/2006/relationships" xmlns:p="http://schemas.openxmlformats.org/presentationml/2006/main" preserve="1" userDrawn="1">
  <p:cSld name="Section Title 4">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6072"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pic>
        <p:nvPicPr>
          <p:cNvPr id="4" name="Picture 3" descr="A close-up of a colorful wave&#10;&#10;Description automatically generated">
            <a:extLst>
              <a:ext uri="{FF2B5EF4-FFF2-40B4-BE49-F238E27FC236}">
                <a16:creationId xmlns:a16="http://schemas.microsoft.com/office/drawing/2014/main" id="{7E23DEF3-55CD-9793-23E4-712C6621B71E}"/>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5334000" y="0"/>
            <a:ext cx="6856632" cy="6858000"/>
          </a:xfrm>
          <a:prstGeom prst="rect">
            <a:avLst/>
          </a:prstGeom>
        </p:spPr>
      </p:pic>
    </p:spTree>
    <p:extLst>
      <p:ext uri="{BB962C8B-B14F-4D97-AF65-F5344CB8AC3E}">
        <p14:creationId xmlns:p14="http://schemas.microsoft.com/office/powerpoint/2010/main" val="269301059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254.xml><?xml version="1.0" encoding="utf-8"?>
<p:sldLayout xmlns:a="http://schemas.openxmlformats.org/drawingml/2006/main" xmlns:r="http://schemas.openxmlformats.org/officeDocument/2006/relationships" xmlns:p="http://schemas.openxmlformats.org/presentationml/2006/main" preserve="1" userDrawn="1">
  <p:cSld name="Section Title Full Blue">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3C80F9F-53D7-FD76-F927-4B731F87465C}"/>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0" y="0"/>
            <a:ext cx="12192000" cy="6857999"/>
          </a:xfrm>
          <a:prstGeom prst="rect">
            <a:avLst/>
          </a:prstGeom>
        </p:spPr>
      </p:pic>
      <p:sp>
        <p:nvSpPr>
          <p:cNvPr id="2" name="Title 1"/>
          <p:cNvSpPr>
            <a:spLocks noGrp="1"/>
          </p:cNvSpPr>
          <p:nvPr>
            <p:ph type="title" hasCustomPrompt="1"/>
          </p:nvPr>
        </p:nvSpPr>
        <p:spPr>
          <a:xfrm>
            <a:off x="576072"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sp>
        <p:nvSpPr>
          <p:cNvPr id="5" name="TextBox 4">
            <a:extLst>
              <a:ext uri="{FF2B5EF4-FFF2-40B4-BE49-F238E27FC236}">
                <a16:creationId xmlns:a16="http://schemas.microsoft.com/office/drawing/2014/main" id="{A4B2A8EE-288E-F521-9C97-631C78B1B3B4}"/>
              </a:ext>
            </a:extLst>
          </p:cNvPr>
          <p:cNvSpPr txBox="1"/>
          <p:nvPr userDrawn="1">
            <p:extLst>
              <p:ext uri="{1162E1C5-73C7-4A58-AE30-91384D911F3F}">
                <p184:classification xmlns:p184="http://schemas.microsoft.com/office/powerpoint/2018/4/main" val="ftr"/>
              </p:ext>
            </p:extLst>
          </p:nvPr>
        </p:nvSpPr>
        <p:spPr>
          <a:xfrm>
            <a:off x="63500" y="6642100"/>
            <a:ext cx="5949107" cy="184666"/>
          </a:xfrm>
          <a:prstGeom prst="rect">
            <a:avLst/>
          </a:prstGeom>
        </p:spPr>
        <p:txBody>
          <a:bodyPr horzOverflow="overflow" wrap="square" lIns="0" tIns="0" rIns="0" bIns="0">
            <a:spAutoFit/>
          </a:bodyPr>
          <a:lstStyle/>
          <a:p>
            <a:pPr algn="l"/>
            <a:r>
              <a:rPr lang="en-US" sz="1200" b="1">
                <a:solidFill>
                  <a:schemeClr val="bg1">
                    <a:lumMod val="50000"/>
                  </a:schemeClr>
                </a:solidFill>
                <a:latin typeface="+mj-lt"/>
              </a:rPr>
              <a:t>Classified as Microsoft Confidential – content under embargo until Nov 18, 2025</a:t>
            </a:r>
          </a:p>
        </p:txBody>
      </p:sp>
    </p:spTree>
    <p:extLst>
      <p:ext uri="{BB962C8B-B14F-4D97-AF65-F5344CB8AC3E}">
        <p14:creationId xmlns:p14="http://schemas.microsoft.com/office/powerpoint/2010/main" val="95860610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255.xml><?xml version="1.0" encoding="utf-8"?>
<p:sldLayout xmlns:a="http://schemas.openxmlformats.org/drawingml/2006/main" xmlns:r="http://schemas.openxmlformats.org/officeDocument/2006/relationships" xmlns:p="http://schemas.openxmlformats.org/presentationml/2006/main" preserve="1" userDrawn="1">
  <p:cSld name="Section Title Full Gold">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C22813B-0916-B031-5A6D-6C69C51D405F}"/>
              </a:ext>
              <a:ext uri="{C183D7F6-B498-43B3-948B-1728B52AA6E4}">
                <adec:decorative xmlns:adec="http://schemas.microsoft.com/office/drawing/2017/decorative" val="1"/>
              </a:ext>
            </a:extLst>
          </p:cNvPr>
          <p:cNvPicPr>
            <a:picLocks noChangeAspect="1"/>
          </p:cNvPicPr>
          <p:nvPr userDrawn="1"/>
        </p:nvPicPr>
        <p:blipFill>
          <a:blip r:embed="rId2"/>
          <a:srcRect/>
          <a:stretch/>
        </p:blipFill>
        <p:spPr>
          <a:xfrm>
            <a:off x="1" y="41394"/>
            <a:ext cx="12191999" cy="6857998"/>
          </a:xfrm>
          <a:prstGeom prst="rect">
            <a:avLst/>
          </a:prstGeom>
        </p:spPr>
      </p:pic>
      <p:sp>
        <p:nvSpPr>
          <p:cNvPr id="2" name="Title 1"/>
          <p:cNvSpPr>
            <a:spLocks noGrp="1"/>
          </p:cNvSpPr>
          <p:nvPr>
            <p:ph type="title" hasCustomPrompt="1"/>
          </p:nvPr>
        </p:nvSpPr>
        <p:spPr>
          <a:xfrm>
            <a:off x="576072"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sp>
        <p:nvSpPr>
          <p:cNvPr id="5" name="TextBox 4">
            <a:extLst>
              <a:ext uri="{FF2B5EF4-FFF2-40B4-BE49-F238E27FC236}">
                <a16:creationId xmlns:a16="http://schemas.microsoft.com/office/drawing/2014/main" id="{CE11DED9-E6D7-4EC7-B2BE-9327DC613FFB}"/>
              </a:ext>
            </a:extLst>
          </p:cNvPr>
          <p:cNvSpPr txBox="1"/>
          <p:nvPr userDrawn="1">
            <p:extLst>
              <p:ext uri="{1162E1C5-73C7-4A58-AE30-91384D911F3F}">
                <p184:classification xmlns:p184="http://schemas.microsoft.com/office/powerpoint/2018/4/main" val="ftr"/>
              </p:ext>
            </p:extLst>
          </p:nvPr>
        </p:nvSpPr>
        <p:spPr>
          <a:xfrm>
            <a:off x="63500" y="6642100"/>
            <a:ext cx="5949107" cy="184666"/>
          </a:xfrm>
          <a:prstGeom prst="rect">
            <a:avLst/>
          </a:prstGeom>
        </p:spPr>
        <p:txBody>
          <a:bodyPr horzOverflow="overflow" wrap="square" lIns="0" tIns="0" rIns="0" bIns="0">
            <a:spAutoFit/>
          </a:bodyPr>
          <a:lstStyle/>
          <a:p>
            <a:pPr algn="l"/>
            <a:r>
              <a:rPr lang="en-US" sz="1200" b="1">
                <a:solidFill>
                  <a:schemeClr val="bg1">
                    <a:lumMod val="50000"/>
                  </a:schemeClr>
                </a:solidFill>
                <a:latin typeface="+mj-lt"/>
              </a:rPr>
              <a:t>Classified as Microsoft Confidential – content under embargo until Nov 18, 2025</a:t>
            </a:r>
          </a:p>
        </p:txBody>
      </p:sp>
    </p:spTree>
    <p:extLst>
      <p:ext uri="{BB962C8B-B14F-4D97-AF65-F5344CB8AC3E}">
        <p14:creationId xmlns:p14="http://schemas.microsoft.com/office/powerpoint/2010/main" val="392365446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256.xml><?xml version="1.0" encoding="utf-8"?>
<p:sldLayout xmlns:a="http://schemas.openxmlformats.org/drawingml/2006/main" xmlns:r="http://schemas.openxmlformats.org/officeDocument/2006/relationships" xmlns:p="http://schemas.openxmlformats.org/presentationml/2006/main" preserve="1" userDrawn="1">
  <p:cSld name="Section Title Cream Gradient">
    <p:bg>
      <p:bgPr>
        <a:solidFill>
          <a:schemeClr val="bg1"/>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12F533E-13F8-CA91-8068-2E10F3E01094}"/>
              </a:ext>
            </a:extLst>
          </p:cNvPr>
          <p:cNvSpPr/>
          <p:nvPr userDrawn="1"/>
        </p:nvSpPr>
        <p:spPr bwMode="auto">
          <a:xfrm>
            <a:off x="0" y="0"/>
            <a:ext cx="12188952" cy="6858000"/>
          </a:xfrm>
          <a:prstGeom prst="rect">
            <a:avLst/>
          </a:prstGeom>
          <a:gradFill flip="none" rotWithShape="1">
            <a:gsLst>
              <a:gs pos="100000">
                <a:srgbClr val="F9ECDC"/>
              </a:gs>
              <a:gs pos="0">
                <a:srgbClr val="E5D0B9"/>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2" name="Title 1"/>
          <p:cNvSpPr>
            <a:spLocks noGrp="1"/>
          </p:cNvSpPr>
          <p:nvPr>
            <p:ph type="title" hasCustomPrompt="1"/>
          </p:nvPr>
        </p:nvSpPr>
        <p:spPr>
          <a:xfrm>
            <a:off x="576072"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pic>
        <p:nvPicPr>
          <p:cNvPr id="7" name="Picture 6">
            <a:extLst>
              <a:ext uri="{FF2B5EF4-FFF2-40B4-BE49-F238E27FC236}">
                <a16:creationId xmlns:a16="http://schemas.microsoft.com/office/drawing/2014/main" id="{950F8DA4-AA5F-00A5-3FC7-349A40EA3800}"/>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6726866"/>
            <a:ext cx="12188952" cy="131066"/>
          </a:xfrm>
          <a:prstGeom prst="roundRect">
            <a:avLst>
              <a:gd name="adj" fmla="val 0"/>
            </a:avLst>
          </a:prstGeom>
        </p:spPr>
      </p:pic>
      <p:sp>
        <p:nvSpPr>
          <p:cNvPr id="4" name="TextBox 3">
            <a:extLst>
              <a:ext uri="{FF2B5EF4-FFF2-40B4-BE49-F238E27FC236}">
                <a16:creationId xmlns:a16="http://schemas.microsoft.com/office/drawing/2014/main" id="{47F172CD-14B8-0FBE-0F4C-8C960EE2D5B6}"/>
              </a:ext>
            </a:extLst>
          </p:cNvPr>
          <p:cNvSpPr txBox="1"/>
          <p:nvPr userDrawn="1">
            <p:extLst>
              <p:ext uri="{1162E1C5-73C7-4A58-AE30-91384D911F3F}">
                <p184:classification xmlns:p184="http://schemas.microsoft.com/office/powerpoint/2018/4/main" val="ftr"/>
              </p:ext>
            </p:extLst>
          </p:nvPr>
        </p:nvSpPr>
        <p:spPr>
          <a:xfrm>
            <a:off x="145369" y="6477881"/>
            <a:ext cx="5949107" cy="184666"/>
          </a:xfrm>
          <a:prstGeom prst="rect">
            <a:avLst/>
          </a:prstGeom>
        </p:spPr>
        <p:txBody>
          <a:bodyPr horzOverflow="overflow" wrap="square" lIns="0" tIns="0" rIns="0" bIns="0">
            <a:spAutoFit/>
          </a:bodyPr>
          <a:lstStyle/>
          <a:p>
            <a:pPr algn="l"/>
            <a:r>
              <a:rPr lang="en-US" sz="1200" b="1">
                <a:solidFill>
                  <a:schemeClr val="bg1">
                    <a:lumMod val="50000"/>
                  </a:schemeClr>
                </a:solidFill>
                <a:latin typeface="+mj-lt"/>
              </a:rPr>
              <a:t>Classified as Microsoft Confidential – content under embargo until Nov 18, 2025</a:t>
            </a:r>
          </a:p>
        </p:txBody>
      </p:sp>
    </p:spTree>
    <p:extLst>
      <p:ext uri="{BB962C8B-B14F-4D97-AF65-F5344CB8AC3E}">
        <p14:creationId xmlns:p14="http://schemas.microsoft.com/office/powerpoint/2010/main" val="238316038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25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262EC4-DD39-EB54-3645-F5D77A41AB33}"/>
              </a:ext>
            </a:extLst>
          </p:cNvPr>
          <p:cNvSpPr>
            <a:spLocks noGrp="1"/>
          </p:cNvSpPr>
          <p:nvPr>
            <p:ph type="title"/>
          </p:nvPr>
        </p:nvSpPr>
        <p:spPr>
          <a:xfrm>
            <a:off x="585216" y="-420892"/>
            <a:ext cx="11018520" cy="276999"/>
          </a:xfrm>
        </p:spPr>
        <p:txBody>
          <a:bodyPr vert="horz" wrap="square" lIns="0" tIns="0" rIns="0" bIns="0" rtlCol="0" anchor="t">
            <a:spAutoFit/>
          </a:bodyPr>
          <a:lstStyle>
            <a:lvl1pPr>
              <a:defRPr lang="en-US" sz="1800" dirty="0"/>
            </a:lvl1pPr>
          </a:lstStyle>
          <a:p>
            <a:pPr lvl="0"/>
            <a:r>
              <a:rPr lang="en-US"/>
              <a:t>Click to edit Master title style</a:t>
            </a:r>
          </a:p>
        </p:txBody>
      </p:sp>
    </p:spTree>
    <p:extLst>
      <p:ext uri="{BB962C8B-B14F-4D97-AF65-F5344CB8AC3E}">
        <p14:creationId xmlns:p14="http://schemas.microsoft.com/office/powerpoint/2010/main" val="244692935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58.xml><?xml version="1.0" encoding="utf-8"?>
<p:sldLayout xmlns:a="http://schemas.openxmlformats.org/drawingml/2006/main" xmlns:r="http://schemas.openxmlformats.org/officeDocument/2006/relationships" xmlns:p="http://schemas.openxmlformats.org/presentationml/2006/main" preserve="1">
  <p:cSld name="Blank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4848388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59.xml><?xml version="1.0" encoding="utf-8"?>
<p:sldLayout xmlns:a="http://schemas.openxmlformats.org/drawingml/2006/main" xmlns:r="http://schemas.openxmlformats.org/officeDocument/2006/relationships" xmlns:p="http://schemas.openxmlformats.org/presentationml/2006/main" preserve="1">
  <p:cSld name="Blank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4879492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60.xml><?xml version="1.0" encoding="utf-8"?>
<p:sldLayout xmlns:a="http://schemas.openxmlformats.org/drawingml/2006/main" xmlns:r="http://schemas.openxmlformats.org/officeDocument/2006/relationships" xmlns:p="http://schemas.openxmlformats.org/presentationml/2006/main" preserve="1">
  <p:cSld name="Blank 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7393983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61.xml><?xml version="1.0" encoding="utf-8"?>
<p:sldLayout xmlns:a="http://schemas.openxmlformats.org/drawingml/2006/main" xmlns:r="http://schemas.openxmlformats.org/officeDocument/2006/relationships" xmlns:p="http://schemas.openxmlformats.org/presentationml/2006/main" preserve="1" userDrawn="1">
  <p:cSld name="Content Graphic">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BC87E-4CC9-0F44-6DF9-7F6E2A04362F}"/>
              </a:ext>
            </a:extLst>
          </p:cNvPr>
          <p:cNvSpPr>
            <a:spLocks noGrp="1"/>
          </p:cNvSpPr>
          <p:nvPr>
            <p:ph type="title"/>
          </p:nvPr>
        </p:nvSpPr>
        <p:spPr>
          <a:xfrm>
            <a:off x="913532" y="1008742"/>
            <a:ext cx="10363918" cy="430887"/>
          </a:xfrm>
        </p:spPr>
        <p:txBody>
          <a:bodyPr>
            <a:spAutoFit/>
          </a:bodyPr>
          <a:lstStyle>
            <a:lvl1pPr>
              <a:defRPr>
                <a:solidFill>
                  <a:schemeClr val="tx1"/>
                </a:solidFill>
              </a:defRPr>
            </a:lvl1pPr>
          </a:lstStyle>
          <a:p>
            <a:r>
              <a:rPr lang="en-US"/>
              <a:t>Click to edit Master title style</a:t>
            </a:r>
          </a:p>
        </p:txBody>
      </p:sp>
      <p:sp>
        <p:nvSpPr>
          <p:cNvPr id="4" name="Text Placeholder 4">
            <a:extLst>
              <a:ext uri="{FF2B5EF4-FFF2-40B4-BE49-F238E27FC236}">
                <a16:creationId xmlns:a16="http://schemas.microsoft.com/office/drawing/2014/main" id="{49DBCD25-6DFA-052F-4ED9-1E8C8737F934}"/>
              </a:ext>
            </a:extLst>
          </p:cNvPr>
          <p:cNvSpPr>
            <a:spLocks noGrp="1"/>
          </p:cNvSpPr>
          <p:nvPr>
            <p:ph type="body" sz="quarter" idx="11" hasCustomPrompt="1"/>
          </p:nvPr>
        </p:nvSpPr>
        <p:spPr>
          <a:xfrm>
            <a:off x="913532" y="818242"/>
            <a:ext cx="10363918" cy="184666"/>
          </a:xfrm>
          <a:prstGeom prst="rect">
            <a:avLst/>
          </a:prstGeo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
        <p:nvSpPr>
          <p:cNvPr id="3" name="Content Placeholder 3">
            <a:extLst>
              <a:ext uri="{FF2B5EF4-FFF2-40B4-BE49-F238E27FC236}">
                <a16:creationId xmlns:a16="http://schemas.microsoft.com/office/drawing/2014/main" id="{2155222B-26E4-2F43-D7F5-FC045289128D}"/>
              </a:ext>
            </a:extLst>
          </p:cNvPr>
          <p:cNvSpPr>
            <a:spLocks noGrp="1"/>
          </p:cNvSpPr>
          <p:nvPr>
            <p:ph sz="quarter" idx="10"/>
          </p:nvPr>
        </p:nvSpPr>
        <p:spPr>
          <a:xfrm>
            <a:off x="913382" y="2017712"/>
            <a:ext cx="10364218" cy="4251325"/>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992868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62.xml><?xml version="1.0" encoding="utf-8"?>
<p:sldLayout xmlns:a="http://schemas.openxmlformats.org/drawingml/2006/main" xmlns:r="http://schemas.openxmlformats.org/officeDocument/2006/relationships" xmlns:p="http://schemas.openxmlformats.org/presentationml/2006/main" preserve="1" userDrawn="1">
  <p:cSld name="Content Graphic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96318D53-3286-EAEB-3098-F1081AF276A8}"/>
              </a:ext>
              <a:ext uri="{C183D7F6-B498-43B3-948B-1728B52AA6E4}">
                <adec:decorative xmlns:adec="http://schemas.microsoft.com/office/drawing/2017/decorative" val="1"/>
              </a:ext>
            </a:extLst>
          </p:cNvPr>
          <p:cNvPicPr>
            <a:picLocks noChangeAspect="1"/>
          </p:cNvPicPr>
          <p:nvPr userDrawn="1"/>
        </p:nvPicPr>
        <p:blipFill>
          <a:blip r:embed="rId3">
            <a:extLst>
              <a:ext uri="{BEBA8EAE-BF5A-486C-A8C5-ECC9F3942E4B}">
                <a14:imgProps xmlns:a14="http://schemas.microsoft.com/office/drawing/2010/main">
                  <a14:imgLayer r:embed="rId4">
                    <a14:imgEffect>
                      <a14:brightnessContrast bright="15000"/>
                    </a14:imgEffect>
                  </a14:imgLayer>
                </a14:imgProps>
              </a:ext>
            </a:extLst>
          </a:blip>
          <a:srcRect t="48" b="48"/>
          <a:stretch/>
        </p:blipFill>
        <p:spPr>
          <a:xfrm>
            <a:off x="578642" y="588018"/>
            <a:ext cx="11033446" cy="5681964"/>
          </a:xfrm>
          <a:prstGeom prst="roundRect">
            <a:avLst>
              <a:gd name="adj" fmla="val 2183"/>
            </a:avLst>
          </a:prstGeom>
        </p:spPr>
      </p:pic>
      <p:sp>
        <p:nvSpPr>
          <p:cNvPr id="3" name="Title 1">
            <a:extLst>
              <a:ext uri="{FF2B5EF4-FFF2-40B4-BE49-F238E27FC236}">
                <a16:creationId xmlns:a16="http://schemas.microsoft.com/office/drawing/2014/main" id="{3AD825C2-7FF1-3371-96A7-47B94663743F}"/>
              </a:ext>
            </a:extLst>
          </p:cNvPr>
          <p:cNvSpPr>
            <a:spLocks noGrp="1"/>
          </p:cNvSpPr>
          <p:nvPr>
            <p:ph type="title"/>
          </p:nvPr>
        </p:nvSpPr>
        <p:spPr>
          <a:xfrm>
            <a:off x="913532" y="1008742"/>
            <a:ext cx="10363918" cy="430887"/>
          </a:xfrm>
        </p:spPr>
        <p:txBody>
          <a:bodyPr>
            <a:spAutoFit/>
          </a:bodyPr>
          <a:lstStyle>
            <a:lvl1pPr>
              <a:defRPr>
                <a:solidFill>
                  <a:schemeClr val="tx1"/>
                </a:solidFill>
              </a:defRPr>
            </a:lvl1pPr>
          </a:lstStyle>
          <a:p>
            <a:r>
              <a:rPr lang="en-US"/>
              <a:t>Click to edit Master title style</a:t>
            </a:r>
          </a:p>
        </p:txBody>
      </p:sp>
      <p:sp>
        <p:nvSpPr>
          <p:cNvPr id="2" name="Text Placeholder 4">
            <a:extLst>
              <a:ext uri="{FF2B5EF4-FFF2-40B4-BE49-F238E27FC236}">
                <a16:creationId xmlns:a16="http://schemas.microsoft.com/office/drawing/2014/main" id="{8F683B1D-9A97-8095-D692-BB98BA5D36B9}"/>
              </a:ext>
            </a:extLst>
          </p:cNvPr>
          <p:cNvSpPr>
            <a:spLocks noGrp="1"/>
          </p:cNvSpPr>
          <p:nvPr>
            <p:ph type="body" sz="quarter" idx="11" hasCustomPrompt="1"/>
          </p:nvPr>
        </p:nvSpPr>
        <p:spPr>
          <a:xfrm>
            <a:off x="913532" y="818242"/>
            <a:ext cx="10363918" cy="184666"/>
          </a:xfrm>
          <a:prstGeom prst="rect">
            <a:avLst/>
          </a:prstGeo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
        <p:nvSpPr>
          <p:cNvPr id="4" name="Content Placeholder 3">
            <a:extLst>
              <a:ext uri="{FF2B5EF4-FFF2-40B4-BE49-F238E27FC236}">
                <a16:creationId xmlns:a16="http://schemas.microsoft.com/office/drawing/2014/main" id="{4DDFB201-BF2E-7E3A-CE08-CB33082FCE63}"/>
              </a:ext>
            </a:extLst>
          </p:cNvPr>
          <p:cNvSpPr>
            <a:spLocks noGrp="1"/>
          </p:cNvSpPr>
          <p:nvPr>
            <p:ph sz="quarter" idx="10"/>
          </p:nvPr>
        </p:nvSpPr>
        <p:spPr>
          <a:xfrm>
            <a:off x="913382" y="3708400"/>
            <a:ext cx="2505456" cy="892552"/>
          </a:xfrm>
          <a:prstGeom prst="rect">
            <a:avLst/>
          </a:prstGeom>
        </p:spPr>
        <p:txBody>
          <a:bodyPr/>
          <a:lstStyle>
            <a:lvl1pPr algn="ctr">
              <a:defRPr sz="1600">
                <a:solidFill>
                  <a:schemeClr val="tx1"/>
                </a:solidFill>
                <a:latin typeface="+mn-lt"/>
              </a:defRPr>
            </a:lvl1pPr>
            <a:lvl2pPr algn="ct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p:txBody>
      </p:sp>
      <p:sp>
        <p:nvSpPr>
          <p:cNvPr id="10" name="Content Placeholder 3">
            <a:extLst>
              <a:ext uri="{FF2B5EF4-FFF2-40B4-BE49-F238E27FC236}">
                <a16:creationId xmlns:a16="http://schemas.microsoft.com/office/drawing/2014/main" id="{7FEBBDF5-F084-CF10-5555-E3848FF67896}"/>
              </a:ext>
            </a:extLst>
          </p:cNvPr>
          <p:cNvSpPr>
            <a:spLocks noGrp="1"/>
          </p:cNvSpPr>
          <p:nvPr>
            <p:ph sz="quarter" idx="12"/>
          </p:nvPr>
        </p:nvSpPr>
        <p:spPr>
          <a:xfrm>
            <a:off x="3589909" y="3708400"/>
            <a:ext cx="2505456" cy="892552"/>
          </a:xfrm>
          <a:prstGeom prst="rect">
            <a:avLst/>
          </a:prstGeom>
        </p:spPr>
        <p:txBody>
          <a:bodyPr/>
          <a:lstStyle>
            <a:lvl1pPr algn="ctr">
              <a:defRPr sz="1600">
                <a:solidFill>
                  <a:schemeClr val="tx1"/>
                </a:solidFill>
                <a:latin typeface="+mn-lt"/>
              </a:defRPr>
            </a:lvl1pPr>
            <a:lvl2pPr algn="ct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p:txBody>
      </p:sp>
      <p:sp>
        <p:nvSpPr>
          <p:cNvPr id="11" name="Content Placeholder 3">
            <a:extLst>
              <a:ext uri="{FF2B5EF4-FFF2-40B4-BE49-F238E27FC236}">
                <a16:creationId xmlns:a16="http://schemas.microsoft.com/office/drawing/2014/main" id="{6B949797-8726-7778-B26B-C31DBA688882}"/>
              </a:ext>
            </a:extLst>
          </p:cNvPr>
          <p:cNvSpPr>
            <a:spLocks noGrp="1"/>
          </p:cNvSpPr>
          <p:nvPr>
            <p:ph sz="quarter" idx="13"/>
          </p:nvPr>
        </p:nvSpPr>
        <p:spPr>
          <a:xfrm>
            <a:off x="6266436" y="3708400"/>
            <a:ext cx="2505456" cy="892552"/>
          </a:xfrm>
          <a:prstGeom prst="rect">
            <a:avLst/>
          </a:prstGeom>
        </p:spPr>
        <p:txBody>
          <a:bodyPr/>
          <a:lstStyle>
            <a:lvl1pPr algn="ctr">
              <a:defRPr sz="1600">
                <a:solidFill>
                  <a:schemeClr val="tx1"/>
                </a:solidFill>
                <a:latin typeface="+mn-lt"/>
              </a:defRPr>
            </a:lvl1pPr>
            <a:lvl2pPr algn="ct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p:txBody>
      </p:sp>
      <p:sp>
        <p:nvSpPr>
          <p:cNvPr id="12" name="Content Placeholder 3">
            <a:extLst>
              <a:ext uri="{FF2B5EF4-FFF2-40B4-BE49-F238E27FC236}">
                <a16:creationId xmlns:a16="http://schemas.microsoft.com/office/drawing/2014/main" id="{C68450D2-B84B-EFE2-F1F2-471B2C05B0F2}"/>
              </a:ext>
            </a:extLst>
          </p:cNvPr>
          <p:cNvSpPr>
            <a:spLocks noGrp="1"/>
          </p:cNvSpPr>
          <p:nvPr>
            <p:ph sz="quarter" idx="14"/>
          </p:nvPr>
        </p:nvSpPr>
        <p:spPr>
          <a:xfrm>
            <a:off x="8885671" y="3708400"/>
            <a:ext cx="2505456" cy="892552"/>
          </a:xfrm>
          <a:prstGeom prst="rect">
            <a:avLst/>
          </a:prstGeom>
        </p:spPr>
        <p:txBody>
          <a:bodyPr/>
          <a:lstStyle>
            <a:lvl1pPr algn="ctr">
              <a:defRPr sz="1600">
                <a:solidFill>
                  <a:schemeClr val="tx1"/>
                </a:solidFill>
                <a:latin typeface="+mn-lt"/>
              </a:defRPr>
            </a:lvl1pPr>
            <a:lvl2pPr algn="ct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88036622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63.xml><?xml version="1.0" encoding="utf-8"?>
<p:sldLayout xmlns:a="http://schemas.openxmlformats.org/drawingml/2006/main" xmlns:r="http://schemas.openxmlformats.org/officeDocument/2006/relationships" xmlns:p="http://schemas.openxmlformats.org/presentationml/2006/main" preserve="1" userDrawn="1">
  <p:cSld name="Content Graphic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FB6B235D-925E-935A-C0D1-66A1BCB69698}"/>
              </a:ext>
              <a:ext uri="{C183D7F6-B498-43B3-948B-1728B52AA6E4}">
                <adec:decorative xmlns:adec="http://schemas.microsoft.com/office/drawing/2017/decorative" val="1"/>
              </a:ext>
            </a:extLst>
          </p:cNvPr>
          <p:cNvPicPr>
            <a:picLocks noChangeAspect="1"/>
          </p:cNvPicPr>
          <p:nvPr userDrawn="1"/>
        </p:nvPicPr>
        <p:blipFill>
          <a:blip r:embed="rId3">
            <a:lum bright="10000"/>
            <a:extLst>
              <a:ext uri="{96DAC541-7B7A-43D3-8B79-37D633B846F1}">
                <asvg:svgBlip xmlns:asvg="http://schemas.microsoft.com/office/drawing/2016/SVG/main" r:embed="rId4"/>
              </a:ext>
            </a:extLst>
          </a:blip>
          <a:srcRect l="29" r="29"/>
          <a:stretch/>
        </p:blipFill>
        <p:spPr>
          <a:xfrm>
            <a:off x="578642" y="588018"/>
            <a:ext cx="11033446" cy="5681964"/>
          </a:xfrm>
          <a:prstGeom prst="roundRect">
            <a:avLst>
              <a:gd name="adj" fmla="val 2183"/>
            </a:avLst>
          </a:prstGeom>
        </p:spPr>
      </p:pic>
      <p:sp>
        <p:nvSpPr>
          <p:cNvPr id="3" name="Title 1">
            <a:extLst>
              <a:ext uri="{FF2B5EF4-FFF2-40B4-BE49-F238E27FC236}">
                <a16:creationId xmlns:a16="http://schemas.microsoft.com/office/drawing/2014/main" id="{38A31E95-ADF9-9E3F-1324-0D2A40C31A9D}"/>
              </a:ext>
            </a:extLst>
          </p:cNvPr>
          <p:cNvSpPr>
            <a:spLocks noGrp="1"/>
          </p:cNvSpPr>
          <p:nvPr>
            <p:ph type="title"/>
          </p:nvPr>
        </p:nvSpPr>
        <p:spPr>
          <a:xfrm>
            <a:off x="913532" y="1008742"/>
            <a:ext cx="10363918" cy="430887"/>
          </a:xfrm>
        </p:spPr>
        <p:txBody>
          <a:bodyPr>
            <a:spAutoFit/>
          </a:bodyPr>
          <a:lstStyle>
            <a:lvl1pPr>
              <a:defRPr>
                <a:solidFill>
                  <a:schemeClr val="tx1"/>
                </a:solidFill>
              </a:defRPr>
            </a:lvl1pPr>
          </a:lstStyle>
          <a:p>
            <a:r>
              <a:rPr lang="en-US"/>
              <a:t>Click to edit Master title style</a:t>
            </a:r>
          </a:p>
        </p:txBody>
      </p:sp>
      <p:sp>
        <p:nvSpPr>
          <p:cNvPr id="6" name="Text Placeholder 4">
            <a:extLst>
              <a:ext uri="{FF2B5EF4-FFF2-40B4-BE49-F238E27FC236}">
                <a16:creationId xmlns:a16="http://schemas.microsoft.com/office/drawing/2014/main" id="{BE3AB752-DB9F-C311-68FE-01A729FCF97A}"/>
              </a:ext>
            </a:extLst>
          </p:cNvPr>
          <p:cNvSpPr>
            <a:spLocks noGrp="1"/>
          </p:cNvSpPr>
          <p:nvPr>
            <p:ph type="body" sz="quarter" idx="11" hasCustomPrompt="1"/>
          </p:nvPr>
        </p:nvSpPr>
        <p:spPr>
          <a:xfrm>
            <a:off x="913532" y="818242"/>
            <a:ext cx="10363918" cy="184666"/>
          </a:xfrm>
          <a:prstGeom prst="rect">
            <a:avLst/>
          </a:prstGeo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
        <p:nvSpPr>
          <p:cNvPr id="4" name="Content Placeholder 3">
            <a:extLst>
              <a:ext uri="{FF2B5EF4-FFF2-40B4-BE49-F238E27FC236}">
                <a16:creationId xmlns:a16="http://schemas.microsoft.com/office/drawing/2014/main" id="{855F23D6-B0F2-95EC-6A60-E33F63B03998}"/>
              </a:ext>
            </a:extLst>
          </p:cNvPr>
          <p:cNvSpPr>
            <a:spLocks noGrp="1"/>
          </p:cNvSpPr>
          <p:nvPr>
            <p:ph sz="quarter" idx="10"/>
          </p:nvPr>
        </p:nvSpPr>
        <p:spPr>
          <a:xfrm>
            <a:off x="913382" y="2017712"/>
            <a:ext cx="10364218" cy="4251325"/>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1250358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64.xml><?xml version="1.0" encoding="utf-8"?>
<p:sldLayout xmlns:a="http://schemas.openxmlformats.org/drawingml/2006/main" xmlns:r="http://schemas.openxmlformats.org/officeDocument/2006/relationships" xmlns:p="http://schemas.openxmlformats.org/presentationml/2006/main" preserve="1" userDrawn="1">
  <p:cSld name="Big Numb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E53C62E-72E5-F065-0EA5-5455A61A105D}"/>
              </a:ext>
            </a:extLst>
          </p:cNvPr>
          <p:cNvSpPr>
            <a:spLocks noGrp="1"/>
          </p:cNvSpPr>
          <p:nvPr>
            <p:ph type="title" hasCustomPrompt="1"/>
          </p:nvPr>
        </p:nvSpPr>
        <p:spPr>
          <a:xfrm>
            <a:off x="2147823" y="1778853"/>
            <a:ext cx="7896354" cy="2462213"/>
          </a:xfrm>
        </p:spPr>
        <p:txBody>
          <a:bodyPr/>
          <a:lstStyle>
            <a:lvl1pPr marL="0" indent="0" algn="ctr">
              <a:buFont typeface="Arial" panose="020B0604020202020204" pitchFamily="34" charset="0"/>
              <a:buNone/>
              <a:defRPr sz="16000">
                <a:latin typeface="+mn-lt"/>
              </a:defRPr>
            </a:lvl1pPr>
          </a:lstStyle>
          <a:p>
            <a:r>
              <a:rPr lang="en-US"/>
              <a:t>##</a:t>
            </a:r>
          </a:p>
        </p:txBody>
      </p:sp>
      <p:sp>
        <p:nvSpPr>
          <p:cNvPr id="6" name="Text Placeholder 5">
            <a:extLst>
              <a:ext uri="{FF2B5EF4-FFF2-40B4-BE49-F238E27FC236}">
                <a16:creationId xmlns:a16="http://schemas.microsoft.com/office/drawing/2014/main" id="{E61FDE9D-CE47-EE58-DDEB-A4E2C9956FDB}"/>
              </a:ext>
            </a:extLst>
          </p:cNvPr>
          <p:cNvSpPr>
            <a:spLocks noGrp="1"/>
          </p:cNvSpPr>
          <p:nvPr>
            <p:ph type="body" sz="quarter" idx="10" hasCustomPrompt="1"/>
          </p:nvPr>
        </p:nvSpPr>
        <p:spPr>
          <a:xfrm>
            <a:off x="2146300" y="4253885"/>
            <a:ext cx="7899400" cy="246221"/>
          </a:xfrm>
          <a:prstGeom prst="rect">
            <a:avLst/>
          </a:prstGeom>
        </p:spPr>
        <p:txBody>
          <a:bodyPr/>
          <a:lstStyle>
            <a:lvl1pPr marL="0" indent="0" algn="ctr">
              <a:buNone/>
              <a:defRPr sz="1600"/>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subtext style</a:t>
            </a:r>
          </a:p>
        </p:txBody>
      </p:sp>
      <p:sp>
        <p:nvSpPr>
          <p:cNvPr id="7" name="Text Placeholder 5">
            <a:extLst>
              <a:ext uri="{FF2B5EF4-FFF2-40B4-BE49-F238E27FC236}">
                <a16:creationId xmlns:a16="http://schemas.microsoft.com/office/drawing/2014/main" id="{483921F1-D334-EC88-D639-C6492418B9DD}"/>
              </a:ext>
            </a:extLst>
          </p:cNvPr>
          <p:cNvSpPr>
            <a:spLocks noGrp="1"/>
          </p:cNvSpPr>
          <p:nvPr>
            <p:ph type="body" sz="quarter" idx="11" hasCustomPrompt="1"/>
          </p:nvPr>
        </p:nvSpPr>
        <p:spPr>
          <a:xfrm>
            <a:off x="2146300" y="5384185"/>
            <a:ext cx="7899400" cy="153888"/>
          </a:xfrm>
          <a:prstGeom prst="rect">
            <a:avLst/>
          </a:prstGeom>
        </p:spPr>
        <p:txBody>
          <a:bodyPr/>
          <a:lstStyle>
            <a:lvl1pPr marL="0" indent="0" algn="ctr">
              <a:buNone/>
              <a:defRPr sz="1000"/>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footer style</a:t>
            </a:r>
          </a:p>
        </p:txBody>
      </p:sp>
    </p:spTree>
    <p:extLst>
      <p:ext uri="{BB962C8B-B14F-4D97-AF65-F5344CB8AC3E}">
        <p14:creationId xmlns:p14="http://schemas.microsoft.com/office/powerpoint/2010/main" val="193855346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2">
          <p15:clr>
            <a:srgbClr val="A4A3A4"/>
          </p15:clr>
        </p15:guide>
        <p15:guide id="24" pos="6120">
          <p15:clr>
            <a:srgbClr val="A4A3A4"/>
          </p15:clr>
        </p15:guide>
        <p15:guide id="25" pos="6308">
          <p15:clr>
            <a:srgbClr val="A4A3A4"/>
          </p15:clr>
        </p15:guide>
        <p15:guide id="26" pos="6717">
          <p15:clr>
            <a:srgbClr val="A4A3A4"/>
          </p15:clr>
        </p15:guide>
        <p15:guide id="27" pos="6900">
          <p15:clr>
            <a:srgbClr val="A4A3A4"/>
          </p15:clr>
        </p15:guide>
        <p15:guide id="28" orient="horz" pos="888">
          <p15:clr>
            <a:srgbClr val="5ACBF0"/>
          </p15:clr>
        </p15:guide>
        <p15:guide id="29" orient="horz" pos="1271">
          <p15:clr>
            <a:srgbClr val="5ACBF0"/>
          </p15:clr>
        </p15:guide>
        <p15:guide id="30" orient="horz" pos="288">
          <p15:clr>
            <a:srgbClr val="5ACBF0"/>
          </p15:clr>
        </p15:guide>
      </p15:sldGuideLst>
    </p:ext>
  </p:extLst>
</p:sldLayout>
</file>

<file path=ppt/slideLayouts/slideLayout265.xml><?xml version="1.0" encoding="utf-8"?>
<p:sldLayout xmlns:a="http://schemas.openxmlformats.org/drawingml/2006/main" xmlns:r="http://schemas.openxmlformats.org/officeDocument/2006/relationships" xmlns:p="http://schemas.openxmlformats.org/presentationml/2006/main" preserve="1" userDrawn="1">
  <p:cSld name="Big Number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3">
            <a:extLst>
              <a:ext uri="{FF2B5EF4-FFF2-40B4-BE49-F238E27FC236}">
                <a16:creationId xmlns:a16="http://schemas.microsoft.com/office/drawing/2014/main" id="{4CD05008-D889-2657-9E64-AE1A68432B3A}"/>
              </a:ext>
            </a:extLst>
          </p:cNvPr>
          <p:cNvSpPr>
            <a:spLocks noGrp="1"/>
          </p:cNvSpPr>
          <p:nvPr>
            <p:ph type="title" hasCustomPrompt="1"/>
          </p:nvPr>
        </p:nvSpPr>
        <p:spPr>
          <a:xfrm>
            <a:off x="2147823" y="1778853"/>
            <a:ext cx="7896354" cy="2462213"/>
          </a:xfrm>
        </p:spPr>
        <p:txBody>
          <a:bodyPr/>
          <a:lstStyle>
            <a:lvl1pPr marL="0" indent="0" algn="ctr">
              <a:buFont typeface="Arial" panose="020B0604020202020204" pitchFamily="34" charset="0"/>
              <a:buNone/>
              <a:defRPr sz="16000">
                <a:latin typeface="+mn-lt"/>
              </a:defRPr>
            </a:lvl1pPr>
          </a:lstStyle>
          <a:p>
            <a:r>
              <a:rPr lang="en-US"/>
              <a:t>##</a:t>
            </a:r>
          </a:p>
        </p:txBody>
      </p:sp>
      <p:sp>
        <p:nvSpPr>
          <p:cNvPr id="4" name="Text Placeholder 5">
            <a:extLst>
              <a:ext uri="{FF2B5EF4-FFF2-40B4-BE49-F238E27FC236}">
                <a16:creationId xmlns:a16="http://schemas.microsoft.com/office/drawing/2014/main" id="{B90B9417-A140-ED0E-9B15-EC46E435206D}"/>
              </a:ext>
            </a:extLst>
          </p:cNvPr>
          <p:cNvSpPr>
            <a:spLocks noGrp="1"/>
          </p:cNvSpPr>
          <p:nvPr>
            <p:ph type="body" sz="quarter" idx="10" hasCustomPrompt="1"/>
          </p:nvPr>
        </p:nvSpPr>
        <p:spPr>
          <a:xfrm>
            <a:off x="2146300" y="4253885"/>
            <a:ext cx="7899400" cy="246221"/>
          </a:xfrm>
          <a:prstGeom prst="rect">
            <a:avLst/>
          </a:prstGeom>
        </p:spPr>
        <p:txBody>
          <a:bodyPr/>
          <a:lstStyle>
            <a:lvl1pPr marL="0" indent="0" algn="ctr">
              <a:buNone/>
              <a:defRPr sz="1600"/>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subtext style</a:t>
            </a:r>
          </a:p>
        </p:txBody>
      </p:sp>
      <p:sp>
        <p:nvSpPr>
          <p:cNvPr id="5" name="Text Placeholder 5">
            <a:extLst>
              <a:ext uri="{FF2B5EF4-FFF2-40B4-BE49-F238E27FC236}">
                <a16:creationId xmlns:a16="http://schemas.microsoft.com/office/drawing/2014/main" id="{AE6AC568-C052-9C82-938A-92DB6B485D9D}"/>
              </a:ext>
            </a:extLst>
          </p:cNvPr>
          <p:cNvSpPr>
            <a:spLocks noGrp="1"/>
          </p:cNvSpPr>
          <p:nvPr>
            <p:ph type="body" sz="quarter" idx="11" hasCustomPrompt="1"/>
          </p:nvPr>
        </p:nvSpPr>
        <p:spPr>
          <a:xfrm>
            <a:off x="2146300" y="5384185"/>
            <a:ext cx="7899400" cy="153888"/>
          </a:xfrm>
          <a:prstGeom prst="rect">
            <a:avLst/>
          </a:prstGeom>
        </p:spPr>
        <p:txBody>
          <a:bodyPr/>
          <a:lstStyle>
            <a:lvl1pPr marL="0" indent="0" algn="ctr">
              <a:buNone/>
              <a:defRPr sz="1000"/>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footer style</a:t>
            </a:r>
          </a:p>
        </p:txBody>
      </p:sp>
    </p:spTree>
    <p:extLst>
      <p:ext uri="{BB962C8B-B14F-4D97-AF65-F5344CB8AC3E}">
        <p14:creationId xmlns:p14="http://schemas.microsoft.com/office/powerpoint/2010/main" val="121180655"/>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66.xml><?xml version="1.0" encoding="utf-8"?>
<p:sldLayout xmlns:a="http://schemas.openxmlformats.org/drawingml/2006/main" xmlns:r="http://schemas.openxmlformats.org/officeDocument/2006/relationships" xmlns:p="http://schemas.openxmlformats.org/presentationml/2006/main" preserve="1" userDrawn="1">
  <p:cSld name="Big Number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3">
            <a:extLst>
              <a:ext uri="{FF2B5EF4-FFF2-40B4-BE49-F238E27FC236}">
                <a16:creationId xmlns:a16="http://schemas.microsoft.com/office/drawing/2014/main" id="{F1F03AAB-35E4-75D5-BC32-B2CE3D93644D}"/>
              </a:ext>
            </a:extLst>
          </p:cNvPr>
          <p:cNvSpPr>
            <a:spLocks noGrp="1"/>
          </p:cNvSpPr>
          <p:nvPr>
            <p:ph type="title" hasCustomPrompt="1"/>
          </p:nvPr>
        </p:nvSpPr>
        <p:spPr>
          <a:xfrm>
            <a:off x="2147823" y="1778853"/>
            <a:ext cx="7896354" cy="2462213"/>
          </a:xfrm>
        </p:spPr>
        <p:txBody>
          <a:bodyPr/>
          <a:lstStyle>
            <a:lvl1pPr marL="0" indent="0" algn="ctr">
              <a:buFont typeface="Arial" panose="020B0604020202020204" pitchFamily="34" charset="0"/>
              <a:buNone/>
              <a:defRPr sz="16000">
                <a:latin typeface="+mn-lt"/>
              </a:defRPr>
            </a:lvl1pPr>
          </a:lstStyle>
          <a:p>
            <a:r>
              <a:rPr lang="en-US"/>
              <a:t>##</a:t>
            </a:r>
          </a:p>
        </p:txBody>
      </p:sp>
      <p:sp>
        <p:nvSpPr>
          <p:cNvPr id="4" name="Text Placeholder 5">
            <a:extLst>
              <a:ext uri="{FF2B5EF4-FFF2-40B4-BE49-F238E27FC236}">
                <a16:creationId xmlns:a16="http://schemas.microsoft.com/office/drawing/2014/main" id="{D1F2F5D4-3A80-B49A-353F-38D18DF589C8}"/>
              </a:ext>
            </a:extLst>
          </p:cNvPr>
          <p:cNvSpPr>
            <a:spLocks noGrp="1"/>
          </p:cNvSpPr>
          <p:nvPr>
            <p:ph type="body" sz="quarter" idx="10" hasCustomPrompt="1"/>
          </p:nvPr>
        </p:nvSpPr>
        <p:spPr>
          <a:xfrm>
            <a:off x="2146300" y="4253885"/>
            <a:ext cx="7899400" cy="246221"/>
          </a:xfrm>
          <a:prstGeom prst="rect">
            <a:avLst/>
          </a:prstGeom>
        </p:spPr>
        <p:txBody>
          <a:bodyPr/>
          <a:lstStyle>
            <a:lvl1pPr marL="0" indent="0" algn="ctr">
              <a:buNone/>
              <a:defRPr sz="1600"/>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subtext style</a:t>
            </a:r>
          </a:p>
        </p:txBody>
      </p:sp>
      <p:sp>
        <p:nvSpPr>
          <p:cNvPr id="5" name="Text Placeholder 5">
            <a:extLst>
              <a:ext uri="{FF2B5EF4-FFF2-40B4-BE49-F238E27FC236}">
                <a16:creationId xmlns:a16="http://schemas.microsoft.com/office/drawing/2014/main" id="{E7DA8D6A-DC14-6890-FE2C-FDB67210F327}"/>
              </a:ext>
            </a:extLst>
          </p:cNvPr>
          <p:cNvSpPr>
            <a:spLocks noGrp="1"/>
          </p:cNvSpPr>
          <p:nvPr>
            <p:ph type="body" sz="quarter" idx="11" hasCustomPrompt="1"/>
          </p:nvPr>
        </p:nvSpPr>
        <p:spPr>
          <a:xfrm>
            <a:off x="2146300" y="5384185"/>
            <a:ext cx="7899400" cy="153888"/>
          </a:xfrm>
          <a:prstGeom prst="rect">
            <a:avLst/>
          </a:prstGeom>
        </p:spPr>
        <p:txBody>
          <a:bodyPr/>
          <a:lstStyle>
            <a:lvl1pPr marL="0" indent="0" algn="ctr">
              <a:buNone/>
              <a:defRPr sz="1000"/>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footer style</a:t>
            </a:r>
          </a:p>
        </p:txBody>
      </p:sp>
    </p:spTree>
    <p:extLst>
      <p:ext uri="{BB962C8B-B14F-4D97-AF65-F5344CB8AC3E}">
        <p14:creationId xmlns:p14="http://schemas.microsoft.com/office/powerpoint/2010/main" val="167159883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67.xml><?xml version="1.0" encoding="utf-8"?>
<p:sldLayout xmlns:a="http://schemas.openxmlformats.org/drawingml/2006/main" xmlns:r="http://schemas.openxmlformats.org/officeDocument/2006/relationships" xmlns:p="http://schemas.openxmlformats.org/presentationml/2006/main" preserve="1" userDrawn="1">
  <p:cSld name="Quote Slide">
    <p:bg>
      <p:bgPr>
        <a:solidFill>
          <a:srgbClr val="FFF8F3"/>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728B26F-D58F-C59C-79A9-B632CC130CA9}"/>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4925569"/>
            <a:ext cx="12192000" cy="1932431"/>
          </a:xfrm>
          <a:prstGeom prst="rect">
            <a:avLst/>
          </a:prstGeom>
        </p:spPr>
      </p:pic>
      <p:sp>
        <p:nvSpPr>
          <p:cNvPr id="2" name="Title 1">
            <a:extLst>
              <a:ext uri="{FF2B5EF4-FFF2-40B4-BE49-F238E27FC236}">
                <a16:creationId xmlns:a16="http://schemas.microsoft.com/office/drawing/2014/main" id="{4C7EB123-B336-56F7-07B9-7157FE92A3BD}"/>
              </a:ext>
            </a:extLst>
          </p:cNvPr>
          <p:cNvSpPr>
            <a:spLocks noGrp="1"/>
          </p:cNvSpPr>
          <p:nvPr>
            <p:ph type="title" hasCustomPrompt="1"/>
          </p:nvPr>
        </p:nvSpPr>
        <p:spPr>
          <a:xfrm>
            <a:off x="576072" y="3121223"/>
            <a:ext cx="5958557" cy="307777"/>
          </a:xfrm>
        </p:spPr>
        <p:txBody>
          <a:bodyPr anchor="b" anchorCtr="0"/>
          <a:lstStyle>
            <a:lvl1pPr>
              <a:defRPr sz="2000">
                <a:latin typeface="+mn-lt"/>
              </a:defRPr>
            </a:lvl1pPr>
          </a:lstStyle>
          <a:p>
            <a:r>
              <a:rPr lang="en-US"/>
              <a:t>Click to edit quote style</a:t>
            </a:r>
          </a:p>
        </p:txBody>
      </p:sp>
      <p:sp>
        <p:nvSpPr>
          <p:cNvPr id="6" name="Text Placeholder 5">
            <a:extLst>
              <a:ext uri="{FF2B5EF4-FFF2-40B4-BE49-F238E27FC236}">
                <a16:creationId xmlns:a16="http://schemas.microsoft.com/office/drawing/2014/main" id="{E17E51B3-B187-5510-113C-862CE543F9DF}"/>
              </a:ext>
            </a:extLst>
          </p:cNvPr>
          <p:cNvSpPr>
            <a:spLocks noGrp="1"/>
          </p:cNvSpPr>
          <p:nvPr>
            <p:ph type="body" sz="quarter" idx="10" hasCustomPrompt="1"/>
          </p:nvPr>
        </p:nvSpPr>
        <p:spPr>
          <a:xfrm>
            <a:off x="576072" y="3647032"/>
            <a:ext cx="5957887" cy="246221"/>
          </a:xfrm>
          <a:prstGeom prst="rect">
            <a:avLst/>
          </a:prstGeom>
        </p:spPr>
        <p:txBody>
          <a:bodyPr/>
          <a:lstStyle>
            <a:lvl1pPr marL="0" indent="0" algn="r">
              <a:buNone/>
              <a:defRPr sz="1600"/>
            </a:lvl1pPr>
          </a:lstStyle>
          <a:p>
            <a:pPr lvl="0"/>
            <a:r>
              <a:rPr lang="en-US"/>
              <a:t>Quote author, Title, Organization</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4F713963-A5EA-2AC4-41B1-2A1162C6E1A4}"/>
              </a:ext>
            </a:extLst>
          </p:cNvPr>
          <p:cNvSpPr>
            <a:spLocks noGrp="1"/>
          </p:cNvSpPr>
          <p:nvPr>
            <p:ph type="pic" sz="quarter" idx="11" hasCustomPrompt="1"/>
          </p:nvPr>
        </p:nvSpPr>
        <p:spPr bwMode="ltGray">
          <a:xfrm>
            <a:off x="7505699" y="1371600"/>
            <a:ext cx="4114800" cy="4114800"/>
          </a:xfrm>
          <a:prstGeom prst="roundRect">
            <a:avLst>
              <a:gd name="adj" fmla="val 2602"/>
            </a:avLst>
          </a:prstGeom>
          <a:blipFill>
            <a:blip r:embed="rId3" cstate="email">
              <a:extLst>
                <a:ext uri="{28A0092B-C50C-407E-A947-70E740481C1C}">
                  <a14:useLocalDpi xmlns:a14="http://schemas.microsoft.com/office/drawing/2010/main"/>
                </a:ext>
              </a:extLst>
            </a:blip>
            <a:stretch>
              <a:fillRect/>
            </a:stretch>
          </a:blipFill>
        </p:spPr>
        <p:txBody>
          <a:bodyPr lIns="0" tIns="1188720" rIns="0" anchor="t" anchorCtr="0">
            <a:noAutofit/>
          </a:bodyPr>
          <a:lstStyle>
            <a:lvl1pPr marL="0" indent="0" algn="ctr">
              <a:lnSpc>
                <a:spcPct val="100000"/>
              </a:lnSpc>
              <a:buNone/>
              <a:defRPr sz="12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pic>
        <p:nvPicPr>
          <p:cNvPr id="8" name="Graphic 7" descr="Quote mark">
            <a:extLst>
              <a:ext uri="{FF2B5EF4-FFF2-40B4-BE49-F238E27FC236}">
                <a16:creationId xmlns:a16="http://schemas.microsoft.com/office/drawing/2014/main" id="{64077A7A-76A3-4EA6-6BF5-2CFADD74DE4B}"/>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rot="10800000">
            <a:off x="570830" y="585788"/>
            <a:ext cx="674370" cy="587754"/>
          </a:xfrm>
          <a:prstGeom prst="rect">
            <a:avLst/>
          </a:prstGeom>
        </p:spPr>
      </p:pic>
    </p:spTree>
    <p:extLst>
      <p:ext uri="{BB962C8B-B14F-4D97-AF65-F5344CB8AC3E}">
        <p14:creationId xmlns:p14="http://schemas.microsoft.com/office/powerpoint/2010/main" val="442198057"/>
      </p:ext>
    </p:extLst>
  </p:cSld>
  <p:clrMapOvr>
    <a:masterClrMapping/>
  </p:clrMapOvr>
  <p:transition>
    <p:fade/>
  </p:transition>
  <p:extLst>
    <p:ext uri="{DCECCB84-F9BA-43D5-87BE-67443E8EF086}">
      <p15:sldGuideLst xmlns:p15="http://schemas.microsoft.com/office/powerpoint/2012/main">
        <p15:guide id="1" orient="horz" pos="2184">
          <p15:clr>
            <a:srgbClr val="FBAE40"/>
          </p15:clr>
        </p15:guide>
        <p15:guide id="2" pos="3528">
          <p15:clr>
            <a:srgbClr val="FBAE40"/>
          </p15:clr>
        </p15:guide>
        <p15:guide id="3" pos="3168">
          <p15:clr>
            <a:srgbClr val="FBAE40"/>
          </p15:clr>
        </p15:guide>
      </p15:sldGuideLst>
    </p:ext>
  </p:extLst>
</p:sldLayout>
</file>

<file path=ppt/slideLayouts/slideLayout268.xml><?xml version="1.0" encoding="utf-8"?>
<p:sldLayout xmlns:a="http://schemas.openxmlformats.org/drawingml/2006/main" xmlns:r="http://schemas.openxmlformats.org/officeDocument/2006/relationships" xmlns:p="http://schemas.openxmlformats.org/presentationml/2006/main" preserve="1" userDrawn="1">
  <p:cSld name="Quote Slide 2">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7EB123-B336-56F7-07B9-7157FE92A3BD}"/>
              </a:ext>
            </a:extLst>
          </p:cNvPr>
          <p:cNvSpPr>
            <a:spLocks noGrp="1"/>
          </p:cNvSpPr>
          <p:nvPr>
            <p:ph type="title" hasCustomPrompt="1"/>
          </p:nvPr>
        </p:nvSpPr>
        <p:spPr>
          <a:xfrm>
            <a:off x="2549561" y="3159323"/>
            <a:ext cx="5958557" cy="307777"/>
          </a:xfrm>
        </p:spPr>
        <p:txBody>
          <a:bodyPr anchor="b" anchorCtr="0"/>
          <a:lstStyle>
            <a:lvl1pPr>
              <a:defRPr sz="2000">
                <a:solidFill>
                  <a:schemeClr val="bg1"/>
                </a:solidFill>
                <a:latin typeface="+mn-lt"/>
              </a:defRPr>
            </a:lvl1pPr>
          </a:lstStyle>
          <a:p>
            <a:r>
              <a:rPr lang="en-US"/>
              <a:t>Click to edit quote style</a:t>
            </a:r>
          </a:p>
        </p:txBody>
      </p:sp>
      <p:sp>
        <p:nvSpPr>
          <p:cNvPr id="6" name="Text Placeholder 5">
            <a:extLst>
              <a:ext uri="{FF2B5EF4-FFF2-40B4-BE49-F238E27FC236}">
                <a16:creationId xmlns:a16="http://schemas.microsoft.com/office/drawing/2014/main" id="{E17E51B3-B187-5510-113C-862CE543F9DF}"/>
              </a:ext>
            </a:extLst>
          </p:cNvPr>
          <p:cNvSpPr>
            <a:spLocks noGrp="1"/>
          </p:cNvSpPr>
          <p:nvPr>
            <p:ph type="body" sz="quarter" idx="10" hasCustomPrompt="1"/>
          </p:nvPr>
        </p:nvSpPr>
        <p:spPr>
          <a:xfrm>
            <a:off x="2549561" y="3647032"/>
            <a:ext cx="5957887" cy="246221"/>
          </a:xfrm>
          <a:prstGeom prst="rect">
            <a:avLst/>
          </a:prstGeom>
        </p:spPr>
        <p:txBody>
          <a:bodyPr/>
          <a:lstStyle>
            <a:lvl1pPr marL="0" indent="0" algn="r">
              <a:buNone/>
              <a:defRPr sz="1600">
                <a:solidFill>
                  <a:schemeClr val="bg1"/>
                </a:solidFill>
              </a:defRPr>
            </a:lvl1pPr>
          </a:lstStyle>
          <a:p>
            <a:pPr lvl="0"/>
            <a:r>
              <a:rPr lang="en-US"/>
              <a:t>Quote author, Title, Organization</a:t>
            </a:r>
          </a:p>
        </p:txBody>
      </p:sp>
      <p:pic>
        <p:nvPicPr>
          <p:cNvPr id="8" name="Graphic 7" descr="Quote mark">
            <a:extLst>
              <a:ext uri="{FF2B5EF4-FFF2-40B4-BE49-F238E27FC236}">
                <a16:creationId xmlns:a16="http://schemas.microsoft.com/office/drawing/2014/main" id="{64077A7A-76A3-4EA6-6BF5-2CFADD74DE4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0800000">
            <a:off x="571500" y="585788"/>
            <a:ext cx="674370" cy="587754"/>
          </a:xfrm>
          <a:prstGeom prst="rect">
            <a:avLst/>
          </a:prstGeom>
        </p:spPr>
      </p:pic>
      <p:pic>
        <p:nvPicPr>
          <p:cNvPr id="3" name="Graphic 2" descr="Quote mark">
            <a:extLst>
              <a:ext uri="{FF2B5EF4-FFF2-40B4-BE49-F238E27FC236}">
                <a16:creationId xmlns:a16="http://schemas.microsoft.com/office/drawing/2014/main" id="{3884F2AA-E820-B43C-3C64-DA0CC8A6998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134846" y="5845760"/>
            <a:ext cx="485654" cy="423277"/>
          </a:xfrm>
          <a:prstGeom prst="rect">
            <a:avLst/>
          </a:prstGeom>
        </p:spPr>
      </p:pic>
    </p:spTree>
    <p:extLst>
      <p:ext uri="{BB962C8B-B14F-4D97-AF65-F5344CB8AC3E}">
        <p14:creationId xmlns:p14="http://schemas.microsoft.com/office/powerpoint/2010/main" val="214756979"/>
      </p:ext>
    </p:extLst>
  </p:cSld>
  <p:clrMapOvr>
    <a:masterClrMapping/>
  </p:clrMapOvr>
  <p:transition>
    <p:fade/>
  </p:transition>
  <p:extLst>
    <p:ext uri="{DCECCB84-F9BA-43D5-87BE-67443E8EF086}">
      <p15:sldGuideLst xmlns:p15="http://schemas.microsoft.com/office/powerpoint/2012/main">
        <p15:guide id="1" orient="horz" pos="2184">
          <p15:clr>
            <a:srgbClr val="FBAE40"/>
          </p15:clr>
        </p15:guide>
        <p15:guide id="2" pos="3528">
          <p15:clr>
            <a:srgbClr val="FBAE40"/>
          </p15:clr>
        </p15:guide>
        <p15:guide id="3" pos="3168">
          <p15:clr>
            <a:srgbClr val="FBAE40"/>
          </p15:clr>
        </p15:guide>
      </p15:sldGuideLst>
    </p:ext>
  </p:extLst>
</p:sldLayout>
</file>

<file path=ppt/slideLayouts/slideLayout269.xml><?xml version="1.0" encoding="utf-8"?>
<p:sldLayout xmlns:a="http://schemas.openxmlformats.org/drawingml/2006/main" xmlns:r="http://schemas.openxmlformats.org/officeDocument/2006/relationships" xmlns:p="http://schemas.openxmlformats.org/presentationml/2006/main" preserve="1" userDrawn="1">
  <p:cSld name="Prompt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B7F9270-AED1-98AC-8B18-BC521548F627}"/>
              </a:ext>
            </a:extLst>
          </p:cNvPr>
          <p:cNvSpPr>
            <a:spLocks noGrp="1"/>
          </p:cNvSpPr>
          <p:nvPr>
            <p:ph type="title"/>
          </p:nvPr>
        </p:nvSpPr>
        <p:spPr/>
        <p:txBody>
          <a:bodyPr/>
          <a:lstStyle/>
          <a:p>
            <a:r>
              <a:rPr lang="en-US"/>
              <a:t>Click to edit Master title style</a:t>
            </a:r>
          </a:p>
        </p:txBody>
      </p:sp>
      <p:sp>
        <p:nvSpPr>
          <p:cNvPr id="8" name="Text Placeholder 7">
            <a:extLst>
              <a:ext uri="{FF2B5EF4-FFF2-40B4-BE49-F238E27FC236}">
                <a16:creationId xmlns:a16="http://schemas.microsoft.com/office/drawing/2014/main" id="{193FD22E-D362-78A6-2219-103E4138CA05}"/>
              </a:ext>
            </a:extLst>
          </p:cNvPr>
          <p:cNvSpPr>
            <a:spLocks noGrp="1"/>
          </p:cNvSpPr>
          <p:nvPr>
            <p:ph type="body" sz="quarter" idx="10"/>
          </p:nvPr>
        </p:nvSpPr>
        <p:spPr>
          <a:xfrm>
            <a:off x="4228113" y="2204106"/>
            <a:ext cx="3770601" cy="696337"/>
          </a:xfrm>
          <a:prstGeom prst="roundRect">
            <a:avLst>
              <a:gd name="adj" fmla="val 12775"/>
            </a:avLst>
          </a:prstGeom>
          <a:gradFill flip="none" rotWithShape="1">
            <a:gsLst>
              <a:gs pos="0">
                <a:schemeClr val="bg1">
                  <a:alpha val="25000"/>
                </a:schemeClr>
              </a:gs>
              <a:gs pos="100000">
                <a:schemeClr val="bg1"/>
              </a:gs>
            </a:gsLst>
            <a:path path="circle">
              <a:fillToRect l="100000" t="100000"/>
            </a:path>
            <a:tileRect r="-100000" b="-100000"/>
          </a:gradFill>
          <a:ln w="12700">
            <a:solidFill>
              <a:schemeClr val="bg1"/>
            </a:solidFill>
          </a:ln>
        </p:spPr>
        <p:txBody>
          <a:bodyPr wrap="square" lIns="274320" tIns="182880" rIns="274320" bIns="182880" anchor="ctr" anchorCtr="0"/>
          <a:lstStyle>
            <a:lvl1pPr marL="0" indent="0" algn="ctr">
              <a:buNone/>
              <a:defRPr/>
            </a:lvl1pPr>
            <a:lvl2pPr marL="228600" indent="0">
              <a:buNone/>
              <a:defRPr/>
            </a:lvl2pPr>
          </a:lstStyle>
          <a:p>
            <a:pPr lvl="0"/>
            <a:r>
              <a:rPr lang="en-US"/>
              <a:t>Click to edit Master text styles</a:t>
            </a:r>
          </a:p>
        </p:txBody>
      </p:sp>
      <p:sp>
        <p:nvSpPr>
          <p:cNvPr id="9" name="Text Placeholder 7">
            <a:extLst>
              <a:ext uri="{FF2B5EF4-FFF2-40B4-BE49-F238E27FC236}">
                <a16:creationId xmlns:a16="http://schemas.microsoft.com/office/drawing/2014/main" id="{ED89376E-3BB0-0414-9125-A137EF9F4E8D}"/>
              </a:ext>
            </a:extLst>
          </p:cNvPr>
          <p:cNvSpPr>
            <a:spLocks noGrp="1"/>
          </p:cNvSpPr>
          <p:nvPr>
            <p:ph type="body" sz="quarter" idx="11"/>
          </p:nvPr>
        </p:nvSpPr>
        <p:spPr>
          <a:xfrm>
            <a:off x="4228113" y="3301386"/>
            <a:ext cx="3770601" cy="696337"/>
          </a:xfrm>
          <a:prstGeom prst="roundRect">
            <a:avLst>
              <a:gd name="adj" fmla="val 12775"/>
            </a:avLst>
          </a:prstGeom>
          <a:gradFill flip="none" rotWithShape="1">
            <a:gsLst>
              <a:gs pos="0">
                <a:schemeClr val="bg1">
                  <a:alpha val="25000"/>
                </a:schemeClr>
              </a:gs>
              <a:gs pos="100000">
                <a:schemeClr val="bg1"/>
              </a:gs>
            </a:gsLst>
            <a:path path="circle">
              <a:fillToRect l="100000" t="100000"/>
            </a:path>
            <a:tileRect r="-100000" b="-100000"/>
          </a:gradFill>
          <a:ln w="12700">
            <a:solidFill>
              <a:schemeClr val="bg1"/>
            </a:solidFill>
          </a:ln>
        </p:spPr>
        <p:txBody>
          <a:bodyPr wrap="square" lIns="274320" tIns="182880" rIns="274320" bIns="182880" anchor="ctr" anchorCtr="0"/>
          <a:lstStyle>
            <a:lvl1pPr marL="0" indent="0" algn="ctr">
              <a:buNone/>
              <a:defRPr/>
            </a:lvl1pPr>
            <a:lvl2pPr marL="228600" indent="0">
              <a:buNone/>
              <a:defRPr/>
            </a:lvl2pPr>
          </a:lstStyle>
          <a:p>
            <a:pPr lvl="0"/>
            <a:r>
              <a:rPr lang="en-US"/>
              <a:t>Click to edit Master text styles</a:t>
            </a:r>
          </a:p>
        </p:txBody>
      </p:sp>
      <p:sp>
        <p:nvSpPr>
          <p:cNvPr id="10" name="Text Placeholder 7">
            <a:extLst>
              <a:ext uri="{FF2B5EF4-FFF2-40B4-BE49-F238E27FC236}">
                <a16:creationId xmlns:a16="http://schemas.microsoft.com/office/drawing/2014/main" id="{8D545552-38C6-59C4-C664-F1E24F0794B7}"/>
              </a:ext>
            </a:extLst>
          </p:cNvPr>
          <p:cNvSpPr>
            <a:spLocks noGrp="1"/>
          </p:cNvSpPr>
          <p:nvPr>
            <p:ph type="body" sz="quarter" idx="12"/>
          </p:nvPr>
        </p:nvSpPr>
        <p:spPr>
          <a:xfrm>
            <a:off x="4228113" y="4398666"/>
            <a:ext cx="3770601" cy="696337"/>
          </a:xfrm>
          <a:prstGeom prst="roundRect">
            <a:avLst>
              <a:gd name="adj" fmla="val 12775"/>
            </a:avLst>
          </a:prstGeom>
          <a:gradFill flip="none" rotWithShape="1">
            <a:gsLst>
              <a:gs pos="0">
                <a:schemeClr val="bg1">
                  <a:alpha val="25000"/>
                </a:schemeClr>
              </a:gs>
              <a:gs pos="100000">
                <a:schemeClr val="bg1"/>
              </a:gs>
            </a:gsLst>
            <a:path path="circle">
              <a:fillToRect l="100000" t="100000"/>
            </a:path>
            <a:tileRect r="-100000" b="-100000"/>
          </a:gradFill>
          <a:ln w="12700">
            <a:solidFill>
              <a:schemeClr val="bg1"/>
            </a:solidFill>
          </a:ln>
        </p:spPr>
        <p:txBody>
          <a:bodyPr wrap="square" lIns="274320" tIns="182880" rIns="274320" bIns="182880" anchor="ctr" anchorCtr="0"/>
          <a:lstStyle>
            <a:lvl1pPr marL="0" indent="0" algn="ctr">
              <a:buNone/>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1747618430"/>
      </p:ext>
    </p:extLst>
  </p:cSld>
  <p:clrMapOvr>
    <a:masterClrMapping/>
  </p:clrMapOvr>
  <p:transition>
    <p:fade/>
  </p:transition>
</p:sldLayout>
</file>

<file path=ppt/slideLayouts/slideLayout270.xml><?xml version="1.0" encoding="utf-8"?>
<p:sldLayout xmlns:a="http://schemas.openxmlformats.org/drawingml/2006/main" xmlns:r="http://schemas.openxmlformats.org/officeDocument/2006/relationships" xmlns:p="http://schemas.openxmlformats.org/presentationml/2006/main" preserve="1" userDrawn="1">
  <p:cSld name="1_Prompt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B7F9270-AED1-98AC-8B18-BC521548F627}"/>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748601723"/>
      </p:ext>
    </p:extLst>
  </p:cSld>
  <p:clrMapOvr>
    <a:masterClrMapping/>
  </p:clrMapOvr>
  <p:transition>
    <p:fade/>
  </p:transition>
</p:sldLayout>
</file>

<file path=ppt/slideLayouts/slideLayout271.xml><?xml version="1.0" encoding="utf-8"?>
<p:sldLayout xmlns:a="http://schemas.openxmlformats.org/drawingml/2006/main" xmlns:r="http://schemas.openxmlformats.org/officeDocument/2006/relationships" xmlns:p="http://schemas.openxmlformats.org/presentationml/2006/main" preserve="1">
  <p:cSld name="Developer Code Layout">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636FE-845C-418D-82A1-1DA6DB73D781}"/>
              </a:ext>
            </a:extLst>
          </p:cNvPr>
          <p:cNvSpPr>
            <a:spLocks noGrp="1"/>
          </p:cNvSpPr>
          <p:nvPr>
            <p:ph type="title"/>
          </p:nvPr>
        </p:nvSpPr>
        <p:spPr/>
        <p:txBody>
          <a:bodyPr anchor="ctr"/>
          <a:lstStyle/>
          <a:p>
            <a:r>
              <a:rPr lang="en-US"/>
              <a:t>Click to edit Master title style</a:t>
            </a:r>
          </a:p>
        </p:txBody>
      </p:sp>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p:nvSpPr>
        <p:spPr bwMode="auto">
          <a:xfrm>
            <a:off x="0" y="1436688"/>
            <a:ext cx="12192000" cy="542131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Sans Display" pitchFamily="2" charset="0"/>
            </a:endParaRPr>
          </a:p>
        </p:txBody>
      </p:sp>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1436688"/>
            <a:ext cx="3788358" cy="446148"/>
          </a:xfrm>
          <a:prstGeom prst="rect">
            <a:avLst/>
          </a:prstGeo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2099310"/>
            <a:ext cx="11018520" cy="369332"/>
          </a:xfrm>
          <a:prstGeom prst="rect">
            <a:avLst/>
          </a:prstGeo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553" indent="0">
              <a:buNone/>
              <a:tabLst>
                <a:tab pos="344488" algn="l"/>
              </a:tabLst>
              <a:defRPr sz="2400">
                <a:solidFill>
                  <a:schemeClr val="tx1"/>
                </a:solidFill>
                <a:latin typeface="Consolas" panose="020B0609020204030204" pitchFamily="49" charset="0"/>
                <a:cs typeface="Consolas" panose="020B0609020204030204" pitchFamily="49" charset="0"/>
              </a:defRPr>
            </a:lvl2pPr>
            <a:lvl3pPr marL="584607" indent="0">
              <a:buNone/>
              <a:tabLst>
                <a:tab pos="569913" algn="l"/>
              </a:tabLst>
              <a:defRPr sz="2400">
                <a:solidFill>
                  <a:schemeClr val="tx1"/>
                </a:solidFill>
                <a:latin typeface="Consolas" panose="020B0609020204030204" pitchFamily="49" charset="0"/>
                <a:cs typeface="Consolas" panose="020B0609020204030204" pitchFamily="49" charset="0"/>
              </a:defRPr>
            </a:lvl3pPr>
            <a:lvl4pPr marL="814563" indent="0">
              <a:buNone/>
              <a:tabLst>
                <a:tab pos="800100" algn="l"/>
              </a:tabLst>
              <a:defRPr sz="2400">
                <a:solidFill>
                  <a:schemeClr val="tx1"/>
                </a:solidFill>
                <a:latin typeface="Consolas" panose="020B0609020204030204" pitchFamily="49" charset="0"/>
                <a:cs typeface="Consolas" panose="020B0609020204030204" pitchFamily="49" charset="0"/>
              </a:defRPr>
            </a:lvl4pPr>
            <a:lvl5pPr marL="1050997" indent="0">
              <a:buNone/>
              <a:tabLst>
                <a:tab pos="1028700" algn="l"/>
              </a:tabLst>
              <a:defRPr sz="24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p:txBody>
      </p:sp>
    </p:spTree>
    <p:extLst>
      <p:ext uri="{BB962C8B-B14F-4D97-AF65-F5344CB8AC3E}">
        <p14:creationId xmlns:p14="http://schemas.microsoft.com/office/powerpoint/2010/main" val="385212567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1322">
          <p15:clr>
            <a:srgbClr val="5ACBF0"/>
          </p15:clr>
        </p15:guide>
        <p15:guide id="2" orient="horz" pos="905">
          <p15:clr>
            <a:srgbClr val="5ACBF0"/>
          </p15:clr>
        </p15:guide>
        <p15:guide id="3" orient="horz" pos="288">
          <p15:clr>
            <a:srgbClr val="5ACBF0"/>
          </p15:clr>
        </p15:guide>
      </p15:sldGuideLst>
    </p:ext>
  </p:extLst>
</p:sldLayout>
</file>

<file path=ppt/slideLayouts/slideLayout272.xml><?xml version="1.0" encoding="utf-8"?>
<p:sldLayout xmlns:a="http://schemas.openxmlformats.org/drawingml/2006/main" xmlns:r="http://schemas.openxmlformats.org/officeDocument/2006/relationships" xmlns:p="http://schemas.openxmlformats.org/presentationml/2006/main" preserve="1">
  <p:cSld name="Code Bottom">
    <p:bg>
      <p:bgPr>
        <a:solidFill>
          <a:schemeClr val="bg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86390" y="1230681"/>
            <a:ext cx="11018520" cy="369332"/>
          </a:xfrm>
          <a:prstGeom prst="rect">
            <a:avLst/>
          </a:prstGeom>
        </p:spPr>
        <p:txBody>
          <a:bodyPr wrap="square">
            <a:spAutoFit/>
          </a:bodyPr>
          <a:lstStyle>
            <a:lvl1pPr marL="0" indent="0">
              <a:spcBef>
                <a:spcPts val="600"/>
              </a:spcBef>
              <a:spcAft>
                <a:spcPts val="0"/>
              </a:spcAft>
              <a:buNone/>
              <a:defRPr sz="2400">
                <a:solidFill>
                  <a:schemeClr val="tx1"/>
                </a:solidFill>
                <a:latin typeface="+mn-lt"/>
                <a:cs typeface="Segoe Sans Display" pitchFamily="2"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2827138"/>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Sans Display" pitchFamily="2" charset="0"/>
            </a:endParaRP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2827138"/>
            <a:ext cx="3788358" cy="446148"/>
          </a:xfrm>
          <a:prstGeom prst="rect">
            <a:avLst/>
          </a:prstGeo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3491219"/>
            <a:ext cx="11018520" cy="369332"/>
          </a:xfrm>
          <a:prstGeom prst="rect">
            <a:avLst/>
          </a:prstGeo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181075384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4" orient="horz" pos="1776">
          <p15:clr>
            <a:srgbClr val="5ACBF0"/>
          </p15:clr>
        </p15:guide>
        <p15:guide id="5" orient="horz" pos="2197">
          <p15:clr>
            <a:srgbClr val="5ACBF0"/>
          </p15:clr>
        </p15:guide>
        <p15:guide id="6" orient="horz" pos="773">
          <p15:clr>
            <a:srgbClr val="5ACBF0"/>
          </p15:clr>
        </p15:guide>
      </p15:sldGuideLst>
    </p:ext>
  </p:extLst>
</p:sldLayout>
</file>

<file path=ppt/slideLayouts/slideLayout273.xml><?xml version="1.0" encoding="utf-8"?>
<p:sldLayout xmlns:a="http://schemas.openxmlformats.org/drawingml/2006/main" xmlns:r="http://schemas.openxmlformats.org/officeDocument/2006/relationships" xmlns:p="http://schemas.openxmlformats.org/presentationml/2006/main" preserve="1">
  <p:cSld name="Code Top">
    <p:bg>
      <p:bgPr>
        <a:solidFill>
          <a:schemeClr val="bg2"/>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0"/>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Sans Display" pitchFamily="2" charset="0"/>
            </a:endParaRPr>
          </a:p>
        </p:txBody>
      </p:sp>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a:xfrm>
            <a:off x="588263" y="4224580"/>
            <a:ext cx="11018520" cy="492443"/>
          </a:xfrm>
        </p:spPr>
        <p:txBody>
          <a:bodyPr/>
          <a:lstStyle>
            <a:lvl1pPr>
              <a:defRPr sz="3200">
                <a:solidFill>
                  <a:schemeClr val="tx1"/>
                </a:solidFill>
              </a:defRPr>
            </a:lvl1pPr>
          </a:lstStyle>
          <a:p>
            <a:r>
              <a:rPr lang="en-US"/>
              <a:t>Click to edit Master title style</a:t>
            </a: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0"/>
            <a:ext cx="3788358" cy="446148"/>
          </a:xfrm>
          <a:prstGeom prst="rect">
            <a:avLst/>
          </a:prstGeo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660508"/>
            <a:ext cx="11018520" cy="369332"/>
          </a:xfrm>
          <a:prstGeom prst="rect">
            <a:avLst/>
          </a:prstGeo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91152" y="4996505"/>
            <a:ext cx="11018520" cy="369332"/>
          </a:xfrm>
          <a:prstGeom prst="rect">
            <a:avLst/>
          </a:prstGeom>
        </p:spPr>
        <p:txBody>
          <a:bodyPr wrap="square">
            <a:spAutoFit/>
          </a:bodyPr>
          <a:lstStyle>
            <a:lvl1pPr marL="0" indent="0">
              <a:spcBef>
                <a:spcPts val="600"/>
              </a:spcBef>
              <a:spcAft>
                <a:spcPts val="0"/>
              </a:spcAft>
              <a:buNone/>
              <a:defRPr sz="2400">
                <a:solidFill>
                  <a:schemeClr val="tx1"/>
                </a:solidFill>
                <a:latin typeface="+mn-lt"/>
                <a:cs typeface="Segoe Sans Display" pitchFamily="2"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113496316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4" orient="horz" pos="2661">
          <p15:clr>
            <a:srgbClr val="5ACBF0"/>
          </p15:clr>
        </p15:guide>
        <p15:guide id="5" orient="horz" pos="3147">
          <p15:clr>
            <a:srgbClr val="5ACBF0"/>
          </p15:clr>
        </p15:guide>
        <p15:guide id="6" orient="horz" pos="419">
          <p15:clr>
            <a:srgbClr val="5ACBF0"/>
          </p15:clr>
        </p15:guide>
      </p15:sldGuideLst>
    </p:ext>
  </p:extLst>
</p:sldLayout>
</file>

<file path=ppt/slideLayouts/slideLayout274.xml><?xml version="1.0" encoding="utf-8"?>
<p:sldLayout xmlns:a="http://schemas.openxmlformats.org/drawingml/2006/main" xmlns:r="http://schemas.openxmlformats.org/officeDocument/2006/relationships" xmlns:p="http://schemas.openxmlformats.org/presentationml/2006/main" preserve="1">
  <p:cSld name="Code Right side">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2BB27-7DA5-4478-8C18-C1FFEE20AAC1}"/>
              </a:ext>
            </a:extLst>
          </p:cNvPr>
          <p:cNvSpPr>
            <a:spLocks noGrp="1"/>
          </p:cNvSpPr>
          <p:nvPr>
            <p:ph type="title" hasCustomPrompt="1"/>
          </p:nvPr>
        </p:nvSpPr>
        <p:spPr>
          <a:xfrm>
            <a:off x="588263" y="457200"/>
            <a:ext cx="4040887" cy="492443"/>
          </a:xfrm>
        </p:spPr>
        <p:txBody>
          <a:bodyPr/>
          <a:lstStyle>
            <a:lvl1pPr>
              <a:defRPr sz="3200">
                <a:solidFill>
                  <a:schemeClr val="tx1"/>
                </a:solidFill>
              </a:defRPr>
            </a:lvl1pPr>
          </a:lstStyle>
          <a:p>
            <a:r>
              <a:rPr lang="en-US"/>
              <a:t>Click to edit title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588965" y="1338139"/>
            <a:ext cx="4040185" cy="369332"/>
          </a:xfrm>
          <a:prstGeom prst="rect">
            <a:avLst/>
          </a:prstGeom>
        </p:spPr>
        <p:txBody>
          <a:bodyPr wrap="square">
            <a:spAutoFit/>
          </a:bodyPr>
          <a:lstStyle>
            <a:lvl1pPr marL="0" indent="0">
              <a:lnSpc>
                <a:spcPct val="100000"/>
              </a:lnSpc>
              <a:spcBef>
                <a:spcPts val="600"/>
              </a:spcBef>
              <a:spcAft>
                <a:spcPts val="0"/>
              </a:spcAft>
              <a:buNone/>
              <a:defRPr sz="2400" b="0" i="0" baseline="0">
                <a:solidFill>
                  <a:schemeClr val="tx1"/>
                </a:solidFill>
                <a:latin typeface="Segoe Sans Display" pitchFamily="2" charset="0"/>
                <a:cs typeface="Segoe Sans Display" pitchFamily="2"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Sans Display" pitchFamily="2" charset="0"/>
            </a:endParaRP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5211763" y="0"/>
            <a:ext cx="3788358" cy="492314"/>
          </a:xfrm>
          <a:prstGeom prst="rect">
            <a:avLst/>
          </a:prstGeo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00725" y="709187"/>
            <a:ext cx="5801961" cy="369332"/>
          </a:xfrm>
          <a:prstGeom prst="rect">
            <a:avLst/>
          </a:prstGeom>
        </p:spPr>
        <p:txBody>
          <a:bodyPr/>
          <a:lstStyle>
            <a:lvl1pPr marL="0" indent="0">
              <a:buNone/>
              <a:tabLst/>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1424517907"/>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275.xml><?xml version="1.0" encoding="utf-8"?>
<p:sldLayout xmlns:a="http://schemas.openxmlformats.org/drawingml/2006/main" xmlns:r="http://schemas.openxmlformats.org/officeDocument/2006/relationships" xmlns:p="http://schemas.openxmlformats.org/presentationml/2006/main" preserve="1">
  <p:cSld name="Code Left sde">
    <p:bg>
      <p:bgPr>
        <a:solidFill>
          <a:schemeClr val="bg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2"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Sans Display" pitchFamily="2" charset="0"/>
            </a:endParaRPr>
          </a:p>
        </p:txBody>
      </p:sp>
      <p:sp>
        <p:nvSpPr>
          <p:cNvPr id="2" name="Title 1">
            <a:extLst>
              <a:ext uri="{FF2B5EF4-FFF2-40B4-BE49-F238E27FC236}">
                <a16:creationId xmlns:a16="http://schemas.microsoft.com/office/drawing/2014/main" id="{6BB14A7D-C409-4A7C-9D82-A2E5DBB8AB72}"/>
              </a:ext>
            </a:extLst>
          </p:cNvPr>
          <p:cNvSpPr>
            <a:spLocks noGrp="1"/>
          </p:cNvSpPr>
          <p:nvPr>
            <p:ph type="title" hasCustomPrompt="1"/>
          </p:nvPr>
        </p:nvSpPr>
        <p:spPr>
          <a:xfrm>
            <a:off x="7575549" y="457200"/>
            <a:ext cx="4031233" cy="492443"/>
          </a:xfrm>
        </p:spPr>
        <p:txBody>
          <a:bodyPr/>
          <a:lstStyle>
            <a:lvl1pPr>
              <a:defRPr sz="3200">
                <a:solidFill>
                  <a:schemeClr val="tx1"/>
                </a:solidFill>
              </a:defRPr>
            </a:lvl1pPr>
          </a:lstStyle>
          <a:p>
            <a:r>
              <a:rPr lang="en-US"/>
              <a:t>Click to edit title</a:t>
            </a: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1" y="0"/>
            <a:ext cx="3788358" cy="492314"/>
          </a:xfrm>
          <a:prstGeom prst="rect">
            <a:avLst/>
          </a:prstGeo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4199" y="706011"/>
            <a:ext cx="5819775" cy="369332"/>
          </a:xfrm>
          <a:prstGeom prst="rect">
            <a:avLst/>
          </a:prstGeom>
        </p:spPr>
        <p:txBody>
          <a:bodyPr/>
          <a:lstStyle>
            <a:lvl1pPr marL="0" indent="0">
              <a:buNone/>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7575550" y="1336675"/>
            <a:ext cx="4033838" cy="369332"/>
          </a:xfrm>
          <a:prstGeom prst="rect">
            <a:avLst/>
          </a:prstGeom>
        </p:spPr>
        <p:txBody>
          <a:bodyPr wrap="square">
            <a:spAutoFit/>
          </a:bodyPr>
          <a:lstStyle>
            <a:lvl1pPr marL="0" indent="0">
              <a:lnSpc>
                <a:spcPct val="100000"/>
              </a:lnSpc>
              <a:spcBef>
                <a:spcPts val="600"/>
              </a:spcBef>
              <a:spcAft>
                <a:spcPts val="0"/>
              </a:spcAft>
              <a:buNone/>
              <a:defRPr sz="2400" b="0" i="0" baseline="0">
                <a:solidFill>
                  <a:schemeClr val="tx1"/>
                </a:solidFill>
                <a:latin typeface="Segoe Sans Display" pitchFamily="2" charset="0"/>
                <a:cs typeface="Segoe Sans Display" pitchFamily="2"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322610618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36">
          <p15:clr>
            <a:srgbClr val="5ACBF0"/>
          </p15:clr>
        </p15:guide>
        <p15:guide id="4" orient="horz" pos="839">
          <p15:clr>
            <a:srgbClr val="5ACBF0"/>
          </p15:clr>
        </p15:guide>
        <p15:guide id="6" pos="4402">
          <p15:clr>
            <a:srgbClr val="5ACBF0"/>
          </p15:clr>
        </p15:guide>
        <p15:guide id="7" pos="4034">
          <p15:clr>
            <a:srgbClr val="5ACBF0"/>
          </p15:clr>
        </p15:guide>
        <p15:guide id="8" pos="4772">
          <p15:clr>
            <a:srgbClr val="5ACBF0"/>
          </p15:clr>
        </p15:guide>
      </p15:sldGuideLst>
    </p:ext>
  </p:extLst>
</p:sldLayout>
</file>

<file path=ppt/slideLayouts/slideLayout276.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bg1"/>
        </a:solidFill>
        <a:effectLst/>
      </p:bgPr>
    </p:bg>
    <p:spTree>
      <p:nvGrpSpPr>
        <p:cNvPr id="1" name=""/>
        <p:cNvGrpSpPr/>
        <p:nvPr/>
      </p:nvGrpSpPr>
      <p:grpSpPr>
        <a:xfrm>
          <a:off x="0" y="0"/>
          <a:ext cx="0" cy="0"/>
          <a:chOff x="0" y="0"/>
          <a:chExt cx="0" cy="0"/>
        </a:xfrm>
      </p:grpSpPr>
      <p:pic>
        <p:nvPicPr>
          <p:cNvPr id="2" name="Picture 1" descr="A close up of a toy&#10;&#10;Description automatically generated">
            <a:extLst>
              <a:ext uri="{FF2B5EF4-FFF2-40B4-BE49-F238E27FC236}">
                <a16:creationId xmlns:a16="http://schemas.microsoft.com/office/drawing/2014/main" id="{B9BB8E42-E9E3-39A4-743C-44A244AF2288}"/>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949" r="2" b="4951"/>
          <a:stretch/>
        </p:blipFill>
        <p:spPr>
          <a:xfrm>
            <a:off x="0" y="0"/>
            <a:ext cx="12191638" cy="6857796"/>
          </a:xfrm>
          <a:prstGeom prst="rect">
            <a:avLst/>
          </a:prstGeom>
        </p:spPr>
      </p:pic>
      <p:sp>
        <p:nvSpPr>
          <p:cNvPr id="3" name="TextBox 2">
            <a:extLst>
              <a:ext uri="{FF2B5EF4-FFF2-40B4-BE49-F238E27FC236}">
                <a16:creationId xmlns:a16="http://schemas.microsoft.com/office/drawing/2014/main" id="{37809D89-17EE-D9C9-77AB-DB15370EE3B1}"/>
              </a:ext>
            </a:extLst>
          </p:cNvPr>
          <p:cNvSpPr txBox="1"/>
          <p:nvPr userDrawn="1"/>
        </p:nvSpPr>
        <p:spPr>
          <a:xfrm>
            <a:off x="585216" y="3035808"/>
            <a:ext cx="3695700" cy="498598"/>
          </a:xfrm>
          <a:prstGeom prst="rect">
            <a:avLst/>
          </a:prstGeom>
          <a:noFill/>
        </p:spPr>
        <p:txBody>
          <a:bodyPr vert="horz" wrap="square" lIns="0" tIns="0" rIns="0" bIns="0" rtlCol="0" anchor="b" anchorCtr="0">
            <a:spAutoFit/>
          </a:bodyPr>
          <a:lstStyle>
            <a:lvl1pPr defTabSz="932742">
              <a:lnSpc>
                <a:spcPct val="90000"/>
              </a:lnSpc>
              <a:spcBef>
                <a:spcPct val="0"/>
              </a:spcBef>
              <a:buNone/>
              <a:defRPr lang="en-US" sz="3600" b="0" cap="none" spc="-50" baseline="0" dirty="0" smtClean="0">
                <a:ln w="3175">
                  <a:noFill/>
                </a:ln>
                <a:effectLst/>
                <a:latin typeface="+mj-lt"/>
                <a:cs typeface="Segoe Sans Display" pitchFamily="2" charset="0"/>
              </a:defRPr>
            </a:lvl1pPr>
          </a:lstStyle>
          <a:p>
            <a:pPr lvl="0"/>
            <a:r>
              <a:rPr lang="en-US"/>
              <a:t>Thank you.</a:t>
            </a:r>
          </a:p>
        </p:txBody>
      </p:sp>
      <p:sp>
        <p:nvSpPr>
          <p:cNvPr id="8" name="Title 7">
            <a:extLst>
              <a:ext uri="{FF2B5EF4-FFF2-40B4-BE49-F238E27FC236}">
                <a16:creationId xmlns:a16="http://schemas.microsoft.com/office/drawing/2014/main" id="{C9E9484E-0F6B-04E7-B2C6-42341D0FF2B4}"/>
              </a:ext>
            </a:extLst>
          </p:cNvPr>
          <p:cNvSpPr>
            <a:spLocks noGrp="1"/>
          </p:cNvSpPr>
          <p:nvPr>
            <p:ph type="title" hasCustomPrompt="1"/>
          </p:nvPr>
        </p:nvSpPr>
        <p:spPr>
          <a:xfrm>
            <a:off x="585216" y="-420892"/>
            <a:ext cx="11018520" cy="276999"/>
          </a:xfrm>
        </p:spPr>
        <p:txBody>
          <a:bodyPr/>
          <a:lstStyle>
            <a:lvl1pPr>
              <a:defRPr sz="1800"/>
            </a:lvl1pPr>
          </a:lstStyle>
          <a:p>
            <a:r>
              <a:rPr lang="en-US"/>
              <a:t>Thank you.</a:t>
            </a:r>
          </a:p>
        </p:txBody>
      </p:sp>
      <p:sp>
        <p:nvSpPr>
          <p:cNvPr id="4" name="TextBox 3">
            <a:extLst>
              <a:ext uri="{FF2B5EF4-FFF2-40B4-BE49-F238E27FC236}">
                <a16:creationId xmlns:a16="http://schemas.microsoft.com/office/drawing/2014/main" id="{C565849C-077A-21B0-5956-3EE3C39C952F}"/>
              </a:ext>
            </a:extLst>
          </p:cNvPr>
          <p:cNvSpPr txBox="1"/>
          <p:nvPr userDrawn="1">
            <p:extLst>
              <p:ext uri="{1162E1C5-73C7-4A58-AE30-91384D911F3F}">
                <p184:classification xmlns:p184="http://schemas.microsoft.com/office/powerpoint/2018/4/main" val="ftr"/>
              </p:ext>
            </p:extLst>
          </p:nvPr>
        </p:nvSpPr>
        <p:spPr>
          <a:xfrm>
            <a:off x="63500" y="6642100"/>
            <a:ext cx="5949107" cy="184666"/>
          </a:xfrm>
          <a:prstGeom prst="rect">
            <a:avLst/>
          </a:prstGeom>
        </p:spPr>
        <p:txBody>
          <a:bodyPr horzOverflow="overflow" wrap="square" lIns="0" tIns="0" rIns="0" bIns="0">
            <a:spAutoFit/>
          </a:bodyPr>
          <a:lstStyle/>
          <a:p>
            <a:pPr algn="l"/>
            <a:r>
              <a:rPr lang="en-US" sz="1200" b="1">
                <a:solidFill>
                  <a:schemeClr val="bg1">
                    <a:lumMod val="50000"/>
                  </a:schemeClr>
                </a:solidFill>
                <a:latin typeface="+mj-lt"/>
              </a:rPr>
              <a:t>Classified as Microsoft Confidential – content under embargo until Nov 18, 2025</a:t>
            </a:r>
          </a:p>
        </p:txBody>
      </p:sp>
    </p:spTree>
    <p:extLst>
      <p:ext uri="{BB962C8B-B14F-4D97-AF65-F5344CB8AC3E}">
        <p14:creationId xmlns:p14="http://schemas.microsoft.com/office/powerpoint/2010/main" val="372437817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277.xml><?xml version="1.0" encoding="utf-8"?>
<p:sldLayout xmlns:a="http://schemas.openxmlformats.org/drawingml/2006/main" xmlns:r="http://schemas.openxmlformats.org/officeDocument/2006/relationships" xmlns:p="http://schemas.openxmlformats.org/presentationml/2006/main" preserve="1" userDrawn="1">
  <p:cSld name="1_Thank you">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CA7775C-4133-ABAD-0C3B-A8A6026E3AF8}"/>
              </a:ext>
            </a:extLst>
          </p:cNvPr>
          <p:cNvSpPr/>
          <p:nvPr userDrawn="1"/>
        </p:nvSpPr>
        <p:spPr bwMode="auto">
          <a:xfrm>
            <a:off x="0"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4" name="Picture 3" descr="A close-up of a colorful wave&#10;&#10;Description automatically generated">
            <a:extLst>
              <a:ext uri="{FF2B5EF4-FFF2-40B4-BE49-F238E27FC236}">
                <a16:creationId xmlns:a16="http://schemas.microsoft.com/office/drawing/2014/main" id="{7E23DEF3-55CD-9793-23E4-712C6621B71E}"/>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5334000" y="0"/>
            <a:ext cx="6856632" cy="6858000"/>
          </a:xfrm>
          <a:prstGeom prst="rect">
            <a:avLst/>
          </a:prstGeom>
        </p:spPr>
      </p:pic>
      <p:pic>
        <p:nvPicPr>
          <p:cNvPr id="9" name="Picture 8" descr="A colorful gradient going from darker blue on the left side to light blue to magenta to orange on the right side">
            <a:extLst>
              <a:ext uri="{FF2B5EF4-FFF2-40B4-BE49-F238E27FC236}">
                <a16:creationId xmlns:a16="http://schemas.microsoft.com/office/drawing/2014/main" id="{AC565FDC-0846-5D0F-BA1F-1574971CEC24}"/>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sp>
        <p:nvSpPr>
          <p:cNvPr id="3" name="TextBox 2">
            <a:extLst>
              <a:ext uri="{FF2B5EF4-FFF2-40B4-BE49-F238E27FC236}">
                <a16:creationId xmlns:a16="http://schemas.microsoft.com/office/drawing/2014/main" id="{37809D89-17EE-D9C9-77AB-DB15370EE3B1}"/>
              </a:ext>
            </a:extLst>
          </p:cNvPr>
          <p:cNvSpPr txBox="1"/>
          <p:nvPr userDrawn="1"/>
        </p:nvSpPr>
        <p:spPr>
          <a:xfrm>
            <a:off x="585216" y="3035808"/>
            <a:ext cx="3695700" cy="498598"/>
          </a:xfrm>
          <a:prstGeom prst="rect">
            <a:avLst/>
          </a:prstGeom>
          <a:noFill/>
        </p:spPr>
        <p:txBody>
          <a:bodyPr vert="horz" wrap="square" lIns="0" tIns="0" rIns="0" bIns="0" rtlCol="0" anchor="b" anchorCtr="0">
            <a:spAutoFit/>
          </a:bodyPr>
          <a:lstStyle>
            <a:lvl1pPr defTabSz="932742">
              <a:lnSpc>
                <a:spcPct val="90000"/>
              </a:lnSpc>
              <a:spcBef>
                <a:spcPct val="0"/>
              </a:spcBef>
              <a:buNone/>
              <a:defRPr lang="en-US" sz="3600" b="0" cap="none" spc="-50" baseline="0" dirty="0" smtClean="0">
                <a:ln w="3175">
                  <a:noFill/>
                </a:ln>
                <a:effectLst/>
                <a:latin typeface="+mj-lt"/>
                <a:cs typeface="Segoe Sans Display" pitchFamily="2" charset="0"/>
              </a:defRPr>
            </a:lvl1pPr>
          </a:lstStyle>
          <a:p>
            <a:pPr lvl="0"/>
            <a:r>
              <a:rPr lang="en-US"/>
              <a:t>Thank you.</a:t>
            </a:r>
          </a:p>
        </p:txBody>
      </p:sp>
      <p:sp>
        <p:nvSpPr>
          <p:cNvPr id="8" name="Title 7">
            <a:extLst>
              <a:ext uri="{FF2B5EF4-FFF2-40B4-BE49-F238E27FC236}">
                <a16:creationId xmlns:a16="http://schemas.microsoft.com/office/drawing/2014/main" id="{C9E9484E-0F6B-04E7-B2C6-42341D0FF2B4}"/>
              </a:ext>
            </a:extLst>
          </p:cNvPr>
          <p:cNvSpPr>
            <a:spLocks noGrp="1"/>
          </p:cNvSpPr>
          <p:nvPr>
            <p:ph type="title" hasCustomPrompt="1"/>
          </p:nvPr>
        </p:nvSpPr>
        <p:spPr>
          <a:xfrm>
            <a:off x="585216" y="-420892"/>
            <a:ext cx="11018520" cy="276999"/>
          </a:xfrm>
        </p:spPr>
        <p:txBody>
          <a:bodyPr/>
          <a:lstStyle>
            <a:lvl1pPr>
              <a:defRPr sz="1800"/>
            </a:lvl1pPr>
          </a:lstStyle>
          <a:p>
            <a:r>
              <a:rPr lang="en-US"/>
              <a:t>Thank you.</a:t>
            </a:r>
          </a:p>
        </p:txBody>
      </p:sp>
      <p:sp>
        <p:nvSpPr>
          <p:cNvPr id="2" name="TextBox 1">
            <a:extLst>
              <a:ext uri="{FF2B5EF4-FFF2-40B4-BE49-F238E27FC236}">
                <a16:creationId xmlns:a16="http://schemas.microsoft.com/office/drawing/2014/main" id="{D628D4AF-9891-A4C6-DAB8-764C3AA448CA}"/>
              </a:ext>
            </a:extLst>
          </p:cNvPr>
          <p:cNvSpPr txBox="1"/>
          <p:nvPr userDrawn="1">
            <p:extLst>
              <p:ext uri="{1162E1C5-73C7-4A58-AE30-91384D911F3F}">
                <p184:classification xmlns:p184="http://schemas.microsoft.com/office/powerpoint/2018/4/main" val="ftr"/>
              </p:ext>
            </p:extLst>
          </p:nvPr>
        </p:nvSpPr>
        <p:spPr>
          <a:xfrm>
            <a:off x="145369" y="6468039"/>
            <a:ext cx="5949107" cy="184666"/>
          </a:xfrm>
          <a:prstGeom prst="rect">
            <a:avLst/>
          </a:prstGeom>
        </p:spPr>
        <p:txBody>
          <a:bodyPr horzOverflow="overflow" wrap="square" lIns="0" tIns="0" rIns="0" bIns="0">
            <a:spAutoFit/>
          </a:bodyPr>
          <a:lstStyle/>
          <a:p>
            <a:pPr algn="l"/>
            <a:r>
              <a:rPr lang="en-US" sz="1200" b="1">
                <a:solidFill>
                  <a:schemeClr val="bg1">
                    <a:lumMod val="50000"/>
                  </a:schemeClr>
                </a:solidFill>
                <a:latin typeface="+mj-lt"/>
              </a:rPr>
              <a:t>Classified as Microsoft Confidential – content under embargo until Nov 18, 2025</a:t>
            </a:r>
          </a:p>
        </p:txBody>
      </p:sp>
    </p:spTree>
    <p:extLst>
      <p:ext uri="{BB962C8B-B14F-4D97-AF65-F5344CB8AC3E}">
        <p14:creationId xmlns:p14="http://schemas.microsoft.com/office/powerpoint/2010/main" val="41700042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278.xml><?xml version="1.0" encoding="utf-8"?>
<p:sldLayout xmlns:a="http://schemas.openxmlformats.org/drawingml/2006/main" xmlns:r="http://schemas.openxmlformats.org/officeDocument/2006/relationships" xmlns:p="http://schemas.openxmlformats.org/presentationml/2006/main" showMasterSp="0" preserve="1" userDrawn="1">
  <p:cSld name="Closing slide_with Logo">
    <p:bg>
      <p:bgRef idx="1001">
        <a:schemeClr val="bg2"/>
      </p:bgRef>
    </p:bg>
    <p:spTree>
      <p:nvGrpSpPr>
        <p:cNvPr id="1" name=""/>
        <p:cNvGrpSpPr/>
        <p:nvPr/>
      </p:nvGrpSpPr>
      <p:grpSpPr>
        <a:xfrm>
          <a:off x="0" y="0"/>
          <a:ext cx="0" cy="0"/>
          <a:chOff x="0" y="0"/>
          <a:chExt cx="0" cy="0"/>
        </a:xfrm>
      </p:grpSpPr>
      <p:pic>
        <p:nvPicPr>
          <p:cNvPr id="8" name="Picture 7" descr="A close-up of a computer screen&#10;&#10;Description automatically generated">
            <a:extLst>
              <a:ext uri="{FF2B5EF4-FFF2-40B4-BE49-F238E27FC236}">
                <a16:creationId xmlns:a16="http://schemas.microsoft.com/office/drawing/2014/main" id="{2DB4627A-42AD-DD19-0422-DBBC9408E6AB}"/>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2" name="MS logo gray - EMF">
            <a:extLst>
              <a:ext uri="{FF2B5EF4-FFF2-40B4-BE49-F238E27FC236}">
                <a16:creationId xmlns:a16="http://schemas.microsoft.com/office/drawing/2014/main" id="{34855668-1A0A-E5EE-1D0F-97B30351BA0B}"/>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
        <p:nvSpPr>
          <p:cNvPr id="5" name="Text Box 3"/>
          <p:cNvSpPr txBox="1">
            <a:spLocks noChangeArrowheads="1"/>
          </p:cNvSpPr>
          <p:nvPr userDrawn="1"/>
        </p:nvSpPr>
        <p:spPr bwMode="blackWhite">
          <a:xfrm>
            <a:off x="584200" y="6446520"/>
            <a:ext cx="8193024" cy="153888"/>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1000">
                <a:solidFill>
                  <a:schemeClr val="tx1"/>
                </a:solidFill>
                <a:cs typeface="Segoe UI" pitchFamily="34" charset="0"/>
              </a:rPr>
              <a:t>© Copyright Microsoft Corporation. All rights reserved. </a:t>
            </a:r>
          </a:p>
        </p:txBody>
      </p:sp>
      <p:sp>
        <p:nvSpPr>
          <p:cNvPr id="3" name="Title 1">
            <a:extLst>
              <a:ext uri="{FF2B5EF4-FFF2-40B4-BE49-F238E27FC236}">
                <a16:creationId xmlns:a16="http://schemas.microsoft.com/office/drawing/2014/main" id="{5072CE3E-C99E-C188-A13F-A0815FF096D2}"/>
              </a:ext>
            </a:extLst>
          </p:cNvPr>
          <p:cNvSpPr>
            <a:spLocks noGrp="1"/>
          </p:cNvSpPr>
          <p:nvPr>
            <p:ph type="title" hasCustomPrompt="1"/>
          </p:nvPr>
        </p:nvSpPr>
        <p:spPr>
          <a:xfrm>
            <a:off x="588262" y="-307777"/>
            <a:ext cx="8193024" cy="307777"/>
          </a:xfrm>
        </p:spPr>
        <p:txBody>
          <a:bodyPr/>
          <a:lstStyle>
            <a:lvl1pPr>
              <a:defRPr sz="2000" b="0" i="0">
                <a:solidFill>
                  <a:srgbClr val="001F2D"/>
                </a:solidFill>
                <a:latin typeface="+mj-lt"/>
                <a:cs typeface="Segoe UI Semibold" panose="020B0502040204020203" pitchFamily="34" charset="0"/>
              </a:defRPr>
            </a:lvl1pPr>
          </a:lstStyle>
          <a:p>
            <a:r>
              <a:rPr lang="en-US"/>
              <a:t>Final slide with logo</a:t>
            </a:r>
          </a:p>
        </p:txBody>
      </p:sp>
      <p:sp>
        <p:nvSpPr>
          <p:cNvPr id="4" name="TextBox 3">
            <a:extLst>
              <a:ext uri="{FF2B5EF4-FFF2-40B4-BE49-F238E27FC236}">
                <a16:creationId xmlns:a16="http://schemas.microsoft.com/office/drawing/2014/main" id="{2C3F9E46-EC0C-CB34-C139-D031A7914556}"/>
              </a:ext>
            </a:extLst>
          </p:cNvPr>
          <p:cNvSpPr txBox="1"/>
          <p:nvPr userDrawn="1">
            <p:extLst>
              <p:ext uri="{1162E1C5-73C7-4A58-AE30-91384D911F3F}">
                <p184:classification xmlns:p184="http://schemas.microsoft.com/office/powerpoint/2018/4/main" val="ftr"/>
              </p:ext>
            </p:extLst>
          </p:nvPr>
        </p:nvSpPr>
        <p:spPr>
          <a:xfrm>
            <a:off x="63500" y="6642100"/>
            <a:ext cx="5949107" cy="184666"/>
          </a:xfrm>
          <a:prstGeom prst="rect">
            <a:avLst/>
          </a:prstGeom>
        </p:spPr>
        <p:txBody>
          <a:bodyPr horzOverflow="overflow" wrap="square" lIns="0" tIns="0" rIns="0" bIns="0">
            <a:spAutoFit/>
          </a:bodyPr>
          <a:lstStyle/>
          <a:p>
            <a:pPr algn="l"/>
            <a:r>
              <a:rPr lang="en-US" sz="1200" b="1">
                <a:solidFill>
                  <a:schemeClr val="bg1">
                    <a:lumMod val="50000"/>
                  </a:schemeClr>
                </a:solidFill>
                <a:latin typeface="+mj-lt"/>
              </a:rPr>
              <a:t>Classified as Microsoft Confidential – content under embargo until Nov 18, 2025</a:t>
            </a:r>
          </a:p>
        </p:txBody>
      </p:sp>
    </p:spTree>
    <p:extLst>
      <p:ext uri="{BB962C8B-B14F-4D97-AF65-F5344CB8AC3E}">
        <p14:creationId xmlns:p14="http://schemas.microsoft.com/office/powerpoint/2010/main" val="3709166008"/>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279.xml><?xml version="1.0" encoding="utf-8"?>
<p:sldLayout xmlns:a="http://schemas.openxmlformats.org/drawingml/2006/main" xmlns:r="http://schemas.openxmlformats.org/officeDocument/2006/relationships" xmlns:p="http://schemas.openxmlformats.org/presentationml/2006/main" preserve="1" userDrawn="1">
  <p:cSld name="Closing logo slide">
    <p:bg>
      <p:bgRef idx="1001">
        <a:schemeClr val="bg2"/>
      </p:bgRef>
    </p:bg>
    <p:spTree>
      <p:nvGrpSpPr>
        <p:cNvPr id="1" name=""/>
        <p:cNvGrpSpPr/>
        <p:nvPr/>
      </p:nvGrpSpPr>
      <p:grpSpPr>
        <a:xfrm>
          <a:off x="0" y="0"/>
          <a:ext cx="0" cy="0"/>
          <a:chOff x="0" y="0"/>
          <a:chExt cx="0" cy="0"/>
        </a:xfrm>
      </p:grpSpPr>
      <p:sp>
        <p:nvSpPr>
          <p:cNvPr id="2" name="Text Box 3" descr="This is a copyright notice that should be included on the final slide."/>
          <p:cNvSpPr txBox="1">
            <a:spLocks noChangeArrowheads="1"/>
          </p:cNvSpPr>
          <p:nvPr/>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a:solidFill>
                  <a:schemeClr val="tx1"/>
                </a:solidFill>
                <a:cs typeface="Segoe Sans Display" pitchFamily="2" charset="0"/>
              </a:rPr>
              <a:t>© Copyright Microsoft Corporation. All rights reserved. </a:t>
            </a:r>
          </a:p>
        </p:txBody>
      </p:sp>
      <p:pic>
        <p:nvPicPr>
          <p:cNvPr id="4" name="Picture 3" descr="A logo of a company&#10;&#10;Description automatically generated">
            <a:extLst>
              <a:ext uri="{FF2B5EF4-FFF2-40B4-BE49-F238E27FC236}">
                <a16:creationId xmlns:a16="http://schemas.microsoft.com/office/drawing/2014/main" id="{6D0E7ACD-25E9-7FAD-3A11-733954C79AE2}"/>
              </a:ext>
            </a:extLst>
          </p:cNvPr>
          <p:cNvPicPr>
            <a:picLocks noChangeAspect="1"/>
          </p:cNvPicPr>
          <p:nvPr userDrawn="1"/>
        </p:nvPicPr>
        <p:blipFill rotWithShape="1">
          <a:blip r:embed="rId2"/>
          <a:srcRect l="12448" t="32535" r="14401" b="28160"/>
          <a:stretch/>
        </p:blipFill>
        <p:spPr>
          <a:xfrm>
            <a:off x="571500" y="581978"/>
            <a:ext cx="1454782" cy="343851"/>
          </a:xfrm>
          <a:prstGeom prst="rect">
            <a:avLst/>
          </a:prstGeom>
        </p:spPr>
      </p:pic>
      <p:sp>
        <p:nvSpPr>
          <p:cNvPr id="3" name="Title 2">
            <a:extLst>
              <a:ext uri="{FF2B5EF4-FFF2-40B4-BE49-F238E27FC236}">
                <a16:creationId xmlns:a16="http://schemas.microsoft.com/office/drawing/2014/main" id="{1643C870-A3BC-0AE9-86FC-9186C69D574A}"/>
              </a:ext>
            </a:extLst>
          </p:cNvPr>
          <p:cNvSpPr>
            <a:spLocks noGrp="1"/>
          </p:cNvSpPr>
          <p:nvPr>
            <p:ph type="title" hasCustomPrompt="1"/>
          </p:nvPr>
        </p:nvSpPr>
        <p:spPr>
          <a:xfrm>
            <a:off x="585216" y="-420892"/>
            <a:ext cx="11018520" cy="276999"/>
          </a:xfrm>
        </p:spPr>
        <p:txBody>
          <a:bodyPr vert="horz" wrap="square" lIns="0" tIns="0" rIns="0" bIns="0" rtlCol="0" anchor="t">
            <a:spAutoFit/>
          </a:bodyPr>
          <a:lstStyle>
            <a:lvl1pPr>
              <a:defRPr lang="en-US" sz="1800" dirty="0"/>
            </a:lvl1pPr>
          </a:lstStyle>
          <a:p>
            <a:pPr lvl="0"/>
            <a:r>
              <a:rPr lang="en-US"/>
              <a:t>Close</a:t>
            </a:r>
          </a:p>
        </p:txBody>
      </p:sp>
    </p:spTree>
    <p:extLst>
      <p:ext uri="{BB962C8B-B14F-4D97-AF65-F5344CB8AC3E}">
        <p14:creationId xmlns:p14="http://schemas.microsoft.com/office/powerpoint/2010/main" val="1258725709"/>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280.xml><?xml version="1.0" encoding="utf-8"?>
<p:sldLayout xmlns:a="http://schemas.openxmlformats.org/drawingml/2006/main" xmlns:r="http://schemas.openxmlformats.org/officeDocument/2006/relationships" xmlns:p="http://schemas.openxmlformats.org/presentationml/2006/main" preserve="1" userDrawn="1">
  <p:cSld name="Key Processes - Before/After AI">
    <p:spTree>
      <p:nvGrpSpPr>
        <p:cNvPr id="1" name=""/>
        <p:cNvGrpSpPr/>
        <p:nvPr/>
      </p:nvGrpSpPr>
      <p:grpSpPr>
        <a:xfrm>
          <a:off x="0" y="0"/>
          <a:ext cx="0" cy="0"/>
          <a:chOff x="0" y="0"/>
          <a:chExt cx="0" cy="0"/>
        </a:xfrm>
      </p:grpSpPr>
      <p:grpSp>
        <p:nvGrpSpPr>
          <p:cNvPr id="35" name="Group 34">
            <a:extLst>
              <a:ext uri="{FF2B5EF4-FFF2-40B4-BE49-F238E27FC236}">
                <a16:creationId xmlns:a16="http://schemas.microsoft.com/office/drawing/2014/main" id="{3C79BC07-2E4F-074C-E42E-3220BD3E1993}"/>
              </a:ext>
              <a:ext uri="{C183D7F6-B498-43B3-948B-1728B52AA6E4}">
                <adec:decorative xmlns:adec="http://schemas.microsoft.com/office/drawing/2017/decorative" val="1"/>
              </a:ext>
            </a:extLst>
          </p:cNvPr>
          <p:cNvGrpSpPr>
            <a:grpSpLocks noGrp="1" noUngrp="1" noRot="1" noMove="1" noResize="1"/>
          </p:cNvGrpSpPr>
          <p:nvPr userDrawn="1"/>
        </p:nvGrpSpPr>
        <p:grpSpPr>
          <a:xfrm>
            <a:off x="0" y="0"/>
            <a:ext cx="12188952" cy="6858000"/>
            <a:chOff x="0" y="0"/>
            <a:chExt cx="12188952" cy="6858000"/>
          </a:xfrm>
        </p:grpSpPr>
        <p:sp>
          <p:nvSpPr>
            <p:cNvPr id="2" name="Rectangle 1">
              <a:extLst>
                <a:ext uri="{FF2B5EF4-FFF2-40B4-BE49-F238E27FC236}">
                  <a16:creationId xmlns:a16="http://schemas.microsoft.com/office/drawing/2014/main" id="{D70D2C7A-4F5B-353D-0C06-7346A8207B45}"/>
                </a:ext>
              </a:extLst>
            </p:cNvPr>
            <p:cNvSpPr>
              <a:spLocks noGrp="1" noRot="1" noMove="1" noResize="1" noEditPoints="1" noAdjustHandles="1" noChangeArrowheads="1" noChangeShapeType="1"/>
            </p:cNvSpPr>
            <p:nvPr userDrawn="1"/>
          </p:nvSpPr>
          <p:spPr bwMode="auto">
            <a:xfrm>
              <a:off x="0"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3" name="Picture 2" descr="A colorful gradient going from darker blue on the left side to light blue to magenta to orange on the right side">
              <a:extLst>
                <a:ext uri="{FF2B5EF4-FFF2-40B4-BE49-F238E27FC236}">
                  <a16:creationId xmlns:a16="http://schemas.microsoft.com/office/drawing/2014/main" id="{B0ABAD7C-69B5-267A-50D7-D08FB74F67A5}"/>
                </a:ext>
              </a:extLst>
            </p:cNvPr>
            <p:cNvPicPr>
              <a:picLocks noGrp="1" noRot="1" noChangeAspect="1" noMove="1" noResize="1" noEditPoints="1" noAdjustHandles="1" noChangeArrowheads="1" noChangeShapeType="1" noCrop="1"/>
            </p:cNvPicPr>
            <p:nvPr userDrawn="1"/>
          </p:nvPicPr>
          <p:blipFill>
            <a:blip r:embed="rId2"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grpSp>
      <p:sp>
        <p:nvSpPr>
          <p:cNvPr id="5" name="Title 4">
            <a:extLst>
              <a:ext uri="{FF2B5EF4-FFF2-40B4-BE49-F238E27FC236}">
                <a16:creationId xmlns:a16="http://schemas.microsoft.com/office/drawing/2014/main" id="{0BCEAD74-397D-0D97-9041-3CFAF98275DD}"/>
              </a:ext>
            </a:extLst>
          </p:cNvPr>
          <p:cNvSpPr>
            <a:spLocks noGrp="1"/>
          </p:cNvSpPr>
          <p:nvPr>
            <p:ph type="title"/>
          </p:nvPr>
        </p:nvSpPr>
        <p:spPr/>
        <p:txBody>
          <a:bodyPr/>
          <a:lstStyle/>
          <a:p>
            <a:r>
              <a:rPr lang="en-US"/>
              <a:t>Click to edit Master title style</a:t>
            </a:r>
          </a:p>
        </p:txBody>
      </p:sp>
      <p:sp>
        <p:nvSpPr>
          <p:cNvPr id="6" name="Rounded Rectangle 79">
            <a:extLst>
              <a:ext uri="{FF2B5EF4-FFF2-40B4-BE49-F238E27FC236}">
                <a16:creationId xmlns:a16="http://schemas.microsoft.com/office/drawing/2014/main" id="{9E4DC3B4-6499-63C7-3136-22B6755463DB}"/>
              </a:ext>
              <a:ext uri="{C183D7F6-B498-43B3-948B-1728B52AA6E4}">
                <adec:decorative xmlns:adec="http://schemas.microsoft.com/office/drawing/2017/decorative" val="1"/>
              </a:ext>
            </a:extLst>
          </p:cNvPr>
          <p:cNvSpPr/>
          <p:nvPr userDrawn="1"/>
        </p:nvSpPr>
        <p:spPr bwMode="auto">
          <a:xfrm>
            <a:off x="559092" y="1310837"/>
            <a:ext cx="3383040" cy="5401248"/>
          </a:xfrm>
          <a:prstGeom prst="roundRect">
            <a:avLst>
              <a:gd name="adj" fmla="val 2935"/>
            </a:avLst>
          </a:prstGeom>
          <a:solidFill>
            <a:schemeClr val="accent3">
              <a:lumMod val="20000"/>
              <a:lumOff val="80000"/>
            </a:schemeClr>
          </a:solidFill>
          <a:ln w="19050">
            <a:gradFill flip="none" rotWithShape="1">
              <a:gsLst>
                <a:gs pos="50000">
                  <a:schemeClr val="bg1">
                    <a:alpha val="20000"/>
                  </a:schemeClr>
                </a:gs>
                <a:gs pos="0">
                  <a:schemeClr val="bg1"/>
                </a:gs>
                <a:gs pos="100000">
                  <a:schemeClr val="bg1"/>
                </a:gs>
              </a:gsLst>
              <a:lin ang="81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365760" rIns="182880" bIns="146304" numCol="1" spcCol="0" rtlCol="0" fromWordArt="0" anchor="t" anchorCtr="0" forceAA="0" compatLnSpc="1">
            <a:prstTxWarp prst="textNoShape">
              <a:avLst/>
            </a:prstTxWarp>
            <a:noAutofit/>
          </a:bodyPr>
          <a:lstStyle/>
          <a:p>
            <a:pPr>
              <a:spcBef>
                <a:spcPts val="1800"/>
              </a:spcBef>
              <a:buSzPct val="90000"/>
            </a:pPr>
            <a:endParaRPr lang="en-US">
              <a:solidFill>
                <a:srgbClr val="000000"/>
              </a:solidFill>
              <a:latin typeface="Segoe Sans Display"/>
              <a:cs typeface="Segoe Sans Display" pitchFamily="2" charset="0"/>
            </a:endParaRPr>
          </a:p>
        </p:txBody>
      </p:sp>
      <p:sp>
        <p:nvSpPr>
          <p:cNvPr id="7" name="Rounded Rectangle 80">
            <a:extLst>
              <a:ext uri="{FF2B5EF4-FFF2-40B4-BE49-F238E27FC236}">
                <a16:creationId xmlns:a16="http://schemas.microsoft.com/office/drawing/2014/main" id="{FAE29394-4DF2-FD1F-1AF1-260B0AF42F62}"/>
              </a:ext>
              <a:ext uri="{C183D7F6-B498-43B3-948B-1728B52AA6E4}">
                <adec:decorative xmlns:adec="http://schemas.microsoft.com/office/drawing/2017/decorative" val="1"/>
              </a:ext>
            </a:extLst>
          </p:cNvPr>
          <p:cNvSpPr/>
          <p:nvPr userDrawn="1"/>
        </p:nvSpPr>
        <p:spPr bwMode="auto">
          <a:xfrm>
            <a:off x="4170937" y="1310837"/>
            <a:ext cx="6253554" cy="5401248"/>
          </a:xfrm>
          <a:prstGeom prst="roundRect">
            <a:avLst>
              <a:gd name="adj" fmla="val 2180"/>
            </a:avLst>
          </a:prstGeom>
          <a:solidFill>
            <a:schemeClr val="accent3">
              <a:lumMod val="20000"/>
              <a:lumOff val="80000"/>
            </a:schemeClr>
          </a:solidFill>
          <a:ln w="19050">
            <a:gradFill flip="none" rotWithShape="1">
              <a:gsLst>
                <a:gs pos="50000">
                  <a:schemeClr val="bg1">
                    <a:alpha val="20000"/>
                  </a:schemeClr>
                </a:gs>
                <a:gs pos="0">
                  <a:schemeClr val="bg1"/>
                </a:gs>
                <a:gs pos="100000">
                  <a:schemeClr val="bg1"/>
                </a:gs>
              </a:gsLst>
              <a:lin ang="81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365760" rIns="182880" bIns="146304" numCol="1" spcCol="0" rtlCol="0" fromWordArt="0" anchor="t" anchorCtr="0" forceAA="0" compatLnSpc="1">
            <a:prstTxWarp prst="textNoShape">
              <a:avLst/>
            </a:prstTxWarp>
            <a:noAutofit/>
          </a:bodyPr>
          <a:lstStyle/>
          <a:p>
            <a:pPr>
              <a:spcBef>
                <a:spcPts val="1800"/>
              </a:spcBef>
              <a:buSzPct val="90000"/>
            </a:pPr>
            <a:endParaRPr lang="en-US">
              <a:solidFill>
                <a:srgbClr val="000000"/>
              </a:solidFill>
              <a:latin typeface="Segoe Sans Display"/>
              <a:cs typeface="Segoe Sans Display" pitchFamily="2" charset="0"/>
            </a:endParaRPr>
          </a:p>
        </p:txBody>
      </p:sp>
      <p:sp>
        <p:nvSpPr>
          <p:cNvPr id="9" name="Rectangle 8">
            <a:extLst>
              <a:ext uri="{FF2B5EF4-FFF2-40B4-BE49-F238E27FC236}">
                <a16:creationId xmlns:a16="http://schemas.microsoft.com/office/drawing/2014/main" id="{395FE5E3-B108-9973-E29F-F4169B842ECC}"/>
              </a:ext>
              <a:ext uri="{C183D7F6-B498-43B3-948B-1728B52AA6E4}">
                <adec:decorative xmlns:adec="http://schemas.microsoft.com/office/drawing/2017/decorative" val="1"/>
              </a:ext>
            </a:extLst>
          </p:cNvPr>
          <p:cNvSpPr/>
          <p:nvPr userDrawn="1"/>
        </p:nvSpPr>
        <p:spPr bwMode="auto">
          <a:xfrm>
            <a:off x="3446912" y="5874017"/>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0" name="Rectangle 9">
            <a:extLst>
              <a:ext uri="{FF2B5EF4-FFF2-40B4-BE49-F238E27FC236}">
                <a16:creationId xmlns:a16="http://schemas.microsoft.com/office/drawing/2014/main" id="{299A8EFD-2D0A-4BA9-1EFF-24E8AAD17AA0}"/>
              </a:ext>
              <a:ext uri="{C183D7F6-B498-43B3-948B-1728B52AA6E4}">
                <adec:decorative xmlns:adec="http://schemas.microsoft.com/office/drawing/2017/decorative" val="1"/>
              </a:ext>
            </a:extLst>
          </p:cNvPr>
          <p:cNvSpPr/>
          <p:nvPr userDrawn="1"/>
        </p:nvSpPr>
        <p:spPr bwMode="auto">
          <a:xfrm>
            <a:off x="3494230" y="1880589"/>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1" name="Rectangle 10">
            <a:extLst>
              <a:ext uri="{FF2B5EF4-FFF2-40B4-BE49-F238E27FC236}">
                <a16:creationId xmlns:a16="http://schemas.microsoft.com/office/drawing/2014/main" id="{96CF91C8-4DD4-D0F5-FCA4-79F8E1D3A5B6}"/>
              </a:ext>
              <a:ext uri="{C183D7F6-B498-43B3-948B-1728B52AA6E4}">
                <adec:decorative xmlns:adec="http://schemas.microsoft.com/office/drawing/2017/decorative" val="1"/>
              </a:ext>
            </a:extLst>
          </p:cNvPr>
          <p:cNvSpPr/>
          <p:nvPr userDrawn="1"/>
        </p:nvSpPr>
        <p:spPr bwMode="auto">
          <a:xfrm>
            <a:off x="3496418" y="2846431"/>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2" name="Rectangle 11">
            <a:extLst>
              <a:ext uri="{FF2B5EF4-FFF2-40B4-BE49-F238E27FC236}">
                <a16:creationId xmlns:a16="http://schemas.microsoft.com/office/drawing/2014/main" id="{E46ACF3F-45FE-47D6-C59E-50148796EE46}"/>
              </a:ext>
              <a:ext uri="{C183D7F6-B498-43B3-948B-1728B52AA6E4}">
                <adec:decorative xmlns:adec="http://schemas.microsoft.com/office/drawing/2017/decorative" val="1"/>
              </a:ext>
            </a:extLst>
          </p:cNvPr>
          <p:cNvSpPr/>
          <p:nvPr userDrawn="1"/>
        </p:nvSpPr>
        <p:spPr bwMode="auto">
          <a:xfrm>
            <a:off x="3493474" y="3780133"/>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3" name="Rectangle 12">
            <a:extLst>
              <a:ext uri="{FF2B5EF4-FFF2-40B4-BE49-F238E27FC236}">
                <a16:creationId xmlns:a16="http://schemas.microsoft.com/office/drawing/2014/main" id="{13E1A497-2059-869A-1E6F-D817713744F2}"/>
              </a:ext>
              <a:ext uri="{C183D7F6-B498-43B3-948B-1728B52AA6E4}">
                <adec:decorative xmlns:adec="http://schemas.microsoft.com/office/drawing/2017/decorative" val="1"/>
              </a:ext>
            </a:extLst>
          </p:cNvPr>
          <p:cNvSpPr/>
          <p:nvPr userDrawn="1"/>
        </p:nvSpPr>
        <p:spPr bwMode="auto">
          <a:xfrm>
            <a:off x="3488643" y="4808946"/>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4" name="Rounded Rectangle 46">
            <a:extLst>
              <a:ext uri="{FF2B5EF4-FFF2-40B4-BE49-F238E27FC236}">
                <a16:creationId xmlns:a16="http://schemas.microsoft.com/office/drawing/2014/main" id="{3063B761-DBCC-60FA-BD86-6849C7A698A6}"/>
              </a:ext>
              <a:ext uri="{C183D7F6-B498-43B3-948B-1728B52AA6E4}">
                <adec:decorative xmlns:adec="http://schemas.microsoft.com/office/drawing/2017/decorative" val="1"/>
              </a:ext>
            </a:extLst>
          </p:cNvPr>
          <p:cNvSpPr/>
          <p:nvPr userDrawn="1"/>
        </p:nvSpPr>
        <p:spPr bwMode="auto">
          <a:xfrm>
            <a:off x="4320505" y="1673761"/>
            <a:ext cx="5972919" cy="795538"/>
          </a:xfrm>
          <a:prstGeom prst="roundRect">
            <a:avLst>
              <a:gd name="adj" fmla="val 14994"/>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5" name="Rounded Rectangle 50">
            <a:extLst>
              <a:ext uri="{FF2B5EF4-FFF2-40B4-BE49-F238E27FC236}">
                <a16:creationId xmlns:a16="http://schemas.microsoft.com/office/drawing/2014/main" id="{F45FBE28-BE8D-DED6-3977-A35C74FD3290}"/>
              </a:ext>
              <a:ext uri="{C183D7F6-B498-43B3-948B-1728B52AA6E4}">
                <adec:decorative xmlns:adec="http://schemas.microsoft.com/office/drawing/2017/decorative" val="1"/>
              </a:ext>
            </a:extLst>
          </p:cNvPr>
          <p:cNvSpPr/>
          <p:nvPr userDrawn="1"/>
        </p:nvSpPr>
        <p:spPr bwMode="auto">
          <a:xfrm>
            <a:off x="4320505" y="2559324"/>
            <a:ext cx="5972919" cy="908626"/>
          </a:xfrm>
          <a:prstGeom prst="roundRect">
            <a:avLst>
              <a:gd name="adj" fmla="val 13128"/>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6" name="Rounded Rectangle 55">
            <a:extLst>
              <a:ext uri="{FF2B5EF4-FFF2-40B4-BE49-F238E27FC236}">
                <a16:creationId xmlns:a16="http://schemas.microsoft.com/office/drawing/2014/main" id="{2F64D3D4-86A8-332C-C08C-56C186DAB212}"/>
              </a:ext>
              <a:ext uri="{C183D7F6-B498-43B3-948B-1728B52AA6E4}">
                <adec:decorative xmlns:adec="http://schemas.microsoft.com/office/drawing/2017/decorative" val="1"/>
              </a:ext>
            </a:extLst>
          </p:cNvPr>
          <p:cNvSpPr/>
          <p:nvPr userDrawn="1"/>
        </p:nvSpPr>
        <p:spPr bwMode="auto">
          <a:xfrm>
            <a:off x="4320505" y="3557975"/>
            <a:ext cx="5972919" cy="901563"/>
          </a:xfrm>
          <a:prstGeom prst="roundRect">
            <a:avLst>
              <a:gd name="adj" fmla="val 13231"/>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7" name="Rounded Rectangle 60">
            <a:extLst>
              <a:ext uri="{FF2B5EF4-FFF2-40B4-BE49-F238E27FC236}">
                <a16:creationId xmlns:a16="http://schemas.microsoft.com/office/drawing/2014/main" id="{19F0CC36-F1FB-632F-7569-74DA79B953E9}"/>
              </a:ext>
              <a:ext uri="{C183D7F6-B498-43B3-948B-1728B52AA6E4}">
                <adec:decorative xmlns:adec="http://schemas.microsoft.com/office/drawing/2017/decorative" val="1"/>
              </a:ext>
            </a:extLst>
          </p:cNvPr>
          <p:cNvSpPr/>
          <p:nvPr userDrawn="1"/>
        </p:nvSpPr>
        <p:spPr bwMode="auto">
          <a:xfrm>
            <a:off x="4320505" y="4549563"/>
            <a:ext cx="5972919" cy="976499"/>
          </a:xfrm>
          <a:prstGeom prst="roundRect">
            <a:avLst>
              <a:gd name="adj" fmla="val 12215"/>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8" name="Rounded Rectangle 20">
            <a:extLst>
              <a:ext uri="{FF2B5EF4-FFF2-40B4-BE49-F238E27FC236}">
                <a16:creationId xmlns:a16="http://schemas.microsoft.com/office/drawing/2014/main" id="{3923BC9E-92B9-804E-6B78-A0405A155021}"/>
              </a:ext>
              <a:ext uri="{C183D7F6-B498-43B3-948B-1728B52AA6E4}">
                <adec:decorative xmlns:adec="http://schemas.microsoft.com/office/drawing/2017/decorative" val="1"/>
              </a:ext>
            </a:extLst>
          </p:cNvPr>
          <p:cNvSpPr/>
          <p:nvPr userDrawn="1"/>
        </p:nvSpPr>
        <p:spPr bwMode="auto">
          <a:xfrm>
            <a:off x="699425" y="1673761"/>
            <a:ext cx="3114353" cy="797309"/>
          </a:xfrm>
          <a:prstGeom prst="roundRect">
            <a:avLst>
              <a:gd name="adj" fmla="val 14961"/>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9" name="Rounded Rectangle 23">
            <a:extLst>
              <a:ext uri="{FF2B5EF4-FFF2-40B4-BE49-F238E27FC236}">
                <a16:creationId xmlns:a16="http://schemas.microsoft.com/office/drawing/2014/main" id="{DDF0544D-EDBE-E23C-1DEE-9321AD081C2F}"/>
              </a:ext>
              <a:ext uri="{C183D7F6-B498-43B3-948B-1728B52AA6E4}">
                <adec:decorative xmlns:adec="http://schemas.microsoft.com/office/drawing/2017/decorative" val="1"/>
              </a:ext>
            </a:extLst>
          </p:cNvPr>
          <p:cNvSpPr/>
          <p:nvPr userDrawn="1"/>
        </p:nvSpPr>
        <p:spPr bwMode="auto">
          <a:xfrm>
            <a:off x="699425" y="2567387"/>
            <a:ext cx="3114353" cy="1892151"/>
          </a:xfrm>
          <a:prstGeom prst="roundRect">
            <a:avLst>
              <a:gd name="adj" fmla="val 6304"/>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20" name="Rounded Rectangle 31">
            <a:extLst>
              <a:ext uri="{FF2B5EF4-FFF2-40B4-BE49-F238E27FC236}">
                <a16:creationId xmlns:a16="http://schemas.microsoft.com/office/drawing/2014/main" id="{C3455CCB-C24F-0918-DDC0-089FC7A04623}"/>
              </a:ext>
              <a:ext uri="{C183D7F6-B498-43B3-948B-1728B52AA6E4}">
                <adec:decorative xmlns:adec="http://schemas.microsoft.com/office/drawing/2017/decorative" val="1"/>
              </a:ext>
            </a:extLst>
          </p:cNvPr>
          <p:cNvSpPr/>
          <p:nvPr userDrawn="1"/>
        </p:nvSpPr>
        <p:spPr bwMode="auto">
          <a:xfrm>
            <a:off x="698469" y="4549563"/>
            <a:ext cx="3116336" cy="976499"/>
          </a:xfrm>
          <a:prstGeom prst="roundRect">
            <a:avLst>
              <a:gd name="adj" fmla="val 12215"/>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21" name="Rectangle: Rounded Corners 10">
            <a:extLst>
              <a:ext uri="{FF2B5EF4-FFF2-40B4-BE49-F238E27FC236}">
                <a16:creationId xmlns:a16="http://schemas.microsoft.com/office/drawing/2014/main" id="{57AC6C64-4EA9-70A1-AE04-D983F85F6C61}"/>
              </a:ext>
              <a:ext uri="{C183D7F6-B498-43B3-948B-1728B52AA6E4}">
                <adec:decorative xmlns:adec="http://schemas.microsoft.com/office/drawing/2017/decorative" val="1"/>
              </a:ext>
            </a:extLst>
          </p:cNvPr>
          <p:cNvSpPr/>
          <p:nvPr userDrawn="1"/>
        </p:nvSpPr>
        <p:spPr>
          <a:xfrm>
            <a:off x="559093" y="1190813"/>
            <a:ext cx="1224299" cy="273059"/>
          </a:xfrm>
          <a:prstGeom prst="roundRect">
            <a:avLst>
              <a:gd name="adj" fmla="val 50000"/>
            </a:avLst>
          </a:prstGeom>
          <a:solidFill>
            <a:schemeClr val="bg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i="0" u="none" strike="noStrike" kern="1200" cap="none" spc="0" normalizeH="0" baseline="0" noProof="0">
                <a:ln>
                  <a:noFill/>
                </a:ln>
                <a:solidFill>
                  <a:srgbClr val="FFFFFF"/>
                </a:solidFill>
                <a:effectLst/>
                <a:uLnTx/>
                <a:uFillTx/>
                <a:latin typeface="+mj-lt"/>
                <a:ea typeface="+mn-ea"/>
                <a:cs typeface="Segoe Sans Display" pitchFamily="2" charset="0"/>
              </a:rPr>
              <a:t>Key Processes</a:t>
            </a:r>
          </a:p>
        </p:txBody>
      </p:sp>
      <p:sp>
        <p:nvSpPr>
          <p:cNvPr id="30" name="Text Placeholder 29">
            <a:extLst>
              <a:ext uri="{FF2B5EF4-FFF2-40B4-BE49-F238E27FC236}">
                <a16:creationId xmlns:a16="http://schemas.microsoft.com/office/drawing/2014/main" id="{320DB206-1E09-B91E-9F54-10742BA42DF9}"/>
              </a:ext>
            </a:extLst>
          </p:cNvPr>
          <p:cNvSpPr>
            <a:spLocks noGrp="1"/>
          </p:cNvSpPr>
          <p:nvPr>
            <p:ph type="body" sz="quarter" idx="12"/>
          </p:nvPr>
        </p:nvSpPr>
        <p:spPr>
          <a:xfrm>
            <a:off x="798513" y="1795416"/>
            <a:ext cx="960120" cy="553998"/>
          </a:xfrm>
          <a:prstGeom prst="rect">
            <a:avLst/>
          </a:prstGeom>
        </p:spPr>
        <p:txBody>
          <a:bodyPr anchor="ctr" anchorCtr="0"/>
          <a:lstStyle>
            <a:lvl1pPr>
              <a:lnSpc>
                <a:spcPct val="100000"/>
              </a:lnSpc>
              <a:defRPr sz="1200"/>
            </a:lvl1pPr>
          </a:lstStyle>
          <a:p>
            <a:pPr lvl="0"/>
            <a:r>
              <a:rPr lang="en-US"/>
              <a:t>Click to edit Master text styles</a:t>
            </a:r>
          </a:p>
        </p:txBody>
      </p:sp>
      <p:sp>
        <p:nvSpPr>
          <p:cNvPr id="22" name="Rectangle: Rounded Corners 10">
            <a:extLst>
              <a:ext uri="{FF2B5EF4-FFF2-40B4-BE49-F238E27FC236}">
                <a16:creationId xmlns:a16="http://schemas.microsoft.com/office/drawing/2014/main" id="{F283C8DD-3E76-1525-2983-F78D468EABC0}"/>
              </a:ext>
              <a:ext uri="{C183D7F6-B498-43B3-948B-1728B52AA6E4}">
                <adec:decorative xmlns:adec="http://schemas.microsoft.com/office/drawing/2017/decorative" val="1"/>
              </a:ext>
            </a:extLst>
          </p:cNvPr>
          <p:cNvSpPr/>
          <p:nvPr userDrawn="1"/>
        </p:nvSpPr>
        <p:spPr>
          <a:xfrm>
            <a:off x="1898649" y="1190813"/>
            <a:ext cx="1892808" cy="273059"/>
          </a:xfrm>
          <a:prstGeom prst="roundRect">
            <a:avLst>
              <a:gd name="adj" fmla="val 50000"/>
            </a:avLst>
          </a:prstGeom>
          <a:solidFill>
            <a:schemeClr val="bg1">
              <a:lumMod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i="0" u="none" strike="noStrike" kern="1200" cap="none" spc="0" normalizeH="0" baseline="0" noProof="0">
                <a:ln>
                  <a:noFill/>
                </a:ln>
                <a:solidFill>
                  <a:srgbClr val="000000"/>
                </a:solidFill>
                <a:effectLst/>
                <a:uLnTx/>
                <a:uFillTx/>
                <a:latin typeface="+mj-lt"/>
                <a:ea typeface="+mn-ea"/>
                <a:cs typeface="Segoe Sans Display" pitchFamily="2" charset="0"/>
              </a:rPr>
              <a:t>Before AI</a:t>
            </a:r>
          </a:p>
        </p:txBody>
      </p:sp>
      <p:sp>
        <p:nvSpPr>
          <p:cNvPr id="24" name="Rounded Rectangle 60">
            <a:extLst>
              <a:ext uri="{FF2B5EF4-FFF2-40B4-BE49-F238E27FC236}">
                <a16:creationId xmlns:a16="http://schemas.microsoft.com/office/drawing/2014/main" id="{FE634DD4-3EF9-0D15-1DDE-4024D59FA392}"/>
              </a:ext>
              <a:ext uri="{C183D7F6-B498-43B3-948B-1728B52AA6E4}">
                <adec:decorative xmlns:adec="http://schemas.microsoft.com/office/drawing/2017/decorative" val="1"/>
              </a:ext>
            </a:extLst>
          </p:cNvPr>
          <p:cNvSpPr/>
          <p:nvPr userDrawn="1"/>
        </p:nvSpPr>
        <p:spPr bwMode="auto">
          <a:xfrm>
            <a:off x="4320505" y="5616087"/>
            <a:ext cx="5972919" cy="976499"/>
          </a:xfrm>
          <a:prstGeom prst="roundRect">
            <a:avLst>
              <a:gd name="adj" fmla="val 12215"/>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25" name="Rounded Rectangle 31">
            <a:extLst>
              <a:ext uri="{FF2B5EF4-FFF2-40B4-BE49-F238E27FC236}">
                <a16:creationId xmlns:a16="http://schemas.microsoft.com/office/drawing/2014/main" id="{582E95FF-F204-A2C6-B1D7-26E7D0C6E110}"/>
              </a:ext>
              <a:ext uri="{C183D7F6-B498-43B3-948B-1728B52AA6E4}">
                <adec:decorative xmlns:adec="http://schemas.microsoft.com/office/drawing/2017/decorative" val="1"/>
              </a:ext>
            </a:extLst>
          </p:cNvPr>
          <p:cNvSpPr/>
          <p:nvPr userDrawn="1"/>
        </p:nvSpPr>
        <p:spPr bwMode="auto">
          <a:xfrm>
            <a:off x="699048" y="5616087"/>
            <a:ext cx="3115136" cy="976499"/>
          </a:xfrm>
          <a:prstGeom prst="roundRect">
            <a:avLst>
              <a:gd name="adj" fmla="val 12215"/>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26" name="Rectangle: Rounded Corners 10">
            <a:extLst>
              <a:ext uri="{FF2B5EF4-FFF2-40B4-BE49-F238E27FC236}">
                <a16:creationId xmlns:a16="http://schemas.microsoft.com/office/drawing/2014/main" id="{FF4A5D24-E5ED-ED4B-73C8-FEEBC1E181E3}"/>
              </a:ext>
              <a:ext uri="{C183D7F6-B498-43B3-948B-1728B52AA6E4}">
                <adec:decorative xmlns:adec="http://schemas.microsoft.com/office/drawing/2017/decorative" val="1"/>
              </a:ext>
            </a:extLst>
          </p:cNvPr>
          <p:cNvSpPr/>
          <p:nvPr userDrawn="1"/>
        </p:nvSpPr>
        <p:spPr>
          <a:xfrm>
            <a:off x="4299290" y="1190813"/>
            <a:ext cx="1811983" cy="273059"/>
          </a:xfrm>
          <a:prstGeom prst="roundRect">
            <a:avLst>
              <a:gd name="adj" fmla="val 50000"/>
            </a:avLst>
          </a:prstGeom>
          <a:gradFill flip="none" rotWithShape="1">
            <a:gsLst>
              <a:gs pos="0">
                <a:srgbClr val="0178D4"/>
              </a:gs>
              <a:gs pos="67269">
                <a:srgbClr val="E176D5"/>
              </a:gs>
              <a:gs pos="33000">
                <a:srgbClr val="629CFF"/>
              </a:gs>
              <a:gs pos="100000">
                <a:srgbClr val="FDA778"/>
              </a:gs>
            </a:gsLst>
            <a:path path="circle">
              <a:fillToRect t="100000" r="100000"/>
            </a:path>
            <a:tileRect l="-100000" b="-100000"/>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i="0" u="none" strike="noStrike" kern="1200" cap="none" spc="0" normalizeH="0" baseline="0" noProof="0">
                <a:ln>
                  <a:noFill/>
                </a:ln>
                <a:solidFill>
                  <a:srgbClr val="FFFFFF"/>
                </a:solidFill>
                <a:effectLst/>
                <a:uLnTx/>
                <a:uFillTx/>
                <a:latin typeface="+mj-lt"/>
                <a:ea typeface="+mn-ea"/>
                <a:cs typeface="Segoe Sans Display" pitchFamily="2" charset="0"/>
              </a:rPr>
              <a:t>After AI</a:t>
            </a:r>
          </a:p>
        </p:txBody>
      </p:sp>
      <p:sp>
        <p:nvSpPr>
          <p:cNvPr id="33" name="Text Placeholder 32">
            <a:extLst>
              <a:ext uri="{FF2B5EF4-FFF2-40B4-BE49-F238E27FC236}">
                <a16:creationId xmlns:a16="http://schemas.microsoft.com/office/drawing/2014/main" id="{04735D59-0756-1F28-325D-B95A8012517D}"/>
              </a:ext>
            </a:extLst>
          </p:cNvPr>
          <p:cNvSpPr>
            <a:spLocks noGrp="1"/>
          </p:cNvSpPr>
          <p:nvPr>
            <p:ph type="body" sz="quarter" idx="13"/>
          </p:nvPr>
        </p:nvSpPr>
        <p:spPr>
          <a:xfrm>
            <a:off x="1898649" y="1995471"/>
            <a:ext cx="1792224" cy="153888"/>
          </a:xfrm>
          <a:prstGeom prst="rect">
            <a:avLst/>
          </a:prstGeom>
        </p:spPr>
        <p:txBody>
          <a:bodyPr anchor="ctr" anchorCtr="0"/>
          <a:lstStyle>
            <a:lvl1pPr>
              <a:lnSpc>
                <a:spcPct val="100000"/>
              </a:lnSpc>
              <a:spcBef>
                <a:spcPts val="300"/>
              </a:spcBef>
              <a:defRPr sz="1000">
                <a:latin typeface="+mn-lt"/>
              </a:defRPr>
            </a:lvl1pPr>
            <a:lvl2pPr>
              <a:defRPr sz="1000"/>
            </a:lvl2pPr>
            <a:lvl3pPr>
              <a:defRPr sz="1000"/>
            </a:lvl3pPr>
            <a:lvl4pPr>
              <a:defRPr sz="1000"/>
            </a:lvl4pPr>
            <a:lvl5pPr>
              <a:defRPr sz="1000"/>
            </a:lvl5pPr>
          </a:lstStyle>
          <a:p>
            <a:pPr lvl="0"/>
            <a:r>
              <a:rPr lang="en-US"/>
              <a:t>Click to edit Master text styles</a:t>
            </a:r>
          </a:p>
        </p:txBody>
      </p:sp>
      <p:sp>
        <p:nvSpPr>
          <p:cNvPr id="46" name="Text Placeholder 32">
            <a:extLst>
              <a:ext uri="{FF2B5EF4-FFF2-40B4-BE49-F238E27FC236}">
                <a16:creationId xmlns:a16="http://schemas.microsoft.com/office/drawing/2014/main" id="{8DC41E68-3E78-C147-795C-5CE3F98396FE}"/>
              </a:ext>
            </a:extLst>
          </p:cNvPr>
          <p:cNvSpPr>
            <a:spLocks noGrp="1"/>
          </p:cNvSpPr>
          <p:nvPr>
            <p:ph type="body" sz="quarter" idx="20"/>
          </p:nvPr>
        </p:nvSpPr>
        <p:spPr>
          <a:xfrm>
            <a:off x="4432788" y="1673761"/>
            <a:ext cx="2788920" cy="398058"/>
          </a:xfrm>
          <a:prstGeom prst="rect">
            <a:avLst/>
          </a:prstGeom>
        </p:spPr>
        <p:txBody>
          <a:bodyPr tIns="64008"/>
          <a:lstStyle>
            <a:lvl1pPr>
              <a:lnSpc>
                <a:spcPct val="100000"/>
              </a:lnSpc>
              <a:spcBef>
                <a:spcPts val="0"/>
              </a:spcBef>
              <a:defRPr sz="1000">
                <a:solidFill>
                  <a:srgbClr val="0078D4"/>
                </a:solidFill>
                <a:latin typeface="+mn-lt"/>
              </a:defRPr>
            </a:lvl1pPr>
            <a:lvl2pPr>
              <a:lnSpc>
                <a:spcPct val="100000"/>
              </a:lnSpc>
              <a:spcBef>
                <a:spcPts val="200"/>
              </a:spcBef>
              <a:defRPr sz="1000"/>
            </a:lvl2pPr>
            <a:lvl3pPr>
              <a:defRPr sz="1000"/>
            </a:lvl3pPr>
            <a:lvl4pPr>
              <a:defRPr sz="1000"/>
            </a:lvl4pPr>
            <a:lvl5pPr>
              <a:defRPr sz="1000"/>
            </a:lvl5pPr>
          </a:lstStyle>
          <a:p>
            <a:pPr lvl="0"/>
            <a:r>
              <a:rPr lang="en-US"/>
              <a:t>Click to edit Master text styles</a:t>
            </a:r>
          </a:p>
          <a:p>
            <a:pPr lvl="1"/>
            <a:r>
              <a:rPr lang="en-US"/>
              <a:t>Level 2</a:t>
            </a:r>
          </a:p>
        </p:txBody>
      </p:sp>
      <p:sp>
        <p:nvSpPr>
          <p:cNvPr id="56" name="Text Placeholder 32">
            <a:extLst>
              <a:ext uri="{FF2B5EF4-FFF2-40B4-BE49-F238E27FC236}">
                <a16:creationId xmlns:a16="http://schemas.microsoft.com/office/drawing/2014/main" id="{A35306A8-4AB6-27A1-2284-B67D86A65D03}"/>
              </a:ext>
            </a:extLst>
          </p:cNvPr>
          <p:cNvSpPr>
            <a:spLocks noGrp="1"/>
          </p:cNvSpPr>
          <p:nvPr>
            <p:ph type="body" sz="quarter" idx="21"/>
          </p:nvPr>
        </p:nvSpPr>
        <p:spPr>
          <a:xfrm>
            <a:off x="7405111" y="1673761"/>
            <a:ext cx="2788920" cy="398058"/>
          </a:xfrm>
          <a:prstGeom prst="rect">
            <a:avLst/>
          </a:prstGeom>
        </p:spPr>
        <p:txBody>
          <a:bodyPr tIns="64008"/>
          <a:lstStyle>
            <a:lvl1pPr>
              <a:lnSpc>
                <a:spcPct val="100000"/>
              </a:lnSpc>
              <a:spcBef>
                <a:spcPts val="0"/>
              </a:spcBef>
              <a:defRPr sz="1000">
                <a:solidFill>
                  <a:srgbClr val="0078D4"/>
                </a:solidFill>
                <a:latin typeface="+mn-lt"/>
              </a:defRPr>
            </a:lvl1pPr>
            <a:lvl2pPr>
              <a:lnSpc>
                <a:spcPct val="100000"/>
              </a:lnSpc>
              <a:spcBef>
                <a:spcPts val="200"/>
              </a:spcBef>
              <a:defRPr sz="1000"/>
            </a:lvl2pPr>
            <a:lvl3pPr>
              <a:defRPr sz="1000"/>
            </a:lvl3pPr>
            <a:lvl4pPr>
              <a:defRPr sz="1000"/>
            </a:lvl4pPr>
            <a:lvl5pPr>
              <a:defRPr sz="1000"/>
            </a:lvl5pPr>
          </a:lstStyle>
          <a:p>
            <a:pPr lvl="0"/>
            <a:r>
              <a:rPr lang="en-US"/>
              <a:t>Click to edit Master text styles</a:t>
            </a:r>
          </a:p>
          <a:p>
            <a:pPr lvl="1"/>
            <a:r>
              <a:rPr lang="en-US"/>
              <a:t>Level 2</a:t>
            </a:r>
          </a:p>
        </p:txBody>
      </p:sp>
      <p:sp>
        <p:nvSpPr>
          <p:cNvPr id="36" name="Text Placeholder 29">
            <a:extLst>
              <a:ext uri="{FF2B5EF4-FFF2-40B4-BE49-F238E27FC236}">
                <a16:creationId xmlns:a16="http://schemas.microsoft.com/office/drawing/2014/main" id="{4BA3A142-A819-F553-5D15-FB96846EDCA7}"/>
              </a:ext>
            </a:extLst>
          </p:cNvPr>
          <p:cNvSpPr>
            <a:spLocks noGrp="1"/>
          </p:cNvSpPr>
          <p:nvPr>
            <p:ph type="body" sz="quarter" idx="14"/>
          </p:nvPr>
        </p:nvSpPr>
        <p:spPr>
          <a:xfrm>
            <a:off x="798513" y="3236463"/>
            <a:ext cx="960120" cy="553998"/>
          </a:xfrm>
          <a:prstGeom prst="rect">
            <a:avLst/>
          </a:prstGeom>
        </p:spPr>
        <p:txBody>
          <a:bodyPr anchor="ctr" anchorCtr="0"/>
          <a:lstStyle>
            <a:lvl1pPr>
              <a:lnSpc>
                <a:spcPct val="100000"/>
              </a:lnSpc>
              <a:defRPr sz="1200"/>
            </a:lvl1pPr>
          </a:lstStyle>
          <a:p>
            <a:pPr lvl="0"/>
            <a:r>
              <a:rPr lang="en-US"/>
              <a:t>Click to edit Master text styles</a:t>
            </a:r>
          </a:p>
        </p:txBody>
      </p:sp>
      <p:sp>
        <p:nvSpPr>
          <p:cNvPr id="37" name="Text Placeholder 32">
            <a:extLst>
              <a:ext uri="{FF2B5EF4-FFF2-40B4-BE49-F238E27FC236}">
                <a16:creationId xmlns:a16="http://schemas.microsoft.com/office/drawing/2014/main" id="{D26EE3EA-C9A9-D990-9C00-02E44F91E73A}"/>
              </a:ext>
            </a:extLst>
          </p:cNvPr>
          <p:cNvSpPr>
            <a:spLocks noGrp="1"/>
          </p:cNvSpPr>
          <p:nvPr>
            <p:ph type="body" sz="quarter" idx="15"/>
          </p:nvPr>
        </p:nvSpPr>
        <p:spPr>
          <a:xfrm>
            <a:off x="1898649" y="3436518"/>
            <a:ext cx="1792224" cy="153888"/>
          </a:xfrm>
          <a:prstGeom prst="rect">
            <a:avLst/>
          </a:prstGeom>
        </p:spPr>
        <p:txBody>
          <a:bodyPr anchor="ctr" anchorCtr="0"/>
          <a:lstStyle>
            <a:lvl1pPr>
              <a:lnSpc>
                <a:spcPct val="100000"/>
              </a:lnSpc>
              <a:spcBef>
                <a:spcPts val="300"/>
              </a:spcBef>
              <a:defRPr sz="1000">
                <a:latin typeface="+mn-lt"/>
              </a:defRPr>
            </a:lvl1pPr>
            <a:lvl2pPr>
              <a:defRPr sz="1000"/>
            </a:lvl2pPr>
            <a:lvl3pPr>
              <a:defRPr sz="1000"/>
            </a:lvl3pPr>
            <a:lvl4pPr>
              <a:defRPr sz="1000"/>
            </a:lvl4pPr>
            <a:lvl5pPr>
              <a:defRPr sz="1000"/>
            </a:lvl5pPr>
          </a:lstStyle>
          <a:p>
            <a:pPr lvl="0"/>
            <a:r>
              <a:rPr lang="en-US"/>
              <a:t>Click to edit Master text styles</a:t>
            </a:r>
          </a:p>
        </p:txBody>
      </p:sp>
      <p:sp>
        <p:nvSpPr>
          <p:cNvPr id="57" name="Text Placeholder 32">
            <a:extLst>
              <a:ext uri="{FF2B5EF4-FFF2-40B4-BE49-F238E27FC236}">
                <a16:creationId xmlns:a16="http://schemas.microsoft.com/office/drawing/2014/main" id="{F0E4F28B-ABF1-36EC-1032-A02714B652A3}"/>
              </a:ext>
            </a:extLst>
          </p:cNvPr>
          <p:cNvSpPr>
            <a:spLocks noGrp="1"/>
          </p:cNvSpPr>
          <p:nvPr>
            <p:ph type="body" sz="quarter" idx="22"/>
          </p:nvPr>
        </p:nvSpPr>
        <p:spPr>
          <a:xfrm>
            <a:off x="4432789" y="2546006"/>
            <a:ext cx="2788920" cy="398058"/>
          </a:xfrm>
          <a:prstGeom prst="rect">
            <a:avLst/>
          </a:prstGeom>
        </p:spPr>
        <p:txBody>
          <a:bodyPr tIns="64008"/>
          <a:lstStyle>
            <a:lvl1pPr>
              <a:lnSpc>
                <a:spcPct val="100000"/>
              </a:lnSpc>
              <a:spcBef>
                <a:spcPts val="0"/>
              </a:spcBef>
              <a:defRPr sz="1000">
                <a:solidFill>
                  <a:srgbClr val="0078D4"/>
                </a:solidFill>
                <a:latin typeface="+mn-lt"/>
              </a:defRPr>
            </a:lvl1pPr>
            <a:lvl2pPr>
              <a:lnSpc>
                <a:spcPct val="100000"/>
              </a:lnSpc>
              <a:spcBef>
                <a:spcPts val="200"/>
              </a:spcBef>
              <a:defRPr sz="1000"/>
            </a:lvl2pPr>
            <a:lvl3pPr>
              <a:defRPr sz="1000"/>
            </a:lvl3pPr>
            <a:lvl4pPr>
              <a:defRPr sz="1000"/>
            </a:lvl4pPr>
            <a:lvl5pPr>
              <a:defRPr sz="1000"/>
            </a:lvl5pPr>
          </a:lstStyle>
          <a:p>
            <a:pPr lvl="0"/>
            <a:r>
              <a:rPr lang="en-US"/>
              <a:t>Click to edit Master text styles</a:t>
            </a:r>
          </a:p>
          <a:p>
            <a:pPr lvl="1"/>
            <a:r>
              <a:rPr lang="en-US"/>
              <a:t>Level 2</a:t>
            </a:r>
          </a:p>
        </p:txBody>
      </p:sp>
      <p:sp>
        <p:nvSpPr>
          <p:cNvPr id="58" name="Text Placeholder 32">
            <a:extLst>
              <a:ext uri="{FF2B5EF4-FFF2-40B4-BE49-F238E27FC236}">
                <a16:creationId xmlns:a16="http://schemas.microsoft.com/office/drawing/2014/main" id="{2ECDC387-F36E-528E-8201-026B467B78ED}"/>
              </a:ext>
            </a:extLst>
          </p:cNvPr>
          <p:cNvSpPr>
            <a:spLocks noGrp="1"/>
          </p:cNvSpPr>
          <p:nvPr>
            <p:ph type="body" sz="quarter" idx="23"/>
          </p:nvPr>
        </p:nvSpPr>
        <p:spPr>
          <a:xfrm>
            <a:off x="7405111" y="2546006"/>
            <a:ext cx="2788920" cy="398058"/>
          </a:xfrm>
          <a:prstGeom prst="rect">
            <a:avLst/>
          </a:prstGeom>
        </p:spPr>
        <p:txBody>
          <a:bodyPr tIns="64008"/>
          <a:lstStyle>
            <a:lvl1pPr>
              <a:lnSpc>
                <a:spcPct val="100000"/>
              </a:lnSpc>
              <a:spcBef>
                <a:spcPts val="0"/>
              </a:spcBef>
              <a:defRPr sz="1000">
                <a:solidFill>
                  <a:srgbClr val="0078D4"/>
                </a:solidFill>
                <a:latin typeface="+mn-lt"/>
              </a:defRPr>
            </a:lvl1pPr>
            <a:lvl2pPr>
              <a:lnSpc>
                <a:spcPct val="100000"/>
              </a:lnSpc>
              <a:spcBef>
                <a:spcPts val="200"/>
              </a:spcBef>
              <a:defRPr sz="1000"/>
            </a:lvl2pPr>
            <a:lvl3pPr>
              <a:defRPr sz="1000"/>
            </a:lvl3pPr>
            <a:lvl4pPr>
              <a:defRPr sz="1000"/>
            </a:lvl4pPr>
            <a:lvl5pPr>
              <a:defRPr sz="1000"/>
            </a:lvl5pPr>
          </a:lstStyle>
          <a:p>
            <a:pPr lvl="0"/>
            <a:r>
              <a:rPr lang="en-US"/>
              <a:t>Click to edit Master text styles</a:t>
            </a:r>
          </a:p>
          <a:p>
            <a:pPr lvl="1"/>
            <a:r>
              <a:rPr lang="en-US"/>
              <a:t>Level 2</a:t>
            </a:r>
          </a:p>
        </p:txBody>
      </p:sp>
      <p:sp>
        <p:nvSpPr>
          <p:cNvPr id="59" name="Text Placeholder 32">
            <a:extLst>
              <a:ext uri="{FF2B5EF4-FFF2-40B4-BE49-F238E27FC236}">
                <a16:creationId xmlns:a16="http://schemas.microsoft.com/office/drawing/2014/main" id="{B7C78BB3-DA91-4E6E-F986-D3754AD22421}"/>
              </a:ext>
            </a:extLst>
          </p:cNvPr>
          <p:cNvSpPr>
            <a:spLocks noGrp="1"/>
          </p:cNvSpPr>
          <p:nvPr>
            <p:ph type="body" sz="quarter" idx="24"/>
          </p:nvPr>
        </p:nvSpPr>
        <p:spPr>
          <a:xfrm>
            <a:off x="4432789" y="3557975"/>
            <a:ext cx="2788920" cy="398058"/>
          </a:xfrm>
          <a:prstGeom prst="rect">
            <a:avLst/>
          </a:prstGeom>
        </p:spPr>
        <p:txBody>
          <a:bodyPr tIns="64008"/>
          <a:lstStyle>
            <a:lvl1pPr>
              <a:lnSpc>
                <a:spcPct val="100000"/>
              </a:lnSpc>
              <a:spcBef>
                <a:spcPts val="0"/>
              </a:spcBef>
              <a:defRPr sz="1000">
                <a:solidFill>
                  <a:srgbClr val="0078D4"/>
                </a:solidFill>
                <a:latin typeface="+mn-lt"/>
              </a:defRPr>
            </a:lvl1pPr>
            <a:lvl2pPr>
              <a:lnSpc>
                <a:spcPct val="100000"/>
              </a:lnSpc>
              <a:spcBef>
                <a:spcPts val="200"/>
              </a:spcBef>
              <a:defRPr sz="1000"/>
            </a:lvl2pPr>
            <a:lvl3pPr>
              <a:defRPr sz="1000"/>
            </a:lvl3pPr>
            <a:lvl4pPr>
              <a:defRPr sz="1000"/>
            </a:lvl4pPr>
            <a:lvl5pPr>
              <a:defRPr sz="1000"/>
            </a:lvl5pPr>
          </a:lstStyle>
          <a:p>
            <a:pPr lvl="0"/>
            <a:r>
              <a:rPr lang="en-US"/>
              <a:t>Click to edit Master text styles</a:t>
            </a:r>
          </a:p>
          <a:p>
            <a:pPr lvl="1"/>
            <a:r>
              <a:rPr lang="en-US"/>
              <a:t>Level 2</a:t>
            </a:r>
          </a:p>
        </p:txBody>
      </p:sp>
      <p:sp>
        <p:nvSpPr>
          <p:cNvPr id="60" name="Text Placeholder 32">
            <a:extLst>
              <a:ext uri="{FF2B5EF4-FFF2-40B4-BE49-F238E27FC236}">
                <a16:creationId xmlns:a16="http://schemas.microsoft.com/office/drawing/2014/main" id="{45E89DB9-F245-9E41-1C7C-059AD53620EF}"/>
              </a:ext>
            </a:extLst>
          </p:cNvPr>
          <p:cNvSpPr>
            <a:spLocks noGrp="1"/>
          </p:cNvSpPr>
          <p:nvPr>
            <p:ph type="body" sz="quarter" idx="25"/>
          </p:nvPr>
        </p:nvSpPr>
        <p:spPr>
          <a:xfrm>
            <a:off x="7405111" y="3557975"/>
            <a:ext cx="2788920" cy="398058"/>
          </a:xfrm>
          <a:prstGeom prst="rect">
            <a:avLst/>
          </a:prstGeom>
        </p:spPr>
        <p:txBody>
          <a:bodyPr tIns="64008"/>
          <a:lstStyle>
            <a:lvl1pPr>
              <a:lnSpc>
                <a:spcPct val="100000"/>
              </a:lnSpc>
              <a:spcBef>
                <a:spcPts val="0"/>
              </a:spcBef>
              <a:defRPr sz="1000">
                <a:solidFill>
                  <a:srgbClr val="0078D4"/>
                </a:solidFill>
                <a:latin typeface="+mn-lt"/>
              </a:defRPr>
            </a:lvl1pPr>
            <a:lvl2pPr>
              <a:lnSpc>
                <a:spcPct val="100000"/>
              </a:lnSpc>
              <a:spcBef>
                <a:spcPts val="200"/>
              </a:spcBef>
              <a:defRPr sz="1000"/>
            </a:lvl2pPr>
            <a:lvl3pPr>
              <a:defRPr sz="1000"/>
            </a:lvl3pPr>
            <a:lvl4pPr>
              <a:defRPr sz="1000"/>
            </a:lvl4pPr>
            <a:lvl5pPr>
              <a:defRPr sz="1000"/>
            </a:lvl5pPr>
          </a:lstStyle>
          <a:p>
            <a:pPr lvl="0"/>
            <a:r>
              <a:rPr lang="en-US"/>
              <a:t>Click to edit Master text styles</a:t>
            </a:r>
          </a:p>
          <a:p>
            <a:pPr lvl="1"/>
            <a:r>
              <a:rPr lang="en-US"/>
              <a:t>Level 2</a:t>
            </a:r>
          </a:p>
        </p:txBody>
      </p:sp>
      <p:sp>
        <p:nvSpPr>
          <p:cNvPr id="38" name="Text Placeholder 29">
            <a:extLst>
              <a:ext uri="{FF2B5EF4-FFF2-40B4-BE49-F238E27FC236}">
                <a16:creationId xmlns:a16="http://schemas.microsoft.com/office/drawing/2014/main" id="{E32B60DA-E7BB-2B7E-DA8C-1DE2918AAF6D}"/>
              </a:ext>
            </a:extLst>
          </p:cNvPr>
          <p:cNvSpPr>
            <a:spLocks noGrp="1"/>
          </p:cNvSpPr>
          <p:nvPr>
            <p:ph type="body" sz="quarter" idx="16"/>
          </p:nvPr>
        </p:nvSpPr>
        <p:spPr>
          <a:xfrm>
            <a:off x="798513" y="4760813"/>
            <a:ext cx="960120" cy="553998"/>
          </a:xfrm>
          <a:prstGeom prst="rect">
            <a:avLst/>
          </a:prstGeom>
        </p:spPr>
        <p:txBody>
          <a:bodyPr anchor="ctr" anchorCtr="0"/>
          <a:lstStyle>
            <a:lvl1pPr>
              <a:lnSpc>
                <a:spcPct val="100000"/>
              </a:lnSpc>
              <a:defRPr sz="1200"/>
            </a:lvl1pPr>
          </a:lstStyle>
          <a:p>
            <a:pPr lvl="0"/>
            <a:r>
              <a:rPr lang="en-US"/>
              <a:t>Click to edit Master text styles</a:t>
            </a:r>
          </a:p>
        </p:txBody>
      </p:sp>
      <p:sp>
        <p:nvSpPr>
          <p:cNvPr id="39" name="Text Placeholder 32">
            <a:extLst>
              <a:ext uri="{FF2B5EF4-FFF2-40B4-BE49-F238E27FC236}">
                <a16:creationId xmlns:a16="http://schemas.microsoft.com/office/drawing/2014/main" id="{AD5D034B-B4D5-01E4-078A-4F1DE421991D}"/>
              </a:ext>
            </a:extLst>
          </p:cNvPr>
          <p:cNvSpPr>
            <a:spLocks noGrp="1"/>
          </p:cNvSpPr>
          <p:nvPr>
            <p:ph type="body" sz="quarter" idx="17"/>
          </p:nvPr>
        </p:nvSpPr>
        <p:spPr>
          <a:xfrm>
            <a:off x="1898649" y="4960868"/>
            <a:ext cx="1792224" cy="153888"/>
          </a:xfrm>
          <a:prstGeom prst="rect">
            <a:avLst/>
          </a:prstGeom>
        </p:spPr>
        <p:txBody>
          <a:bodyPr anchor="ctr" anchorCtr="0"/>
          <a:lstStyle>
            <a:lvl1pPr>
              <a:lnSpc>
                <a:spcPct val="100000"/>
              </a:lnSpc>
              <a:spcBef>
                <a:spcPts val="300"/>
              </a:spcBef>
              <a:defRPr sz="1000">
                <a:latin typeface="+mn-lt"/>
              </a:defRPr>
            </a:lvl1pPr>
            <a:lvl2pPr>
              <a:defRPr sz="1000"/>
            </a:lvl2pPr>
            <a:lvl3pPr>
              <a:defRPr sz="1000"/>
            </a:lvl3pPr>
            <a:lvl4pPr>
              <a:defRPr sz="1000"/>
            </a:lvl4pPr>
            <a:lvl5pPr>
              <a:defRPr sz="1000"/>
            </a:lvl5pPr>
          </a:lstStyle>
          <a:p>
            <a:pPr lvl="0"/>
            <a:r>
              <a:rPr lang="en-US"/>
              <a:t>Click to edit Master text styles</a:t>
            </a:r>
          </a:p>
        </p:txBody>
      </p:sp>
      <p:sp>
        <p:nvSpPr>
          <p:cNvPr id="61" name="Text Placeholder 32">
            <a:extLst>
              <a:ext uri="{FF2B5EF4-FFF2-40B4-BE49-F238E27FC236}">
                <a16:creationId xmlns:a16="http://schemas.microsoft.com/office/drawing/2014/main" id="{C7F804DA-BC3F-3640-998C-1BB1F57FB2DD}"/>
              </a:ext>
            </a:extLst>
          </p:cNvPr>
          <p:cNvSpPr>
            <a:spLocks noGrp="1"/>
          </p:cNvSpPr>
          <p:nvPr>
            <p:ph type="body" sz="quarter" idx="26"/>
          </p:nvPr>
        </p:nvSpPr>
        <p:spPr>
          <a:xfrm>
            <a:off x="4432789" y="4549563"/>
            <a:ext cx="2788920" cy="398058"/>
          </a:xfrm>
          <a:prstGeom prst="rect">
            <a:avLst/>
          </a:prstGeom>
        </p:spPr>
        <p:txBody>
          <a:bodyPr tIns="64008"/>
          <a:lstStyle>
            <a:lvl1pPr>
              <a:lnSpc>
                <a:spcPct val="100000"/>
              </a:lnSpc>
              <a:spcBef>
                <a:spcPts val="0"/>
              </a:spcBef>
              <a:defRPr sz="1000">
                <a:solidFill>
                  <a:srgbClr val="0078D4"/>
                </a:solidFill>
                <a:latin typeface="+mn-lt"/>
              </a:defRPr>
            </a:lvl1pPr>
            <a:lvl2pPr>
              <a:lnSpc>
                <a:spcPct val="100000"/>
              </a:lnSpc>
              <a:spcBef>
                <a:spcPts val="200"/>
              </a:spcBef>
              <a:defRPr sz="1000"/>
            </a:lvl2pPr>
            <a:lvl3pPr>
              <a:defRPr sz="1000"/>
            </a:lvl3pPr>
            <a:lvl4pPr>
              <a:defRPr sz="1000"/>
            </a:lvl4pPr>
            <a:lvl5pPr>
              <a:defRPr sz="1000"/>
            </a:lvl5pPr>
          </a:lstStyle>
          <a:p>
            <a:pPr lvl="0"/>
            <a:r>
              <a:rPr lang="en-US"/>
              <a:t>Click to edit Master text styles</a:t>
            </a:r>
          </a:p>
          <a:p>
            <a:pPr lvl="1"/>
            <a:r>
              <a:rPr lang="en-US"/>
              <a:t>Level 2</a:t>
            </a:r>
          </a:p>
        </p:txBody>
      </p:sp>
      <p:sp>
        <p:nvSpPr>
          <p:cNvPr id="62" name="Text Placeholder 32">
            <a:extLst>
              <a:ext uri="{FF2B5EF4-FFF2-40B4-BE49-F238E27FC236}">
                <a16:creationId xmlns:a16="http://schemas.microsoft.com/office/drawing/2014/main" id="{C6A9E63B-12A4-654D-49DD-164124F8D0B6}"/>
              </a:ext>
            </a:extLst>
          </p:cNvPr>
          <p:cNvSpPr>
            <a:spLocks noGrp="1"/>
          </p:cNvSpPr>
          <p:nvPr>
            <p:ph type="body" sz="quarter" idx="27"/>
          </p:nvPr>
        </p:nvSpPr>
        <p:spPr>
          <a:xfrm>
            <a:off x="7405111" y="4549563"/>
            <a:ext cx="2788920" cy="398058"/>
          </a:xfrm>
          <a:prstGeom prst="rect">
            <a:avLst/>
          </a:prstGeom>
        </p:spPr>
        <p:txBody>
          <a:bodyPr tIns="64008"/>
          <a:lstStyle>
            <a:lvl1pPr>
              <a:lnSpc>
                <a:spcPct val="100000"/>
              </a:lnSpc>
              <a:spcBef>
                <a:spcPts val="0"/>
              </a:spcBef>
              <a:defRPr sz="1000">
                <a:solidFill>
                  <a:srgbClr val="0078D4"/>
                </a:solidFill>
                <a:latin typeface="+mn-lt"/>
              </a:defRPr>
            </a:lvl1pPr>
            <a:lvl2pPr>
              <a:lnSpc>
                <a:spcPct val="100000"/>
              </a:lnSpc>
              <a:spcBef>
                <a:spcPts val="200"/>
              </a:spcBef>
              <a:defRPr sz="1000"/>
            </a:lvl2pPr>
            <a:lvl3pPr>
              <a:defRPr sz="1000"/>
            </a:lvl3pPr>
            <a:lvl4pPr>
              <a:defRPr sz="1000"/>
            </a:lvl4pPr>
            <a:lvl5pPr>
              <a:defRPr sz="1000"/>
            </a:lvl5pPr>
          </a:lstStyle>
          <a:p>
            <a:pPr lvl="0"/>
            <a:r>
              <a:rPr lang="en-US"/>
              <a:t>Click to edit Master text styles</a:t>
            </a:r>
          </a:p>
          <a:p>
            <a:pPr lvl="1"/>
            <a:r>
              <a:rPr lang="en-US"/>
              <a:t>Level 2</a:t>
            </a:r>
          </a:p>
        </p:txBody>
      </p:sp>
      <p:sp>
        <p:nvSpPr>
          <p:cNvPr id="40" name="Text Placeholder 29">
            <a:extLst>
              <a:ext uri="{FF2B5EF4-FFF2-40B4-BE49-F238E27FC236}">
                <a16:creationId xmlns:a16="http://schemas.microsoft.com/office/drawing/2014/main" id="{E4ADED78-B614-0FFF-B211-76B31F9AE9C5}"/>
              </a:ext>
            </a:extLst>
          </p:cNvPr>
          <p:cNvSpPr>
            <a:spLocks noGrp="1"/>
          </p:cNvSpPr>
          <p:nvPr>
            <p:ph type="body" sz="quarter" idx="18"/>
          </p:nvPr>
        </p:nvSpPr>
        <p:spPr>
          <a:xfrm>
            <a:off x="798513" y="5827337"/>
            <a:ext cx="960120" cy="553998"/>
          </a:xfrm>
          <a:prstGeom prst="rect">
            <a:avLst/>
          </a:prstGeom>
        </p:spPr>
        <p:txBody>
          <a:bodyPr anchor="ctr" anchorCtr="0"/>
          <a:lstStyle>
            <a:lvl1pPr>
              <a:lnSpc>
                <a:spcPct val="100000"/>
              </a:lnSpc>
              <a:defRPr sz="1200"/>
            </a:lvl1pPr>
          </a:lstStyle>
          <a:p>
            <a:pPr lvl="0"/>
            <a:r>
              <a:rPr lang="en-US"/>
              <a:t>Click to edit Master text styles</a:t>
            </a:r>
          </a:p>
        </p:txBody>
      </p:sp>
      <p:sp>
        <p:nvSpPr>
          <p:cNvPr id="41" name="Text Placeholder 32">
            <a:extLst>
              <a:ext uri="{FF2B5EF4-FFF2-40B4-BE49-F238E27FC236}">
                <a16:creationId xmlns:a16="http://schemas.microsoft.com/office/drawing/2014/main" id="{46CEDAE2-5599-F4E2-6E7F-C9E1F03E41A7}"/>
              </a:ext>
            </a:extLst>
          </p:cNvPr>
          <p:cNvSpPr>
            <a:spLocks noGrp="1"/>
          </p:cNvSpPr>
          <p:nvPr>
            <p:ph type="body" sz="quarter" idx="19"/>
          </p:nvPr>
        </p:nvSpPr>
        <p:spPr>
          <a:xfrm>
            <a:off x="1898649" y="6027392"/>
            <a:ext cx="1792224" cy="153888"/>
          </a:xfrm>
          <a:prstGeom prst="rect">
            <a:avLst/>
          </a:prstGeom>
        </p:spPr>
        <p:txBody>
          <a:bodyPr anchor="ctr" anchorCtr="0"/>
          <a:lstStyle>
            <a:lvl1pPr>
              <a:lnSpc>
                <a:spcPct val="100000"/>
              </a:lnSpc>
              <a:spcBef>
                <a:spcPts val="300"/>
              </a:spcBef>
              <a:defRPr sz="1000">
                <a:latin typeface="+mn-lt"/>
              </a:defRPr>
            </a:lvl1pPr>
            <a:lvl2pPr>
              <a:defRPr sz="1000"/>
            </a:lvl2pPr>
            <a:lvl3pPr>
              <a:defRPr sz="1000"/>
            </a:lvl3pPr>
            <a:lvl4pPr>
              <a:defRPr sz="1000"/>
            </a:lvl4pPr>
            <a:lvl5pPr>
              <a:defRPr sz="1000"/>
            </a:lvl5pPr>
          </a:lstStyle>
          <a:p>
            <a:pPr lvl="0"/>
            <a:r>
              <a:rPr lang="en-US"/>
              <a:t>Click to edit Master text styles</a:t>
            </a:r>
          </a:p>
        </p:txBody>
      </p:sp>
      <p:sp>
        <p:nvSpPr>
          <p:cNvPr id="63" name="Text Placeholder 32">
            <a:extLst>
              <a:ext uri="{FF2B5EF4-FFF2-40B4-BE49-F238E27FC236}">
                <a16:creationId xmlns:a16="http://schemas.microsoft.com/office/drawing/2014/main" id="{80030978-FE73-07C4-38E2-BEC98FAE1029}"/>
              </a:ext>
            </a:extLst>
          </p:cNvPr>
          <p:cNvSpPr>
            <a:spLocks noGrp="1"/>
          </p:cNvSpPr>
          <p:nvPr>
            <p:ph type="body" sz="quarter" idx="28"/>
          </p:nvPr>
        </p:nvSpPr>
        <p:spPr>
          <a:xfrm>
            <a:off x="4432789" y="5616087"/>
            <a:ext cx="2788920" cy="398058"/>
          </a:xfrm>
          <a:prstGeom prst="rect">
            <a:avLst/>
          </a:prstGeom>
        </p:spPr>
        <p:txBody>
          <a:bodyPr tIns="64008"/>
          <a:lstStyle>
            <a:lvl1pPr>
              <a:lnSpc>
                <a:spcPct val="100000"/>
              </a:lnSpc>
              <a:spcBef>
                <a:spcPts val="0"/>
              </a:spcBef>
              <a:defRPr sz="1000">
                <a:solidFill>
                  <a:srgbClr val="0078D4"/>
                </a:solidFill>
                <a:latin typeface="+mn-lt"/>
              </a:defRPr>
            </a:lvl1pPr>
            <a:lvl2pPr>
              <a:lnSpc>
                <a:spcPct val="100000"/>
              </a:lnSpc>
              <a:spcBef>
                <a:spcPts val="200"/>
              </a:spcBef>
              <a:defRPr sz="1000"/>
            </a:lvl2pPr>
            <a:lvl3pPr>
              <a:defRPr sz="1000"/>
            </a:lvl3pPr>
            <a:lvl4pPr>
              <a:defRPr sz="1000"/>
            </a:lvl4pPr>
            <a:lvl5pPr>
              <a:defRPr sz="1000"/>
            </a:lvl5pPr>
          </a:lstStyle>
          <a:p>
            <a:pPr lvl="0"/>
            <a:r>
              <a:rPr lang="en-US"/>
              <a:t>Click to edit Master text styles</a:t>
            </a:r>
          </a:p>
          <a:p>
            <a:pPr lvl="1"/>
            <a:r>
              <a:rPr lang="en-US"/>
              <a:t>Level 2</a:t>
            </a:r>
          </a:p>
        </p:txBody>
      </p:sp>
      <p:sp>
        <p:nvSpPr>
          <p:cNvPr id="64" name="Text Placeholder 32">
            <a:extLst>
              <a:ext uri="{FF2B5EF4-FFF2-40B4-BE49-F238E27FC236}">
                <a16:creationId xmlns:a16="http://schemas.microsoft.com/office/drawing/2014/main" id="{E93E70C8-4DCB-4FD4-1561-DC47304B7A44}"/>
              </a:ext>
            </a:extLst>
          </p:cNvPr>
          <p:cNvSpPr>
            <a:spLocks noGrp="1"/>
          </p:cNvSpPr>
          <p:nvPr>
            <p:ph type="body" sz="quarter" idx="29"/>
          </p:nvPr>
        </p:nvSpPr>
        <p:spPr>
          <a:xfrm>
            <a:off x="7405111" y="5616087"/>
            <a:ext cx="2788920" cy="398058"/>
          </a:xfrm>
          <a:prstGeom prst="rect">
            <a:avLst/>
          </a:prstGeom>
        </p:spPr>
        <p:txBody>
          <a:bodyPr tIns="64008"/>
          <a:lstStyle>
            <a:lvl1pPr>
              <a:lnSpc>
                <a:spcPct val="100000"/>
              </a:lnSpc>
              <a:spcBef>
                <a:spcPts val="0"/>
              </a:spcBef>
              <a:defRPr sz="1000">
                <a:solidFill>
                  <a:srgbClr val="0078D4"/>
                </a:solidFill>
                <a:latin typeface="+mn-lt"/>
              </a:defRPr>
            </a:lvl1pPr>
            <a:lvl2pPr>
              <a:lnSpc>
                <a:spcPct val="100000"/>
              </a:lnSpc>
              <a:spcBef>
                <a:spcPts val="200"/>
              </a:spcBef>
              <a:defRPr sz="1000"/>
            </a:lvl2pPr>
            <a:lvl3pPr>
              <a:defRPr sz="1000"/>
            </a:lvl3pPr>
            <a:lvl4pPr>
              <a:defRPr sz="1000"/>
            </a:lvl4pPr>
            <a:lvl5pPr>
              <a:defRPr sz="1000"/>
            </a:lvl5pPr>
          </a:lstStyle>
          <a:p>
            <a:pPr lvl="0"/>
            <a:r>
              <a:rPr lang="en-US"/>
              <a:t>Click to edit Master text styles</a:t>
            </a:r>
          </a:p>
          <a:p>
            <a:pPr lvl="1"/>
            <a:r>
              <a:rPr lang="en-US"/>
              <a:t>Level 2</a:t>
            </a:r>
          </a:p>
        </p:txBody>
      </p:sp>
      <p:sp>
        <p:nvSpPr>
          <p:cNvPr id="4" name="TextBox 3">
            <a:extLst>
              <a:ext uri="{FF2B5EF4-FFF2-40B4-BE49-F238E27FC236}">
                <a16:creationId xmlns:a16="http://schemas.microsoft.com/office/drawing/2014/main" id="{7B6C800B-2988-755E-ECD7-812DD4161B4E}"/>
              </a:ext>
            </a:extLst>
          </p:cNvPr>
          <p:cNvSpPr txBox="1"/>
          <p:nvPr userDrawn="1">
            <p:extLst>
              <p:ext uri="{1162E1C5-73C7-4A58-AE30-91384D911F3F}">
                <p184:classification xmlns:p184="http://schemas.microsoft.com/office/powerpoint/2018/4/main" val="ftr"/>
              </p:ext>
            </p:extLst>
          </p:nvPr>
        </p:nvSpPr>
        <p:spPr>
          <a:xfrm>
            <a:off x="136225" y="6421893"/>
            <a:ext cx="5949107" cy="184666"/>
          </a:xfrm>
          <a:prstGeom prst="rect">
            <a:avLst/>
          </a:prstGeom>
        </p:spPr>
        <p:txBody>
          <a:bodyPr horzOverflow="overflow" wrap="square" lIns="0" tIns="0" rIns="0" bIns="0">
            <a:spAutoFit/>
          </a:bodyPr>
          <a:lstStyle/>
          <a:p>
            <a:pPr algn="l"/>
            <a:r>
              <a:rPr lang="en-US" sz="1200" b="1">
                <a:solidFill>
                  <a:schemeClr val="bg1">
                    <a:lumMod val="50000"/>
                  </a:schemeClr>
                </a:solidFill>
                <a:latin typeface="+mj-lt"/>
              </a:rPr>
              <a:t>Classified as Microsoft Confidential – content under embargo until Nov 18, 2025</a:t>
            </a:r>
          </a:p>
        </p:txBody>
      </p:sp>
    </p:spTree>
    <p:extLst>
      <p:ext uri="{BB962C8B-B14F-4D97-AF65-F5344CB8AC3E}">
        <p14:creationId xmlns:p14="http://schemas.microsoft.com/office/powerpoint/2010/main" val="126445743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81.xml><?xml version="1.0" encoding="utf-8"?>
<p:sldLayout xmlns:a="http://schemas.openxmlformats.org/drawingml/2006/main" xmlns:r="http://schemas.openxmlformats.org/officeDocument/2006/relationships" xmlns:p="http://schemas.openxmlformats.org/presentationml/2006/main" preserve="1" userDrawn="1">
  <p:cSld name="3 Key Processes - Before/After AI">
    <p:spTree>
      <p:nvGrpSpPr>
        <p:cNvPr id="1" name=""/>
        <p:cNvGrpSpPr/>
        <p:nvPr/>
      </p:nvGrpSpPr>
      <p:grpSpPr>
        <a:xfrm>
          <a:off x="0" y="0"/>
          <a:ext cx="0" cy="0"/>
          <a:chOff x="0" y="0"/>
          <a:chExt cx="0" cy="0"/>
        </a:xfrm>
      </p:grpSpPr>
      <p:grpSp>
        <p:nvGrpSpPr>
          <p:cNvPr id="35" name="Group 34">
            <a:extLst>
              <a:ext uri="{FF2B5EF4-FFF2-40B4-BE49-F238E27FC236}">
                <a16:creationId xmlns:a16="http://schemas.microsoft.com/office/drawing/2014/main" id="{3C79BC07-2E4F-074C-E42E-3220BD3E1993}"/>
              </a:ext>
              <a:ext uri="{C183D7F6-B498-43B3-948B-1728B52AA6E4}">
                <adec:decorative xmlns:adec="http://schemas.microsoft.com/office/drawing/2017/decorative" val="1"/>
              </a:ext>
            </a:extLst>
          </p:cNvPr>
          <p:cNvGrpSpPr>
            <a:grpSpLocks noGrp="1" noUngrp="1" noRot="1" noMove="1" noResize="1"/>
          </p:cNvGrpSpPr>
          <p:nvPr userDrawn="1"/>
        </p:nvGrpSpPr>
        <p:grpSpPr>
          <a:xfrm>
            <a:off x="0" y="0"/>
            <a:ext cx="12188952" cy="6858000"/>
            <a:chOff x="0" y="0"/>
            <a:chExt cx="12188952" cy="6858000"/>
          </a:xfrm>
        </p:grpSpPr>
        <p:sp>
          <p:nvSpPr>
            <p:cNvPr id="2" name="Rectangle 1">
              <a:extLst>
                <a:ext uri="{FF2B5EF4-FFF2-40B4-BE49-F238E27FC236}">
                  <a16:creationId xmlns:a16="http://schemas.microsoft.com/office/drawing/2014/main" id="{D70D2C7A-4F5B-353D-0C06-7346A8207B45}"/>
                </a:ext>
              </a:extLst>
            </p:cNvPr>
            <p:cNvSpPr>
              <a:spLocks noGrp="1" noRot="1" noMove="1" noResize="1" noEditPoints="1" noAdjustHandles="1" noChangeArrowheads="1" noChangeShapeType="1"/>
            </p:cNvSpPr>
            <p:nvPr userDrawn="1"/>
          </p:nvSpPr>
          <p:spPr bwMode="auto">
            <a:xfrm>
              <a:off x="0"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3" name="Picture 2" descr="A colorful gradient going from darker blue on the left side to light blue to magenta to orange on the right side">
              <a:extLst>
                <a:ext uri="{FF2B5EF4-FFF2-40B4-BE49-F238E27FC236}">
                  <a16:creationId xmlns:a16="http://schemas.microsoft.com/office/drawing/2014/main" id="{B0ABAD7C-69B5-267A-50D7-D08FB74F67A5}"/>
                </a:ext>
              </a:extLst>
            </p:cNvPr>
            <p:cNvPicPr>
              <a:picLocks noGrp="1" noRot="1" noChangeAspect="1" noMove="1" noResize="1" noEditPoints="1" noAdjustHandles="1" noChangeArrowheads="1" noChangeShapeType="1" noCrop="1"/>
            </p:cNvPicPr>
            <p:nvPr userDrawn="1"/>
          </p:nvPicPr>
          <p:blipFill>
            <a:blip r:embed="rId2"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grpSp>
      <p:sp>
        <p:nvSpPr>
          <p:cNvPr id="5" name="Title 4">
            <a:extLst>
              <a:ext uri="{FF2B5EF4-FFF2-40B4-BE49-F238E27FC236}">
                <a16:creationId xmlns:a16="http://schemas.microsoft.com/office/drawing/2014/main" id="{0BCEAD74-397D-0D97-9041-3CFAF98275DD}"/>
              </a:ext>
            </a:extLst>
          </p:cNvPr>
          <p:cNvSpPr>
            <a:spLocks noGrp="1"/>
          </p:cNvSpPr>
          <p:nvPr>
            <p:ph type="title"/>
          </p:nvPr>
        </p:nvSpPr>
        <p:spPr/>
        <p:txBody>
          <a:bodyPr/>
          <a:lstStyle/>
          <a:p>
            <a:r>
              <a:rPr lang="en-US"/>
              <a:t>Click to edit Master title style</a:t>
            </a:r>
          </a:p>
        </p:txBody>
      </p:sp>
      <p:sp>
        <p:nvSpPr>
          <p:cNvPr id="6" name="Rounded Rectangle 79">
            <a:extLst>
              <a:ext uri="{FF2B5EF4-FFF2-40B4-BE49-F238E27FC236}">
                <a16:creationId xmlns:a16="http://schemas.microsoft.com/office/drawing/2014/main" id="{9E4DC3B4-6499-63C7-3136-22B6755463DB}"/>
              </a:ext>
              <a:ext uri="{C183D7F6-B498-43B3-948B-1728B52AA6E4}">
                <adec:decorative xmlns:adec="http://schemas.microsoft.com/office/drawing/2017/decorative" val="1"/>
              </a:ext>
            </a:extLst>
          </p:cNvPr>
          <p:cNvSpPr/>
          <p:nvPr userDrawn="1"/>
        </p:nvSpPr>
        <p:spPr bwMode="auto">
          <a:xfrm>
            <a:off x="559092" y="1837887"/>
            <a:ext cx="3689058" cy="4604188"/>
          </a:xfrm>
          <a:prstGeom prst="roundRect">
            <a:avLst>
              <a:gd name="adj" fmla="val 2935"/>
            </a:avLst>
          </a:prstGeom>
          <a:solidFill>
            <a:schemeClr val="accent3">
              <a:lumMod val="20000"/>
              <a:lumOff val="80000"/>
            </a:schemeClr>
          </a:solidFill>
          <a:ln w="19050">
            <a:gradFill flip="none" rotWithShape="1">
              <a:gsLst>
                <a:gs pos="50000">
                  <a:schemeClr val="bg1">
                    <a:alpha val="20000"/>
                  </a:schemeClr>
                </a:gs>
                <a:gs pos="0">
                  <a:schemeClr val="bg1"/>
                </a:gs>
                <a:gs pos="100000">
                  <a:schemeClr val="bg1"/>
                </a:gs>
              </a:gsLst>
              <a:lin ang="81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365760" rIns="182880" bIns="146304" numCol="1" spcCol="0" rtlCol="0" fromWordArt="0" anchor="t" anchorCtr="0" forceAA="0" compatLnSpc="1">
            <a:prstTxWarp prst="textNoShape">
              <a:avLst/>
            </a:prstTxWarp>
            <a:noAutofit/>
          </a:bodyPr>
          <a:lstStyle/>
          <a:p>
            <a:pPr>
              <a:spcBef>
                <a:spcPts val="1800"/>
              </a:spcBef>
              <a:buSzPct val="90000"/>
            </a:pPr>
            <a:endParaRPr lang="en-US">
              <a:solidFill>
                <a:srgbClr val="000000"/>
              </a:solidFill>
              <a:latin typeface="Segoe Sans Display"/>
              <a:cs typeface="Segoe Sans Display" pitchFamily="2" charset="0"/>
            </a:endParaRPr>
          </a:p>
        </p:txBody>
      </p:sp>
      <p:sp>
        <p:nvSpPr>
          <p:cNvPr id="7" name="Rounded Rectangle 80">
            <a:extLst>
              <a:ext uri="{FF2B5EF4-FFF2-40B4-BE49-F238E27FC236}">
                <a16:creationId xmlns:a16="http://schemas.microsoft.com/office/drawing/2014/main" id="{FAE29394-4DF2-FD1F-1AF1-260B0AF42F62}"/>
              </a:ext>
              <a:ext uri="{C183D7F6-B498-43B3-948B-1728B52AA6E4}">
                <adec:decorative xmlns:adec="http://schemas.microsoft.com/office/drawing/2017/decorative" val="1"/>
              </a:ext>
            </a:extLst>
          </p:cNvPr>
          <p:cNvSpPr/>
          <p:nvPr userDrawn="1"/>
        </p:nvSpPr>
        <p:spPr bwMode="auto">
          <a:xfrm>
            <a:off x="4648199" y="1837887"/>
            <a:ext cx="5814391" cy="4604188"/>
          </a:xfrm>
          <a:prstGeom prst="roundRect">
            <a:avLst>
              <a:gd name="adj" fmla="val 2180"/>
            </a:avLst>
          </a:prstGeom>
          <a:solidFill>
            <a:schemeClr val="accent3">
              <a:lumMod val="20000"/>
              <a:lumOff val="80000"/>
            </a:schemeClr>
          </a:solidFill>
          <a:ln w="19050">
            <a:gradFill flip="none" rotWithShape="1">
              <a:gsLst>
                <a:gs pos="50000">
                  <a:schemeClr val="bg1">
                    <a:alpha val="20000"/>
                  </a:schemeClr>
                </a:gs>
                <a:gs pos="0">
                  <a:schemeClr val="bg1"/>
                </a:gs>
                <a:gs pos="100000">
                  <a:schemeClr val="bg1"/>
                </a:gs>
              </a:gsLst>
              <a:lin ang="81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365760" rIns="182880" bIns="146304" numCol="1" spcCol="0" rtlCol="0" fromWordArt="0" anchor="t" anchorCtr="0" forceAA="0" compatLnSpc="1">
            <a:prstTxWarp prst="textNoShape">
              <a:avLst/>
            </a:prstTxWarp>
            <a:noAutofit/>
          </a:bodyPr>
          <a:lstStyle/>
          <a:p>
            <a:pPr>
              <a:spcBef>
                <a:spcPts val="1800"/>
              </a:spcBef>
              <a:buSzPct val="90000"/>
            </a:pPr>
            <a:endParaRPr lang="en-US">
              <a:solidFill>
                <a:srgbClr val="000000"/>
              </a:solidFill>
              <a:latin typeface="Segoe Sans Display"/>
              <a:cs typeface="Segoe Sans Display" pitchFamily="2" charset="0"/>
            </a:endParaRPr>
          </a:p>
        </p:txBody>
      </p:sp>
      <p:sp>
        <p:nvSpPr>
          <p:cNvPr id="10" name="Rectangle 9">
            <a:extLst>
              <a:ext uri="{FF2B5EF4-FFF2-40B4-BE49-F238E27FC236}">
                <a16:creationId xmlns:a16="http://schemas.microsoft.com/office/drawing/2014/main" id="{299A8EFD-2D0A-4BA9-1EFF-24E8AAD17AA0}"/>
              </a:ext>
              <a:ext uri="{C183D7F6-B498-43B3-948B-1728B52AA6E4}">
                <adec:decorative xmlns:adec="http://schemas.microsoft.com/office/drawing/2017/decorative" val="1"/>
              </a:ext>
            </a:extLst>
          </p:cNvPr>
          <p:cNvSpPr/>
          <p:nvPr userDrawn="1"/>
        </p:nvSpPr>
        <p:spPr bwMode="auto">
          <a:xfrm>
            <a:off x="3494230" y="2541021"/>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2" name="Rectangle 11">
            <a:extLst>
              <a:ext uri="{FF2B5EF4-FFF2-40B4-BE49-F238E27FC236}">
                <a16:creationId xmlns:a16="http://schemas.microsoft.com/office/drawing/2014/main" id="{E46ACF3F-45FE-47D6-C59E-50148796EE46}"/>
              </a:ext>
              <a:ext uri="{C183D7F6-B498-43B3-948B-1728B52AA6E4}">
                <adec:decorative xmlns:adec="http://schemas.microsoft.com/office/drawing/2017/decorative" val="1"/>
              </a:ext>
            </a:extLst>
          </p:cNvPr>
          <p:cNvSpPr/>
          <p:nvPr userDrawn="1"/>
        </p:nvSpPr>
        <p:spPr bwMode="auto">
          <a:xfrm>
            <a:off x="3493474" y="3984383"/>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3" name="Rectangle 12">
            <a:extLst>
              <a:ext uri="{FF2B5EF4-FFF2-40B4-BE49-F238E27FC236}">
                <a16:creationId xmlns:a16="http://schemas.microsoft.com/office/drawing/2014/main" id="{13E1A497-2059-869A-1E6F-D817713744F2}"/>
              </a:ext>
              <a:ext uri="{C183D7F6-B498-43B3-948B-1728B52AA6E4}">
                <adec:decorative xmlns:adec="http://schemas.microsoft.com/office/drawing/2017/decorative" val="1"/>
              </a:ext>
            </a:extLst>
          </p:cNvPr>
          <p:cNvSpPr/>
          <p:nvPr userDrawn="1"/>
        </p:nvSpPr>
        <p:spPr bwMode="auto">
          <a:xfrm>
            <a:off x="3488643" y="5410082"/>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4" name="Rounded Rectangle 46">
            <a:extLst>
              <a:ext uri="{FF2B5EF4-FFF2-40B4-BE49-F238E27FC236}">
                <a16:creationId xmlns:a16="http://schemas.microsoft.com/office/drawing/2014/main" id="{3063B761-DBCC-60FA-BD86-6849C7A698A6}"/>
              </a:ext>
              <a:ext uri="{C183D7F6-B498-43B3-948B-1728B52AA6E4}">
                <adec:decorative xmlns:adec="http://schemas.microsoft.com/office/drawing/2017/decorative" val="1"/>
              </a:ext>
            </a:extLst>
          </p:cNvPr>
          <p:cNvSpPr/>
          <p:nvPr userDrawn="1"/>
        </p:nvSpPr>
        <p:spPr bwMode="auto">
          <a:xfrm>
            <a:off x="4814424" y="2200810"/>
            <a:ext cx="5479000" cy="1143000"/>
          </a:xfrm>
          <a:prstGeom prst="roundRect">
            <a:avLst>
              <a:gd name="adj" fmla="val 10436"/>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5" name="Rounded Rectangle 50">
            <a:extLst>
              <a:ext uri="{FF2B5EF4-FFF2-40B4-BE49-F238E27FC236}">
                <a16:creationId xmlns:a16="http://schemas.microsoft.com/office/drawing/2014/main" id="{F45FBE28-BE8D-DED6-3977-A35C74FD3290}"/>
              </a:ext>
              <a:ext uri="{C183D7F6-B498-43B3-948B-1728B52AA6E4}">
                <adec:decorative xmlns:adec="http://schemas.microsoft.com/office/drawing/2017/decorative" val="1"/>
              </a:ext>
            </a:extLst>
          </p:cNvPr>
          <p:cNvSpPr/>
          <p:nvPr userDrawn="1"/>
        </p:nvSpPr>
        <p:spPr bwMode="auto">
          <a:xfrm>
            <a:off x="4814424" y="3644172"/>
            <a:ext cx="5479000" cy="1143000"/>
          </a:xfrm>
          <a:prstGeom prst="roundRect">
            <a:avLst>
              <a:gd name="adj" fmla="val 10436"/>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6" name="Rounded Rectangle 55">
            <a:extLst>
              <a:ext uri="{FF2B5EF4-FFF2-40B4-BE49-F238E27FC236}">
                <a16:creationId xmlns:a16="http://schemas.microsoft.com/office/drawing/2014/main" id="{2F64D3D4-86A8-332C-C08C-56C186DAB212}"/>
              </a:ext>
              <a:ext uri="{C183D7F6-B498-43B3-948B-1728B52AA6E4}">
                <adec:decorative xmlns:adec="http://schemas.microsoft.com/office/drawing/2017/decorative" val="1"/>
              </a:ext>
            </a:extLst>
          </p:cNvPr>
          <p:cNvSpPr/>
          <p:nvPr userDrawn="1"/>
        </p:nvSpPr>
        <p:spPr bwMode="auto">
          <a:xfrm>
            <a:off x="4814424" y="5069871"/>
            <a:ext cx="5479000" cy="1143000"/>
          </a:xfrm>
          <a:prstGeom prst="roundRect">
            <a:avLst>
              <a:gd name="adj" fmla="val 10436"/>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8" name="Rounded Rectangle 20">
            <a:extLst>
              <a:ext uri="{FF2B5EF4-FFF2-40B4-BE49-F238E27FC236}">
                <a16:creationId xmlns:a16="http://schemas.microsoft.com/office/drawing/2014/main" id="{3923BC9E-92B9-804E-6B78-A0405A155021}"/>
              </a:ext>
              <a:ext uri="{C183D7F6-B498-43B3-948B-1728B52AA6E4}">
                <adec:decorative xmlns:adec="http://schemas.microsoft.com/office/drawing/2017/decorative" val="1"/>
              </a:ext>
            </a:extLst>
          </p:cNvPr>
          <p:cNvSpPr/>
          <p:nvPr userDrawn="1"/>
        </p:nvSpPr>
        <p:spPr bwMode="auto">
          <a:xfrm>
            <a:off x="699425" y="2200810"/>
            <a:ext cx="3434324" cy="1143000"/>
          </a:xfrm>
          <a:prstGeom prst="roundRect">
            <a:avLst>
              <a:gd name="adj" fmla="val 10436"/>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9" name="Rounded Rectangle 23">
            <a:extLst>
              <a:ext uri="{FF2B5EF4-FFF2-40B4-BE49-F238E27FC236}">
                <a16:creationId xmlns:a16="http://schemas.microsoft.com/office/drawing/2014/main" id="{DDF0544D-EDBE-E23C-1DEE-9321AD081C2F}"/>
              </a:ext>
              <a:ext uri="{C183D7F6-B498-43B3-948B-1728B52AA6E4}">
                <adec:decorative xmlns:adec="http://schemas.microsoft.com/office/drawing/2017/decorative" val="1"/>
              </a:ext>
            </a:extLst>
          </p:cNvPr>
          <p:cNvSpPr/>
          <p:nvPr userDrawn="1"/>
        </p:nvSpPr>
        <p:spPr bwMode="auto">
          <a:xfrm>
            <a:off x="699425" y="3644172"/>
            <a:ext cx="3434324" cy="1143000"/>
          </a:xfrm>
          <a:prstGeom prst="roundRect">
            <a:avLst>
              <a:gd name="adj" fmla="val 10436"/>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20" name="Rounded Rectangle 31">
            <a:extLst>
              <a:ext uri="{FF2B5EF4-FFF2-40B4-BE49-F238E27FC236}">
                <a16:creationId xmlns:a16="http://schemas.microsoft.com/office/drawing/2014/main" id="{C3455CCB-C24F-0918-DDC0-089FC7A04623}"/>
              </a:ext>
              <a:ext uri="{C183D7F6-B498-43B3-948B-1728B52AA6E4}">
                <adec:decorative xmlns:adec="http://schemas.microsoft.com/office/drawing/2017/decorative" val="1"/>
              </a:ext>
            </a:extLst>
          </p:cNvPr>
          <p:cNvSpPr/>
          <p:nvPr userDrawn="1"/>
        </p:nvSpPr>
        <p:spPr bwMode="auto">
          <a:xfrm>
            <a:off x="698468" y="5069871"/>
            <a:ext cx="3436510" cy="1143000"/>
          </a:xfrm>
          <a:prstGeom prst="roundRect">
            <a:avLst>
              <a:gd name="adj" fmla="val 10436"/>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21" name="Rectangle: Rounded Corners 10">
            <a:extLst>
              <a:ext uri="{FF2B5EF4-FFF2-40B4-BE49-F238E27FC236}">
                <a16:creationId xmlns:a16="http://schemas.microsoft.com/office/drawing/2014/main" id="{57AC6C64-4EA9-70A1-AE04-D983F85F6C61}"/>
              </a:ext>
              <a:ext uri="{C183D7F6-B498-43B3-948B-1728B52AA6E4}">
                <adec:decorative xmlns:adec="http://schemas.microsoft.com/office/drawing/2017/decorative" val="1"/>
              </a:ext>
            </a:extLst>
          </p:cNvPr>
          <p:cNvSpPr/>
          <p:nvPr userDrawn="1"/>
        </p:nvSpPr>
        <p:spPr>
          <a:xfrm>
            <a:off x="559093" y="1717863"/>
            <a:ext cx="1224299" cy="273059"/>
          </a:xfrm>
          <a:prstGeom prst="roundRect">
            <a:avLst>
              <a:gd name="adj" fmla="val 50000"/>
            </a:avLst>
          </a:prstGeom>
          <a:solidFill>
            <a:schemeClr val="bg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i="0" u="none" strike="noStrike" kern="1200" cap="none" spc="0" normalizeH="0" baseline="0" noProof="0">
                <a:ln>
                  <a:noFill/>
                </a:ln>
                <a:solidFill>
                  <a:srgbClr val="FFFFFF"/>
                </a:solidFill>
                <a:effectLst/>
                <a:uLnTx/>
                <a:uFillTx/>
                <a:latin typeface="+mj-lt"/>
                <a:ea typeface="+mn-ea"/>
                <a:cs typeface="Segoe Sans Display" pitchFamily="2" charset="0"/>
              </a:rPr>
              <a:t>Key Processes</a:t>
            </a:r>
          </a:p>
        </p:txBody>
      </p:sp>
      <p:sp>
        <p:nvSpPr>
          <p:cNvPr id="30" name="Text Placeholder 29">
            <a:extLst>
              <a:ext uri="{FF2B5EF4-FFF2-40B4-BE49-F238E27FC236}">
                <a16:creationId xmlns:a16="http://schemas.microsoft.com/office/drawing/2014/main" id="{320DB206-1E09-B91E-9F54-10742BA42DF9}"/>
              </a:ext>
            </a:extLst>
          </p:cNvPr>
          <p:cNvSpPr>
            <a:spLocks noGrp="1"/>
          </p:cNvSpPr>
          <p:nvPr>
            <p:ph type="body" sz="quarter" idx="12"/>
          </p:nvPr>
        </p:nvSpPr>
        <p:spPr>
          <a:xfrm>
            <a:off x="798513" y="2495311"/>
            <a:ext cx="960120" cy="553998"/>
          </a:xfrm>
          <a:prstGeom prst="rect">
            <a:avLst/>
          </a:prstGeom>
        </p:spPr>
        <p:txBody>
          <a:bodyPr anchor="ctr" anchorCtr="0"/>
          <a:lstStyle>
            <a:lvl1pPr>
              <a:lnSpc>
                <a:spcPct val="100000"/>
              </a:lnSpc>
              <a:defRPr sz="1200"/>
            </a:lvl1pPr>
          </a:lstStyle>
          <a:p>
            <a:pPr lvl="0"/>
            <a:r>
              <a:rPr lang="en-US"/>
              <a:t>Click to edit Master text styles</a:t>
            </a:r>
          </a:p>
        </p:txBody>
      </p:sp>
      <p:sp>
        <p:nvSpPr>
          <p:cNvPr id="22" name="Rectangle: Rounded Corners 10">
            <a:extLst>
              <a:ext uri="{FF2B5EF4-FFF2-40B4-BE49-F238E27FC236}">
                <a16:creationId xmlns:a16="http://schemas.microsoft.com/office/drawing/2014/main" id="{F283C8DD-3E76-1525-2983-F78D468EABC0}"/>
              </a:ext>
              <a:ext uri="{C183D7F6-B498-43B3-948B-1728B52AA6E4}">
                <adec:decorative xmlns:adec="http://schemas.microsoft.com/office/drawing/2017/decorative" val="1"/>
              </a:ext>
            </a:extLst>
          </p:cNvPr>
          <p:cNvSpPr/>
          <p:nvPr userDrawn="1"/>
        </p:nvSpPr>
        <p:spPr>
          <a:xfrm>
            <a:off x="1898649" y="1717863"/>
            <a:ext cx="1892808" cy="273059"/>
          </a:xfrm>
          <a:prstGeom prst="roundRect">
            <a:avLst>
              <a:gd name="adj" fmla="val 50000"/>
            </a:avLst>
          </a:prstGeom>
          <a:solidFill>
            <a:schemeClr val="bg1">
              <a:lumMod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i="0" u="none" strike="noStrike" kern="1200" cap="none" spc="0" normalizeH="0" baseline="0" noProof="0">
                <a:ln>
                  <a:noFill/>
                </a:ln>
                <a:solidFill>
                  <a:srgbClr val="000000"/>
                </a:solidFill>
                <a:effectLst/>
                <a:uLnTx/>
                <a:uFillTx/>
                <a:latin typeface="+mj-lt"/>
                <a:ea typeface="+mn-ea"/>
                <a:cs typeface="Segoe Sans Display" pitchFamily="2" charset="0"/>
              </a:rPr>
              <a:t>Before AI</a:t>
            </a:r>
          </a:p>
        </p:txBody>
      </p:sp>
      <p:sp>
        <p:nvSpPr>
          <p:cNvPr id="26" name="Rectangle: Rounded Corners 10">
            <a:extLst>
              <a:ext uri="{FF2B5EF4-FFF2-40B4-BE49-F238E27FC236}">
                <a16:creationId xmlns:a16="http://schemas.microsoft.com/office/drawing/2014/main" id="{FF4A5D24-E5ED-ED4B-73C8-FEEBC1E181E3}"/>
              </a:ext>
              <a:ext uri="{C183D7F6-B498-43B3-948B-1728B52AA6E4}">
                <adec:decorative xmlns:adec="http://schemas.microsoft.com/office/drawing/2017/decorative" val="1"/>
              </a:ext>
            </a:extLst>
          </p:cNvPr>
          <p:cNvSpPr/>
          <p:nvPr userDrawn="1"/>
        </p:nvSpPr>
        <p:spPr>
          <a:xfrm>
            <a:off x="4814424" y="1717863"/>
            <a:ext cx="1811983" cy="273059"/>
          </a:xfrm>
          <a:prstGeom prst="roundRect">
            <a:avLst>
              <a:gd name="adj" fmla="val 50000"/>
            </a:avLst>
          </a:prstGeom>
          <a:gradFill flip="none" rotWithShape="1">
            <a:gsLst>
              <a:gs pos="0">
                <a:srgbClr val="0178D4"/>
              </a:gs>
              <a:gs pos="67269">
                <a:srgbClr val="E176D5"/>
              </a:gs>
              <a:gs pos="33000">
                <a:srgbClr val="629CFF"/>
              </a:gs>
              <a:gs pos="100000">
                <a:srgbClr val="FDA778"/>
              </a:gs>
            </a:gsLst>
            <a:path path="circle">
              <a:fillToRect t="100000" r="100000"/>
            </a:path>
            <a:tileRect l="-100000" b="-100000"/>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i="0" u="none" strike="noStrike" kern="1200" cap="none" spc="0" normalizeH="0" baseline="0" noProof="0">
                <a:ln>
                  <a:noFill/>
                </a:ln>
                <a:solidFill>
                  <a:srgbClr val="FFFFFF"/>
                </a:solidFill>
                <a:effectLst/>
                <a:uLnTx/>
                <a:uFillTx/>
                <a:latin typeface="+mj-lt"/>
                <a:ea typeface="+mn-ea"/>
                <a:cs typeface="Segoe Sans Display" pitchFamily="2" charset="0"/>
              </a:rPr>
              <a:t>After AI</a:t>
            </a:r>
          </a:p>
        </p:txBody>
      </p:sp>
      <p:sp>
        <p:nvSpPr>
          <p:cNvPr id="33" name="Text Placeholder 32">
            <a:extLst>
              <a:ext uri="{FF2B5EF4-FFF2-40B4-BE49-F238E27FC236}">
                <a16:creationId xmlns:a16="http://schemas.microsoft.com/office/drawing/2014/main" id="{04735D59-0756-1F28-325D-B95A8012517D}"/>
              </a:ext>
            </a:extLst>
          </p:cNvPr>
          <p:cNvSpPr>
            <a:spLocks noGrp="1"/>
          </p:cNvSpPr>
          <p:nvPr>
            <p:ph type="body" sz="quarter" idx="13"/>
          </p:nvPr>
        </p:nvSpPr>
        <p:spPr>
          <a:xfrm>
            <a:off x="1898649" y="2699213"/>
            <a:ext cx="2103120" cy="146194"/>
          </a:xfrm>
          <a:prstGeom prst="rect">
            <a:avLst/>
          </a:prstGeom>
        </p:spPr>
        <p:txBody>
          <a:bodyPr anchor="ctr" anchorCtr="0"/>
          <a:lstStyle>
            <a:lvl1pPr>
              <a:lnSpc>
                <a:spcPct val="100000"/>
              </a:lnSpc>
              <a:spcBef>
                <a:spcPts val="300"/>
              </a:spcBef>
              <a:defRPr sz="950">
                <a:latin typeface="+mn-lt"/>
              </a:defRPr>
            </a:lvl1pPr>
            <a:lvl2pPr>
              <a:defRPr sz="1000"/>
            </a:lvl2pPr>
            <a:lvl3pPr>
              <a:defRPr sz="1000"/>
            </a:lvl3pPr>
            <a:lvl4pPr>
              <a:defRPr sz="1000"/>
            </a:lvl4pPr>
            <a:lvl5pPr>
              <a:defRPr sz="1000"/>
            </a:lvl5pPr>
          </a:lstStyle>
          <a:p>
            <a:pPr lvl="0"/>
            <a:r>
              <a:rPr lang="en-US"/>
              <a:t>Click to edit Master text styles</a:t>
            </a:r>
          </a:p>
        </p:txBody>
      </p:sp>
      <p:sp>
        <p:nvSpPr>
          <p:cNvPr id="46" name="Text Placeholder 32">
            <a:extLst>
              <a:ext uri="{FF2B5EF4-FFF2-40B4-BE49-F238E27FC236}">
                <a16:creationId xmlns:a16="http://schemas.microsoft.com/office/drawing/2014/main" id="{8DC41E68-3E78-C147-795C-5CE3F98396FE}"/>
              </a:ext>
            </a:extLst>
          </p:cNvPr>
          <p:cNvSpPr>
            <a:spLocks noGrp="1"/>
          </p:cNvSpPr>
          <p:nvPr>
            <p:ph type="body" sz="quarter" idx="20"/>
          </p:nvPr>
        </p:nvSpPr>
        <p:spPr>
          <a:xfrm>
            <a:off x="4898513" y="2577129"/>
            <a:ext cx="4816988" cy="390363"/>
          </a:xfrm>
          <a:prstGeom prst="rect">
            <a:avLst/>
          </a:prstGeom>
        </p:spPr>
        <p:txBody>
          <a:bodyPr tIns="64008" anchor="ctr" anchorCtr="0"/>
          <a:lstStyle>
            <a:lvl1pPr>
              <a:lnSpc>
                <a:spcPct val="100000"/>
              </a:lnSpc>
              <a:spcBef>
                <a:spcPts val="400"/>
              </a:spcBef>
              <a:defRPr sz="1000">
                <a:solidFill>
                  <a:srgbClr val="0078D4"/>
                </a:solidFill>
                <a:latin typeface="+mn-lt"/>
              </a:defRPr>
            </a:lvl1pPr>
            <a:lvl2pPr>
              <a:lnSpc>
                <a:spcPct val="100000"/>
              </a:lnSpc>
              <a:spcBef>
                <a:spcPts val="200"/>
              </a:spcBef>
              <a:defRPr sz="950"/>
            </a:lvl2pPr>
            <a:lvl3pPr>
              <a:defRPr sz="1000"/>
            </a:lvl3pPr>
            <a:lvl4pPr>
              <a:defRPr sz="1000"/>
            </a:lvl4pPr>
            <a:lvl5pPr>
              <a:defRPr sz="1000"/>
            </a:lvl5pPr>
          </a:lstStyle>
          <a:p>
            <a:pPr lvl="0"/>
            <a:r>
              <a:rPr lang="en-US"/>
              <a:t>Click to edit Master text styles</a:t>
            </a:r>
          </a:p>
          <a:p>
            <a:pPr lvl="1"/>
            <a:r>
              <a:rPr lang="en-US"/>
              <a:t>Level 2</a:t>
            </a:r>
          </a:p>
        </p:txBody>
      </p:sp>
      <p:sp>
        <p:nvSpPr>
          <p:cNvPr id="36" name="Text Placeholder 29">
            <a:extLst>
              <a:ext uri="{FF2B5EF4-FFF2-40B4-BE49-F238E27FC236}">
                <a16:creationId xmlns:a16="http://schemas.microsoft.com/office/drawing/2014/main" id="{4BA3A142-A819-F553-5D15-FB96846EDCA7}"/>
              </a:ext>
            </a:extLst>
          </p:cNvPr>
          <p:cNvSpPr>
            <a:spLocks noGrp="1"/>
          </p:cNvSpPr>
          <p:nvPr>
            <p:ph type="body" sz="quarter" idx="14"/>
          </p:nvPr>
        </p:nvSpPr>
        <p:spPr>
          <a:xfrm>
            <a:off x="798513" y="3938673"/>
            <a:ext cx="960120" cy="553998"/>
          </a:xfrm>
          <a:prstGeom prst="rect">
            <a:avLst/>
          </a:prstGeom>
        </p:spPr>
        <p:txBody>
          <a:bodyPr anchor="ctr" anchorCtr="0"/>
          <a:lstStyle>
            <a:lvl1pPr>
              <a:lnSpc>
                <a:spcPct val="100000"/>
              </a:lnSpc>
              <a:defRPr sz="1200"/>
            </a:lvl1pPr>
          </a:lstStyle>
          <a:p>
            <a:pPr lvl="0"/>
            <a:r>
              <a:rPr lang="en-US"/>
              <a:t>Click to edit Master text styles</a:t>
            </a:r>
          </a:p>
        </p:txBody>
      </p:sp>
      <p:sp>
        <p:nvSpPr>
          <p:cNvPr id="37" name="Text Placeholder 32">
            <a:extLst>
              <a:ext uri="{FF2B5EF4-FFF2-40B4-BE49-F238E27FC236}">
                <a16:creationId xmlns:a16="http://schemas.microsoft.com/office/drawing/2014/main" id="{D26EE3EA-C9A9-D990-9C00-02E44F91E73A}"/>
              </a:ext>
            </a:extLst>
          </p:cNvPr>
          <p:cNvSpPr>
            <a:spLocks noGrp="1"/>
          </p:cNvSpPr>
          <p:nvPr>
            <p:ph type="body" sz="quarter" idx="15"/>
          </p:nvPr>
        </p:nvSpPr>
        <p:spPr>
          <a:xfrm>
            <a:off x="1898649" y="4142575"/>
            <a:ext cx="2103120" cy="146194"/>
          </a:xfrm>
          <a:prstGeom prst="rect">
            <a:avLst/>
          </a:prstGeom>
        </p:spPr>
        <p:txBody>
          <a:bodyPr anchor="ctr" anchorCtr="0"/>
          <a:lstStyle>
            <a:lvl1pPr>
              <a:lnSpc>
                <a:spcPct val="100000"/>
              </a:lnSpc>
              <a:spcBef>
                <a:spcPts val="300"/>
              </a:spcBef>
              <a:defRPr sz="950">
                <a:latin typeface="+mn-lt"/>
              </a:defRPr>
            </a:lvl1pPr>
            <a:lvl2pPr>
              <a:defRPr sz="1000"/>
            </a:lvl2pPr>
            <a:lvl3pPr>
              <a:defRPr sz="1000"/>
            </a:lvl3pPr>
            <a:lvl4pPr>
              <a:defRPr sz="1000"/>
            </a:lvl4pPr>
            <a:lvl5pPr>
              <a:defRPr sz="1000"/>
            </a:lvl5pPr>
          </a:lstStyle>
          <a:p>
            <a:pPr lvl="0"/>
            <a:r>
              <a:rPr lang="en-US"/>
              <a:t>Click to edit Master text styles</a:t>
            </a:r>
          </a:p>
        </p:txBody>
      </p:sp>
      <p:sp>
        <p:nvSpPr>
          <p:cNvPr id="57" name="Text Placeholder 32">
            <a:extLst>
              <a:ext uri="{FF2B5EF4-FFF2-40B4-BE49-F238E27FC236}">
                <a16:creationId xmlns:a16="http://schemas.microsoft.com/office/drawing/2014/main" id="{F0E4F28B-ABF1-36EC-1032-A02714B652A3}"/>
              </a:ext>
            </a:extLst>
          </p:cNvPr>
          <p:cNvSpPr>
            <a:spLocks noGrp="1"/>
          </p:cNvSpPr>
          <p:nvPr>
            <p:ph type="body" sz="quarter" idx="22"/>
          </p:nvPr>
        </p:nvSpPr>
        <p:spPr>
          <a:xfrm>
            <a:off x="4898513" y="4020491"/>
            <a:ext cx="4816988" cy="390363"/>
          </a:xfrm>
          <a:prstGeom prst="rect">
            <a:avLst/>
          </a:prstGeom>
        </p:spPr>
        <p:txBody>
          <a:bodyPr tIns="64008" anchor="ctr" anchorCtr="0"/>
          <a:lstStyle>
            <a:lvl1pPr>
              <a:lnSpc>
                <a:spcPct val="100000"/>
              </a:lnSpc>
              <a:spcBef>
                <a:spcPts val="400"/>
              </a:spcBef>
              <a:defRPr sz="1000">
                <a:solidFill>
                  <a:srgbClr val="0078D4"/>
                </a:solidFill>
                <a:latin typeface="+mn-lt"/>
              </a:defRPr>
            </a:lvl1pPr>
            <a:lvl2pPr>
              <a:lnSpc>
                <a:spcPct val="100000"/>
              </a:lnSpc>
              <a:spcBef>
                <a:spcPts val="200"/>
              </a:spcBef>
              <a:defRPr sz="950"/>
            </a:lvl2pPr>
            <a:lvl3pPr>
              <a:defRPr sz="1000"/>
            </a:lvl3pPr>
            <a:lvl4pPr>
              <a:defRPr sz="1000"/>
            </a:lvl4pPr>
            <a:lvl5pPr>
              <a:defRPr sz="1000"/>
            </a:lvl5pPr>
          </a:lstStyle>
          <a:p>
            <a:pPr lvl="0"/>
            <a:r>
              <a:rPr lang="en-US"/>
              <a:t>Click to edit Master text styles</a:t>
            </a:r>
          </a:p>
          <a:p>
            <a:pPr lvl="1"/>
            <a:r>
              <a:rPr lang="en-US"/>
              <a:t>Level 2</a:t>
            </a:r>
          </a:p>
        </p:txBody>
      </p:sp>
      <p:sp>
        <p:nvSpPr>
          <p:cNvPr id="59" name="Text Placeholder 32">
            <a:extLst>
              <a:ext uri="{FF2B5EF4-FFF2-40B4-BE49-F238E27FC236}">
                <a16:creationId xmlns:a16="http://schemas.microsoft.com/office/drawing/2014/main" id="{B7C78BB3-DA91-4E6E-F986-D3754AD22421}"/>
              </a:ext>
            </a:extLst>
          </p:cNvPr>
          <p:cNvSpPr>
            <a:spLocks noGrp="1"/>
          </p:cNvSpPr>
          <p:nvPr>
            <p:ph type="body" sz="quarter" idx="24"/>
          </p:nvPr>
        </p:nvSpPr>
        <p:spPr>
          <a:xfrm>
            <a:off x="4898513" y="5446190"/>
            <a:ext cx="4816988" cy="390363"/>
          </a:xfrm>
          <a:prstGeom prst="rect">
            <a:avLst/>
          </a:prstGeom>
        </p:spPr>
        <p:txBody>
          <a:bodyPr tIns="64008" anchor="ctr" anchorCtr="0"/>
          <a:lstStyle>
            <a:lvl1pPr>
              <a:lnSpc>
                <a:spcPct val="100000"/>
              </a:lnSpc>
              <a:spcBef>
                <a:spcPts val="400"/>
              </a:spcBef>
              <a:defRPr sz="1000">
                <a:solidFill>
                  <a:srgbClr val="0078D4"/>
                </a:solidFill>
                <a:latin typeface="+mn-lt"/>
              </a:defRPr>
            </a:lvl1pPr>
            <a:lvl2pPr>
              <a:lnSpc>
                <a:spcPct val="100000"/>
              </a:lnSpc>
              <a:spcBef>
                <a:spcPts val="200"/>
              </a:spcBef>
              <a:defRPr sz="950"/>
            </a:lvl2pPr>
            <a:lvl3pPr>
              <a:defRPr sz="1000"/>
            </a:lvl3pPr>
            <a:lvl4pPr>
              <a:defRPr sz="1000"/>
            </a:lvl4pPr>
            <a:lvl5pPr>
              <a:defRPr sz="1000"/>
            </a:lvl5pPr>
          </a:lstStyle>
          <a:p>
            <a:pPr lvl="0"/>
            <a:r>
              <a:rPr lang="en-US"/>
              <a:t>Click to edit Master text styles</a:t>
            </a:r>
          </a:p>
          <a:p>
            <a:pPr lvl="1"/>
            <a:r>
              <a:rPr lang="en-US"/>
              <a:t>Level 2</a:t>
            </a:r>
          </a:p>
        </p:txBody>
      </p:sp>
      <p:sp>
        <p:nvSpPr>
          <p:cNvPr id="38" name="Text Placeholder 29">
            <a:extLst>
              <a:ext uri="{FF2B5EF4-FFF2-40B4-BE49-F238E27FC236}">
                <a16:creationId xmlns:a16="http://schemas.microsoft.com/office/drawing/2014/main" id="{E32B60DA-E7BB-2B7E-DA8C-1DE2918AAF6D}"/>
              </a:ext>
            </a:extLst>
          </p:cNvPr>
          <p:cNvSpPr>
            <a:spLocks noGrp="1"/>
          </p:cNvSpPr>
          <p:nvPr>
            <p:ph type="body" sz="quarter" idx="16"/>
          </p:nvPr>
        </p:nvSpPr>
        <p:spPr>
          <a:xfrm>
            <a:off x="798513" y="5364372"/>
            <a:ext cx="960120" cy="553998"/>
          </a:xfrm>
          <a:prstGeom prst="rect">
            <a:avLst/>
          </a:prstGeom>
        </p:spPr>
        <p:txBody>
          <a:bodyPr anchor="ctr" anchorCtr="0"/>
          <a:lstStyle>
            <a:lvl1pPr>
              <a:lnSpc>
                <a:spcPct val="100000"/>
              </a:lnSpc>
              <a:defRPr sz="1200"/>
            </a:lvl1pPr>
          </a:lstStyle>
          <a:p>
            <a:pPr lvl="0"/>
            <a:r>
              <a:rPr lang="en-US"/>
              <a:t>Click to edit Master text styles</a:t>
            </a:r>
          </a:p>
        </p:txBody>
      </p:sp>
      <p:sp>
        <p:nvSpPr>
          <p:cNvPr id="39" name="Text Placeholder 32">
            <a:extLst>
              <a:ext uri="{FF2B5EF4-FFF2-40B4-BE49-F238E27FC236}">
                <a16:creationId xmlns:a16="http://schemas.microsoft.com/office/drawing/2014/main" id="{AD5D034B-B4D5-01E4-078A-4F1DE421991D}"/>
              </a:ext>
            </a:extLst>
          </p:cNvPr>
          <p:cNvSpPr>
            <a:spLocks noGrp="1"/>
          </p:cNvSpPr>
          <p:nvPr>
            <p:ph type="body" sz="quarter" idx="17"/>
          </p:nvPr>
        </p:nvSpPr>
        <p:spPr>
          <a:xfrm>
            <a:off x="1898649" y="5568274"/>
            <a:ext cx="2103120" cy="146194"/>
          </a:xfrm>
          <a:prstGeom prst="rect">
            <a:avLst/>
          </a:prstGeom>
        </p:spPr>
        <p:txBody>
          <a:bodyPr anchor="ctr" anchorCtr="0"/>
          <a:lstStyle>
            <a:lvl1pPr>
              <a:lnSpc>
                <a:spcPct val="100000"/>
              </a:lnSpc>
              <a:spcBef>
                <a:spcPts val="300"/>
              </a:spcBef>
              <a:defRPr sz="950">
                <a:latin typeface="+mn-lt"/>
              </a:defRPr>
            </a:lvl1pPr>
            <a:lvl2pPr>
              <a:defRPr sz="1000"/>
            </a:lvl2pPr>
            <a:lvl3pPr>
              <a:defRPr sz="1000"/>
            </a:lvl3pPr>
            <a:lvl4pPr>
              <a:defRPr sz="1000"/>
            </a:lvl4pPr>
            <a:lvl5pPr>
              <a:defRPr sz="1000"/>
            </a:lvl5pPr>
          </a:lstStyle>
          <a:p>
            <a:pPr lvl="0"/>
            <a:r>
              <a:rPr lang="en-US"/>
              <a:t>Click to edit Master text styles</a:t>
            </a:r>
          </a:p>
        </p:txBody>
      </p:sp>
      <p:grpSp>
        <p:nvGrpSpPr>
          <p:cNvPr id="42" name="Group 41" hidden="1">
            <a:extLst>
              <a:ext uri="{FF2B5EF4-FFF2-40B4-BE49-F238E27FC236}">
                <a16:creationId xmlns:a16="http://schemas.microsoft.com/office/drawing/2014/main" id="{F53A1C28-20BE-4A4B-D66A-600BB88EB6BF}"/>
              </a:ext>
            </a:extLst>
          </p:cNvPr>
          <p:cNvGrpSpPr/>
          <p:nvPr userDrawn="1"/>
        </p:nvGrpSpPr>
        <p:grpSpPr>
          <a:xfrm>
            <a:off x="698469" y="1695932"/>
            <a:ext cx="9446947" cy="3796743"/>
            <a:chOff x="698469" y="1695932"/>
            <a:chExt cx="9446947" cy="3796743"/>
          </a:xfrm>
        </p:grpSpPr>
        <p:sp>
          <p:nvSpPr>
            <p:cNvPr id="4" name="Rounded Rectangle 50">
              <a:extLst>
                <a:ext uri="{FF2B5EF4-FFF2-40B4-BE49-F238E27FC236}">
                  <a16:creationId xmlns:a16="http://schemas.microsoft.com/office/drawing/2014/main" id="{C1DB0A56-625A-E13B-1B07-1B335728AC11}"/>
                </a:ext>
                <a:ext uri="{C183D7F6-B498-43B3-948B-1728B52AA6E4}">
                  <adec:decorative xmlns:adec="http://schemas.microsoft.com/office/drawing/2017/decorative" val="1"/>
                </a:ext>
              </a:extLst>
            </p:cNvPr>
            <p:cNvSpPr/>
            <p:nvPr userDrawn="1"/>
          </p:nvSpPr>
          <p:spPr bwMode="auto">
            <a:xfrm>
              <a:off x="4855540" y="1695932"/>
              <a:ext cx="5289876" cy="1143000"/>
            </a:xfrm>
            <a:prstGeom prst="roundRect">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endParaRPr>
            </a:p>
          </p:txBody>
        </p:sp>
        <p:sp>
          <p:nvSpPr>
            <p:cNvPr id="28" name="Rounded Rectangle 23">
              <a:extLst>
                <a:ext uri="{FF2B5EF4-FFF2-40B4-BE49-F238E27FC236}">
                  <a16:creationId xmlns:a16="http://schemas.microsoft.com/office/drawing/2014/main" id="{46457C18-BE03-7DFD-B7EB-6D5E6282FAA2}"/>
                </a:ext>
                <a:ext uri="{C183D7F6-B498-43B3-948B-1728B52AA6E4}">
                  <adec:decorative xmlns:adec="http://schemas.microsoft.com/office/drawing/2017/decorative" val="1"/>
                </a:ext>
              </a:extLst>
            </p:cNvPr>
            <p:cNvSpPr/>
            <p:nvPr userDrawn="1"/>
          </p:nvSpPr>
          <p:spPr bwMode="auto">
            <a:xfrm>
              <a:off x="698469" y="1695932"/>
              <a:ext cx="3230955" cy="1143000"/>
            </a:xfrm>
            <a:prstGeom prst="roundRect">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29" name="Rounded Rectangle 23">
              <a:extLst>
                <a:ext uri="{FF2B5EF4-FFF2-40B4-BE49-F238E27FC236}">
                  <a16:creationId xmlns:a16="http://schemas.microsoft.com/office/drawing/2014/main" id="{858DC625-74C9-8E6F-E17A-A6C457BCA83A}"/>
                </a:ext>
                <a:ext uri="{C183D7F6-B498-43B3-948B-1728B52AA6E4}">
                  <adec:decorative xmlns:adec="http://schemas.microsoft.com/office/drawing/2017/decorative" val="1"/>
                </a:ext>
              </a:extLst>
            </p:cNvPr>
            <p:cNvSpPr/>
            <p:nvPr userDrawn="1"/>
          </p:nvSpPr>
          <p:spPr bwMode="auto">
            <a:xfrm>
              <a:off x="698469" y="3019864"/>
              <a:ext cx="3230955" cy="1143000"/>
            </a:xfrm>
            <a:prstGeom prst="roundRect">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31" name="Rounded Rectangle 27">
              <a:extLst>
                <a:ext uri="{FF2B5EF4-FFF2-40B4-BE49-F238E27FC236}">
                  <a16:creationId xmlns:a16="http://schemas.microsoft.com/office/drawing/2014/main" id="{FFF80545-5C66-927D-6F4F-AC960CF585AC}"/>
                </a:ext>
                <a:ext uri="{C183D7F6-B498-43B3-948B-1728B52AA6E4}">
                  <adec:decorative xmlns:adec="http://schemas.microsoft.com/office/drawing/2017/decorative" val="1"/>
                </a:ext>
              </a:extLst>
            </p:cNvPr>
            <p:cNvSpPr/>
            <p:nvPr userDrawn="1"/>
          </p:nvSpPr>
          <p:spPr bwMode="auto">
            <a:xfrm>
              <a:off x="698469" y="4349675"/>
              <a:ext cx="3230955" cy="1143000"/>
            </a:xfrm>
            <a:prstGeom prst="roundRect">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32" name="Rounded Rectangle 50">
              <a:extLst>
                <a:ext uri="{FF2B5EF4-FFF2-40B4-BE49-F238E27FC236}">
                  <a16:creationId xmlns:a16="http://schemas.microsoft.com/office/drawing/2014/main" id="{274FB520-EEEC-EA40-72D4-B589424DA855}"/>
                </a:ext>
                <a:ext uri="{C183D7F6-B498-43B3-948B-1728B52AA6E4}">
                  <adec:decorative xmlns:adec="http://schemas.microsoft.com/office/drawing/2017/decorative" val="1"/>
                </a:ext>
              </a:extLst>
            </p:cNvPr>
            <p:cNvSpPr/>
            <p:nvPr userDrawn="1"/>
          </p:nvSpPr>
          <p:spPr bwMode="auto">
            <a:xfrm>
              <a:off x="4855540" y="3019864"/>
              <a:ext cx="5289876" cy="1143000"/>
            </a:xfrm>
            <a:prstGeom prst="roundRect">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endParaRPr>
            </a:p>
          </p:txBody>
        </p:sp>
        <p:sp>
          <p:nvSpPr>
            <p:cNvPr id="34" name="Rounded Rectangle 55">
              <a:extLst>
                <a:ext uri="{FF2B5EF4-FFF2-40B4-BE49-F238E27FC236}">
                  <a16:creationId xmlns:a16="http://schemas.microsoft.com/office/drawing/2014/main" id="{40D39853-C478-B1E3-375D-73B75075DFF9}"/>
                </a:ext>
                <a:ext uri="{C183D7F6-B498-43B3-948B-1728B52AA6E4}">
                  <adec:decorative xmlns:adec="http://schemas.microsoft.com/office/drawing/2017/decorative" val="1"/>
                </a:ext>
              </a:extLst>
            </p:cNvPr>
            <p:cNvSpPr/>
            <p:nvPr userDrawn="1"/>
          </p:nvSpPr>
          <p:spPr bwMode="auto">
            <a:xfrm>
              <a:off x="4855074" y="4349675"/>
              <a:ext cx="5289876" cy="1143000"/>
            </a:xfrm>
            <a:prstGeom prst="roundRect">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endParaRPr>
            </a:p>
          </p:txBody>
        </p:sp>
      </p:grpSp>
      <p:sp>
        <p:nvSpPr>
          <p:cNvPr id="8" name="TextBox 7">
            <a:extLst>
              <a:ext uri="{FF2B5EF4-FFF2-40B4-BE49-F238E27FC236}">
                <a16:creationId xmlns:a16="http://schemas.microsoft.com/office/drawing/2014/main" id="{FA1BA8C3-96D6-89D5-4C38-D58D2A459BFE}"/>
              </a:ext>
            </a:extLst>
          </p:cNvPr>
          <p:cNvSpPr txBox="1"/>
          <p:nvPr userDrawn="1">
            <p:extLst>
              <p:ext uri="{1162E1C5-73C7-4A58-AE30-91384D911F3F}">
                <p184:classification xmlns:p184="http://schemas.microsoft.com/office/powerpoint/2018/4/main" val="ftr"/>
              </p:ext>
            </p:extLst>
          </p:nvPr>
        </p:nvSpPr>
        <p:spPr>
          <a:xfrm>
            <a:off x="145369" y="6476531"/>
            <a:ext cx="5949107" cy="184666"/>
          </a:xfrm>
          <a:prstGeom prst="rect">
            <a:avLst/>
          </a:prstGeom>
        </p:spPr>
        <p:txBody>
          <a:bodyPr horzOverflow="overflow" wrap="square" lIns="0" tIns="0" rIns="0" bIns="0">
            <a:spAutoFit/>
          </a:bodyPr>
          <a:lstStyle/>
          <a:p>
            <a:pPr algn="l"/>
            <a:r>
              <a:rPr lang="en-US" sz="1200" b="1">
                <a:solidFill>
                  <a:schemeClr val="bg1">
                    <a:lumMod val="50000"/>
                  </a:schemeClr>
                </a:solidFill>
                <a:latin typeface="+mj-lt"/>
              </a:rPr>
              <a:t>Classified as Microsoft Confidential – content under embargo until Nov 18, 2025</a:t>
            </a:r>
          </a:p>
        </p:txBody>
      </p:sp>
    </p:spTree>
    <p:extLst>
      <p:ext uri="{BB962C8B-B14F-4D97-AF65-F5344CB8AC3E}">
        <p14:creationId xmlns:p14="http://schemas.microsoft.com/office/powerpoint/2010/main" val="406830811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82.xml><?xml version="1.0" encoding="utf-8"?>
<p:sldLayout xmlns:a="http://schemas.openxmlformats.org/drawingml/2006/main" xmlns:r="http://schemas.openxmlformats.org/officeDocument/2006/relationships" xmlns:p="http://schemas.openxmlformats.org/presentationml/2006/main" preserve="1" userDrawn="1">
  <p:cSld name="4 Key Processes - Before/After AI">
    <p:spTree>
      <p:nvGrpSpPr>
        <p:cNvPr id="1" name=""/>
        <p:cNvGrpSpPr/>
        <p:nvPr/>
      </p:nvGrpSpPr>
      <p:grpSpPr>
        <a:xfrm>
          <a:off x="0" y="0"/>
          <a:ext cx="0" cy="0"/>
          <a:chOff x="0" y="0"/>
          <a:chExt cx="0" cy="0"/>
        </a:xfrm>
      </p:grpSpPr>
      <p:grpSp>
        <p:nvGrpSpPr>
          <p:cNvPr id="35" name="Group 34">
            <a:extLst>
              <a:ext uri="{FF2B5EF4-FFF2-40B4-BE49-F238E27FC236}">
                <a16:creationId xmlns:a16="http://schemas.microsoft.com/office/drawing/2014/main" id="{3C79BC07-2E4F-074C-E42E-3220BD3E1993}"/>
              </a:ext>
              <a:ext uri="{C183D7F6-B498-43B3-948B-1728B52AA6E4}">
                <adec:decorative xmlns:adec="http://schemas.microsoft.com/office/drawing/2017/decorative" val="1"/>
              </a:ext>
            </a:extLst>
          </p:cNvPr>
          <p:cNvGrpSpPr>
            <a:grpSpLocks noGrp="1" noUngrp="1" noRot="1" noMove="1" noResize="1"/>
          </p:cNvGrpSpPr>
          <p:nvPr userDrawn="1"/>
        </p:nvGrpSpPr>
        <p:grpSpPr>
          <a:xfrm>
            <a:off x="0" y="0"/>
            <a:ext cx="12188952" cy="6858000"/>
            <a:chOff x="0" y="0"/>
            <a:chExt cx="12188952" cy="6858000"/>
          </a:xfrm>
        </p:grpSpPr>
        <p:sp>
          <p:nvSpPr>
            <p:cNvPr id="2" name="Rectangle 1">
              <a:extLst>
                <a:ext uri="{FF2B5EF4-FFF2-40B4-BE49-F238E27FC236}">
                  <a16:creationId xmlns:a16="http://schemas.microsoft.com/office/drawing/2014/main" id="{D70D2C7A-4F5B-353D-0C06-7346A8207B45}"/>
                </a:ext>
              </a:extLst>
            </p:cNvPr>
            <p:cNvSpPr>
              <a:spLocks noGrp="1" noRot="1" noMove="1" noResize="1" noEditPoints="1" noAdjustHandles="1" noChangeArrowheads="1" noChangeShapeType="1"/>
            </p:cNvSpPr>
            <p:nvPr userDrawn="1"/>
          </p:nvSpPr>
          <p:spPr bwMode="auto">
            <a:xfrm>
              <a:off x="0"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3" name="Picture 2" descr="A colorful gradient going from darker blue on the left side to light blue to magenta to orange on the right side">
              <a:extLst>
                <a:ext uri="{FF2B5EF4-FFF2-40B4-BE49-F238E27FC236}">
                  <a16:creationId xmlns:a16="http://schemas.microsoft.com/office/drawing/2014/main" id="{B0ABAD7C-69B5-267A-50D7-D08FB74F67A5}"/>
                </a:ext>
              </a:extLst>
            </p:cNvPr>
            <p:cNvPicPr>
              <a:picLocks noGrp="1" noRot="1" noChangeAspect="1" noMove="1" noResize="1" noEditPoints="1" noAdjustHandles="1" noChangeArrowheads="1" noChangeShapeType="1" noCrop="1"/>
            </p:cNvPicPr>
            <p:nvPr userDrawn="1"/>
          </p:nvPicPr>
          <p:blipFill>
            <a:blip r:embed="rId2"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grpSp>
      <p:sp>
        <p:nvSpPr>
          <p:cNvPr id="5" name="Title 4">
            <a:extLst>
              <a:ext uri="{FF2B5EF4-FFF2-40B4-BE49-F238E27FC236}">
                <a16:creationId xmlns:a16="http://schemas.microsoft.com/office/drawing/2014/main" id="{0BCEAD74-397D-0D97-9041-3CFAF98275DD}"/>
              </a:ext>
            </a:extLst>
          </p:cNvPr>
          <p:cNvSpPr>
            <a:spLocks noGrp="1"/>
          </p:cNvSpPr>
          <p:nvPr>
            <p:ph type="title"/>
          </p:nvPr>
        </p:nvSpPr>
        <p:spPr/>
        <p:txBody>
          <a:bodyPr/>
          <a:lstStyle/>
          <a:p>
            <a:r>
              <a:rPr lang="en-US"/>
              <a:t>Click to edit Master title style</a:t>
            </a:r>
          </a:p>
        </p:txBody>
      </p:sp>
      <p:sp>
        <p:nvSpPr>
          <p:cNvPr id="6" name="Rounded Rectangle 79">
            <a:extLst>
              <a:ext uri="{FF2B5EF4-FFF2-40B4-BE49-F238E27FC236}">
                <a16:creationId xmlns:a16="http://schemas.microsoft.com/office/drawing/2014/main" id="{9E4DC3B4-6499-63C7-3136-22B6755463DB}"/>
              </a:ext>
              <a:ext uri="{C183D7F6-B498-43B3-948B-1728B52AA6E4}">
                <adec:decorative xmlns:adec="http://schemas.microsoft.com/office/drawing/2017/decorative" val="1"/>
              </a:ext>
            </a:extLst>
          </p:cNvPr>
          <p:cNvSpPr/>
          <p:nvPr userDrawn="1"/>
        </p:nvSpPr>
        <p:spPr bwMode="auto">
          <a:xfrm>
            <a:off x="559092" y="1310837"/>
            <a:ext cx="3383040" cy="5335290"/>
          </a:xfrm>
          <a:prstGeom prst="roundRect">
            <a:avLst>
              <a:gd name="adj" fmla="val 2935"/>
            </a:avLst>
          </a:prstGeom>
          <a:solidFill>
            <a:schemeClr val="accent3">
              <a:lumMod val="20000"/>
              <a:lumOff val="80000"/>
            </a:schemeClr>
          </a:solidFill>
          <a:ln w="19050">
            <a:gradFill flip="none" rotWithShape="1">
              <a:gsLst>
                <a:gs pos="50000">
                  <a:schemeClr val="bg1">
                    <a:alpha val="20000"/>
                  </a:schemeClr>
                </a:gs>
                <a:gs pos="0">
                  <a:schemeClr val="bg1"/>
                </a:gs>
                <a:gs pos="100000">
                  <a:schemeClr val="bg1"/>
                </a:gs>
              </a:gsLst>
              <a:lin ang="81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365760" rIns="182880" bIns="146304" numCol="1" spcCol="0" rtlCol="0" fromWordArt="0" anchor="t" anchorCtr="0" forceAA="0" compatLnSpc="1">
            <a:prstTxWarp prst="textNoShape">
              <a:avLst/>
            </a:prstTxWarp>
            <a:noAutofit/>
          </a:bodyPr>
          <a:lstStyle/>
          <a:p>
            <a:pPr>
              <a:spcBef>
                <a:spcPts val="1800"/>
              </a:spcBef>
              <a:buSzPct val="90000"/>
            </a:pPr>
            <a:endParaRPr lang="en-US">
              <a:solidFill>
                <a:srgbClr val="000000"/>
              </a:solidFill>
              <a:latin typeface="Segoe Sans Display"/>
              <a:cs typeface="Segoe Sans Display" pitchFamily="2" charset="0"/>
            </a:endParaRPr>
          </a:p>
        </p:txBody>
      </p:sp>
      <p:sp>
        <p:nvSpPr>
          <p:cNvPr id="7" name="Rounded Rectangle 80">
            <a:extLst>
              <a:ext uri="{FF2B5EF4-FFF2-40B4-BE49-F238E27FC236}">
                <a16:creationId xmlns:a16="http://schemas.microsoft.com/office/drawing/2014/main" id="{FAE29394-4DF2-FD1F-1AF1-260B0AF42F62}"/>
              </a:ext>
              <a:ext uri="{C183D7F6-B498-43B3-948B-1728B52AA6E4}">
                <adec:decorative xmlns:adec="http://schemas.microsoft.com/office/drawing/2017/decorative" val="1"/>
              </a:ext>
            </a:extLst>
          </p:cNvPr>
          <p:cNvSpPr/>
          <p:nvPr userDrawn="1"/>
        </p:nvSpPr>
        <p:spPr bwMode="auto">
          <a:xfrm>
            <a:off x="4170937" y="1310837"/>
            <a:ext cx="6253554" cy="5335290"/>
          </a:xfrm>
          <a:prstGeom prst="roundRect">
            <a:avLst>
              <a:gd name="adj" fmla="val 2180"/>
            </a:avLst>
          </a:prstGeom>
          <a:solidFill>
            <a:schemeClr val="accent3">
              <a:lumMod val="20000"/>
              <a:lumOff val="80000"/>
            </a:schemeClr>
          </a:solidFill>
          <a:ln w="19050">
            <a:gradFill flip="none" rotWithShape="1">
              <a:gsLst>
                <a:gs pos="50000">
                  <a:schemeClr val="bg1">
                    <a:alpha val="20000"/>
                  </a:schemeClr>
                </a:gs>
                <a:gs pos="0">
                  <a:schemeClr val="bg1"/>
                </a:gs>
                <a:gs pos="100000">
                  <a:schemeClr val="bg1"/>
                </a:gs>
              </a:gsLst>
              <a:lin ang="81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365760" rIns="182880" bIns="146304" numCol="1" spcCol="0" rtlCol="0" fromWordArt="0" anchor="t" anchorCtr="0" forceAA="0" compatLnSpc="1">
            <a:prstTxWarp prst="textNoShape">
              <a:avLst/>
            </a:prstTxWarp>
            <a:noAutofit/>
          </a:bodyPr>
          <a:lstStyle/>
          <a:p>
            <a:pPr>
              <a:spcBef>
                <a:spcPts val="1800"/>
              </a:spcBef>
              <a:buSzPct val="90000"/>
            </a:pPr>
            <a:endParaRPr lang="en-US">
              <a:solidFill>
                <a:srgbClr val="000000"/>
              </a:solidFill>
              <a:latin typeface="Segoe Sans Display"/>
              <a:cs typeface="Segoe Sans Display" pitchFamily="2" charset="0"/>
            </a:endParaRPr>
          </a:p>
        </p:txBody>
      </p:sp>
      <p:sp>
        <p:nvSpPr>
          <p:cNvPr id="9" name="Rectangle 8">
            <a:extLst>
              <a:ext uri="{FF2B5EF4-FFF2-40B4-BE49-F238E27FC236}">
                <a16:creationId xmlns:a16="http://schemas.microsoft.com/office/drawing/2014/main" id="{395FE5E3-B108-9973-E29F-F4169B842ECC}"/>
              </a:ext>
              <a:ext uri="{C183D7F6-B498-43B3-948B-1728B52AA6E4}">
                <adec:decorative xmlns:adec="http://schemas.microsoft.com/office/drawing/2017/decorative" val="1"/>
              </a:ext>
            </a:extLst>
          </p:cNvPr>
          <p:cNvSpPr/>
          <p:nvPr userDrawn="1"/>
        </p:nvSpPr>
        <p:spPr bwMode="auto">
          <a:xfrm>
            <a:off x="3446912" y="5717916"/>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0" name="Rectangle 9">
            <a:extLst>
              <a:ext uri="{FF2B5EF4-FFF2-40B4-BE49-F238E27FC236}">
                <a16:creationId xmlns:a16="http://schemas.microsoft.com/office/drawing/2014/main" id="{299A8EFD-2D0A-4BA9-1EFF-24E8AAD17AA0}"/>
              </a:ext>
              <a:ext uri="{C183D7F6-B498-43B3-948B-1728B52AA6E4}">
                <adec:decorative xmlns:adec="http://schemas.microsoft.com/office/drawing/2017/decorative" val="1"/>
              </a:ext>
            </a:extLst>
          </p:cNvPr>
          <p:cNvSpPr/>
          <p:nvPr userDrawn="1"/>
        </p:nvSpPr>
        <p:spPr bwMode="auto">
          <a:xfrm>
            <a:off x="3494230" y="2000255"/>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1" name="Rectangle 10">
            <a:extLst>
              <a:ext uri="{FF2B5EF4-FFF2-40B4-BE49-F238E27FC236}">
                <a16:creationId xmlns:a16="http://schemas.microsoft.com/office/drawing/2014/main" id="{96CF91C8-4DD4-D0F5-FCA4-79F8E1D3A5B6}"/>
              </a:ext>
              <a:ext uri="{C183D7F6-B498-43B3-948B-1728B52AA6E4}">
                <adec:decorative xmlns:adec="http://schemas.microsoft.com/office/drawing/2017/decorative" val="1"/>
              </a:ext>
            </a:extLst>
          </p:cNvPr>
          <p:cNvSpPr/>
          <p:nvPr userDrawn="1"/>
        </p:nvSpPr>
        <p:spPr bwMode="auto">
          <a:xfrm>
            <a:off x="3496418" y="3239385"/>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2" name="Rectangle 11">
            <a:extLst>
              <a:ext uri="{FF2B5EF4-FFF2-40B4-BE49-F238E27FC236}">
                <a16:creationId xmlns:a16="http://schemas.microsoft.com/office/drawing/2014/main" id="{E46ACF3F-45FE-47D6-C59E-50148796EE46}"/>
              </a:ext>
              <a:ext uri="{C183D7F6-B498-43B3-948B-1728B52AA6E4}">
                <adec:decorative xmlns:adec="http://schemas.microsoft.com/office/drawing/2017/decorative" val="1"/>
              </a:ext>
            </a:extLst>
          </p:cNvPr>
          <p:cNvSpPr/>
          <p:nvPr userDrawn="1"/>
        </p:nvSpPr>
        <p:spPr bwMode="auto">
          <a:xfrm>
            <a:off x="3493474" y="4478515"/>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4" name="Rounded Rectangle 46">
            <a:extLst>
              <a:ext uri="{FF2B5EF4-FFF2-40B4-BE49-F238E27FC236}">
                <a16:creationId xmlns:a16="http://schemas.microsoft.com/office/drawing/2014/main" id="{3063B761-DBCC-60FA-BD86-6849C7A698A6}"/>
              </a:ext>
              <a:ext uri="{C183D7F6-B498-43B3-948B-1728B52AA6E4}">
                <adec:decorative xmlns:adec="http://schemas.microsoft.com/office/drawing/2017/decorative" val="1"/>
              </a:ext>
            </a:extLst>
          </p:cNvPr>
          <p:cNvSpPr>
            <a:spLocks/>
          </p:cNvSpPr>
          <p:nvPr userDrawn="1"/>
        </p:nvSpPr>
        <p:spPr bwMode="auto">
          <a:xfrm>
            <a:off x="4320505" y="1673760"/>
            <a:ext cx="5972919" cy="1115568"/>
          </a:xfrm>
          <a:prstGeom prst="roundRect">
            <a:avLst>
              <a:gd name="adj" fmla="val 14994"/>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95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5" name="Rounded Rectangle 50">
            <a:extLst>
              <a:ext uri="{FF2B5EF4-FFF2-40B4-BE49-F238E27FC236}">
                <a16:creationId xmlns:a16="http://schemas.microsoft.com/office/drawing/2014/main" id="{F45FBE28-BE8D-DED6-3977-A35C74FD3290}"/>
              </a:ext>
              <a:ext uri="{C183D7F6-B498-43B3-948B-1728B52AA6E4}">
                <adec:decorative xmlns:adec="http://schemas.microsoft.com/office/drawing/2017/decorative" val="1"/>
              </a:ext>
            </a:extLst>
          </p:cNvPr>
          <p:cNvSpPr>
            <a:spLocks/>
          </p:cNvSpPr>
          <p:nvPr userDrawn="1"/>
        </p:nvSpPr>
        <p:spPr bwMode="auto">
          <a:xfrm>
            <a:off x="4320505" y="2912890"/>
            <a:ext cx="5972919" cy="1115568"/>
          </a:xfrm>
          <a:prstGeom prst="roundRect">
            <a:avLst>
              <a:gd name="adj" fmla="val 13128"/>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95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6" name="Rounded Rectangle 55">
            <a:extLst>
              <a:ext uri="{FF2B5EF4-FFF2-40B4-BE49-F238E27FC236}">
                <a16:creationId xmlns:a16="http://schemas.microsoft.com/office/drawing/2014/main" id="{2F64D3D4-86A8-332C-C08C-56C186DAB212}"/>
              </a:ext>
              <a:ext uri="{C183D7F6-B498-43B3-948B-1728B52AA6E4}">
                <adec:decorative xmlns:adec="http://schemas.microsoft.com/office/drawing/2017/decorative" val="1"/>
              </a:ext>
            </a:extLst>
          </p:cNvPr>
          <p:cNvSpPr>
            <a:spLocks/>
          </p:cNvSpPr>
          <p:nvPr userDrawn="1"/>
        </p:nvSpPr>
        <p:spPr bwMode="auto">
          <a:xfrm>
            <a:off x="4320505" y="4152020"/>
            <a:ext cx="5972919" cy="1115568"/>
          </a:xfrm>
          <a:prstGeom prst="roundRect">
            <a:avLst>
              <a:gd name="adj" fmla="val 13231"/>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95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8" name="Rounded Rectangle 20">
            <a:extLst>
              <a:ext uri="{FF2B5EF4-FFF2-40B4-BE49-F238E27FC236}">
                <a16:creationId xmlns:a16="http://schemas.microsoft.com/office/drawing/2014/main" id="{3923BC9E-92B9-804E-6B78-A0405A155021}"/>
              </a:ext>
              <a:ext uri="{C183D7F6-B498-43B3-948B-1728B52AA6E4}">
                <adec:decorative xmlns:adec="http://schemas.microsoft.com/office/drawing/2017/decorative" val="1"/>
              </a:ext>
            </a:extLst>
          </p:cNvPr>
          <p:cNvSpPr>
            <a:spLocks/>
          </p:cNvSpPr>
          <p:nvPr userDrawn="1"/>
        </p:nvSpPr>
        <p:spPr bwMode="auto">
          <a:xfrm>
            <a:off x="699425" y="1673760"/>
            <a:ext cx="3114353" cy="1115568"/>
          </a:xfrm>
          <a:prstGeom prst="roundRect">
            <a:avLst>
              <a:gd name="adj" fmla="val 14961"/>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9" name="Rounded Rectangle 23">
            <a:extLst>
              <a:ext uri="{FF2B5EF4-FFF2-40B4-BE49-F238E27FC236}">
                <a16:creationId xmlns:a16="http://schemas.microsoft.com/office/drawing/2014/main" id="{DDF0544D-EDBE-E23C-1DEE-9321AD081C2F}"/>
              </a:ext>
              <a:ext uri="{C183D7F6-B498-43B3-948B-1728B52AA6E4}">
                <adec:decorative xmlns:adec="http://schemas.microsoft.com/office/drawing/2017/decorative" val="1"/>
              </a:ext>
            </a:extLst>
          </p:cNvPr>
          <p:cNvSpPr>
            <a:spLocks/>
          </p:cNvSpPr>
          <p:nvPr userDrawn="1"/>
        </p:nvSpPr>
        <p:spPr bwMode="auto">
          <a:xfrm>
            <a:off x="699425" y="2883250"/>
            <a:ext cx="3114353" cy="1115568"/>
          </a:xfrm>
          <a:prstGeom prst="roundRect">
            <a:avLst>
              <a:gd name="adj" fmla="val 14961"/>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21" name="Rectangle: Rounded Corners 10">
            <a:extLst>
              <a:ext uri="{FF2B5EF4-FFF2-40B4-BE49-F238E27FC236}">
                <a16:creationId xmlns:a16="http://schemas.microsoft.com/office/drawing/2014/main" id="{57AC6C64-4EA9-70A1-AE04-D983F85F6C61}"/>
              </a:ext>
              <a:ext uri="{C183D7F6-B498-43B3-948B-1728B52AA6E4}">
                <adec:decorative xmlns:adec="http://schemas.microsoft.com/office/drawing/2017/decorative" val="1"/>
              </a:ext>
            </a:extLst>
          </p:cNvPr>
          <p:cNvSpPr/>
          <p:nvPr userDrawn="1"/>
        </p:nvSpPr>
        <p:spPr>
          <a:xfrm>
            <a:off x="559093" y="1190813"/>
            <a:ext cx="1224299" cy="273059"/>
          </a:xfrm>
          <a:prstGeom prst="roundRect">
            <a:avLst>
              <a:gd name="adj" fmla="val 50000"/>
            </a:avLst>
          </a:prstGeom>
          <a:solidFill>
            <a:schemeClr val="bg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i="0" u="none" strike="noStrike" kern="1200" cap="none" spc="0" normalizeH="0" baseline="0" noProof="0">
                <a:ln>
                  <a:noFill/>
                </a:ln>
                <a:solidFill>
                  <a:srgbClr val="FFFFFF"/>
                </a:solidFill>
                <a:effectLst/>
                <a:uLnTx/>
                <a:uFillTx/>
                <a:latin typeface="+mj-lt"/>
                <a:ea typeface="+mn-ea"/>
                <a:cs typeface="Segoe Sans Display" pitchFamily="2" charset="0"/>
              </a:rPr>
              <a:t>Key Processes</a:t>
            </a:r>
          </a:p>
        </p:txBody>
      </p:sp>
      <p:sp>
        <p:nvSpPr>
          <p:cNvPr id="30" name="Text Placeholder 29">
            <a:extLst>
              <a:ext uri="{FF2B5EF4-FFF2-40B4-BE49-F238E27FC236}">
                <a16:creationId xmlns:a16="http://schemas.microsoft.com/office/drawing/2014/main" id="{320DB206-1E09-B91E-9F54-10742BA42DF9}"/>
              </a:ext>
            </a:extLst>
          </p:cNvPr>
          <p:cNvSpPr>
            <a:spLocks noGrp="1"/>
          </p:cNvSpPr>
          <p:nvPr>
            <p:ph type="body" sz="quarter" idx="12"/>
          </p:nvPr>
        </p:nvSpPr>
        <p:spPr>
          <a:xfrm>
            <a:off x="798513" y="1977629"/>
            <a:ext cx="960120" cy="507831"/>
          </a:xfrm>
          <a:prstGeom prst="rect">
            <a:avLst/>
          </a:prstGeom>
        </p:spPr>
        <p:txBody>
          <a:bodyPr anchor="ctr" anchorCtr="0"/>
          <a:lstStyle>
            <a:lvl1pPr>
              <a:lnSpc>
                <a:spcPct val="100000"/>
              </a:lnSpc>
              <a:defRPr sz="1100"/>
            </a:lvl1pPr>
          </a:lstStyle>
          <a:p>
            <a:pPr lvl="0"/>
            <a:r>
              <a:rPr lang="en-US"/>
              <a:t>Click to edit Master text styles</a:t>
            </a:r>
          </a:p>
        </p:txBody>
      </p:sp>
      <p:sp>
        <p:nvSpPr>
          <p:cNvPr id="22" name="Rectangle: Rounded Corners 10">
            <a:extLst>
              <a:ext uri="{FF2B5EF4-FFF2-40B4-BE49-F238E27FC236}">
                <a16:creationId xmlns:a16="http://schemas.microsoft.com/office/drawing/2014/main" id="{F283C8DD-3E76-1525-2983-F78D468EABC0}"/>
              </a:ext>
              <a:ext uri="{C183D7F6-B498-43B3-948B-1728B52AA6E4}">
                <adec:decorative xmlns:adec="http://schemas.microsoft.com/office/drawing/2017/decorative" val="1"/>
              </a:ext>
            </a:extLst>
          </p:cNvPr>
          <p:cNvSpPr/>
          <p:nvPr userDrawn="1"/>
        </p:nvSpPr>
        <p:spPr>
          <a:xfrm>
            <a:off x="1898649" y="1190813"/>
            <a:ext cx="1892808" cy="273059"/>
          </a:xfrm>
          <a:prstGeom prst="roundRect">
            <a:avLst>
              <a:gd name="adj" fmla="val 50000"/>
            </a:avLst>
          </a:prstGeom>
          <a:solidFill>
            <a:schemeClr val="bg1">
              <a:lumMod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i="0" u="none" strike="noStrike" kern="1200" cap="none" spc="0" normalizeH="0" baseline="0" noProof="0">
                <a:ln>
                  <a:noFill/>
                </a:ln>
                <a:solidFill>
                  <a:srgbClr val="000000"/>
                </a:solidFill>
                <a:effectLst/>
                <a:uLnTx/>
                <a:uFillTx/>
                <a:latin typeface="+mj-lt"/>
                <a:ea typeface="+mn-ea"/>
                <a:cs typeface="Segoe Sans Display" pitchFamily="2" charset="0"/>
              </a:rPr>
              <a:t>Before AI</a:t>
            </a:r>
          </a:p>
        </p:txBody>
      </p:sp>
      <p:sp>
        <p:nvSpPr>
          <p:cNvPr id="24" name="Rounded Rectangle 60">
            <a:extLst>
              <a:ext uri="{FF2B5EF4-FFF2-40B4-BE49-F238E27FC236}">
                <a16:creationId xmlns:a16="http://schemas.microsoft.com/office/drawing/2014/main" id="{FE634DD4-3EF9-0D15-1DDE-4024D59FA392}"/>
              </a:ext>
              <a:ext uri="{C183D7F6-B498-43B3-948B-1728B52AA6E4}">
                <adec:decorative xmlns:adec="http://schemas.microsoft.com/office/drawing/2017/decorative" val="1"/>
              </a:ext>
            </a:extLst>
          </p:cNvPr>
          <p:cNvSpPr>
            <a:spLocks/>
          </p:cNvSpPr>
          <p:nvPr userDrawn="1"/>
        </p:nvSpPr>
        <p:spPr bwMode="auto">
          <a:xfrm>
            <a:off x="4320505" y="5391151"/>
            <a:ext cx="5972919" cy="1116108"/>
          </a:xfrm>
          <a:prstGeom prst="roundRect">
            <a:avLst>
              <a:gd name="adj" fmla="val 12215"/>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95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25" name="Rounded Rectangle 31">
            <a:extLst>
              <a:ext uri="{FF2B5EF4-FFF2-40B4-BE49-F238E27FC236}">
                <a16:creationId xmlns:a16="http://schemas.microsoft.com/office/drawing/2014/main" id="{582E95FF-F204-A2C6-B1D7-26E7D0C6E110}"/>
              </a:ext>
              <a:ext uri="{C183D7F6-B498-43B3-948B-1728B52AA6E4}">
                <adec:decorative xmlns:adec="http://schemas.microsoft.com/office/drawing/2017/decorative" val="1"/>
              </a:ext>
            </a:extLst>
          </p:cNvPr>
          <p:cNvSpPr>
            <a:spLocks/>
          </p:cNvSpPr>
          <p:nvPr userDrawn="1"/>
        </p:nvSpPr>
        <p:spPr bwMode="auto">
          <a:xfrm>
            <a:off x="699048" y="5391151"/>
            <a:ext cx="3115136" cy="1116108"/>
          </a:xfrm>
          <a:prstGeom prst="roundRect">
            <a:avLst>
              <a:gd name="adj" fmla="val 14961"/>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26" name="Rectangle: Rounded Corners 10">
            <a:extLst>
              <a:ext uri="{FF2B5EF4-FFF2-40B4-BE49-F238E27FC236}">
                <a16:creationId xmlns:a16="http://schemas.microsoft.com/office/drawing/2014/main" id="{FF4A5D24-E5ED-ED4B-73C8-FEEBC1E181E3}"/>
              </a:ext>
              <a:ext uri="{C183D7F6-B498-43B3-948B-1728B52AA6E4}">
                <adec:decorative xmlns:adec="http://schemas.microsoft.com/office/drawing/2017/decorative" val="1"/>
              </a:ext>
            </a:extLst>
          </p:cNvPr>
          <p:cNvSpPr/>
          <p:nvPr userDrawn="1"/>
        </p:nvSpPr>
        <p:spPr>
          <a:xfrm>
            <a:off x="4299290" y="1190813"/>
            <a:ext cx="1811983" cy="273059"/>
          </a:xfrm>
          <a:prstGeom prst="roundRect">
            <a:avLst>
              <a:gd name="adj" fmla="val 50000"/>
            </a:avLst>
          </a:prstGeom>
          <a:gradFill flip="none" rotWithShape="1">
            <a:gsLst>
              <a:gs pos="0">
                <a:srgbClr val="0178D4"/>
              </a:gs>
              <a:gs pos="67269">
                <a:srgbClr val="E176D5"/>
              </a:gs>
              <a:gs pos="33000">
                <a:srgbClr val="629CFF"/>
              </a:gs>
              <a:gs pos="100000">
                <a:srgbClr val="FDA778"/>
              </a:gs>
            </a:gsLst>
            <a:path path="circle">
              <a:fillToRect t="100000" r="100000"/>
            </a:path>
            <a:tileRect l="-100000" b="-100000"/>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i="0" u="none" strike="noStrike" kern="1200" cap="none" spc="0" normalizeH="0" baseline="0" noProof="0">
                <a:ln>
                  <a:noFill/>
                </a:ln>
                <a:solidFill>
                  <a:srgbClr val="FFFFFF"/>
                </a:solidFill>
                <a:effectLst/>
                <a:uLnTx/>
                <a:uFillTx/>
                <a:latin typeface="+mj-lt"/>
                <a:ea typeface="+mn-ea"/>
                <a:cs typeface="Segoe Sans Display" pitchFamily="2" charset="0"/>
              </a:rPr>
              <a:t>After AI</a:t>
            </a:r>
          </a:p>
        </p:txBody>
      </p:sp>
      <p:sp>
        <p:nvSpPr>
          <p:cNvPr id="33" name="Text Placeholder 32">
            <a:extLst>
              <a:ext uri="{FF2B5EF4-FFF2-40B4-BE49-F238E27FC236}">
                <a16:creationId xmlns:a16="http://schemas.microsoft.com/office/drawing/2014/main" id="{04735D59-0756-1F28-325D-B95A8012517D}"/>
              </a:ext>
            </a:extLst>
          </p:cNvPr>
          <p:cNvSpPr>
            <a:spLocks noGrp="1"/>
          </p:cNvSpPr>
          <p:nvPr>
            <p:ph type="body" sz="quarter" idx="13"/>
          </p:nvPr>
        </p:nvSpPr>
        <p:spPr>
          <a:xfrm>
            <a:off x="1898649" y="2158447"/>
            <a:ext cx="1792224" cy="146194"/>
          </a:xfrm>
          <a:prstGeom prst="rect">
            <a:avLst/>
          </a:prstGeom>
        </p:spPr>
        <p:txBody>
          <a:bodyPr anchor="ctr" anchorCtr="0"/>
          <a:lstStyle>
            <a:lvl1pPr>
              <a:lnSpc>
                <a:spcPct val="100000"/>
              </a:lnSpc>
              <a:spcBef>
                <a:spcPts val="300"/>
              </a:spcBef>
              <a:defRPr sz="950">
                <a:latin typeface="+mn-lt"/>
              </a:defRPr>
            </a:lvl1pPr>
            <a:lvl2pPr>
              <a:defRPr sz="1000"/>
            </a:lvl2pPr>
            <a:lvl3pPr>
              <a:defRPr sz="1000"/>
            </a:lvl3pPr>
            <a:lvl4pPr>
              <a:defRPr sz="1000"/>
            </a:lvl4pPr>
            <a:lvl5pPr>
              <a:defRPr sz="1000"/>
            </a:lvl5pPr>
          </a:lstStyle>
          <a:p>
            <a:pPr lvl="0"/>
            <a:r>
              <a:rPr lang="en-US"/>
              <a:t>Click to edit Master text styles</a:t>
            </a:r>
          </a:p>
        </p:txBody>
      </p:sp>
      <p:sp>
        <p:nvSpPr>
          <p:cNvPr id="46" name="Text Placeholder 32">
            <a:extLst>
              <a:ext uri="{FF2B5EF4-FFF2-40B4-BE49-F238E27FC236}">
                <a16:creationId xmlns:a16="http://schemas.microsoft.com/office/drawing/2014/main" id="{8DC41E68-3E78-C147-795C-5CE3F98396FE}"/>
              </a:ext>
            </a:extLst>
          </p:cNvPr>
          <p:cNvSpPr>
            <a:spLocks noGrp="1"/>
          </p:cNvSpPr>
          <p:nvPr>
            <p:ph type="body" sz="quarter" idx="20"/>
          </p:nvPr>
        </p:nvSpPr>
        <p:spPr>
          <a:xfrm>
            <a:off x="4432788" y="2040210"/>
            <a:ext cx="5631962" cy="382669"/>
          </a:xfrm>
          <a:prstGeom prst="rect">
            <a:avLst/>
          </a:prstGeom>
        </p:spPr>
        <p:txBody>
          <a:bodyPr tIns="64008" anchor="ctr" anchorCtr="0"/>
          <a:lstStyle>
            <a:lvl1pPr>
              <a:lnSpc>
                <a:spcPct val="100000"/>
              </a:lnSpc>
              <a:spcBef>
                <a:spcPts val="0"/>
              </a:spcBef>
              <a:defRPr sz="950">
                <a:solidFill>
                  <a:srgbClr val="0078D4"/>
                </a:solidFill>
                <a:latin typeface="+mn-lt"/>
              </a:defRPr>
            </a:lvl1pPr>
            <a:lvl2pPr>
              <a:lnSpc>
                <a:spcPct val="100000"/>
              </a:lnSpc>
              <a:spcBef>
                <a:spcPts val="200"/>
              </a:spcBef>
              <a:defRPr sz="950"/>
            </a:lvl2pPr>
            <a:lvl3pPr>
              <a:defRPr sz="1000"/>
            </a:lvl3pPr>
            <a:lvl4pPr>
              <a:defRPr sz="1000"/>
            </a:lvl4pPr>
            <a:lvl5pPr>
              <a:defRPr sz="1000"/>
            </a:lvl5pPr>
          </a:lstStyle>
          <a:p>
            <a:pPr lvl="0"/>
            <a:r>
              <a:rPr lang="en-US"/>
              <a:t>Click to edit Master text styles</a:t>
            </a:r>
          </a:p>
          <a:p>
            <a:pPr lvl="1"/>
            <a:r>
              <a:rPr lang="en-US"/>
              <a:t>Level 2</a:t>
            </a:r>
          </a:p>
        </p:txBody>
      </p:sp>
      <p:sp>
        <p:nvSpPr>
          <p:cNvPr id="36" name="Text Placeholder 29">
            <a:extLst>
              <a:ext uri="{FF2B5EF4-FFF2-40B4-BE49-F238E27FC236}">
                <a16:creationId xmlns:a16="http://schemas.microsoft.com/office/drawing/2014/main" id="{4BA3A142-A819-F553-5D15-FB96846EDCA7}"/>
              </a:ext>
            </a:extLst>
          </p:cNvPr>
          <p:cNvSpPr>
            <a:spLocks noGrp="1"/>
          </p:cNvSpPr>
          <p:nvPr>
            <p:ph type="body" sz="quarter" idx="14"/>
          </p:nvPr>
        </p:nvSpPr>
        <p:spPr>
          <a:xfrm>
            <a:off x="798513" y="3187119"/>
            <a:ext cx="960120" cy="507831"/>
          </a:xfrm>
          <a:prstGeom prst="rect">
            <a:avLst/>
          </a:prstGeom>
        </p:spPr>
        <p:txBody>
          <a:bodyPr anchor="ctr" anchorCtr="0"/>
          <a:lstStyle>
            <a:lvl1pPr>
              <a:lnSpc>
                <a:spcPct val="100000"/>
              </a:lnSpc>
              <a:defRPr sz="1100"/>
            </a:lvl1pPr>
          </a:lstStyle>
          <a:p>
            <a:pPr lvl="0"/>
            <a:r>
              <a:rPr lang="en-US"/>
              <a:t>Click to edit Master text styles</a:t>
            </a:r>
          </a:p>
        </p:txBody>
      </p:sp>
      <p:sp>
        <p:nvSpPr>
          <p:cNvPr id="37" name="Text Placeholder 32">
            <a:extLst>
              <a:ext uri="{FF2B5EF4-FFF2-40B4-BE49-F238E27FC236}">
                <a16:creationId xmlns:a16="http://schemas.microsoft.com/office/drawing/2014/main" id="{D26EE3EA-C9A9-D990-9C00-02E44F91E73A}"/>
              </a:ext>
            </a:extLst>
          </p:cNvPr>
          <p:cNvSpPr>
            <a:spLocks noGrp="1"/>
          </p:cNvSpPr>
          <p:nvPr>
            <p:ph type="body" sz="quarter" idx="15"/>
          </p:nvPr>
        </p:nvSpPr>
        <p:spPr>
          <a:xfrm>
            <a:off x="1898649" y="3367937"/>
            <a:ext cx="1792224" cy="146194"/>
          </a:xfrm>
          <a:prstGeom prst="rect">
            <a:avLst/>
          </a:prstGeom>
        </p:spPr>
        <p:txBody>
          <a:bodyPr anchor="ctr" anchorCtr="0"/>
          <a:lstStyle>
            <a:lvl1pPr>
              <a:lnSpc>
                <a:spcPct val="100000"/>
              </a:lnSpc>
              <a:spcBef>
                <a:spcPts val="300"/>
              </a:spcBef>
              <a:defRPr sz="950">
                <a:latin typeface="+mn-lt"/>
              </a:defRPr>
            </a:lvl1pPr>
            <a:lvl2pPr>
              <a:defRPr sz="1000"/>
            </a:lvl2pPr>
            <a:lvl3pPr>
              <a:defRPr sz="1000"/>
            </a:lvl3pPr>
            <a:lvl4pPr>
              <a:defRPr sz="1000"/>
            </a:lvl4pPr>
            <a:lvl5pPr>
              <a:defRPr sz="1000"/>
            </a:lvl5pPr>
          </a:lstStyle>
          <a:p>
            <a:pPr lvl="0"/>
            <a:r>
              <a:rPr lang="en-US"/>
              <a:t>Click to edit Master text styles</a:t>
            </a:r>
          </a:p>
        </p:txBody>
      </p:sp>
      <p:sp>
        <p:nvSpPr>
          <p:cNvPr id="57" name="Text Placeholder 32">
            <a:extLst>
              <a:ext uri="{FF2B5EF4-FFF2-40B4-BE49-F238E27FC236}">
                <a16:creationId xmlns:a16="http://schemas.microsoft.com/office/drawing/2014/main" id="{F0E4F28B-ABF1-36EC-1032-A02714B652A3}"/>
              </a:ext>
            </a:extLst>
          </p:cNvPr>
          <p:cNvSpPr>
            <a:spLocks noGrp="1"/>
          </p:cNvSpPr>
          <p:nvPr>
            <p:ph type="body" sz="quarter" idx="22"/>
          </p:nvPr>
        </p:nvSpPr>
        <p:spPr>
          <a:xfrm>
            <a:off x="4432789" y="3279340"/>
            <a:ext cx="5631962" cy="382669"/>
          </a:xfrm>
          <a:prstGeom prst="rect">
            <a:avLst/>
          </a:prstGeom>
        </p:spPr>
        <p:txBody>
          <a:bodyPr tIns="64008" anchor="ctr" anchorCtr="0"/>
          <a:lstStyle>
            <a:lvl1pPr>
              <a:lnSpc>
                <a:spcPct val="100000"/>
              </a:lnSpc>
              <a:spcBef>
                <a:spcPts val="0"/>
              </a:spcBef>
              <a:defRPr sz="950">
                <a:solidFill>
                  <a:srgbClr val="0078D4"/>
                </a:solidFill>
                <a:latin typeface="+mn-lt"/>
              </a:defRPr>
            </a:lvl1pPr>
            <a:lvl2pPr>
              <a:lnSpc>
                <a:spcPct val="100000"/>
              </a:lnSpc>
              <a:spcBef>
                <a:spcPts val="200"/>
              </a:spcBef>
              <a:defRPr sz="950"/>
            </a:lvl2pPr>
            <a:lvl3pPr>
              <a:defRPr sz="1000"/>
            </a:lvl3pPr>
            <a:lvl4pPr>
              <a:defRPr sz="1000"/>
            </a:lvl4pPr>
            <a:lvl5pPr>
              <a:defRPr sz="1000"/>
            </a:lvl5pPr>
          </a:lstStyle>
          <a:p>
            <a:pPr lvl="0"/>
            <a:r>
              <a:rPr lang="en-US"/>
              <a:t>Click to edit Master text styles</a:t>
            </a:r>
          </a:p>
          <a:p>
            <a:pPr lvl="1"/>
            <a:r>
              <a:rPr lang="en-US"/>
              <a:t>Level 2</a:t>
            </a:r>
          </a:p>
        </p:txBody>
      </p:sp>
      <p:sp>
        <p:nvSpPr>
          <p:cNvPr id="59" name="Text Placeholder 32">
            <a:extLst>
              <a:ext uri="{FF2B5EF4-FFF2-40B4-BE49-F238E27FC236}">
                <a16:creationId xmlns:a16="http://schemas.microsoft.com/office/drawing/2014/main" id="{B7C78BB3-DA91-4E6E-F986-D3754AD22421}"/>
              </a:ext>
            </a:extLst>
          </p:cNvPr>
          <p:cNvSpPr>
            <a:spLocks noGrp="1"/>
          </p:cNvSpPr>
          <p:nvPr>
            <p:ph type="body" sz="quarter" idx="24"/>
          </p:nvPr>
        </p:nvSpPr>
        <p:spPr>
          <a:xfrm>
            <a:off x="4432789" y="4518470"/>
            <a:ext cx="5631962" cy="382669"/>
          </a:xfrm>
          <a:prstGeom prst="rect">
            <a:avLst/>
          </a:prstGeom>
        </p:spPr>
        <p:txBody>
          <a:bodyPr tIns="64008" anchor="ctr" anchorCtr="0"/>
          <a:lstStyle>
            <a:lvl1pPr>
              <a:lnSpc>
                <a:spcPct val="100000"/>
              </a:lnSpc>
              <a:spcBef>
                <a:spcPts val="0"/>
              </a:spcBef>
              <a:defRPr sz="950">
                <a:solidFill>
                  <a:srgbClr val="0078D4"/>
                </a:solidFill>
                <a:latin typeface="+mn-lt"/>
              </a:defRPr>
            </a:lvl1pPr>
            <a:lvl2pPr>
              <a:lnSpc>
                <a:spcPct val="100000"/>
              </a:lnSpc>
              <a:spcBef>
                <a:spcPts val="200"/>
              </a:spcBef>
              <a:defRPr sz="950"/>
            </a:lvl2pPr>
            <a:lvl3pPr>
              <a:defRPr sz="1000"/>
            </a:lvl3pPr>
            <a:lvl4pPr>
              <a:defRPr sz="1000"/>
            </a:lvl4pPr>
            <a:lvl5pPr>
              <a:defRPr sz="1000"/>
            </a:lvl5pPr>
          </a:lstStyle>
          <a:p>
            <a:pPr lvl="0"/>
            <a:r>
              <a:rPr lang="en-US"/>
              <a:t>Click to edit Master text styles</a:t>
            </a:r>
          </a:p>
          <a:p>
            <a:pPr lvl="1"/>
            <a:r>
              <a:rPr lang="en-US"/>
              <a:t>Level 2</a:t>
            </a:r>
          </a:p>
        </p:txBody>
      </p:sp>
      <p:sp>
        <p:nvSpPr>
          <p:cNvPr id="40" name="Text Placeholder 29">
            <a:extLst>
              <a:ext uri="{FF2B5EF4-FFF2-40B4-BE49-F238E27FC236}">
                <a16:creationId xmlns:a16="http://schemas.microsoft.com/office/drawing/2014/main" id="{E4ADED78-B614-0FFF-B211-76B31F9AE9C5}"/>
              </a:ext>
            </a:extLst>
          </p:cNvPr>
          <p:cNvSpPr>
            <a:spLocks noGrp="1"/>
          </p:cNvSpPr>
          <p:nvPr>
            <p:ph type="body" sz="quarter" idx="18"/>
          </p:nvPr>
        </p:nvSpPr>
        <p:spPr>
          <a:xfrm>
            <a:off x="798513" y="5695290"/>
            <a:ext cx="960120" cy="507831"/>
          </a:xfrm>
          <a:prstGeom prst="rect">
            <a:avLst/>
          </a:prstGeom>
        </p:spPr>
        <p:txBody>
          <a:bodyPr anchor="ctr" anchorCtr="0"/>
          <a:lstStyle>
            <a:lvl1pPr>
              <a:lnSpc>
                <a:spcPct val="100000"/>
              </a:lnSpc>
              <a:defRPr sz="1100"/>
            </a:lvl1pPr>
          </a:lstStyle>
          <a:p>
            <a:pPr lvl="0"/>
            <a:r>
              <a:rPr lang="en-US"/>
              <a:t>Click to edit Master text styles</a:t>
            </a:r>
          </a:p>
        </p:txBody>
      </p:sp>
      <p:sp>
        <p:nvSpPr>
          <p:cNvPr id="41" name="Text Placeholder 32">
            <a:extLst>
              <a:ext uri="{FF2B5EF4-FFF2-40B4-BE49-F238E27FC236}">
                <a16:creationId xmlns:a16="http://schemas.microsoft.com/office/drawing/2014/main" id="{46CEDAE2-5599-F4E2-6E7F-C9E1F03E41A7}"/>
              </a:ext>
            </a:extLst>
          </p:cNvPr>
          <p:cNvSpPr>
            <a:spLocks noGrp="1"/>
          </p:cNvSpPr>
          <p:nvPr>
            <p:ph type="body" sz="quarter" idx="19"/>
          </p:nvPr>
        </p:nvSpPr>
        <p:spPr>
          <a:xfrm>
            <a:off x="1898649" y="5876108"/>
            <a:ext cx="1792224" cy="146194"/>
          </a:xfrm>
          <a:prstGeom prst="rect">
            <a:avLst/>
          </a:prstGeom>
        </p:spPr>
        <p:txBody>
          <a:bodyPr anchor="ctr" anchorCtr="0"/>
          <a:lstStyle>
            <a:lvl1pPr>
              <a:lnSpc>
                <a:spcPct val="100000"/>
              </a:lnSpc>
              <a:spcBef>
                <a:spcPts val="300"/>
              </a:spcBef>
              <a:defRPr sz="950">
                <a:latin typeface="+mn-lt"/>
              </a:defRPr>
            </a:lvl1pPr>
            <a:lvl2pPr>
              <a:defRPr sz="1000"/>
            </a:lvl2pPr>
            <a:lvl3pPr>
              <a:defRPr sz="1000"/>
            </a:lvl3pPr>
            <a:lvl4pPr>
              <a:defRPr sz="1000"/>
            </a:lvl4pPr>
            <a:lvl5pPr>
              <a:defRPr sz="1000"/>
            </a:lvl5pPr>
          </a:lstStyle>
          <a:p>
            <a:pPr lvl="0"/>
            <a:r>
              <a:rPr lang="en-US"/>
              <a:t>Click to edit Master text styles</a:t>
            </a:r>
          </a:p>
        </p:txBody>
      </p:sp>
      <p:sp>
        <p:nvSpPr>
          <p:cNvPr id="63" name="Text Placeholder 32">
            <a:extLst>
              <a:ext uri="{FF2B5EF4-FFF2-40B4-BE49-F238E27FC236}">
                <a16:creationId xmlns:a16="http://schemas.microsoft.com/office/drawing/2014/main" id="{80030978-FE73-07C4-38E2-BEC98FAE1029}"/>
              </a:ext>
            </a:extLst>
          </p:cNvPr>
          <p:cNvSpPr>
            <a:spLocks noGrp="1"/>
          </p:cNvSpPr>
          <p:nvPr>
            <p:ph type="body" sz="quarter" idx="28"/>
          </p:nvPr>
        </p:nvSpPr>
        <p:spPr>
          <a:xfrm>
            <a:off x="4432789" y="5757871"/>
            <a:ext cx="5631962" cy="382669"/>
          </a:xfrm>
          <a:prstGeom prst="rect">
            <a:avLst/>
          </a:prstGeom>
        </p:spPr>
        <p:txBody>
          <a:bodyPr tIns="64008" anchor="ctr" anchorCtr="0"/>
          <a:lstStyle>
            <a:lvl1pPr>
              <a:lnSpc>
                <a:spcPct val="100000"/>
              </a:lnSpc>
              <a:spcBef>
                <a:spcPts val="0"/>
              </a:spcBef>
              <a:defRPr sz="950">
                <a:solidFill>
                  <a:srgbClr val="0078D4"/>
                </a:solidFill>
                <a:latin typeface="+mn-lt"/>
              </a:defRPr>
            </a:lvl1pPr>
            <a:lvl2pPr>
              <a:lnSpc>
                <a:spcPct val="100000"/>
              </a:lnSpc>
              <a:spcBef>
                <a:spcPts val="200"/>
              </a:spcBef>
              <a:defRPr sz="950"/>
            </a:lvl2pPr>
            <a:lvl3pPr>
              <a:defRPr sz="1000"/>
            </a:lvl3pPr>
            <a:lvl4pPr>
              <a:defRPr sz="1000"/>
            </a:lvl4pPr>
            <a:lvl5pPr>
              <a:defRPr sz="1000"/>
            </a:lvl5pPr>
          </a:lstStyle>
          <a:p>
            <a:pPr lvl="0"/>
            <a:r>
              <a:rPr lang="en-US"/>
              <a:t>Click to edit Master text styles</a:t>
            </a:r>
          </a:p>
          <a:p>
            <a:pPr lvl="1"/>
            <a:r>
              <a:rPr lang="en-US"/>
              <a:t>Level 2</a:t>
            </a:r>
          </a:p>
        </p:txBody>
      </p:sp>
      <p:sp>
        <p:nvSpPr>
          <p:cNvPr id="4" name="Rounded Rectangle 23">
            <a:extLst>
              <a:ext uri="{FF2B5EF4-FFF2-40B4-BE49-F238E27FC236}">
                <a16:creationId xmlns:a16="http://schemas.microsoft.com/office/drawing/2014/main" id="{C32EBA0D-9E4C-D25F-5B81-272FA1CC217D}"/>
              </a:ext>
              <a:ext uri="{C183D7F6-B498-43B3-948B-1728B52AA6E4}">
                <adec:decorative xmlns:adec="http://schemas.microsoft.com/office/drawing/2017/decorative" val="1"/>
              </a:ext>
            </a:extLst>
          </p:cNvPr>
          <p:cNvSpPr>
            <a:spLocks/>
          </p:cNvSpPr>
          <p:nvPr userDrawn="1"/>
        </p:nvSpPr>
        <p:spPr bwMode="auto">
          <a:xfrm>
            <a:off x="699425" y="4152020"/>
            <a:ext cx="3114353" cy="1115568"/>
          </a:xfrm>
          <a:prstGeom prst="roundRect">
            <a:avLst>
              <a:gd name="adj" fmla="val 14961"/>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8" name="Text Placeholder 29">
            <a:extLst>
              <a:ext uri="{FF2B5EF4-FFF2-40B4-BE49-F238E27FC236}">
                <a16:creationId xmlns:a16="http://schemas.microsoft.com/office/drawing/2014/main" id="{DFA133CA-8E89-74C6-250B-E24A6EC18989}"/>
              </a:ext>
            </a:extLst>
          </p:cNvPr>
          <p:cNvSpPr>
            <a:spLocks noGrp="1"/>
          </p:cNvSpPr>
          <p:nvPr>
            <p:ph type="body" sz="quarter" idx="30"/>
          </p:nvPr>
        </p:nvSpPr>
        <p:spPr>
          <a:xfrm>
            <a:off x="798513" y="4455889"/>
            <a:ext cx="960120" cy="507831"/>
          </a:xfrm>
          <a:prstGeom prst="rect">
            <a:avLst/>
          </a:prstGeom>
        </p:spPr>
        <p:txBody>
          <a:bodyPr anchor="ctr" anchorCtr="0"/>
          <a:lstStyle>
            <a:lvl1pPr>
              <a:lnSpc>
                <a:spcPct val="100000"/>
              </a:lnSpc>
              <a:defRPr sz="1100"/>
            </a:lvl1pPr>
          </a:lstStyle>
          <a:p>
            <a:pPr lvl="0"/>
            <a:r>
              <a:rPr lang="en-US"/>
              <a:t>Click to edit Master text styles</a:t>
            </a:r>
          </a:p>
        </p:txBody>
      </p:sp>
      <p:sp>
        <p:nvSpPr>
          <p:cNvPr id="23" name="Text Placeholder 32">
            <a:extLst>
              <a:ext uri="{FF2B5EF4-FFF2-40B4-BE49-F238E27FC236}">
                <a16:creationId xmlns:a16="http://schemas.microsoft.com/office/drawing/2014/main" id="{5D933910-FE18-266F-2E15-062F7BB22197}"/>
              </a:ext>
            </a:extLst>
          </p:cNvPr>
          <p:cNvSpPr>
            <a:spLocks noGrp="1"/>
          </p:cNvSpPr>
          <p:nvPr>
            <p:ph type="body" sz="quarter" idx="31"/>
          </p:nvPr>
        </p:nvSpPr>
        <p:spPr>
          <a:xfrm>
            <a:off x="1898649" y="4636707"/>
            <a:ext cx="1792224" cy="146194"/>
          </a:xfrm>
          <a:prstGeom prst="rect">
            <a:avLst/>
          </a:prstGeom>
        </p:spPr>
        <p:txBody>
          <a:bodyPr anchor="ctr" anchorCtr="0"/>
          <a:lstStyle>
            <a:lvl1pPr>
              <a:lnSpc>
                <a:spcPct val="100000"/>
              </a:lnSpc>
              <a:spcBef>
                <a:spcPts val="300"/>
              </a:spcBef>
              <a:defRPr sz="950">
                <a:latin typeface="+mn-lt"/>
              </a:defRPr>
            </a:lvl1pPr>
            <a:lvl2pPr>
              <a:defRPr sz="1000"/>
            </a:lvl2pPr>
            <a:lvl3pPr>
              <a:defRPr sz="1000"/>
            </a:lvl3pPr>
            <a:lvl4pPr>
              <a:defRPr sz="1000"/>
            </a:lvl4pPr>
            <a:lvl5pPr>
              <a:defRPr sz="1000"/>
            </a:lvl5pPr>
          </a:lstStyle>
          <a:p>
            <a:pPr lvl="0"/>
            <a:r>
              <a:rPr lang="en-US"/>
              <a:t>Click to edit Master text styles</a:t>
            </a:r>
          </a:p>
        </p:txBody>
      </p:sp>
      <p:sp>
        <p:nvSpPr>
          <p:cNvPr id="13" name="TextBox 12">
            <a:extLst>
              <a:ext uri="{FF2B5EF4-FFF2-40B4-BE49-F238E27FC236}">
                <a16:creationId xmlns:a16="http://schemas.microsoft.com/office/drawing/2014/main" id="{6C7CA995-2E41-1525-DF76-5FD3502FF3E4}"/>
              </a:ext>
            </a:extLst>
          </p:cNvPr>
          <p:cNvSpPr txBox="1"/>
          <p:nvPr userDrawn="1">
            <p:extLst>
              <p:ext uri="{1162E1C5-73C7-4A58-AE30-91384D911F3F}">
                <p184:classification xmlns:p184="http://schemas.microsoft.com/office/powerpoint/2018/4/main" val="ftr"/>
              </p:ext>
            </p:extLst>
          </p:nvPr>
        </p:nvSpPr>
        <p:spPr>
          <a:xfrm>
            <a:off x="136225" y="6465221"/>
            <a:ext cx="5949107" cy="184666"/>
          </a:xfrm>
          <a:prstGeom prst="rect">
            <a:avLst/>
          </a:prstGeom>
        </p:spPr>
        <p:txBody>
          <a:bodyPr horzOverflow="overflow" wrap="square" lIns="0" tIns="0" rIns="0" bIns="0">
            <a:spAutoFit/>
          </a:bodyPr>
          <a:lstStyle/>
          <a:p>
            <a:pPr algn="l"/>
            <a:r>
              <a:rPr lang="en-US" sz="1200" b="1">
                <a:solidFill>
                  <a:schemeClr val="bg1">
                    <a:lumMod val="50000"/>
                  </a:schemeClr>
                </a:solidFill>
                <a:latin typeface="+mj-lt"/>
              </a:rPr>
              <a:t>Classified as Microsoft Confidential – content under embargo until Nov 18, 2025</a:t>
            </a:r>
          </a:p>
        </p:txBody>
      </p:sp>
    </p:spTree>
    <p:extLst>
      <p:ext uri="{BB962C8B-B14F-4D97-AF65-F5344CB8AC3E}">
        <p14:creationId xmlns:p14="http://schemas.microsoft.com/office/powerpoint/2010/main" val="343721716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83.xml><?xml version="1.0" encoding="utf-8"?>
<p:sldLayout xmlns:a="http://schemas.openxmlformats.org/drawingml/2006/main" xmlns:r="http://schemas.openxmlformats.org/officeDocument/2006/relationships" xmlns:p="http://schemas.openxmlformats.org/presentationml/2006/main" preserve="1" userDrawn="1">
  <p:cSld name="5 Key Processes - Before/After AI">
    <p:spTree>
      <p:nvGrpSpPr>
        <p:cNvPr id="1" name=""/>
        <p:cNvGrpSpPr/>
        <p:nvPr/>
      </p:nvGrpSpPr>
      <p:grpSpPr>
        <a:xfrm>
          <a:off x="0" y="0"/>
          <a:ext cx="0" cy="0"/>
          <a:chOff x="0" y="0"/>
          <a:chExt cx="0" cy="0"/>
        </a:xfrm>
      </p:grpSpPr>
      <p:grpSp>
        <p:nvGrpSpPr>
          <p:cNvPr id="35" name="Group 34">
            <a:extLst>
              <a:ext uri="{FF2B5EF4-FFF2-40B4-BE49-F238E27FC236}">
                <a16:creationId xmlns:a16="http://schemas.microsoft.com/office/drawing/2014/main" id="{3C79BC07-2E4F-074C-E42E-3220BD3E1993}"/>
              </a:ext>
              <a:ext uri="{C183D7F6-B498-43B3-948B-1728B52AA6E4}">
                <adec:decorative xmlns:adec="http://schemas.microsoft.com/office/drawing/2017/decorative" val="1"/>
              </a:ext>
            </a:extLst>
          </p:cNvPr>
          <p:cNvGrpSpPr>
            <a:grpSpLocks noGrp="1" noUngrp="1" noRot="1" noMove="1" noResize="1"/>
          </p:cNvGrpSpPr>
          <p:nvPr userDrawn="1"/>
        </p:nvGrpSpPr>
        <p:grpSpPr>
          <a:xfrm>
            <a:off x="0" y="0"/>
            <a:ext cx="12188952" cy="6858000"/>
            <a:chOff x="0" y="0"/>
            <a:chExt cx="12188952" cy="6858000"/>
          </a:xfrm>
        </p:grpSpPr>
        <p:sp>
          <p:nvSpPr>
            <p:cNvPr id="2" name="Rectangle 1">
              <a:extLst>
                <a:ext uri="{FF2B5EF4-FFF2-40B4-BE49-F238E27FC236}">
                  <a16:creationId xmlns:a16="http://schemas.microsoft.com/office/drawing/2014/main" id="{D70D2C7A-4F5B-353D-0C06-7346A8207B45}"/>
                </a:ext>
              </a:extLst>
            </p:cNvPr>
            <p:cNvSpPr>
              <a:spLocks noGrp="1" noRot="1" noMove="1" noResize="1" noEditPoints="1" noAdjustHandles="1" noChangeArrowheads="1" noChangeShapeType="1"/>
            </p:cNvSpPr>
            <p:nvPr userDrawn="1"/>
          </p:nvSpPr>
          <p:spPr bwMode="auto">
            <a:xfrm>
              <a:off x="0"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3" name="Picture 2" descr="A colorful gradient going from darker blue on the left side to light blue to magenta to orange on the right side">
              <a:extLst>
                <a:ext uri="{FF2B5EF4-FFF2-40B4-BE49-F238E27FC236}">
                  <a16:creationId xmlns:a16="http://schemas.microsoft.com/office/drawing/2014/main" id="{B0ABAD7C-69B5-267A-50D7-D08FB74F67A5}"/>
                </a:ext>
              </a:extLst>
            </p:cNvPr>
            <p:cNvPicPr>
              <a:picLocks noGrp="1" noRot="1" noChangeAspect="1" noMove="1" noResize="1" noEditPoints="1" noAdjustHandles="1" noChangeArrowheads="1" noChangeShapeType="1" noCrop="1"/>
            </p:cNvPicPr>
            <p:nvPr userDrawn="1"/>
          </p:nvPicPr>
          <p:blipFill>
            <a:blip r:embed="rId2"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grpSp>
      <p:sp>
        <p:nvSpPr>
          <p:cNvPr id="5" name="Title 4">
            <a:extLst>
              <a:ext uri="{FF2B5EF4-FFF2-40B4-BE49-F238E27FC236}">
                <a16:creationId xmlns:a16="http://schemas.microsoft.com/office/drawing/2014/main" id="{0BCEAD74-397D-0D97-9041-3CFAF98275DD}"/>
              </a:ext>
            </a:extLst>
          </p:cNvPr>
          <p:cNvSpPr>
            <a:spLocks noGrp="1"/>
          </p:cNvSpPr>
          <p:nvPr>
            <p:ph type="title"/>
          </p:nvPr>
        </p:nvSpPr>
        <p:spPr/>
        <p:txBody>
          <a:bodyPr/>
          <a:lstStyle/>
          <a:p>
            <a:r>
              <a:rPr lang="en-US"/>
              <a:t>Click to edit Master title style</a:t>
            </a:r>
          </a:p>
        </p:txBody>
      </p:sp>
      <p:sp>
        <p:nvSpPr>
          <p:cNvPr id="6" name="Rounded Rectangle 79">
            <a:extLst>
              <a:ext uri="{FF2B5EF4-FFF2-40B4-BE49-F238E27FC236}">
                <a16:creationId xmlns:a16="http://schemas.microsoft.com/office/drawing/2014/main" id="{9E4DC3B4-6499-63C7-3136-22B6755463DB}"/>
              </a:ext>
              <a:ext uri="{C183D7F6-B498-43B3-948B-1728B52AA6E4}">
                <adec:decorative xmlns:adec="http://schemas.microsoft.com/office/drawing/2017/decorative" val="1"/>
              </a:ext>
            </a:extLst>
          </p:cNvPr>
          <p:cNvSpPr/>
          <p:nvPr userDrawn="1"/>
        </p:nvSpPr>
        <p:spPr bwMode="auto">
          <a:xfrm>
            <a:off x="559093" y="1321552"/>
            <a:ext cx="3480778" cy="5335290"/>
          </a:xfrm>
          <a:prstGeom prst="roundRect">
            <a:avLst>
              <a:gd name="adj" fmla="val 2935"/>
            </a:avLst>
          </a:prstGeom>
          <a:solidFill>
            <a:schemeClr val="accent3">
              <a:lumMod val="20000"/>
              <a:lumOff val="80000"/>
            </a:schemeClr>
          </a:solidFill>
          <a:ln w="19050">
            <a:gradFill flip="none" rotWithShape="1">
              <a:gsLst>
                <a:gs pos="50000">
                  <a:schemeClr val="bg1">
                    <a:alpha val="20000"/>
                  </a:schemeClr>
                </a:gs>
                <a:gs pos="0">
                  <a:schemeClr val="bg1"/>
                </a:gs>
                <a:gs pos="100000">
                  <a:schemeClr val="bg1"/>
                </a:gs>
              </a:gsLst>
              <a:lin ang="81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365760" rIns="182880" bIns="146304" numCol="1" spcCol="0" rtlCol="0" fromWordArt="0" anchor="t" anchorCtr="0" forceAA="0" compatLnSpc="1">
            <a:prstTxWarp prst="textNoShape">
              <a:avLst/>
            </a:prstTxWarp>
            <a:noAutofit/>
          </a:bodyPr>
          <a:lstStyle/>
          <a:p>
            <a:pPr>
              <a:spcBef>
                <a:spcPts val="1800"/>
              </a:spcBef>
              <a:buSzPct val="90000"/>
            </a:pPr>
            <a:endParaRPr lang="en-US">
              <a:solidFill>
                <a:srgbClr val="000000"/>
              </a:solidFill>
              <a:latin typeface="Segoe Sans Display"/>
              <a:cs typeface="Segoe Sans Display" pitchFamily="2" charset="0"/>
            </a:endParaRPr>
          </a:p>
        </p:txBody>
      </p:sp>
      <p:sp>
        <p:nvSpPr>
          <p:cNvPr id="7" name="Rounded Rectangle 80">
            <a:extLst>
              <a:ext uri="{FF2B5EF4-FFF2-40B4-BE49-F238E27FC236}">
                <a16:creationId xmlns:a16="http://schemas.microsoft.com/office/drawing/2014/main" id="{FAE29394-4DF2-FD1F-1AF1-260B0AF42F62}"/>
              </a:ext>
              <a:ext uri="{C183D7F6-B498-43B3-948B-1728B52AA6E4}">
                <adec:decorative xmlns:adec="http://schemas.microsoft.com/office/drawing/2017/decorative" val="1"/>
              </a:ext>
            </a:extLst>
          </p:cNvPr>
          <p:cNvSpPr/>
          <p:nvPr userDrawn="1"/>
        </p:nvSpPr>
        <p:spPr bwMode="auto">
          <a:xfrm>
            <a:off x="4170937" y="1310837"/>
            <a:ext cx="6253554" cy="5335290"/>
          </a:xfrm>
          <a:prstGeom prst="roundRect">
            <a:avLst>
              <a:gd name="adj" fmla="val 2180"/>
            </a:avLst>
          </a:prstGeom>
          <a:solidFill>
            <a:schemeClr val="accent3">
              <a:lumMod val="20000"/>
              <a:lumOff val="80000"/>
            </a:schemeClr>
          </a:solidFill>
          <a:ln w="19050">
            <a:gradFill flip="none" rotWithShape="1">
              <a:gsLst>
                <a:gs pos="50000">
                  <a:schemeClr val="bg1">
                    <a:alpha val="20000"/>
                  </a:schemeClr>
                </a:gs>
                <a:gs pos="0">
                  <a:schemeClr val="bg1"/>
                </a:gs>
                <a:gs pos="100000">
                  <a:schemeClr val="bg1"/>
                </a:gs>
              </a:gsLst>
              <a:lin ang="81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365760" rIns="182880" bIns="146304" numCol="1" spcCol="0" rtlCol="0" fromWordArt="0" anchor="t" anchorCtr="0" forceAA="0" compatLnSpc="1">
            <a:prstTxWarp prst="textNoShape">
              <a:avLst/>
            </a:prstTxWarp>
            <a:noAutofit/>
          </a:bodyPr>
          <a:lstStyle/>
          <a:p>
            <a:pPr>
              <a:spcBef>
                <a:spcPts val="1800"/>
              </a:spcBef>
              <a:buSzPct val="90000"/>
            </a:pPr>
            <a:endParaRPr lang="en-US">
              <a:solidFill>
                <a:srgbClr val="000000"/>
              </a:solidFill>
              <a:latin typeface="Segoe Sans Display"/>
              <a:cs typeface="Segoe Sans Display" pitchFamily="2" charset="0"/>
            </a:endParaRPr>
          </a:p>
        </p:txBody>
      </p:sp>
      <p:sp>
        <p:nvSpPr>
          <p:cNvPr id="9" name="Rectangle 8">
            <a:extLst>
              <a:ext uri="{FF2B5EF4-FFF2-40B4-BE49-F238E27FC236}">
                <a16:creationId xmlns:a16="http://schemas.microsoft.com/office/drawing/2014/main" id="{395FE5E3-B108-9973-E29F-F4169B842ECC}"/>
              </a:ext>
              <a:ext uri="{C183D7F6-B498-43B3-948B-1728B52AA6E4}">
                <adec:decorative xmlns:adec="http://schemas.microsoft.com/office/drawing/2017/decorative" val="1"/>
              </a:ext>
            </a:extLst>
          </p:cNvPr>
          <p:cNvSpPr/>
          <p:nvPr userDrawn="1"/>
        </p:nvSpPr>
        <p:spPr bwMode="auto">
          <a:xfrm>
            <a:off x="3446912" y="5825187"/>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0" name="Rectangle 9">
            <a:extLst>
              <a:ext uri="{FF2B5EF4-FFF2-40B4-BE49-F238E27FC236}">
                <a16:creationId xmlns:a16="http://schemas.microsoft.com/office/drawing/2014/main" id="{299A8EFD-2D0A-4BA9-1EFF-24E8AAD17AA0}"/>
              </a:ext>
              <a:ext uri="{C183D7F6-B498-43B3-948B-1728B52AA6E4}">
                <adec:decorative xmlns:adec="http://schemas.microsoft.com/office/drawing/2017/decorative" val="1"/>
              </a:ext>
            </a:extLst>
          </p:cNvPr>
          <p:cNvSpPr/>
          <p:nvPr userDrawn="1"/>
        </p:nvSpPr>
        <p:spPr bwMode="auto">
          <a:xfrm>
            <a:off x="3494230" y="1893253"/>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1" name="Rectangle 10">
            <a:extLst>
              <a:ext uri="{FF2B5EF4-FFF2-40B4-BE49-F238E27FC236}">
                <a16:creationId xmlns:a16="http://schemas.microsoft.com/office/drawing/2014/main" id="{96CF91C8-4DD4-D0F5-FCA4-79F8E1D3A5B6}"/>
              </a:ext>
              <a:ext uri="{C183D7F6-B498-43B3-948B-1728B52AA6E4}">
                <adec:decorative xmlns:adec="http://schemas.microsoft.com/office/drawing/2017/decorative" val="1"/>
              </a:ext>
            </a:extLst>
          </p:cNvPr>
          <p:cNvSpPr/>
          <p:nvPr userDrawn="1"/>
        </p:nvSpPr>
        <p:spPr bwMode="auto">
          <a:xfrm>
            <a:off x="3496418" y="2876237"/>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2" name="Rectangle 11">
            <a:extLst>
              <a:ext uri="{FF2B5EF4-FFF2-40B4-BE49-F238E27FC236}">
                <a16:creationId xmlns:a16="http://schemas.microsoft.com/office/drawing/2014/main" id="{E46ACF3F-45FE-47D6-C59E-50148796EE46}"/>
              </a:ext>
              <a:ext uri="{C183D7F6-B498-43B3-948B-1728B52AA6E4}">
                <adec:decorative xmlns:adec="http://schemas.microsoft.com/office/drawing/2017/decorative" val="1"/>
              </a:ext>
            </a:extLst>
          </p:cNvPr>
          <p:cNvSpPr/>
          <p:nvPr userDrawn="1"/>
        </p:nvSpPr>
        <p:spPr bwMode="auto">
          <a:xfrm>
            <a:off x="3493474" y="3859220"/>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3" name="Rectangle 12">
            <a:extLst>
              <a:ext uri="{FF2B5EF4-FFF2-40B4-BE49-F238E27FC236}">
                <a16:creationId xmlns:a16="http://schemas.microsoft.com/office/drawing/2014/main" id="{13E1A497-2059-869A-1E6F-D817713744F2}"/>
              </a:ext>
              <a:ext uri="{C183D7F6-B498-43B3-948B-1728B52AA6E4}">
                <adec:decorative xmlns:adec="http://schemas.microsoft.com/office/drawing/2017/decorative" val="1"/>
              </a:ext>
            </a:extLst>
          </p:cNvPr>
          <p:cNvSpPr/>
          <p:nvPr userDrawn="1"/>
        </p:nvSpPr>
        <p:spPr bwMode="auto">
          <a:xfrm>
            <a:off x="3488643" y="4842204"/>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4" name="Rounded Rectangle 46">
            <a:extLst>
              <a:ext uri="{FF2B5EF4-FFF2-40B4-BE49-F238E27FC236}">
                <a16:creationId xmlns:a16="http://schemas.microsoft.com/office/drawing/2014/main" id="{3063B761-DBCC-60FA-BD86-6849C7A698A6}"/>
              </a:ext>
              <a:ext uri="{C183D7F6-B498-43B3-948B-1728B52AA6E4}">
                <adec:decorative xmlns:adec="http://schemas.microsoft.com/office/drawing/2017/decorative" val="1"/>
              </a:ext>
            </a:extLst>
          </p:cNvPr>
          <p:cNvSpPr>
            <a:spLocks/>
          </p:cNvSpPr>
          <p:nvPr userDrawn="1"/>
        </p:nvSpPr>
        <p:spPr bwMode="auto">
          <a:xfrm>
            <a:off x="4320505" y="1578510"/>
            <a:ext cx="5972919" cy="932688"/>
          </a:xfrm>
          <a:prstGeom prst="roundRect">
            <a:avLst>
              <a:gd name="adj" fmla="val 14994"/>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95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5" name="Rounded Rectangle 50">
            <a:extLst>
              <a:ext uri="{FF2B5EF4-FFF2-40B4-BE49-F238E27FC236}">
                <a16:creationId xmlns:a16="http://schemas.microsoft.com/office/drawing/2014/main" id="{F45FBE28-BE8D-DED6-3977-A35C74FD3290}"/>
              </a:ext>
              <a:ext uri="{C183D7F6-B498-43B3-948B-1728B52AA6E4}">
                <adec:decorative xmlns:adec="http://schemas.microsoft.com/office/drawing/2017/decorative" val="1"/>
              </a:ext>
            </a:extLst>
          </p:cNvPr>
          <p:cNvSpPr>
            <a:spLocks/>
          </p:cNvSpPr>
          <p:nvPr userDrawn="1"/>
        </p:nvSpPr>
        <p:spPr bwMode="auto">
          <a:xfrm>
            <a:off x="4320505" y="2585306"/>
            <a:ext cx="5972919" cy="932688"/>
          </a:xfrm>
          <a:prstGeom prst="roundRect">
            <a:avLst>
              <a:gd name="adj" fmla="val 13128"/>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95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6" name="Rounded Rectangle 55">
            <a:extLst>
              <a:ext uri="{FF2B5EF4-FFF2-40B4-BE49-F238E27FC236}">
                <a16:creationId xmlns:a16="http://schemas.microsoft.com/office/drawing/2014/main" id="{2F64D3D4-86A8-332C-C08C-56C186DAB212}"/>
              </a:ext>
              <a:ext uri="{C183D7F6-B498-43B3-948B-1728B52AA6E4}">
                <adec:decorative xmlns:adec="http://schemas.microsoft.com/office/drawing/2017/decorative" val="1"/>
              </a:ext>
            </a:extLst>
          </p:cNvPr>
          <p:cNvSpPr>
            <a:spLocks/>
          </p:cNvSpPr>
          <p:nvPr userDrawn="1"/>
        </p:nvSpPr>
        <p:spPr bwMode="auto">
          <a:xfrm>
            <a:off x="4320505" y="3592102"/>
            <a:ext cx="5972919" cy="932688"/>
          </a:xfrm>
          <a:prstGeom prst="roundRect">
            <a:avLst>
              <a:gd name="adj" fmla="val 13231"/>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95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7" name="Rounded Rectangle 60">
            <a:extLst>
              <a:ext uri="{FF2B5EF4-FFF2-40B4-BE49-F238E27FC236}">
                <a16:creationId xmlns:a16="http://schemas.microsoft.com/office/drawing/2014/main" id="{19F0CC36-F1FB-632F-7569-74DA79B953E9}"/>
              </a:ext>
              <a:ext uri="{C183D7F6-B498-43B3-948B-1728B52AA6E4}">
                <adec:decorative xmlns:adec="http://schemas.microsoft.com/office/drawing/2017/decorative" val="1"/>
              </a:ext>
            </a:extLst>
          </p:cNvPr>
          <p:cNvSpPr>
            <a:spLocks/>
          </p:cNvSpPr>
          <p:nvPr userDrawn="1"/>
        </p:nvSpPr>
        <p:spPr bwMode="auto">
          <a:xfrm>
            <a:off x="4320505" y="4598898"/>
            <a:ext cx="5972919" cy="932688"/>
          </a:xfrm>
          <a:prstGeom prst="roundRect">
            <a:avLst>
              <a:gd name="adj" fmla="val 12215"/>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95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8" name="Rounded Rectangle 20">
            <a:extLst>
              <a:ext uri="{FF2B5EF4-FFF2-40B4-BE49-F238E27FC236}">
                <a16:creationId xmlns:a16="http://schemas.microsoft.com/office/drawing/2014/main" id="{3923BC9E-92B9-804E-6B78-A0405A155021}"/>
              </a:ext>
              <a:ext uri="{C183D7F6-B498-43B3-948B-1728B52AA6E4}">
                <adec:decorative xmlns:adec="http://schemas.microsoft.com/office/drawing/2017/decorative" val="1"/>
              </a:ext>
            </a:extLst>
          </p:cNvPr>
          <p:cNvSpPr>
            <a:spLocks/>
          </p:cNvSpPr>
          <p:nvPr userDrawn="1"/>
        </p:nvSpPr>
        <p:spPr bwMode="auto">
          <a:xfrm>
            <a:off x="699425" y="1578510"/>
            <a:ext cx="3204328" cy="932688"/>
          </a:xfrm>
          <a:prstGeom prst="roundRect">
            <a:avLst>
              <a:gd name="adj" fmla="val 14961"/>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9" name="Rounded Rectangle 23">
            <a:extLst>
              <a:ext uri="{FF2B5EF4-FFF2-40B4-BE49-F238E27FC236}">
                <a16:creationId xmlns:a16="http://schemas.microsoft.com/office/drawing/2014/main" id="{DDF0544D-EDBE-E23C-1DEE-9321AD081C2F}"/>
              </a:ext>
              <a:ext uri="{C183D7F6-B498-43B3-948B-1728B52AA6E4}">
                <adec:decorative xmlns:adec="http://schemas.microsoft.com/office/drawing/2017/decorative" val="1"/>
              </a:ext>
            </a:extLst>
          </p:cNvPr>
          <p:cNvSpPr>
            <a:spLocks/>
          </p:cNvSpPr>
          <p:nvPr userDrawn="1"/>
        </p:nvSpPr>
        <p:spPr bwMode="auto">
          <a:xfrm>
            <a:off x="699425" y="2585306"/>
            <a:ext cx="3204328" cy="932688"/>
          </a:xfrm>
          <a:prstGeom prst="roundRect">
            <a:avLst>
              <a:gd name="adj" fmla="val 14961"/>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20" name="Rounded Rectangle 31">
            <a:extLst>
              <a:ext uri="{FF2B5EF4-FFF2-40B4-BE49-F238E27FC236}">
                <a16:creationId xmlns:a16="http://schemas.microsoft.com/office/drawing/2014/main" id="{C3455CCB-C24F-0918-DDC0-089FC7A04623}"/>
              </a:ext>
              <a:ext uri="{C183D7F6-B498-43B3-948B-1728B52AA6E4}">
                <adec:decorative xmlns:adec="http://schemas.microsoft.com/office/drawing/2017/decorative" val="1"/>
              </a:ext>
            </a:extLst>
          </p:cNvPr>
          <p:cNvSpPr>
            <a:spLocks/>
          </p:cNvSpPr>
          <p:nvPr userDrawn="1"/>
        </p:nvSpPr>
        <p:spPr bwMode="auto">
          <a:xfrm>
            <a:off x="698468" y="4598898"/>
            <a:ext cx="3206369" cy="932688"/>
          </a:xfrm>
          <a:prstGeom prst="roundRect">
            <a:avLst>
              <a:gd name="adj" fmla="val 14961"/>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21" name="Rectangle: Rounded Corners 10">
            <a:extLst>
              <a:ext uri="{FF2B5EF4-FFF2-40B4-BE49-F238E27FC236}">
                <a16:creationId xmlns:a16="http://schemas.microsoft.com/office/drawing/2014/main" id="{57AC6C64-4EA9-70A1-AE04-D983F85F6C61}"/>
              </a:ext>
              <a:ext uri="{C183D7F6-B498-43B3-948B-1728B52AA6E4}">
                <adec:decorative xmlns:adec="http://schemas.microsoft.com/office/drawing/2017/decorative" val="1"/>
              </a:ext>
            </a:extLst>
          </p:cNvPr>
          <p:cNvSpPr/>
          <p:nvPr userDrawn="1"/>
        </p:nvSpPr>
        <p:spPr>
          <a:xfrm>
            <a:off x="559093" y="1190813"/>
            <a:ext cx="1224299" cy="273059"/>
          </a:xfrm>
          <a:prstGeom prst="roundRect">
            <a:avLst>
              <a:gd name="adj" fmla="val 50000"/>
            </a:avLst>
          </a:prstGeom>
          <a:solidFill>
            <a:schemeClr val="bg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i="0" u="none" strike="noStrike" kern="1200" cap="none" spc="0" normalizeH="0" baseline="0" noProof="0">
                <a:ln>
                  <a:noFill/>
                </a:ln>
                <a:solidFill>
                  <a:srgbClr val="FFFFFF"/>
                </a:solidFill>
                <a:effectLst/>
                <a:uLnTx/>
                <a:uFillTx/>
                <a:latin typeface="+mj-lt"/>
                <a:ea typeface="+mn-ea"/>
                <a:cs typeface="Segoe Sans Display" pitchFamily="2" charset="0"/>
              </a:rPr>
              <a:t>Key Processes</a:t>
            </a:r>
          </a:p>
        </p:txBody>
      </p:sp>
      <p:sp>
        <p:nvSpPr>
          <p:cNvPr id="30" name="Text Placeholder 29">
            <a:extLst>
              <a:ext uri="{FF2B5EF4-FFF2-40B4-BE49-F238E27FC236}">
                <a16:creationId xmlns:a16="http://schemas.microsoft.com/office/drawing/2014/main" id="{320DB206-1E09-B91E-9F54-10742BA42DF9}"/>
              </a:ext>
            </a:extLst>
          </p:cNvPr>
          <p:cNvSpPr>
            <a:spLocks noGrp="1"/>
          </p:cNvSpPr>
          <p:nvPr>
            <p:ph type="body" sz="quarter" idx="12"/>
          </p:nvPr>
        </p:nvSpPr>
        <p:spPr>
          <a:xfrm>
            <a:off x="798513" y="1790939"/>
            <a:ext cx="960120" cy="507831"/>
          </a:xfrm>
          <a:prstGeom prst="rect">
            <a:avLst/>
          </a:prstGeom>
        </p:spPr>
        <p:txBody>
          <a:bodyPr anchor="ctr" anchorCtr="0"/>
          <a:lstStyle>
            <a:lvl1pPr>
              <a:lnSpc>
                <a:spcPct val="100000"/>
              </a:lnSpc>
              <a:defRPr sz="1100"/>
            </a:lvl1pPr>
          </a:lstStyle>
          <a:p>
            <a:pPr lvl="0"/>
            <a:r>
              <a:rPr lang="en-US"/>
              <a:t>Click to edit Master text styles</a:t>
            </a:r>
          </a:p>
        </p:txBody>
      </p:sp>
      <p:sp>
        <p:nvSpPr>
          <p:cNvPr id="22" name="Rectangle: Rounded Corners 10">
            <a:extLst>
              <a:ext uri="{FF2B5EF4-FFF2-40B4-BE49-F238E27FC236}">
                <a16:creationId xmlns:a16="http://schemas.microsoft.com/office/drawing/2014/main" id="{F283C8DD-3E76-1525-2983-F78D468EABC0}"/>
              </a:ext>
              <a:ext uri="{C183D7F6-B498-43B3-948B-1728B52AA6E4}">
                <adec:decorative xmlns:adec="http://schemas.microsoft.com/office/drawing/2017/decorative" val="1"/>
              </a:ext>
            </a:extLst>
          </p:cNvPr>
          <p:cNvSpPr/>
          <p:nvPr userDrawn="1"/>
        </p:nvSpPr>
        <p:spPr>
          <a:xfrm>
            <a:off x="1898649" y="1190813"/>
            <a:ext cx="1892808" cy="273059"/>
          </a:xfrm>
          <a:prstGeom prst="roundRect">
            <a:avLst>
              <a:gd name="adj" fmla="val 50000"/>
            </a:avLst>
          </a:prstGeom>
          <a:solidFill>
            <a:schemeClr val="bg1">
              <a:lumMod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i="0" u="none" strike="noStrike" kern="1200" cap="none" spc="0" normalizeH="0" baseline="0" noProof="0">
                <a:ln>
                  <a:noFill/>
                </a:ln>
                <a:solidFill>
                  <a:srgbClr val="000000"/>
                </a:solidFill>
                <a:effectLst/>
                <a:uLnTx/>
                <a:uFillTx/>
                <a:latin typeface="+mj-lt"/>
                <a:ea typeface="+mn-ea"/>
                <a:cs typeface="Segoe Sans Display" pitchFamily="2" charset="0"/>
              </a:rPr>
              <a:t>Before AI</a:t>
            </a:r>
          </a:p>
        </p:txBody>
      </p:sp>
      <p:sp>
        <p:nvSpPr>
          <p:cNvPr id="24" name="Rounded Rectangle 60">
            <a:extLst>
              <a:ext uri="{FF2B5EF4-FFF2-40B4-BE49-F238E27FC236}">
                <a16:creationId xmlns:a16="http://schemas.microsoft.com/office/drawing/2014/main" id="{FE634DD4-3EF9-0D15-1DDE-4024D59FA392}"/>
              </a:ext>
              <a:ext uri="{C183D7F6-B498-43B3-948B-1728B52AA6E4}">
                <adec:decorative xmlns:adec="http://schemas.microsoft.com/office/drawing/2017/decorative" val="1"/>
              </a:ext>
            </a:extLst>
          </p:cNvPr>
          <p:cNvSpPr>
            <a:spLocks/>
          </p:cNvSpPr>
          <p:nvPr userDrawn="1"/>
        </p:nvSpPr>
        <p:spPr bwMode="auto">
          <a:xfrm>
            <a:off x="4320505" y="5605694"/>
            <a:ext cx="5972919" cy="932688"/>
          </a:xfrm>
          <a:prstGeom prst="roundRect">
            <a:avLst>
              <a:gd name="adj" fmla="val 12215"/>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95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25" name="Rounded Rectangle 31">
            <a:extLst>
              <a:ext uri="{FF2B5EF4-FFF2-40B4-BE49-F238E27FC236}">
                <a16:creationId xmlns:a16="http://schemas.microsoft.com/office/drawing/2014/main" id="{582E95FF-F204-A2C6-B1D7-26E7D0C6E110}"/>
              </a:ext>
              <a:ext uri="{C183D7F6-B498-43B3-948B-1728B52AA6E4}">
                <adec:decorative xmlns:adec="http://schemas.microsoft.com/office/drawing/2017/decorative" val="1"/>
              </a:ext>
            </a:extLst>
          </p:cNvPr>
          <p:cNvSpPr>
            <a:spLocks/>
          </p:cNvSpPr>
          <p:nvPr userDrawn="1"/>
        </p:nvSpPr>
        <p:spPr bwMode="auto">
          <a:xfrm>
            <a:off x="699048" y="5605694"/>
            <a:ext cx="3205134" cy="932688"/>
          </a:xfrm>
          <a:prstGeom prst="roundRect">
            <a:avLst>
              <a:gd name="adj" fmla="val 14961"/>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26" name="Rectangle: Rounded Corners 10">
            <a:extLst>
              <a:ext uri="{FF2B5EF4-FFF2-40B4-BE49-F238E27FC236}">
                <a16:creationId xmlns:a16="http://schemas.microsoft.com/office/drawing/2014/main" id="{FF4A5D24-E5ED-ED4B-73C8-FEEBC1E181E3}"/>
              </a:ext>
              <a:ext uri="{C183D7F6-B498-43B3-948B-1728B52AA6E4}">
                <adec:decorative xmlns:adec="http://schemas.microsoft.com/office/drawing/2017/decorative" val="1"/>
              </a:ext>
            </a:extLst>
          </p:cNvPr>
          <p:cNvSpPr/>
          <p:nvPr userDrawn="1"/>
        </p:nvSpPr>
        <p:spPr>
          <a:xfrm>
            <a:off x="4299290" y="1190813"/>
            <a:ext cx="1811983" cy="273059"/>
          </a:xfrm>
          <a:prstGeom prst="roundRect">
            <a:avLst>
              <a:gd name="adj" fmla="val 50000"/>
            </a:avLst>
          </a:prstGeom>
          <a:gradFill flip="none" rotWithShape="1">
            <a:gsLst>
              <a:gs pos="0">
                <a:srgbClr val="0178D4"/>
              </a:gs>
              <a:gs pos="67269">
                <a:srgbClr val="E176D5"/>
              </a:gs>
              <a:gs pos="33000">
                <a:srgbClr val="629CFF"/>
              </a:gs>
              <a:gs pos="100000">
                <a:srgbClr val="FDA778"/>
              </a:gs>
            </a:gsLst>
            <a:path path="circle">
              <a:fillToRect t="100000" r="100000"/>
            </a:path>
            <a:tileRect l="-100000" b="-100000"/>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i="0" u="none" strike="noStrike" kern="1200" cap="none" spc="0" normalizeH="0" baseline="0" noProof="0">
                <a:ln>
                  <a:noFill/>
                </a:ln>
                <a:solidFill>
                  <a:srgbClr val="FFFFFF"/>
                </a:solidFill>
                <a:effectLst/>
                <a:uLnTx/>
                <a:uFillTx/>
                <a:latin typeface="+mj-lt"/>
                <a:ea typeface="+mn-ea"/>
                <a:cs typeface="Segoe Sans Display" pitchFamily="2" charset="0"/>
              </a:rPr>
              <a:t>After AI</a:t>
            </a:r>
          </a:p>
        </p:txBody>
      </p:sp>
      <p:sp>
        <p:nvSpPr>
          <p:cNvPr id="33" name="Text Placeholder 32">
            <a:extLst>
              <a:ext uri="{FF2B5EF4-FFF2-40B4-BE49-F238E27FC236}">
                <a16:creationId xmlns:a16="http://schemas.microsoft.com/office/drawing/2014/main" id="{04735D59-0756-1F28-325D-B95A8012517D}"/>
              </a:ext>
            </a:extLst>
          </p:cNvPr>
          <p:cNvSpPr>
            <a:spLocks noGrp="1"/>
          </p:cNvSpPr>
          <p:nvPr>
            <p:ph type="body" sz="quarter" idx="13"/>
          </p:nvPr>
        </p:nvSpPr>
        <p:spPr>
          <a:xfrm>
            <a:off x="1898649" y="1975605"/>
            <a:ext cx="1920240" cy="138499"/>
          </a:xfrm>
          <a:prstGeom prst="rect">
            <a:avLst/>
          </a:prstGeom>
        </p:spPr>
        <p:txBody>
          <a:bodyPr anchor="ctr" anchorCtr="0"/>
          <a:lstStyle>
            <a:lvl1pPr>
              <a:lnSpc>
                <a:spcPct val="100000"/>
              </a:lnSpc>
              <a:spcBef>
                <a:spcPts val="300"/>
              </a:spcBef>
              <a:defRPr sz="900">
                <a:latin typeface="+mn-lt"/>
              </a:defRPr>
            </a:lvl1pPr>
            <a:lvl2pPr>
              <a:defRPr sz="1000"/>
            </a:lvl2pPr>
            <a:lvl3pPr>
              <a:defRPr sz="1000"/>
            </a:lvl3pPr>
            <a:lvl4pPr>
              <a:defRPr sz="1000"/>
            </a:lvl4pPr>
            <a:lvl5pPr>
              <a:defRPr sz="1000"/>
            </a:lvl5pPr>
          </a:lstStyle>
          <a:p>
            <a:pPr lvl="0"/>
            <a:r>
              <a:rPr lang="en-US"/>
              <a:t>Click to edit Master text styles</a:t>
            </a:r>
          </a:p>
        </p:txBody>
      </p:sp>
      <p:sp>
        <p:nvSpPr>
          <p:cNvPr id="46" name="Text Placeholder 32">
            <a:extLst>
              <a:ext uri="{FF2B5EF4-FFF2-40B4-BE49-F238E27FC236}">
                <a16:creationId xmlns:a16="http://schemas.microsoft.com/office/drawing/2014/main" id="{8DC41E68-3E78-C147-795C-5CE3F98396FE}"/>
              </a:ext>
            </a:extLst>
          </p:cNvPr>
          <p:cNvSpPr>
            <a:spLocks noGrp="1"/>
          </p:cNvSpPr>
          <p:nvPr>
            <p:ph type="body" sz="quarter" idx="20"/>
          </p:nvPr>
        </p:nvSpPr>
        <p:spPr>
          <a:xfrm>
            <a:off x="4432788" y="1578510"/>
            <a:ext cx="2788920" cy="382669"/>
          </a:xfrm>
          <a:prstGeom prst="rect">
            <a:avLst/>
          </a:prstGeom>
        </p:spPr>
        <p:txBody>
          <a:bodyPr tIns="64008"/>
          <a:lstStyle>
            <a:lvl1pPr>
              <a:lnSpc>
                <a:spcPct val="100000"/>
              </a:lnSpc>
              <a:spcBef>
                <a:spcPts val="0"/>
              </a:spcBef>
              <a:defRPr sz="950">
                <a:solidFill>
                  <a:srgbClr val="0078D4"/>
                </a:solidFill>
                <a:latin typeface="+mn-lt"/>
              </a:defRPr>
            </a:lvl1pPr>
            <a:lvl2pPr>
              <a:lnSpc>
                <a:spcPct val="100000"/>
              </a:lnSpc>
              <a:spcBef>
                <a:spcPts val="200"/>
              </a:spcBef>
              <a:defRPr sz="900"/>
            </a:lvl2pPr>
            <a:lvl3pPr>
              <a:defRPr sz="1000"/>
            </a:lvl3pPr>
            <a:lvl4pPr>
              <a:defRPr sz="1000"/>
            </a:lvl4pPr>
            <a:lvl5pPr>
              <a:defRPr sz="1000"/>
            </a:lvl5pPr>
          </a:lstStyle>
          <a:p>
            <a:pPr lvl="0"/>
            <a:r>
              <a:rPr lang="en-US"/>
              <a:t>Click to edit Master text styles</a:t>
            </a:r>
          </a:p>
          <a:p>
            <a:pPr lvl="1"/>
            <a:r>
              <a:rPr lang="en-US"/>
              <a:t>Level 2</a:t>
            </a:r>
          </a:p>
        </p:txBody>
      </p:sp>
      <p:sp>
        <p:nvSpPr>
          <p:cNvPr id="56" name="Text Placeholder 32">
            <a:extLst>
              <a:ext uri="{FF2B5EF4-FFF2-40B4-BE49-F238E27FC236}">
                <a16:creationId xmlns:a16="http://schemas.microsoft.com/office/drawing/2014/main" id="{A35306A8-4AB6-27A1-2284-B67D86A65D03}"/>
              </a:ext>
            </a:extLst>
          </p:cNvPr>
          <p:cNvSpPr>
            <a:spLocks noGrp="1"/>
          </p:cNvSpPr>
          <p:nvPr>
            <p:ph type="body" sz="quarter" idx="21"/>
          </p:nvPr>
        </p:nvSpPr>
        <p:spPr>
          <a:xfrm>
            <a:off x="7405111" y="1578510"/>
            <a:ext cx="2788920" cy="382669"/>
          </a:xfrm>
          <a:prstGeom prst="rect">
            <a:avLst/>
          </a:prstGeom>
        </p:spPr>
        <p:txBody>
          <a:bodyPr tIns="64008"/>
          <a:lstStyle>
            <a:lvl1pPr>
              <a:lnSpc>
                <a:spcPct val="100000"/>
              </a:lnSpc>
              <a:spcBef>
                <a:spcPts val="0"/>
              </a:spcBef>
              <a:defRPr sz="950">
                <a:solidFill>
                  <a:srgbClr val="0078D4"/>
                </a:solidFill>
                <a:latin typeface="+mn-lt"/>
              </a:defRPr>
            </a:lvl1pPr>
            <a:lvl2pPr>
              <a:lnSpc>
                <a:spcPct val="100000"/>
              </a:lnSpc>
              <a:spcBef>
                <a:spcPts val="200"/>
              </a:spcBef>
              <a:defRPr sz="900"/>
            </a:lvl2pPr>
            <a:lvl3pPr>
              <a:defRPr sz="1000"/>
            </a:lvl3pPr>
            <a:lvl4pPr>
              <a:defRPr sz="1000"/>
            </a:lvl4pPr>
            <a:lvl5pPr>
              <a:defRPr sz="1000"/>
            </a:lvl5pPr>
          </a:lstStyle>
          <a:p>
            <a:pPr lvl="0"/>
            <a:r>
              <a:rPr lang="en-US"/>
              <a:t>Click to edit Master text styles</a:t>
            </a:r>
          </a:p>
          <a:p>
            <a:pPr lvl="1"/>
            <a:r>
              <a:rPr lang="en-US"/>
              <a:t>Level 2</a:t>
            </a:r>
          </a:p>
        </p:txBody>
      </p:sp>
      <p:sp>
        <p:nvSpPr>
          <p:cNvPr id="36" name="Text Placeholder 29">
            <a:extLst>
              <a:ext uri="{FF2B5EF4-FFF2-40B4-BE49-F238E27FC236}">
                <a16:creationId xmlns:a16="http://schemas.microsoft.com/office/drawing/2014/main" id="{4BA3A142-A819-F553-5D15-FB96846EDCA7}"/>
              </a:ext>
            </a:extLst>
          </p:cNvPr>
          <p:cNvSpPr>
            <a:spLocks noGrp="1"/>
          </p:cNvSpPr>
          <p:nvPr>
            <p:ph type="body" sz="quarter" idx="14"/>
          </p:nvPr>
        </p:nvSpPr>
        <p:spPr>
          <a:xfrm>
            <a:off x="798513" y="2797735"/>
            <a:ext cx="960120" cy="507831"/>
          </a:xfrm>
          <a:prstGeom prst="rect">
            <a:avLst/>
          </a:prstGeom>
        </p:spPr>
        <p:txBody>
          <a:bodyPr anchor="ctr" anchorCtr="0"/>
          <a:lstStyle>
            <a:lvl1pPr>
              <a:lnSpc>
                <a:spcPct val="100000"/>
              </a:lnSpc>
              <a:defRPr sz="1100"/>
            </a:lvl1pPr>
          </a:lstStyle>
          <a:p>
            <a:pPr lvl="0"/>
            <a:r>
              <a:rPr lang="en-US"/>
              <a:t>Click to edit Master text styles</a:t>
            </a:r>
          </a:p>
        </p:txBody>
      </p:sp>
      <p:sp>
        <p:nvSpPr>
          <p:cNvPr id="37" name="Text Placeholder 32">
            <a:extLst>
              <a:ext uri="{FF2B5EF4-FFF2-40B4-BE49-F238E27FC236}">
                <a16:creationId xmlns:a16="http://schemas.microsoft.com/office/drawing/2014/main" id="{D26EE3EA-C9A9-D990-9C00-02E44F91E73A}"/>
              </a:ext>
            </a:extLst>
          </p:cNvPr>
          <p:cNvSpPr>
            <a:spLocks noGrp="1"/>
          </p:cNvSpPr>
          <p:nvPr>
            <p:ph type="body" sz="quarter" idx="15"/>
          </p:nvPr>
        </p:nvSpPr>
        <p:spPr>
          <a:xfrm>
            <a:off x="1898649" y="2982401"/>
            <a:ext cx="1920240" cy="138499"/>
          </a:xfrm>
          <a:prstGeom prst="rect">
            <a:avLst/>
          </a:prstGeom>
        </p:spPr>
        <p:txBody>
          <a:bodyPr anchor="ctr" anchorCtr="0"/>
          <a:lstStyle>
            <a:lvl1pPr>
              <a:lnSpc>
                <a:spcPct val="100000"/>
              </a:lnSpc>
              <a:spcBef>
                <a:spcPts val="300"/>
              </a:spcBef>
              <a:defRPr sz="900">
                <a:latin typeface="+mn-lt"/>
              </a:defRPr>
            </a:lvl1pPr>
            <a:lvl2pPr>
              <a:defRPr sz="1000"/>
            </a:lvl2pPr>
            <a:lvl3pPr>
              <a:defRPr sz="1000"/>
            </a:lvl3pPr>
            <a:lvl4pPr>
              <a:defRPr sz="1000"/>
            </a:lvl4pPr>
            <a:lvl5pPr>
              <a:defRPr sz="1000"/>
            </a:lvl5pPr>
          </a:lstStyle>
          <a:p>
            <a:pPr lvl="0"/>
            <a:r>
              <a:rPr lang="en-US"/>
              <a:t>Click to edit Master text styles</a:t>
            </a:r>
          </a:p>
        </p:txBody>
      </p:sp>
      <p:sp>
        <p:nvSpPr>
          <p:cNvPr id="57" name="Text Placeholder 32">
            <a:extLst>
              <a:ext uri="{FF2B5EF4-FFF2-40B4-BE49-F238E27FC236}">
                <a16:creationId xmlns:a16="http://schemas.microsoft.com/office/drawing/2014/main" id="{F0E4F28B-ABF1-36EC-1032-A02714B652A3}"/>
              </a:ext>
            </a:extLst>
          </p:cNvPr>
          <p:cNvSpPr>
            <a:spLocks noGrp="1"/>
          </p:cNvSpPr>
          <p:nvPr>
            <p:ph type="body" sz="quarter" idx="22"/>
          </p:nvPr>
        </p:nvSpPr>
        <p:spPr>
          <a:xfrm>
            <a:off x="4432789" y="2585306"/>
            <a:ext cx="2788920" cy="382669"/>
          </a:xfrm>
          <a:prstGeom prst="rect">
            <a:avLst/>
          </a:prstGeom>
        </p:spPr>
        <p:txBody>
          <a:bodyPr tIns="64008"/>
          <a:lstStyle>
            <a:lvl1pPr>
              <a:lnSpc>
                <a:spcPct val="100000"/>
              </a:lnSpc>
              <a:spcBef>
                <a:spcPts val="0"/>
              </a:spcBef>
              <a:defRPr sz="950">
                <a:solidFill>
                  <a:srgbClr val="0078D4"/>
                </a:solidFill>
                <a:latin typeface="+mn-lt"/>
              </a:defRPr>
            </a:lvl1pPr>
            <a:lvl2pPr>
              <a:lnSpc>
                <a:spcPct val="100000"/>
              </a:lnSpc>
              <a:spcBef>
                <a:spcPts val="200"/>
              </a:spcBef>
              <a:defRPr sz="900"/>
            </a:lvl2pPr>
            <a:lvl3pPr>
              <a:defRPr sz="1000"/>
            </a:lvl3pPr>
            <a:lvl4pPr>
              <a:defRPr sz="1000"/>
            </a:lvl4pPr>
            <a:lvl5pPr>
              <a:defRPr sz="1000"/>
            </a:lvl5pPr>
          </a:lstStyle>
          <a:p>
            <a:pPr lvl="0"/>
            <a:r>
              <a:rPr lang="en-US"/>
              <a:t>Click to edit Master text styles</a:t>
            </a:r>
          </a:p>
          <a:p>
            <a:pPr lvl="1"/>
            <a:r>
              <a:rPr lang="en-US"/>
              <a:t>Level 2</a:t>
            </a:r>
          </a:p>
        </p:txBody>
      </p:sp>
      <p:sp>
        <p:nvSpPr>
          <p:cNvPr id="58" name="Text Placeholder 32">
            <a:extLst>
              <a:ext uri="{FF2B5EF4-FFF2-40B4-BE49-F238E27FC236}">
                <a16:creationId xmlns:a16="http://schemas.microsoft.com/office/drawing/2014/main" id="{2ECDC387-F36E-528E-8201-026B467B78ED}"/>
              </a:ext>
            </a:extLst>
          </p:cNvPr>
          <p:cNvSpPr>
            <a:spLocks noGrp="1"/>
          </p:cNvSpPr>
          <p:nvPr>
            <p:ph type="body" sz="quarter" idx="23"/>
          </p:nvPr>
        </p:nvSpPr>
        <p:spPr>
          <a:xfrm>
            <a:off x="7405111" y="2585306"/>
            <a:ext cx="2788920" cy="382669"/>
          </a:xfrm>
          <a:prstGeom prst="rect">
            <a:avLst/>
          </a:prstGeom>
        </p:spPr>
        <p:txBody>
          <a:bodyPr tIns="64008"/>
          <a:lstStyle>
            <a:lvl1pPr>
              <a:lnSpc>
                <a:spcPct val="100000"/>
              </a:lnSpc>
              <a:spcBef>
                <a:spcPts val="0"/>
              </a:spcBef>
              <a:defRPr sz="950">
                <a:solidFill>
                  <a:srgbClr val="0078D4"/>
                </a:solidFill>
                <a:latin typeface="+mn-lt"/>
              </a:defRPr>
            </a:lvl1pPr>
            <a:lvl2pPr>
              <a:lnSpc>
                <a:spcPct val="100000"/>
              </a:lnSpc>
              <a:spcBef>
                <a:spcPts val="200"/>
              </a:spcBef>
              <a:defRPr sz="900"/>
            </a:lvl2pPr>
            <a:lvl3pPr>
              <a:defRPr sz="1000"/>
            </a:lvl3pPr>
            <a:lvl4pPr>
              <a:defRPr sz="1000"/>
            </a:lvl4pPr>
            <a:lvl5pPr>
              <a:defRPr sz="1000"/>
            </a:lvl5pPr>
          </a:lstStyle>
          <a:p>
            <a:pPr lvl="0"/>
            <a:r>
              <a:rPr lang="en-US"/>
              <a:t>Click to edit Master text styles</a:t>
            </a:r>
          </a:p>
          <a:p>
            <a:pPr lvl="1"/>
            <a:r>
              <a:rPr lang="en-US"/>
              <a:t>Level 2</a:t>
            </a:r>
          </a:p>
        </p:txBody>
      </p:sp>
      <p:sp>
        <p:nvSpPr>
          <p:cNvPr id="59" name="Text Placeholder 32">
            <a:extLst>
              <a:ext uri="{FF2B5EF4-FFF2-40B4-BE49-F238E27FC236}">
                <a16:creationId xmlns:a16="http://schemas.microsoft.com/office/drawing/2014/main" id="{B7C78BB3-DA91-4E6E-F986-D3754AD22421}"/>
              </a:ext>
            </a:extLst>
          </p:cNvPr>
          <p:cNvSpPr>
            <a:spLocks noGrp="1"/>
          </p:cNvSpPr>
          <p:nvPr>
            <p:ph type="body" sz="quarter" idx="24"/>
          </p:nvPr>
        </p:nvSpPr>
        <p:spPr>
          <a:xfrm>
            <a:off x="4432789" y="3592102"/>
            <a:ext cx="2788920" cy="382669"/>
          </a:xfrm>
          <a:prstGeom prst="rect">
            <a:avLst/>
          </a:prstGeom>
        </p:spPr>
        <p:txBody>
          <a:bodyPr tIns="64008"/>
          <a:lstStyle>
            <a:lvl1pPr>
              <a:lnSpc>
                <a:spcPct val="100000"/>
              </a:lnSpc>
              <a:spcBef>
                <a:spcPts val="0"/>
              </a:spcBef>
              <a:defRPr sz="950">
                <a:solidFill>
                  <a:srgbClr val="0078D4"/>
                </a:solidFill>
                <a:latin typeface="+mn-lt"/>
              </a:defRPr>
            </a:lvl1pPr>
            <a:lvl2pPr>
              <a:lnSpc>
                <a:spcPct val="100000"/>
              </a:lnSpc>
              <a:spcBef>
                <a:spcPts val="200"/>
              </a:spcBef>
              <a:defRPr sz="900"/>
            </a:lvl2pPr>
            <a:lvl3pPr>
              <a:defRPr sz="1000"/>
            </a:lvl3pPr>
            <a:lvl4pPr>
              <a:defRPr sz="1000"/>
            </a:lvl4pPr>
            <a:lvl5pPr>
              <a:defRPr sz="1000"/>
            </a:lvl5pPr>
          </a:lstStyle>
          <a:p>
            <a:pPr lvl="0"/>
            <a:r>
              <a:rPr lang="en-US"/>
              <a:t>Click to edit Master text styles</a:t>
            </a:r>
          </a:p>
          <a:p>
            <a:pPr lvl="1"/>
            <a:r>
              <a:rPr lang="en-US"/>
              <a:t>Level 2</a:t>
            </a:r>
          </a:p>
        </p:txBody>
      </p:sp>
      <p:sp>
        <p:nvSpPr>
          <p:cNvPr id="60" name="Text Placeholder 32">
            <a:extLst>
              <a:ext uri="{FF2B5EF4-FFF2-40B4-BE49-F238E27FC236}">
                <a16:creationId xmlns:a16="http://schemas.microsoft.com/office/drawing/2014/main" id="{45E89DB9-F245-9E41-1C7C-059AD53620EF}"/>
              </a:ext>
            </a:extLst>
          </p:cNvPr>
          <p:cNvSpPr>
            <a:spLocks noGrp="1"/>
          </p:cNvSpPr>
          <p:nvPr>
            <p:ph type="body" sz="quarter" idx="25"/>
          </p:nvPr>
        </p:nvSpPr>
        <p:spPr>
          <a:xfrm>
            <a:off x="7405111" y="3592102"/>
            <a:ext cx="2788920" cy="382669"/>
          </a:xfrm>
          <a:prstGeom prst="rect">
            <a:avLst/>
          </a:prstGeom>
        </p:spPr>
        <p:txBody>
          <a:bodyPr tIns="64008"/>
          <a:lstStyle>
            <a:lvl1pPr>
              <a:lnSpc>
                <a:spcPct val="100000"/>
              </a:lnSpc>
              <a:spcBef>
                <a:spcPts val="0"/>
              </a:spcBef>
              <a:defRPr sz="950">
                <a:solidFill>
                  <a:srgbClr val="0078D4"/>
                </a:solidFill>
                <a:latin typeface="+mn-lt"/>
              </a:defRPr>
            </a:lvl1pPr>
            <a:lvl2pPr>
              <a:lnSpc>
                <a:spcPct val="100000"/>
              </a:lnSpc>
              <a:spcBef>
                <a:spcPts val="200"/>
              </a:spcBef>
              <a:defRPr sz="900"/>
            </a:lvl2pPr>
            <a:lvl3pPr>
              <a:defRPr sz="1000"/>
            </a:lvl3pPr>
            <a:lvl4pPr>
              <a:defRPr sz="1000"/>
            </a:lvl4pPr>
            <a:lvl5pPr>
              <a:defRPr sz="1000"/>
            </a:lvl5pPr>
          </a:lstStyle>
          <a:p>
            <a:pPr lvl="0"/>
            <a:r>
              <a:rPr lang="en-US"/>
              <a:t>Click to edit Master text styles</a:t>
            </a:r>
          </a:p>
          <a:p>
            <a:pPr lvl="1"/>
            <a:r>
              <a:rPr lang="en-US"/>
              <a:t>Level 2</a:t>
            </a:r>
          </a:p>
        </p:txBody>
      </p:sp>
      <p:sp>
        <p:nvSpPr>
          <p:cNvPr id="38" name="Text Placeholder 29">
            <a:extLst>
              <a:ext uri="{FF2B5EF4-FFF2-40B4-BE49-F238E27FC236}">
                <a16:creationId xmlns:a16="http://schemas.microsoft.com/office/drawing/2014/main" id="{E32B60DA-E7BB-2B7E-DA8C-1DE2918AAF6D}"/>
              </a:ext>
            </a:extLst>
          </p:cNvPr>
          <p:cNvSpPr>
            <a:spLocks noGrp="1"/>
          </p:cNvSpPr>
          <p:nvPr>
            <p:ph type="body" sz="quarter" idx="16"/>
          </p:nvPr>
        </p:nvSpPr>
        <p:spPr>
          <a:xfrm>
            <a:off x="798513" y="4811327"/>
            <a:ext cx="960120" cy="507831"/>
          </a:xfrm>
          <a:prstGeom prst="rect">
            <a:avLst/>
          </a:prstGeom>
        </p:spPr>
        <p:txBody>
          <a:bodyPr anchor="ctr" anchorCtr="0"/>
          <a:lstStyle>
            <a:lvl1pPr>
              <a:lnSpc>
                <a:spcPct val="100000"/>
              </a:lnSpc>
              <a:defRPr sz="1100"/>
            </a:lvl1pPr>
          </a:lstStyle>
          <a:p>
            <a:pPr lvl="0"/>
            <a:r>
              <a:rPr lang="en-US"/>
              <a:t>Click to edit Master text styles</a:t>
            </a:r>
          </a:p>
        </p:txBody>
      </p:sp>
      <p:sp>
        <p:nvSpPr>
          <p:cNvPr id="39" name="Text Placeholder 32">
            <a:extLst>
              <a:ext uri="{FF2B5EF4-FFF2-40B4-BE49-F238E27FC236}">
                <a16:creationId xmlns:a16="http://schemas.microsoft.com/office/drawing/2014/main" id="{AD5D034B-B4D5-01E4-078A-4F1DE421991D}"/>
              </a:ext>
            </a:extLst>
          </p:cNvPr>
          <p:cNvSpPr>
            <a:spLocks noGrp="1"/>
          </p:cNvSpPr>
          <p:nvPr>
            <p:ph type="body" sz="quarter" idx="17"/>
          </p:nvPr>
        </p:nvSpPr>
        <p:spPr>
          <a:xfrm>
            <a:off x="1898649" y="4995993"/>
            <a:ext cx="1920240" cy="138499"/>
          </a:xfrm>
          <a:prstGeom prst="rect">
            <a:avLst/>
          </a:prstGeom>
        </p:spPr>
        <p:txBody>
          <a:bodyPr anchor="ctr" anchorCtr="0"/>
          <a:lstStyle>
            <a:lvl1pPr>
              <a:lnSpc>
                <a:spcPct val="100000"/>
              </a:lnSpc>
              <a:spcBef>
                <a:spcPts val="300"/>
              </a:spcBef>
              <a:defRPr sz="900">
                <a:latin typeface="+mn-lt"/>
              </a:defRPr>
            </a:lvl1pPr>
            <a:lvl2pPr>
              <a:defRPr sz="1000"/>
            </a:lvl2pPr>
            <a:lvl3pPr>
              <a:defRPr sz="1000"/>
            </a:lvl3pPr>
            <a:lvl4pPr>
              <a:defRPr sz="1000"/>
            </a:lvl4pPr>
            <a:lvl5pPr>
              <a:defRPr sz="1000"/>
            </a:lvl5pPr>
          </a:lstStyle>
          <a:p>
            <a:pPr lvl="0"/>
            <a:r>
              <a:rPr lang="en-US"/>
              <a:t>Click to edit Master text styles</a:t>
            </a:r>
          </a:p>
        </p:txBody>
      </p:sp>
      <p:sp>
        <p:nvSpPr>
          <p:cNvPr id="61" name="Text Placeholder 32">
            <a:extLst>
              <a:ext uri="{FF2B5EF4-FFF2-40B4-BE49-F238E27FC236}">
                <a16:creationId xmlns:a16="http://schemas.microsoft.com/office/drawing/2014/main" id="{C7F804DA-BC3F-3640-998C-1BB1F57FB2DD}"/>
              </a:ext>
            </a:extLst>
          </p:cNvPr>
          <p:cNvSpPr>
            <a:spLocks noGrp="1"/>
          </p:cNvSpPr>
          <p:nvPr>
            <p:ph type="body" sz="quarter" idx="26"/>
          </p:nvPr>
        </p:nvSpPr>
        <p:spPr>
          <a:xfrm>
            <a:off x="4432789" y="4598898"/>
            <a:ext cx="2788920" cy="382669"/>
          </a:xfrm>
          <a:prstGeom prst="rect">
            <a:avLst/>
          </a:prstGeom>
        </p:spPr>
        <p:txBody>
          <a:bodyPr tIns="64008"/>
          <a:lstStyle>
            <a:lvl1pPr>
              <a:lnSpc>
                <a:spcPct val="100000"/>
              </a:lnSpc>
              <a:spcBef>
                <a:spcPts val="0"/>
              </a:spcBef>
              <a:defRPr sz="950">
                <a:solidFill>
                  <a:srgbClr val="0078D4"/>
                </a:solidFill>
                <a:latin typeface="+mn-lt"/>
              </a:defRPr>
            </a:lvl1pPr>
            <a:lvl2pPr>
              <a:lnSpc>
                <a:spcPct val="100000"/>
              </a:lnSpc>
              <a:spcBef>
                <a:spcPts val="200"/>
              </a:spcBef>
              <a:defRPr sz="900"/>
            </a:lvl2pPr>
            <a:lvl3pPr>
              <a:defRPr sz="1000"/>
            </a:lvl3pPr>
            <a:lvl4pPr>
              <a:defRPr sz="1000"/>
            </a:lvl4pPr>
            <a:lvl5pPr>
              <a:defRPr sz="1000"/>
            </a:lvl5pPr>
          </a:lstStyle>
          <a:p>
            <a:pPr lvl="0"/>
            <a:r>
              <a:rPr lang="en-US"/>
              <a:t>Click to edit Master text styles</a:t>
            </a:r>
          </a:p>
          <a:p>
            <a:pPr lvl="1"/>
            <a:r>
              <a:rPr lang="en-US"/>
              <a:t>Level 2</a:t>
            </a:r>
          </a:p>
        </p:txBody>
      </p:sp>
      <p:sp>
        <p:nvSpPr>
          <p:cNvPr id="62" name="Text Placeholder 32">
            <a:extLst>
              <a:ext uri="{FF2B5EF4-FFF2-40B4-BE49-F238E27FC236}">
                <a16:creationId xmlns:a16="http://schemas.microsoft.com/office/drawing/2014/main" id="{C6A9E63B-12A4-654D-49DD-164124F8D0B6}"/>
              </a:ext>
            </a:extLst>
          </p:cNvPr>
          <p:cNvSpPr>
            <a:spLocks noGrp="1"/>
          </p:cNvSpPr>
          <p:nvPr>
            <p:ph type="body" sz="quarter" idx="27"/>
          </p:nvPr>
        </p:nvSpPr>
        <p:spPr>
          <a:xfrm>
            <a:off x="7405111" y="4598898"/>
            <a:ext cx="2788920" cy="382669"/>
          </a:xfrm>
          <a:prstGeom prst="rect">
            <a:avLst/>
          </a:prstGeom>
        </p:spPr>
        <p:txBody>
          <a:bodyPr tIns="64008"/>
          <a:lstStyle>
            <a:lvl1pPr>
              <a:lnSpc>
                <a:spcPct val="100000"/>
              </a:lnSpc>
              <a:spcBef>
                <a:spcPts val="0"/>
              </a:spcBef>
              <a:defRPr sz="950">
                <a:solidFill>
                  <a:srgbClr val="0078D4"/>
                </a:solidFill>
                <a:latin typeface="+mn-lt"/>
              </a:defRPr>
            </a:lvl1pPr>
            <a:lvl2pPr>
              <a:lnSpc>
                <a:spcPct val="100000"/>
              </a:lnSpc>
              <a:spcBef>
                <a:spcPts val="200"/>
              </a:spcBef>
              <a:defRPr sz="900"/>
            </a:lvl2pPr>
            <a:lvl3pPr>
              <a:defRPr sz="1000"/>
            </a:lvl3pPr>
            <a:lvl4pPr>
              <a:defRPr sz="1000"/>
            </a:lvl4pPr>
            <a:lvl5pPr>
              <a:defRPr sz="1000"/>
            </a:lvl5pPr>
          </a:lstStyle>
          <a:p>
            <a:pPr lvl="0"/>
            <a:r>
              <a:rPr lang="en-US"/>
              <a:t>Click to edit Master text styles</a:t>
            </a:r>
          </a:p>
          <a:p>
            <a:pPr lvl="1"/>
            <a:r>
              <a:rPr lang="en-US"/>
              <a:t>Level 2</a:t>
            </a:r>
          </a:p>
        </p:txBody>
      </p:sp>
      <p:sp>
        <p:nvSpPr>
          <p:cNvPr id="40" name="Text Placeholder 29">
            <a:extLst>
              <a:ext uri="{FF2B5EF4-FFF2-40B4-BE49-F238E27FC236}">
                <a16:creationId xmlns:a16="http://schemas.microsoft.com/office/drawing/2014/main" id="{E4ADED78-B614-0FFF-B211-76B31F9AE9C5}"/>
              </a:ext>
            </a:extLst>
          </p:cNvPr>
          <p:cNvSpPr>
            <a:spLocks noGrp="1"/>
          </p:cNvSpPr>
          <p:nvPr>
            <p:ph type="body" sz="quarter" idx="18"/>
          </p:nvPr>
        </p:nvSpPr>
        <p:spPr>
          <a:xfrm>
            <a:off x="798513" y="5818123"/>
            <a:ext cx="960120" cy="507831"/>
          </a:xfrm>
          <a:prstGeom prst="rect">
            <a:avLst/>
          </a:prstGeom>
        </p:spPr>
        <p:txBody>
          <a:bodyPr anchor="ctr" anchorCtr="0"/>
          <a:lstStyle>
            <a:lvl1pPr>
              <a:lnSpc>
                <a:spcPct val="100000"/>
              </a:lnSpc>
              <a:defRPr sz="1100"/>
            </a:lvl1pPr>
          </a:lstStyle>
          <a:p>
            <a:pPr lvl="0"/>
            <a:r>
              <a:rPr lang="en-US"/>
              <a:t>Click to edit Master text styles</a:t>
            </a:r>
          </a:p>
        </p:txBody>
      </p:sp>
      <p:sp>
        <p:nvSpPr>
          <p:cNvPr id="41" name="Text Placeholder 32">
            <a:extLst>
              <a:ext uri="{FF2B5EF4-FFF2-40B4-BE49-F238E27FC236}">
                <a16:creationId xmlns:a16="http://schemas.microsoft.com/office/drawing/2014/main" id="{46CEDAE2-5599-F4E2-6E7F-C9E1F03E41A7}"/>
              </a:ext>
            </a:extLst>
          </p:cNvPr>
          <p:cNvSpPr>
            <a:spLocks noGrp="1"/>
          </p:cNvSpPr>
          <p:nvPr>
            <p:ph type="body" sz="quarter" idx="19"/>
          </p:nvPr>
        </p:nvSpPr>
        <p:spPr>
          <a:xfrm>
            <a:off x="1898649" y="6002789"/>
            <a:ext cx="1920240" cy="138499"/>
          </a:xfrm>
          <a:prstGeom prst="rect">
            <a:avLst/>
          </a:prstGeom>
        </p:spPr>
        <p:txBody>
          <a:bodyPr anchor="ctr" anchorCtr="0"/>
          <a:lstStyle>
            <a:lvl1pPr>
              <a:lnSpc>
                <a:spcPct val="100000"/>
              </a:lnSpc>
              <a:spcBef>
                <a:spcPts val="300"/>
              </a:spcBef>
              <a:defRPr sz="900">
                <a:latin typeface="+mn-lt"/>
              </a:defRPr>
            </a:lvl1pPr>
            <a:lvl2pPr>
              <a:defRPr sz="1000"/>
            </a:lvl2pPr>
            <a:lvl3pPr>
              <a:defRPr sz="1000"/>
            </a:lvl3pPr>
            <a:lvl4pPr>
              <a:defRPr sz="1000"/>
            </a:lvl4pPr>
            <a:lvl5pPr>
              <a:defRPr sz="1000"/>
            </a:lvl5pPr>
          </a:lstStyle>
          <a:p>
            <a:pPr lvl="0"/>
            <a:r>
              <a:rPr lang="en-US"/>
              <a:t>Click to edit Master text styles</a:t>
            </a:r>
          </a:p>
        </p:txBody>
      </p:sp>
      <p:sp>
        <p:nvSpPr>
          <p:cNvPr id="63" name="Text Placeholder 32">
            <a:extLst>
              <a:ext uri="{FF2B5EF4-FFF2-40B4-BE49-F238E27FC236}">
                <a16:creationId xmlns:a16="http://schemas.microsoft.com/office/drawing/2014/main" id="{80030978-FE73-07C4-38E2-BEC98FAE1029}"/>
              </a:ext>
            </a:extLst>
          </p:cNvPr>
          <p:cNvSpPr>
            <a:spLocks noGrp="1"/>
          </p:cNvSpPr>
          <p:nvPr>
            <p:ph type="body" sz="quarter" idx="28"/>
          </p:nvPr>
        </p:nvSpPr>
        <p:spPr>
          <a:xfrm>
            <a:off x="4432789" y="5605694"/>
            <a:ext cx="2788920" cy="382669"/>
          </a:xfrm>
          <a:prstGeom prst="rect">
            <a:avLst/>
          </a:prstGeom>
        </p:spPr>
        <p:txBody>
          <a:bodyPr tIns="64008"/>
          <a:lstStyle>
            <a:lvl1pPr>
              <a:lnSpc>
                <a:spcPct val="100000"/>
              </a:lnSpc>
              <a:spcBef>
                <a:spcPts val="0"/>
              </a:spcBef>
              <a:defRPr sz="950">
                <a:solidFill>
                  <a:srgbClr val="0078D4"/>
                </a:solidFill>
                <a:latin typeface="+mn-lt"/>
              </a:defRPr>
            </a:lvl1pPr>
            <a:lvl2pPr>
              <a:lnSpc>
                <a:spcPct val="100000"/>
              </a:lnSpc>
              <a:spcBef>
                <a:spcPts val="200"/>
              </a:spcBef>
              <a:defRPr sz="900"/>
            </a:lvl2pPr>
            <a:lvl3pPr>
              <a:defRPr sz="1000"/>
            </a:lvl3pPr>
            <a:lvl4pPr>
              <a:defRPr sz="1000"/>
            </a:lvl4pPr>
            <a:lvl5pPr>
              <a:defRPr sz="1000"/>
            </a:lvl5pPr>
          </a:lstStyle>
          <a:p>
            <a:pPr lvl="0"/>
            <a:r>
              <a:rPr lang="en-US"/>
              <a:t>Click to edit Master text styles</a:t>
            </a:r>
          </a:p>
          <a:p>
            <a:pPr lvl="1"/>
            <a:r>
              <a:rPr lang="en-US"/>
              <a:t>Level 2</a:t>
            </a:r>
          </a:p>
        </p:txBody>
      </p:sp>
      <p:sp>
        <p:nvSpPr>
          <p:cNvPr id="64" name="Text Placeholder 32">
            <a:extLst>
              <a:ext uri="{FF2B5EF4-FFF2-40B4-BE49-F238E27FC236}">
                <a16:creationId xmlns:a16="http://schemas.microsoft.com/office/drawing/2014/main" id="{E93E70C8-4DCB-4FD4-1561-DC47304B7A44}"/>
              </a:ext>
            </a:extLst>
          </p:cNvPr>
          <p:cNvSpPr>
            <a:spLocks noGrp="1"/>
          </p:cNvSpPr>
          <p:nvPr>
            <p:ph type="body" sz="quarter" idx="29"/>
          </p:nvPr>
        </p:nvSpPr>
        <p:spPr>
          <a:xfrm>
            <a:off x="7405111" y="5605694"/>
            <a:ext cx="2788920" cy="382669"/>
          </a:xfrm>
          <a:prstGeom prst="rect">
            <a:avLst/>
          </a:prstGeom>
        </p:spPr>
        <p:txBody>
          <a:bodyPr tIns="64008"/>
          <a:lstStyle>
            <a:lvl1pPr>
              <a:lnSpc>
                <a:spcPct val="100000"/>
              </a:lnSpc>
              <a:spcBef>
                <a:spcPts val="0"/>
              </a:spcBef>
              <a:defRPr sz="950">
                <a:solidFill>
                  <a:srgbClr val="0078D4"/>
                </a:solidFill>
                <a:latin typeface="+mn-lt"/>
              </a:defRPr>
            </a:lvl1pPr>
            <a:lvl2pPr>
              <a:lnSpc>
                <a:spcPct val="100000"/>
              </a:lnSpc>
              <a:spcBef>
                <a:spcPts val="200"/>
              </a:spcBef>
              <a:defRPr sz="900"/>
            </a:lvl2pPr>
            <a:lvl3pPr>
              <a:defRPr sz="1000"/>
            </a:lvl3pPr>
            <a:lvl4pPr>
              <a:defRPr sz="1000"/>
            </a:lvl4pPr>
            <a:lvl5pPr>
              <a:defRPr sz="1000"/>
            </a:lvl5pPr>
          </a:lstStyle>
          <a:p>
            <a:pPr lvl="0"/>
            <a:r>
              <a:rPr lang="en-US"/>
              <a:t>Click to edit Master text styles</a:t>
            </a:r>
          </a:p>
          <a:p>
            <a:pPr lvl="1"/>
            <a:r>
              <a:rPr lang="en-US"/>
              <a:t>Level 2</a:t>
            </a:r>
          </a:p>
        </p:txBody>
      </p:sp>
      <p:sp>
        <p:nvSpPr>
          <p:cNvPr id="4" name="Rounded Rectangle 23">
            <a:extLst>
              <a:ext uri="{FF2B5EF4-FFF2-40B4-BE49-F238E27FC236}">
                <a16:creationId xmlns:a16="http://schemas.microsoft.com/office/drawing/2014/main" id="{C32EBA0D-9E4C-D25F-5B81-272FA1CC217D}"/>
              </a:ext>
              <a:ext uri="{C183D7F6-B498-43B3-948B-1728B52AA6E4}">
                <adec:decorative xmlns:adec="http://schemas.microsoft.com/office/drawing/2017/decorative" val="1"/>
              </a:ext>
            </a:extLst>
          </p:cNvPr>
          <p:cNvSpPr>
            <a:spLocks/>
          </p:cNvSpPr>
          <p:nvPr userDrawn="1"/>
        </p:nvSpPr>
        <p:spPr bwMode="auto">
          <a:xfrm>
            <a:off x="699425" y="3592102"/>
            <a:ext cx="3204328" cy="932688"/>
          </a:xfrm>
          <a:prstGeom prst="roundRect">
            <a:avLst>
              <a:gd name="adj" fmla="val 14961"/>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8" name="Text Placeholder 29">
            <a:extLst>
              <a:ext uri="{FF2B5EF4-FFF2-40B4-BE49-F238E27FC236}">
                <a16:creationId xmlns:a16="http://schemas.microsoft.com/office/drawing/2014/main" id="{DFA133CA-8E89-74C6-250B-E24A6EC18989}"/>
              </a:ext>
            </a:extLst>
          </p:cNvPr>
          <p:cNvSpPr>
            <a:spLocks noGrp="1"/>
          </p:cNvSpPr>
          <p:nvPr>
            <p:ph type="body" sz="quarter" idx="30"/>
          </p:nvPr>
        </p:nvSpPr>
        <p:spPr>
          <a:xfrm>
            <a:off x="798513" y="3804531"/>
            <a:ext cx="960120" cy="507831"/>
          </a:xfrm>
          <a:prstGeom prst="rect">
            <a:avLst/>
          </a:prstGeom>
        </p:spPr>
        <p:txBody>
          <a:bodyPr anchor="ctr" anchorCtr="0"/>
          <a:lstStyle>
            <a:lvl1pPr>
              <a:lnSpc>
                <a:spcPct val="100000"/>
              </a:lnSpc>
              <a:defRPr sz="1100"/>
            </a:lvl1pPr>
          </a:lstStyle>
          <a:p>
            <a:pPr lvl="0"/>
            <a:r>
              <a:rPr lang="en-US"/>
              <a:t>Click to edit Master text styles</a:t>
            </a:r>
          </a:p>
        </p:txBody>
      </p:sp>
      <p:sp>
        <p:nvSpPr>
          <p:cNvPr id="23" name="Text Placeholder 32">
            <a:extLst>
              <a:ext uri="{FF2B5EF4-FFF2-40B4-BE49-F238E27FC236}">
                <a16:creationId xmlns:a16="http://schemas.microsoft.com/office/drawing/2014/main" id="{5D933910-FE18-266F-2E15-062F7BB22197}"/>
              </a:ext>
            </a:extLst>
          </p:cNvPr>
          <p:cNvSpPr>
            <a:spLocks noGrp="1"/>
          </p:cNvSpPr>
          <p:nvPr>
            <p:ph type="body" sz="quarter" idx="31"/>
          </p:nvPr>
        </p:nvSpPr>
        <p:spPr>
          <a:xfrm>
            <a:off x="1898649" y="3989197"/>
            <a:ext cx="1920240" cy="138499"/>
          </a:xfrm>
          <a:prstGeom prst="rect">
            <a:avLst/>
          </a:prstGeom>
        </p:spPr>
        <p:txBody>
          <a:bodyPr anchor="ctr" anchorCtr="0"/>
          <a:lstStyle>
            <a:lvl1pPr>
              <a:lnSpc>
                <a:spcPct val="100000"/>
              </a:lnSpc>
              <a:spcBef>
                <a:spcPts val="300"/>
              </a:spcBef>
              <a:defRPr sz="900">
                <a:latin typeface="+mn-lt"/>
              </a:defRPr>
            </a:lvl1pPr>
            <a:lvl2pPr>
              <a:defRPr sz="1000"/>
            </a:lvl2pPr>
            <a:lvl3pPr>
              <a:defRPr sz="1000"/>
            </a:lvl3pPr>
            <a:lvl4pPr>
              <a:defRPr sz="1000"/>
            </a:lvl4pPr>
            <a:lvl5pPr>
              <a:defRPr sz="1000"/>
            </a:lvl5pPr>
          </a:lstStyle>
          <a:p>
            <a:pPr lvl="0"/>
            <a:r>
              <a:rPr lang="en-US"/>
              <a:t>Click to edit Master text styles</a:t>
            </a:r>
          </a:p>
        </p:txBody>
      </p:sp>
      <p:sp>
        <p:nvSpPr>
          <p:cNvPr id="27" name="TextBox 26">
            <a:extLst>
              <a:ext uri="{FF2B5EF4-FFF2-40B4-BE49-F238E27FC236}">
                <a16:creationId xmlns:a16="http://schemas.microsoft.com/office/drawing/2014/main" id="{6B8690A4-28A1-E489-B80C-7BC74F21DD52}"/>
              </a:ext>
            </a:extLst>
          </p:cNvPr>
          <p:cNvSpPr txBox="1"/>
          <p:nvPr userDrawn="1">
            <p:extLst>
              <p:ext uri="{1162E1C5-73C7-4A58-AE30-91384D911F3F}">
                <p184:classification xmlns:p184="http://schemas.microsoft.com/office/powerpoint/2018/4/main" val="ftr"/>
              </p:ext>
            </p:extLst>
          </p:nvPr>
        </p:nvSpPr>
        <p:spPr>
          <a:xfrm>
            <a:off x="136225" y="6489991"/>
            <a:ext cx="5949107" cy="184666"/>
          </a:xfrm>
          <a:prstGeom prst="rect">
            <a:avLst/>
          </a:prstGeom>
        </p:spPr>
        <p:txBody>
          <a:bodyPr horzOverflow="overflow" wrap="square" lIns="0" tIns="0" rIns="0" bIns="0">
            <a:spAutoFit/>
          </a:bodyPr>
          <a:lstStyle/>
          <a:p>
            <a:pPr algn="l"/>
            <a:r>
              <a:rPr lang="en-US" sz="1200" b="1">
                <a:solidFill>
                  <a:schemeClr val="bg1">
                    <a:lumMod val="50000"/>
                  </a:schemeClr>
                </a:solidFill>
                <a:latin typeface="+mj-lt"/>
              </a:rPr>
              <a:t>Classified as Microsoft Confidential – content under embargo until Nov 18, 2025</a:t>
            </a:r>
          </a:p>
        </p:txBody>
      </p:sp>
    </p:spTree>
    <p:extLst>
      <p:ext uri="{BB962C8B-B14F-4D97-AF65-F5344CB8AC3E}">
        <p14:creationId xmlns:p14="http://schemas.microsoft.com/office/powerpoint/2010/main" val="14312922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84.xml><?xml version="1.0" encoding="utf-8"?>
<p:sldLayout xmlns:a="http://schemas.openxmlformats.org/drawingml/2006/main" xmlns:r="http://schemas.openxmlformats.org/officeDocument/2006/relationships" xmlns:p="http://schemas.openxmlformats.org/presentationml/2006/main" preserve="1" userDrawn="1">
  <p:cSld name="Copilot Impact">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3434CD3-B5AB-D10E-DB6D-E4408EEE1888}"/>
              </a:ext>
              <a:ext uri="{C183D7F6-B498-43B3-948B-1728B52AA6E4}">
                <adec:decorative xmlns:adec="http://schemas.microsoft.com/office/drawing/2017/decorative" val="1"/>
              </a:ext>
            </a:extLst>
          </p:cNvPr>
          <p:cNvGrpSpPr/>
          <p:nvPr userDrawn="1"/>
        </p:nvGrpSpPr>
        <p:grpSpPr>
          <a:xfrm>
            <a:off x="3048" y="0"/>
            <a:ext cx="12188952" cy="6858000"/>
            <a:chOff x="0" y="0"/>
            <a:chExt cx="12188952" cy="6858000"/>
          </a:xfrm>
        </p:grpSpPr>
        <p:sp>
          <p:nvSpPr>
            <p:cNvPr id="4" name="Rectangle 3">
              <a:extLst>
                <a:ext uri="{FF2B5EF4-FFF2-40B4-BE49-F238E27FC236}">
                  <a16:creationId xmlns:a16="http://schemas.microsoft.com/office/drawing/2014/main" id="{C58D21BD-6389-8481-3722-9F401AC1ECFB}"/>
                </a:ext>
              </a:extLst>
            </p:cNvPr>
            <p:cNvSpPr/>
            <p:nvPr userDrawn="1"/>
          </p:nvSpPr>
          <p:spPr bwMode="auto">
            <a:xfrm>
              <a:off x="0"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5" name="Picture 4" descr="A colorful gradient going from darker blue on the left side to light blue to magenta to orange on the right side">
              <a:extLst>
                <a:ext uri="{FF2B5EF4-FFF2-40B4-BE49-F238E27FC236}">
                  <a16:creationId xmlns:a16="http://schemas.microsoft.com/office/drawing/2014/main" id="{4BB01073-1777-1B14-214B-1FAE054897C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grpSp>
      <p:sp>
        <p:nvSpPr>
          <p:cNvPr id="25" name="Rectangle: Rounded Corners 24">
            <a:extLst>
              <a:ext uri="{FF2B5EF4-FFF2-40B4-BE49-F238E27FC236}">
                <a16:creationId xmlns:a16="http://schemas.microsoft.com/office/drawing/2014/main" id="{C73AEEC1-EA5F-9431-80A5-D3A454A59AAB}"/>
              </a:ext>
              <a:ext uri="{C183D7F6-B498-43B3-948B-1728B52AA6E4}">
                <adec:decorative xmlns:adec="http://schemas.microsoft.com/office/drawing/2017/decorative" val="1"/>
              </a:ext>
            </a:extLst>
          </p:cNvPr>
          <p:cNvSpPr/>
          <p:nvPr userDrawn="1"/>
        </p:nvSpPr>
        <p:spPr>
          <a:xfrm>
            <a:off x="8313434" y="1731038"/>
            <a:ext cx="3291840" cy="4532639"/>
          </a:xfrm>
          <a:prstGeom prst="roundRect">
            <a:avLst>
              <a:gd name="adj" fmla="val 4435"/>
            </a:avLst>
          </a:prstGeom>
          <a:solidFill>
            <a:schemeClr val="bg1"/>
          </a:solidFill>
          <a:ln w="15875">
            <a:solidFill>
              <a:schemeClr val="bg2">
                <a:lumMod val="9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R="0" lvl="0" indent="0" defTabSz="914367" fontAlgn="auto">
              <a:lnSpc>
                <a:spcPct val="100000"/>
              </a:lnSpc>
              <a:spcBef>
                <a:spcPts val="0"/>
              </a:spcBef>
              <a:spcAft>
                <a:spcPts val="0"/>
              </a:spcAft>
              <a:buClrTx/>
              <a:buSzTx/>
              <a:buFontTx/>
              <a:buNone/>
              <a:tabLst/>
            </a:pPr>
            <a:endParaRPr kumimoji="0" lang="en-US" b="0" i="0" u="none" strike="noStrike" kern="0" cap="none" spc="0" normalizeH="0" baseline="0" noProof="0">
              <a:ln>
                <a:noFill/>
              </a:ln>
              <a:solidFill>
                <a:srgbClr val="000000"/>
              </a:solidFill>
              <a:effectLst/>
              <a:uLnTx/>
              <a:uFillTx/>
              <a:latin typeface="Segoe UI"/>
              <a:cs typeface="Segoe UI"/>
            </a:endParaRPr>
          </a:p>
        </p:txBody>
      </p:sp>
      <p:sp>
        <p:nvSpPr>
          <p:cNvPr id="7" name="Title 6">
            <a:extLst>
              <a:ext uri="{FF2B5EF4-FFF2-40B4-BE49-F238E27FC236}">
                <a16:creationId xmlns:a16="http://schemas.microsoft.com/office/drawing/2014/main" id="{94584EB2-E663-4E79-1330-9D1AE176D89B}"/>
              </a:ext>
            </a:extLst>
          </p:cNvPr>
          <p:cNvSpPr>
            <a:spLocks noGrp="1"/>
          </p:cNvSpPr>
          <p:nvPr>
            <p:ph type="title"/>
          </p:nvPr>
        </p:nvSpPr>
        <p:spPr/>
        <p:txBody>
          <a:bodyPr/>
          <a:lstStyle/>
          <a:p>
            <a:r>
              <a:rPr lang="en-US"/>
              <a:t>Click to edit Master title style</a:t>
            </a:r>
          </a:p>
        </p:txBody>
      </p:sp>
      <p:sp>
        <p:nvSpPr>
          <p:cNvPr id="3" name="Text Placeholder 2">
            <a:extLst>
              <a:ext uri="{FF2B5EF4-FFF2-40B4-BE49-F238E27FC236}">
                <a16:creationId xmlns:a16="http://schemas.microsoft.com/office/drawing/2014/main" id="{47054975-9B72-B5D8-DC2C-2A1B1887D311}"/>
              </a:ext>
            </a:extLst>
          </p:cNvPr>
          <p:cNvSpPr>
            <a:spLocks noGrp="1"/>
          </p:cNvSpPr>
          <p:nvPr>
            <p:ph type="body" sz="quarter" idx="11" hasCustomPrompt="1"/>
          </p:nvPr>
        </p:nvSpPr>
        <p:spPr>
          <a:xfrm>
            <a:off x="574675" y="941388"/>
            <a:ext cx="11018520" cy="323165"/>
          </a:xfrm>
          <a:prstGeom prst="rect">
            <a:avLst/>
          </a:prstGeom>
        </p:spPr>
        <p:txBody>
          <a:bodyPr tIns="45720">
            <a:spAutoFit/>
          </a:bodyPr>
          <a:lstStyle>
            <a:lvl1pPr>
              <a:defRPr sz="1800">
                <a:solidFill>
                  <a:schemeClr val="tx1"/>
                </a:solidFill>
                <a:latin typeface="+mn-lt"/>
              </a:defRPr>
            </a:lvl1pPr>
          </a:lstStyle>
          <a:p>
            <a:pPr lvl="0"/>
            <a:r>
              <a:rPr lang="en-US"/>
              <a:t>Subtitle</a:t>
            </a:r>
          </a:p>
        </p:txBody>
      </p:sp>
      <p:sp>
        <p:nvSpPr>
          <p:cNvPr id="8" name="Rounded Rectangle 80">
            <a:extLst>
              <a:ext uri="{FF2B5EF4-FFF2-40B4-BE49-F238E27FC236}">
                <a16:creationId xmlns:a16="http://schemas.microsoft.com/office/drawing/2014/main" id="{CDA2C4DA-D9EA-4BC1-790F-5CD51FB5C7DC}"/>
              </a:ext>
              <a:ext uri="{C183D7F6-B498-43B3-948B-1728B52AA6E4}">
                <adec:decorative xmlns:adec="http://schemas.microsoft.com/office/drawing/2017/decorative" val="1"/>
              </a:ext>
            </a:extLst>
          </p:cNvPr>
          <p:cNvSpPr/>
          <p:nvPr userDrawn="1"/>
        </p:nvSpPr>
        <p:spPr bwMode="auto">
          <a:xfrm>
            <a:off x="574675" y="1737226"/>
            <a:ext cx="3291840" cy="1726634"/>
          </a:xfrm>
          <a:prstGeom prst="roundRect">
            <a:avLst>
              <a:gd name="adj" fmla="val 6254"/>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9" name="Rounded Rectangle 80">
            <a:extLst>
              <a:ext uri="{FF2B5EF4-FFF2-40B4-BE49-F238E27FC236}">
                <a16:creationId xmlns:a16="http://schemas.microsoft.com/office/drawing/2014/main" id="{91B0EE55-8281-26B9-0E61-32D2B7483583}"/>
              </a:ext>
              <a:ext uri="{C183D7F6-B498-43B3-948B-1728B52AA6E4}">
                <adec:decorative xmlns:adec="http://schemas.microsoft.com/office/drawing/2017/decorative" val="1"/>
              </a:ext>
            </a:extLst>
          </p:cNvPr>
          <p:cNvSpPr/>
          <p:nvPr userDrawn="1"/>
        </p:nvSpPr>
        <p:spPr bwMode="auto">
          <a:xfrm>
            <a:off x="4450080" y="1731039"/>
            <a:ext cx="3291840" cy="1726634"/>
          </a:xfrm>
          <a:prstGeom prst="roundRect">
            <a:avLst>
              <a:gd name="adj" fmla="val 6254"/>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cxnSp>
        <p:nvCxnSpPr>
          <p:cNvPr id="17" name="Straight Connector 16">
            <a:extLst>
              <a:ext uri="{FF2B5EF4-FFF2-40B4-BE49-F238E27FC236}">
                <a16:creationId xmlns:a16="http://schemas.microsoft.com/office/drawing/2014/main" id="{410A0039-E3A0-37BA-4F7A-197CA2A7EAF4}"/>
              </a:ext>
              <a:ext uri="{C183D7F6-B498-43B3-948B-1728B52AA6E4}">
                <adec:decorative xmlns:adec="http://schemas.microsoft.com/office/drawing/2017/decorative" val="1"/>
              </a:ext>
            </a:extLst>
          </p:cNvPr>
          <p:cNvCxnSpPr>
            <a:cxnSpLocks/>
          </p:cNvCxnSpPr>
          <p:nvPr userDrawn="1"/>
        </p:nvCxnSpPr>
        <p:spPr>
          <a:xfrm>
            <a:off x="1446415" y="3912555"/>
            <a:ext cx="6295505" cy="0"/>
          </a:xfrm>
          <a:prstGeom prst="line">
            <a:avLst/>
          </a:prstGeom>
          <a:ln w="12700">
            <a:solidFill>
              <a:srgbClr val="E1D3C7"/>
            </a:solidFill>
          </a:ln>
        </p:spPr>
        <p:style>
          <a:lnRef idx="1">
            <a:schemeClr val="accent1"/>
          </a:lnRef>
          <a:fillRef idx="0">
            <a:schemeClr val="accent1"/>
          </a:fillRef>
          <a:effectRef idx="0">
            <a:schemeClr val="accent1"/>
          </a:effectRef>
          <a:fontRef idx="minor">
            <a:schemeClr val="tx1"/>
          </a:fontRef>
        </p:style>
      </p:cxnSp>
      <p:sp>
        <p:nvSpPr>
          <p:cNvPr id="11" name="Rectangle: Rounded Corners 10">
            <a:extLst>
              <a:ext uri="{FF2B5EF4-FFF2-40B4-BE49-F238E27FC236}">
                <a16:creationId xmlns:a16="http://schemas.microsoft.com/office/drawing/2014/main" id="{B85E7996-D5BF-4B3B-BF27-C38435043BFB}"/>
              </a:ext>
            </a:extLst>
          </p:cNvPr>
          <p:cNvSpPr/>
          <p:nvPr userDrawn="1"/>
        </p:nvSpPr>
        <p:spPr>
          <a:xfrm>
            <a:off x="1326655" y="1600523"/>
            <a:ext cx="1811983" cy="393841"/>
          </a:xfrm>
          <a:prstGeom prst="roundRect">
            <a:avLst>
              <a:gd name="adj" fmla="val 50000"/>
            </a:avLst>
          </a:prstGeom>
          <a:solidFill>
            <a:schemeClr val="accent2"/>
          </a:solidFill>
          <a:ln w="19050" cap="rnd">
            <a:noFill/>
            <a:headEnd type="none" w="med" len="med"/>
            <a:tailEnd type="none" w="med" len="med"/>
          </a:ln>
          <a:effectLst>
            <a:outerShdw blurRad="63500" dist="63500" dir="2700000" algn="tl"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8288" rIns="0" bIns="45720" numCol="1" spcCol="0" rtlCol="0" fromWordArt="0" anchor="t" anchorCtr="0" forceAA="0" compatLnSpc="1">
            <a:prstTxWarp prst="textNoShape">
              <a:avLst/>
            </a:prstTxWarp>
            <a:spAutoFit/>
          </a:bodyPr>
          <a:lstStyle/>
          <a:p>
            <a:pPr algn="ctr" defTabSz="932449">
              <a:spcBef>
                <a:spcPts val="600"/>
              </a:spcBef>
            </a:pPr>
            <a:r>
              <a:rPr lang="en-US" sz="1400">
                <a:gradFill>
                  <a:gsLst>
                    <a:gs pos="1399">
                      <a:srgbClr val="FFFFFF"/>
                    </a:gs>
                    <a:gs pos="17000">
                      <a:srgbClr val="FFFFFF"/>
                    </a:gs>
                  </a:gsLst>
                  <a:path path="circle">
                    <a:fillToRect l="100000" t="100000"/>
                  </a:path>
                </a:gradFill>
                <a:latin typeface="+mj-lt"/>
              </a:rPr>
              <a:t>Ambition</a:t>
            </a:r>
          </a:p>
        </p:txBody>
      </p:sp>
      <p:sp>
        <p:nvSpPr>
          <p:cNvPr id="29" name="Text Placeholder 28">
            <a:extLst>
              <a:ext uri="{FF2B5EF4-FFF2-40B4-BE49-F238E27FC236}">
                <a16:creationId xmlns:a16="http://schemas.microsoft.com/office/drawing/2014/main" id="{4FC9B34B-5A81-3A09-10FB-9C41354FF6E1}"/>
              </a:ext>
            </a:extLst>
          </p:cNvPr>
          <p:cNvSpPr>
            <a:spLocks noGrp="1"/>
          </p:cNvSpPr>
          <p:nvPr>
            <p:ph type="body" sz="quarter" idx="15"/>
          </p:nvPr>
        </p:nvSpPr>
        <p:spPr>
          <a:xfrm>
            <a:off x="584200" y="2173080"/>
            <a:ext cx="3292475" cy="630942"/>
          </a:xfrm>
          <a:prstGeom prst="rect">
            <a:avLst/>
          </a:prstGeom>
        </p:spPr>
        <p:txBody>
          <a:bodyPr lIns="137160" rIns="137160"/>
          <a:lstStyle>
            <a:lvl1pPr>
              <a:defRPr sz="1200">
                <a:solidFill>
                  <a:schemeClr val="tx2"/>
                </a:solidFill>
                <a:latin typeface="+mn-lt"/>
              </a:defRPr>
            </a:lvl1pPr>
            <a:lvl2pPr>
              <a:spcBef>
                <a:spcPts val="300"/>
              </a:spcBef>
              <a:defRPr sz="1200"/>
            </a:lvl2pPr>
            <a:lvl3pPr marL="164592" indent="-164592">
              <a:spcBef>
                <a:spcPts val="300"/>
              </a:spcBef>
              <a:defRPr sz="1200"/>
            </a:lvl3pPr>
          </a:lstStyle>
          <a:p>
            <a:pPr lvl="0"/>
            <a:r>
              <a:rPr lang="en-US"/>
              <a:t>Click to edit Master text styles</a:t>
            </a:r>
          </a:p>
          <a:p>
            <a:pPr lvl="1"/>
            <a:r>
              <a:rPr lang="en-US"/>
              <a:t>Second level</a:t>
            </a:r>
          </a:p>
          <a:p>
            <a:pPr lvl="2"/>
            <a:r>
              <a:rPr lang="en-US"/>
              <a:t>Third level</a:t>
            </a:r>
          </a:p>
        </p:txBody>
      </p:sp>
      <p:sp>
        <p:nvSpPr>
          <p:cNvPr id="12" name="Rectangle: Rounded Corners 10">
            <a:extLst>
              <a:ext uri="{FF2B5EF4-FFF2-40B4-BE49-F238E27FC236}">
                <a16:creationId xmlns:a16="http://schemas.microsoft.com/office/drawing/2014/main" id="{73B0FA2C-E203-6C45-E612-A0DCBE0437A7}"/>
              </a:ext>
            </a:extLst>
          </p:cNvPr>
          <p:cNvSpPr/>
          <p:nvPr userDrawn="1"/>
        </p:nvSpPr>
        <p:spPr>
          <a:xfrm>
            <a:off x="5190009" y="1594510"/>
            <a:ext cx="1811983" cy="393841"/>
          </a:xfrm>
          <a:prstGeom prst="roundRect">
            <a:avLst>
              <a:gd name="adj" fmla="val 50000"/>
            </a:avLst>
          </a:prstGeom>
          <a:solidFill>
            <a:schemeClr val="accent2"/>
          </a:solidFill>
          <a:ln w="19050" cap="rnd">
            <a:noFill/>
            <a:headEnd type="none" w="med" len="med"/>
            <a:tailEnd type="none" w="med" len="med"/>
          </a:ln>
          <a:effectLst>
            <a:outerShdw blurRad="63500" dist="63500" dir="2700000" algn="tl"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8288" rIns="0" bIns="45720" numCol="1" spcCol="0" rtlCol="0" fromWordArt="0" anchor="t" anchorCtr="0" forceAA="0" compatLnSpc="1">
            <a:prstTxWarp prst="textNoShape">
              <a:avLst/>
            </a:prstTxWarp>
            <a:spAutoFit/>
          </a:bodyPr>
          <a:lstStyle/>
          <a:p>
            <a:pPr algn="ctr" defTabSz="932449">
              <a:spcBef>
                <a:spcPts val="600"/>
              </a:spcBef>
            </a:pPr>
            <a:r>
              <a:rPr lang="en-US" sz="1400">
                <a:gradFill>
                  <a:gsLst>
                    <a:gs pos="1399">
                      <a:srgbClr val="FFFFFF"/>
                    </a:gs>
                    <a:gs pos="17000">
                      <a:srgbClr val="FFFFFF"/>
                    </a:gs>
                  </a:gsLst>
                  <a:path path="circle">
                    <a:fillToRect l="100000" t="100000"/>
                  </a:path>
                </a:gradFill>
                <a:latin typeface="+mj-lt"/>
              </a:rPr>
              <a:t>Goal</a:t>
            </a:r>
          </a:p>
        </p:txBody>
      </p:sp>
      <p:sp>
        <p:nvSpPr>
          <p:cNvPr id="30" name="Text Placeholder 28">
            <a:extLst>
              <a:ext uri="{FF2B5EF4-FFF2-40B4-BE49-F238E27FC236}">
                <a16:creationId xmlns:a16="http://schemas.microsoft.com/office/drawing/2014/main" id="{6F8A2CCA-7BDC-25F6-6FE5-3B70990275F7}"/>
              </a:ext>
            </a:extLst>
          </p:cNvPr>
          <p:cNvSpPr>
            <a:spLocks noGrp="1"/>
          </p:cNvSpPr>
          <p:nvPr>
            <p:ph type="body" sz="quarter" idx="16"/>
          </p:nvPr>
        </p:nvSpPr>
        <p:spPr>
          <a:xfrm>
            <a:off x="4459538" y="2173078"/>
            <a:ext cx="3292475" cy="630942"/>
          </a:xfrm>
          <a:prstGeom prst="rect">
            <a:avLst/>
          </a:prstGeom>
        </p:spPr>
        <p:txBody>
          <a:bodyPr lIns="137160" rIns="137160"/>
          <a:lstStyle>
            <a:lvl1pPr>
              <a:defRPr sz="1200">
                <a:solidFill>
                  <a:schemeClr val="tx2"/>
                </a:solidFill>
                <a:latin typeface="+mn-lt"/>
              </a:defRPr>
            </a:lvl1pPr>
            <a:lvl2pPr>
              <a:spcBef>
                <a:spcPts val="300"/>
              </a:spcBef>
              <a:defRPr sz="1200"/>
            </a:lvl2pPr>
            <a:lvl3pPr marL="164592" indent="-164592">
              <a:spcBef>
                <a:spcPts val="300"/>
              </a:spcBef>
              <a:defRPr sz="1200"/>
            </a:lvl3pPr>
          </a:lstStyle>
          <a:p>
            <a:pPr lvl="0"/>
            <a:r>
              <a:rPr lang="en-US"/>
              <a:t>Click to edit Master text styles</a:t>
            </a:r>
          </a:p>
          <a:p>
            <a:pPr lvl="1"/>
            <a:r>
              <a:rPr lang="en-US"/>
              <a:t>Second level</a:t>
            </a:r>
          </a:p>
          <a:p>
            <a:pPr lvl="2"/>
            <a:r>
              <a:rPr lang="en-US"/>
              <a:t>Third level</a:t>
            </a:r>
          </a:p>
        </p:txBody>
      </p:sp>
      <p:sp>
        <p:nvSpPr>
          <p:cNvPr id="10" name="Rectangle: Rounded Corners 10">
            <a:extLst>
              <a:ext uri="{FF2B5EF4-FFF2-40B4-BE49-F238E27FC236}">
                <a16:creationId xmlns:a16="http://schemas.microsoft.com/office/drawing/2014/main" id="{F0543597-4B2E-D145-DF30-735818C8166B}"/>
              </a:ext>
            </a:extLst>
          </p:cNvPr>
          <p:cNvSpPr/>
          <p:nvPr userDrawn="1"/>
        </p:nvSpPr>
        <p:spPr>
          <a:xfrm>
            <a:off x="9053363" y="1600523"/>
            <a:ext cx="1811983" cy="393841"/>
          </a:xfrm>
          <a:prstGeom prst="roundRect">
            <a:avLst>
              <a:gd name="adj" fmla="val 50000"/>
            </a:avLst>
          </a:prstGeom>
          <a:solidFill>
            <a:schemeClr val="accent2"/>
          </a:solidFill>
          <a:ln w="19050" cap="rnd">
            <a:noFill/>
            <a:headEnd type="none" w="med" len="med"/>
            <a:tailEnd type="none" w="med" len="med"/>
          </a:ln>
          <a:effectLst>
            <a:outerShdw blurRad="63500" dist="63500" dir="2700000" algn="tl"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8288" rIns="0" bIns="45720" numCol="1" spcCol="0" rtlCol="0" fromWordArt="0" anchor="t" anchorCtr="0" forceAA="0" compatLnSpc="1">
            <a:prstTxWarp prst="textNoShape">
              <a:avLst/>
            </a:prstTxWarp>
            <a:spAutoFit/>
          </a:bodyPr>
          <a:lstStyle/>
          <a:p>
            <a:pPr algn="ctr" defTabSz="932449">
              <a:spcBef>
                <a:spcPts val="600"/>
              </a:spcBef>
            </a:pPr>
            <a:r>
              <a:rPr lang="en-US" sz="1400">
                <a:gradFill>
                  <a:gsLst>
                    <a:gs pos="1399">
                      <a:srgbClr val="FFFFFF"/>
                    </a:gs>
                    <a:gs pos="17000">
                      <a:srgbClr val="FFFFFF"/>
                    </a:gs>
                  </a:gsLst>
                  <a:path path="circle">
                    <a:fillToRect l="100000" t="100000"/>
                  </a:path>
                </a:gradFill>
                <a:latin typeface="+mj-lt"/>
              </a:rPr>
              <a:t>Approach</a:t>
            </a:r>
          </a:p>
        </p:txBody>
      </p:sp>
      <p:sp>
        <p:nvSpPr>
          <p:cNvPr id="31" name="Text Placeholder 28">
            <a:extLst>
              <a:ext uri="{FF2B5EF4-FFF2-40B4-BE49-F238E27FC236}">
                <a16:creationId xmlns:a16="http://schemas.microsoft.com/office/drawing/2014/main" id="{886F4193-138B-1E76-C9D9-CA0008A99DB1}"/>
              </a:ext>
            </a:extLst>
          </p:cNvPr>
          <p:cNvSpPr>
            <a:spLocks noGrp="1"/>
          </p:cNvSpPr>
          <p:nvPr>
            <p:ph type="body" sz="quarter" idx="17"/>
          </p:nvPr>
        </p:nvSpPr>
        <p:spPr>
          <a:xfrm>
            <a:off x="8303341" y="2724017"/>
            <a:ext cx="3292475" cy="184666"/>
          </a:xfrm>
          <a:prstGeom prst="rect">
            <a:avLst/>
          </a:prstGeom>
        </p:spPr>
        <p:txBody>
          <a:bodyPr lIns="137160" rIns="137160" anchor="ctr" anchorCtr="0">
            <a:spAutoFit/>
          </a:bodyPr>
          <a:lstStyle>
            <a:lvl1pPr>
              <a:defRPr sz="1200">
                <a:solidFill>
                  <a:schemeClr val="tx2"/>
                </a:solidFill>
                <a:latin typeface="+mn-lt"/>
              </a:defRPr>
            </a:lvl1pPr>
          </a:lstStyle>
          <a:p>
            <a:pPr lvl="0"/>
            <a:r>
              <a:rPr lang="en-US"/>
              <a:t>Click to edit Master text styles</a:t>
            </a:r>
          </a:p>
        </p:txBody>
      </p:sp>
      <p:sp>
        <p:nvSpPr>
          <p:cNvPr id="32" name="Text Placeholder 28">
            <a:extLst>
              <a:ext uri="{FF2B5EF4-FFF2-40B4-BE49-F238E27FC236}">
                <a16:creationId xmlns:a16="http://schemas.microsoft.com/office/drawing/2014/main" id="{69EF917B-94C4-921E-4DE6-565DF1DEB811}"/>
              </a:ext>
            </a:extLst>
          </p:cNvPr>
          <p:cNvSpPr>
            <a:spLocks noGrp="1"/>
          </p:cNvSpPr>
          <p:nvPr>
            <p:ph type="body" sz="quarter" idx="18"/>
          </p:nvPr>
        </p:nvSpPr>
        <p:spPr>
          <a:xfrm>
            <a:off x="8303341" y="4133079"/>
            <a:ext cx="3292475" cy="184666"/>
          </a:xfrm>
          <a:prstGeom prst="rect">
            <a:avLst/>
          </a:prstGeom>
        </p:spPr>
        <p:txBody>
          <a:bodyPr lIns="137160" rIns="137160" anchor="ctr" anchorCtr="0">
            <a:spAutoFit/>
          </a:bodyPr>
          <a:lstStyle>
            <a:lvl1pPr>
              <a:defRPr sz="1200">
                <a:solidFill>
                  <a:schemeClr val="tx2"/>
                </a:solidFill>
                <a:latin typeface="+mn-lt"/>
              </a:defRPr>
            </a:lvl1pPr>
          </a:lstStyle>
          <a:p>
            <a:pPr lvl="0"/>
            <a:r>
              <a:rPr lang="en-US"/>
              <a:t>Click to edit Master text styles</a:t>
            </a:r>
          </a:p>
        </p:txBody>
      </p:sp>
      <p:sp>
        <p:nvSpPr>
          <p:cNvPr id="33" name="Text Placeholder 28">
            <a:extLst>
              <a:ext uri="{FF2B5EF4-FFF2-40B4-BE49-F238E27FC236}">
                <a16:creationId xmlns:a16="http://schemas.microsoft.com/office/drawing/2014/main" id="{AED83C3E-CA1F-3974-41A1-2B0AF3E88B38}"/>
              </a:ext>
            </a:extLst>
          </p:cNvPr>
          <p:cNvSpPr>
            <a:spLocks noGrp="1"/>
          </p:cNvSpPr>
          <p:nvPr>
            <p:ph type="body" sz="quarter" idx="19"/>
          </p:nvPr>
        </p:nvSpPr>
        <p:spPr>
          <a:xfrm>
            <a:off x="8303341" y="5542140"/>
            <a:ext cx="3292475" cy="184666"/>
          </a:xfrm>
          <a:prstGeom prst="rect">
            <a:avLst/>
          </a:prstGeom>
        </p:spPr>
        <p:txBody>
          <a:bodyPr lIns="137160" rIns="137160" anchor="ctr" anchorCtr="0">
            <a:spAutoFit/>
          </a:bodyPr>
          <a:lstStyle>
            <a:lvl1pPr>
              <a:defRPr sz="1200">
                <a:solidFill>
                  <a:schemeClr val="tx2"/>
                </a:solidFill>
                <a:latin typeface="+mn-lt"/>
              </a:defRPr>
            </a:lvl1pPr>
          </a:lstStyle>
          <a:p>
            <a:pPr lvl="0"/>
            <a:r>
              <a:rPr lang="en-US"/>
              <a:t>Click to edit Master text styles</a:t>
            </a:r>
          </a:p>
        </p:txBody>
      </p:sp>
      <p:sp>
        <p:nvSpPr>
          <p:cNvPr id="18" name="Rectangle: Rounded Corners 17">
            <a:extLst>
              <a:ext uri="{FF2B5EF4-FFF2-40B4-BE49-F238E27FC236}">
                <a16:creationId xmlns:a16="http://schemas.microsoft.com/office/drawing/2014/main" id="{DE602759-D5CB-59FB-83DC-41FC240A198E}"/>
              </a:ext>
              <a:ext uri="{C183D7F6-B498-43B3-948B-1728B52AA6E4}">
                <adec:decorative xmlns:adec="http://schemas.microsoft.com/office/drawing/2017/decorative" val="1"/>
              </a:ext>
            </a:extLst>
          </p:cNvPr>
          <p:cNvSpPr/>
          <p:nvPr userDrawn="1"/>
        </p:nvSpPr>
        <p:spPr>
          <a:xfrm>
            <a:off x="574675" y="4526322"/>
            <a:ext cx="2103120" cy="1737360"/>
          </a:xfrm>
          <a:prstGeom prst="roundRect">
            <a:avLst>
              <a:gd name="adj" fmla="val 6215"/>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R="0" lvl="0" indent="0" defTabSz="932472" fontAlgn="base">
              <a:lnSpc>
                <a:spcPct val="100000"/>
              </a:lnSpc>
              <a:spcBef>
                <a:spcPct val="0"/>
              </a:spcBef>
              <a:spcAft>
                <a:spcPct val="0"/>
              </a:spcAft>
              <a:buClrTx/>
              <a:buSzTx/>
              <a:buFontTx/>
              <a:buNone/>
              <a:tabLst/>
            </a:pPr>
            <a:endParaRPr kumimoji="0" lang="en-US" sz="2000" b="0" i="0" u="none" strike="noStrike" cap="none" spc="0" normalizeH="0" baseline="0" noProof="0">
              <a:ln>
                <a:noFill/>
              </a:ln>
              <a:solidFill>
                <a:srgbClr val="FFFFFF"/>
              </a:solidFill>
              <a:effectLst/>
              <a:uLnTx/>
              <a:uFillTx/>
              <a:latin typeface="Segoe Sans Display" pitchFamily="2" charset="0"/>
              <a:ea typeface="Calibri" panose="020F0502020204030204" pitchFamily="34" charset="0"/>
              <a:cs typeface="Segoe Sans Display" pitchFamily="2" charset="0"/>
            </a:endParaRPr>
          </a:p>
        </p:txBody>
      </p:sp>
      <p:sp>
        <p:nvSpPr>
          <p:cNvPr id="19" name="Rectangle: Rounded Corners 18">
            <a:extLst>
              <a:ext uri="{FF2B5EF4-FFF2-40B4-BE49-F238E27FC236}">
                <a16:creationId xmlns:a16="http://schemas.microsoft.com/office/drawing/2014/main" id="{3760FDA5-25E5-23EE-82B9-EF5F45D85349}"/>
              </a:ext>
              <a:ext uri="{C183D7F6-B498-43B3-948B-1728B52AA6E4}">
                <adec:decorative xmlns:adec="http://schemas.microsoft.com/office/drawing/2017/decorative" val="1"/>
              </a:ext>
            </a:extLst>
          </p:cNvPr>
          <p:cNvSpPr/>
          <p:nvPr userDrawn="1"/>
        </p:nvSpPr>
        <p:spPr>
          <a:xfrm>
            <a:off x="3095983" y="4526322"/>
            <a:ext cx="2103120" cy="1737360"/>
          </a:xfrm>
          <a:prstGeom prst="roundRect">
            <a:avLst>
              <a:gd name="adj" fmla="val 6215"/>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R="0" lvl="0" indent="0" defTabSz="932472" fontAlgn="base">
              <a:lnSpc>
                <a:spcPct val="100000"/>
              </a:lnSpc>
              <a:spcBef>
                <a:spcPct val="0"/>
              </a:spcBef>
              <a:spcAft>
                <a:spcPct val="0"/>
              </a:spcAft>
              <a:buClrTx/>
              <a:buSzTx/>
              <a:buFontTx/>
              <a:buNone/>
              <a:tabLst/>
            </a:pPr>
            <a:endParaRPr kumimoji="0" lang="en-US" sz="2000" b="0" i="0" u="none" strike="noStrike" cap="none" spc="0" normalizeH="0" baseline="0" noProof="0">
              <a:ln>
                <a:noFill/>
              </a:ln>
              <a:solidFill>
                <a:srgbClr val="FFFFFF"/>
              </a:solidFill>
              <a:effectLst/>
              <a:uLnTx/>
              <a:uFillTx/>
              <a:latin typeface="Segoe Sans Display" pitchFamily="2" charset="0"/>
              <a:ea typeface="Calibri" panose="020F0502020204030204" pitchFamily="34" charset="0"/>
              <a:cs typeface="Segoe Sans Display" pitchFamily="2" charset="0"/>
            </a:endParaRPr>
          </a:p>
        </p:txBody>
      </p:sp>
      <p:sp>
        <p:nvSpPr>
          <p:cNvPr id="20" name="Rectangle: Rounded Corners 19">
            <a:extLst>
              <a:ext uri="{FF2B5EF4-FFF2-40B4-BE49-F238E27FC236}">
                <a16:creationId xmlns:a16="http://schemas.microsoft.com/office/drawing/2014/main" id="{0D5F0863-145A-E1F3-AC3C-9EFE022839A1}"/>
              </a:ext>
              <a:ext uri="{C183D7F6-B498-43B3-948B-1728B52AA6E4}">
                <adec:decorative xmlns:adec="http://schemas.microsoft.com/office/drawing/2017/decorative" val="1"/>
              </a:ext>
            </a:extLst>
          </p:cNvPr>
          <p:cNvSpPr/>
          <p:nvPr userDrawn="1"/>
        </p:nvSpPr>
        <p:spPr>
          <a:xfrm>
            <a:off x="5617291" y="4526322"/>
            <a:ext cx="2103120" cy="1737360"/>
          </a:xfrm>
          <a:prstGeom prst="roundRect">
            <a:avLst>
              <a:gd name="adj" fmla="val 6215"/>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R="0" lvl="0" indent="0" defTabSz="932472" fontAlgn="base">
              <a:lnSpc>
                <a:spcPct val="100000"/>
              </a:lnSpc>
              <a:spcBef>
                <a:spcPct val="0"/>
              </a:spcBef>
              <a:spcAft>
                <a:spcPct val="0"/>
              </a:spcAft>
              <a:buClrTx/>
              <a:buSzTx/>
              <a:buFontTx/>
              <a:buNone/>
              <a:tabLst/>
            </a:pPr>
            <a:endParaRPr kumimoji="0" lang="en-US" sz="2000" b="0" i="0" u="none" strike="noStrike" cap="none" spc="0" normalizeH="0" baseline="0" noProof="0">
              <a:ln>
                <a:noFill/>
              </a:ln>
              <a:solidFill>
                <a:srgbClr val="FFFFFF"/>
              </a:solidFill>
              <a:effectLst/>
              <a:uLnTx/>
              <a:uFillTx/>
              <a:latin typeface="Segoe Sans Display" pitchFamily="2" charset="0"/>
              <a:ea typeface="Calibri" panose="020F0502020204030204" pitchFamily="34" charset="0"/>
              <a:cs typeface="Segoe Sans Display" pitchFamily="2" charset="0"/>
            </a:endParaRPr>
          </a:p>
        </p:txBody>
      </p:sp>
      <p:sp>
        <p:nvSpPr>
          <p:cNvPr id="28" name="Text Placeholder 28">
            <a:extLst>
              <a:ext uri="{FF2B5EF4-FFF2-40B4-BE49-F238E27FC236}">
                <a16:creationId xmlns:a16="http://schemas.microsoft.com/office/drawing/2014/main" id="{584837D6-9AC9-DF6F-24DC-BD68727F06D3}"/>
              </a:ext>
            </a:extLst>
          </p:cNvPr>
          <p:cNvSpPr>
            <a:spLocks noGrp="1"/>
          </p:cNvSpPr>
          <p:nvPr>
            <p:ph type="body" sz="quarter" idx="21"/>
          </p:nvPr>
        </p:nvSpPr>
        <p:spPr>
          <a:xfrm>
            <a:off x="584201" y="4183194"/>
            <a:ext cx="1968500" cy="215444"/>
          </a:xfrm>
          <a:prstGeom prst="rect">
            <a:avLst/>
          </a:prstGeom>
        </p:spPr>
        <p:txBody>
          <a:bodyPr lIns="0" rIns="0"/>
          <a:lstStyle>
            <a:lvl1pPr>
              <a:defRPr sz="1400">
                <a:solidFill>
                  <a:schemeClr val="tx2"/>
                </a:solidFill>
                <a:latin typeface="+mn-lt"/>
              </a:defRPr>
            </a:lvl1pPr>
          </a:lstStyle>
          <a:p>
            <a:pPr lvl="0"/>
            <a:r>
              <a:rPr lang="en-US"/>
              <a:t>Click to edit</a:t>
            </a:r>
          </a:p>
        </p:txBody>
      </p:sp>
      <p:sp>
        <p:nvSpPr>
          <p:cNvPr id="27" name="Text Placeholder 26">
            <a:extLst>
              <a:ext uri="{FF2B5EF4-FFF2-40B4-BE49-F238E27FC236}">
                <a16:creationId xmlns:a16="http://schemas.microsoft.com/office/drawing/2014/main" id="{1966A5F5-487F-38E2-31AD-69410881CD41}"/>
              </a:ext>
            </a:extLst>
          </p:cNvPr>
          <p:cNvSpPr>
            <a:spLocks noGrp="1"/>
          </p:cNvSpPr>
          <p:nvPr>
            <p:ph type="body" sz="quarter" idx="20"/>
          </p:nvPr>
        </p:nvSpPr>
        <p:spPr>
          <a:xfrm>
            <a:off x="574675" y="3758667"/>
            <a:ext cx="1450012" cy="276999"/>
          </a:xfrm>
          <a:prstGeom prst="rect">
            <a:avLst/>
          </a:prstGeom>
          <a:solidFill>
            <a:srgbClr val="FFF8F3"/>
          </a:solidFill>
        </p:spPr>
        <p:txBody>
          <a:bodyPr wrap="none" rIns="182880"/>
          <a:lstStyle>
            <a:lvl1pPr>
              <a:defRPr sz="1800">
                <a:solidFill>
                  <a:schemeClr val="accent2">
                    <a:lumMod val="75000"/>
                  </a:schemeClr>
                </a:solidFill>
              </a:defRPr>
            </a:lvl1pPr>
          </a:lstStyle>
          <a:p>
            <a:pPr lvl="0"/>
            <a:r>
              <a:rPr lang="en-US"/>
              <a:t>Click to edit</a:t>
            </a:r>
          </a:p>
        </p:txBody>
      </p:sp>
      <p:sp>
        <p:nvSpPr>
          <p:cNvPr id="22" name="Text Placeholder 21">
            <a:extLst>
              <a:ext uri="{FF2B5EF4-FFF2-40B4-BE49-F238E27FC236}">
                <a16:creationId xmlns:a16="http://schemas.microsoft.com/office/drawing/2014/main" id="{8D49B5AF-A581-8673-2F9A-D713A4B557EC}"/>
              </a:ext>
            </a:extLst>
          </p:cNvPr>
          <p:cNvSpPr>
            <a:spLocks noGrp="1"/>
          </p:cNvSpPr>
          <p:nvPr>
            <p:ph type="body" sz="quarter" idx="12" hasCustomPrompt="1"/>
          </p:nvPr>
        </p:nvSpPr>
        <p:spPr>
          <a:xfrm>
            <a:off x="574675" y="4667250"/>
            <a:ext cx="2103120" cy="938719"/>
          </a:xfrm>
          <a:prstGeom prst="rect">
            <a:avLst/>
          </a:prstGeom>
        </p:spPr>
        <p:txBody>
          <a:bodyPr lIns="137160" rIns="137160"/>
          <a:lstStyle>
            <a:lvl1pPr>
              <a:spcBef>
                <a:spcPts val="0"/>
              </a:spcBef>
              <a:defRPr sz="3200">
                <a:solidFill>
                  <a:schemeClr val="accent2">
                    <a:lumMod val="75000"/>
                  </a:schemeClr>
                </a:solidFill>
              </a:defRPr>
            </a:lvl1pPr>
            <a:lvl2pPr>
              <a:spcBef>
                <a:spcPts val="0"/>
              </a:spcBef>
              <a:defRPr sz="1200">
                <a:solidFill>
                  <a:schemeClr val="tx2"/>
                </a:solidFill>
              </a:defRPr>
            </a:lvl2pPr>
            <a:lvl3pPr marL="0" indent="0">
              <a:buNone/>
              <a:defRPr sz="1200" i="1"/>
            </a:lvl3pPr>
          </a:lstStyle>
          <a:p>
            <a:pPr lvl="0"/>
            <a:r>
              <a:rPr lang="en-US"/>
              <a:t>##%</a:t>
            </a:r>
          </a:p>
          <a:p>
            <a:pPr lvl="1"/>
            <a:r>
              <a:rPr lang="en-US"/>
              <a:t>Second level</a:t>
            </a:r>
          </a:p>
          <a:p>
            <a:pPr lvl="2"/>
            <a:r>
              <a:rPr lang="en-US"/>
              <a:t>Third level</a:t>
            </a:r>
          </a:p>
        </p:txBody>
      </p:sp>
      <p:sp>
        <p:nvSpPr>
          <p:cNvPr id="35" name="Text Placeholder 28">
            <a:extLst>
              <a:ext uri="{FF2B5EF4-FFF2-40B4-BE49-F238E27FC236}">
                <a16:creationId xmlns:a16="http://schemas.microsoft.com/office/drawing/2014/main" id="{E21B1086-03D4-D8A6-EDF7-B21D17180E66}"/>
              </a:ext>
            </a:extLst>
          </p:cNvPr>
          <p:cNvSpPr>
            <a:spLocks noGrp="1"/>
          </p:cNvSpPr>
          <p:nvPr>
            <p:ph type="body" sz="quarter" idx="22"/>
          </p:nvPr>
        </p:nvSpPr>
        <p:spPr>
          <a:xfrm>
            <a:off x="3114122" y="4183194"/>
            <a:ext cx="1968500" cy="215444"/>
          </a:xfrm>
          <a:prstGeom prst="rect">
            <a:avLst/>
          </a:prstGeom>
        </p:spPr>
        <p:txBody>
          <a:bodyPr lIns="0" rIns="0"/>
          <a:lstStyle>
            <a:lvl1pPr>
              <a:defRPr sz="1400">
                <a:solidFill>
                  <a:schemeClr val="tx2"/>
                </a:solidFill>
                <a:latin typeface="+mn-lt"/>
              </a:defRPr>
            </a:lvl1pPr>
          </a:lstStyle>
          <a:p>
            <a:pPr lvl="0"/>
            <a:r>
              <a:rPr lang="en-US"/>
              <a:t>Click to edit</a:t>
            </a:r>
          </a:p>
        </p:txBody>
      </p:sp>
      <p:sp>
        <p:nvSpPr>
          <p:cNvPr id="23" name="Text Placeholder 21">
            <a:extLst>
              <a:ext uri="{FF2B5EF4-FFF2-40B4-BE49-F238E27FC236}">
                <a16:creationId xmlns:a16="http://schemas.microsoft.com/office/drawing/2014/main" id="{E74B66BA-251D-787B-1669-F62538B0EF4D}"/>
              </a:ext>
            </a:extLst>
          </p:cNvPr>
          <p:cNvSpPr>
            <a:spLocks noGrp="1"/>
          </p:cNvSpPr>
          <p:nvPr>
            <p:ph type="body" sz="quarter" idx="13" hasCustomPrompt="1"/>
          </p:nvPr>
        </p:nvSpPr>
        <p:spPr>
          <a:xfrm>
            <a:off x="3102008" y="4667250"/>
            <a:ext cx="2103120" cy="938719"/>
          </a:xfrm>
          <a:prstGeom prst="rect">
            <a:avLst/>
          </a:prstGeom>
        </p:spPr>
        <p:txBody>
          <a:bodyPr lIns="137160" rIns="137160"/>
          <a:lstStyle>
            <a:lvl1pPr>
              <a:spcBef>
                <a:spcPts val="0"/>
              </a:spcBef>
              <a:defRPr sz="3200">
                <a:solidFill>
                  <a:schemeClr val="accent2">
                    <a:lumMod val="75000"/>
                  </a:schemeClr>
                </a:solidFill>
              </a:defRPr>
            </a:lvl1pPr>
            <a:lvl2pPr>
              <a:spcBef>
                <a:spcPts val="0"/>
              </a:spcBef>
              <a:defRPr sz="1200">
                <a:solidFill>
                  <a:schemeClr val="tx2"/>
                </a:solidFill>
              </a:defRPr>
            </a:lvl2pPr>
            <a:lvl3pPr marL="0" indent="0">
              <a:buNone/>
              <a:defRPr sz="1200" i="1"/>
            </a:lvl3pPr>
          </a:lstStyle>
          <a:p>
            <a:pPr lvl="0"/>
            <a:r>
              <a:rPr lang="en-US"/>
              <a:t>##%</a:t>
            </a:r>
          </a:p>
          <a:p>
            <a:pPr lvl="1"/>
            <a:r>
              <a:rPr lang="en-US"/>
              <a:t>Second level</a:t>
            </a:r>
          </a:p>
          <a:p>
            <a:pPr lvl="2"/>
            <a:r>
              <a:rPr lang="en-US"/>
              <a:t>Third level</a:t>
            </a:r>
          </a:p>
        </p:txBody>
      </p:sp>
      <p:sp>
        <p:nvSpPr>
          <p:cNvPr id="36" name="Text Placeholder 28">
            <a:extLst>
              <a:ext uri="{FF2B5EF4-FFF2-40B4-BE49-F238E27FC236}">
                <a16:creationId xmlns:a16="http://schemas.microsoft.com/office/drawing/2014/main" id="{A9C7A361-EF4F-2E3F-4751-8E8BA9FDC9D8}"/>
              </a:ext>
            </a:extLst>
          </p:cNvPr>
          <p:cNvSpPr>
            <a:spLocks noGrp="1"/>
          </p:cNvSpPr>
          <p:nvPr>
            <p:ph type="body" sz="quarter" idx="23"/>
          </p:nvPr>
        </p:nvSpPr>
        <p:spPr>
          <a:xfrm>
            <a:off x="5629404" y="4183194"/>
            <a:ext cx="1968500" cy="215444"/>
          </a:xfrm>
          <a:prstGeom prst="rect">
            <a:avLst/>
          </a:prstGeom>
        </p:spPr>
        <p:txBody>
          <a:bodyPr lIns="0" rIns="0"/>
          <a:lstStyle>
            <a:lvl1pPr>
              <a:defRPr sz="1400">
                <a:solidFill>
                  <a:schemeClr val="tx2"/>
                </a:solidFill>
                <a:latin typeface="+mn-lt"/>
              </a:defRPr>
            </a:lvl1pPr>
          </a:lstStyle>
          <a:p>
            <a:pPr lvl="0"/>
            <a:r>
              <a:rPr lang="en-US"/>
              <a:t>Click to edit</a:t>
            </a:r>
          </a:p>
        </p:txBody>
      </p:sp>
      <p:sp>
        <p:nvSpPr>
          <p:cNvPr id="24" name="Text Placeholder 21">
            <a:extLst>
              <a:ext uri="{FF2B5EF4-FFF2-40B4-BE49-F238E27FC236}">
                <a16:creationId xmlns:a16="http://schemas.microsoft.com/office/drawing/2014/main" id="{D3CB9839-F2F7-C392-76E9-C1522FB24EDE}"/>
              </a:ext>
            </a:extLst>
          </p:cNvPr>
          <p:cNvSpPr>
            <a:spLocks noGrp="1"/>
          </p:cNvSpPr>
          <p:nvPr>
            <p:ph type="body" sz="quarter" idx="14" hasCustomPrompt="1"/>
          </p:nvPr>
        </p:nvSpPr>
        <p:spPr>
          <a:xfrm>
            <a:off x="5617291" y="4667250"/>
            <a:ext cx="2103120" cy="938719"/>
          </a:xfrm>
          <a:prstGeom prst="rect">
            <a:avLst/>
          </a:prstGeom>
        </p:spPr>
        <p:txBody>
          <a:bodyPr lIns="137160" rIns="137160"/>
          <a:lstStyle>
            <a:lvl1pPr>
              <a:spcBef>
                <a:spcPts val="0"/>
              </a:spcBef>
              <a:defRPr sz="3200">
                <a:solidFill>
                  <a:schemeClr val="accent2">
                    <a:lumMod val="75000"/>
                  </a:schemeClr>
                </a:solidFill>
              </a:defRPr>
            </a:lvl1pPr>
            <a:lvl2pPr>
              <a:spcBef>
                <a:spcPts val="0"/>
              </a:spcBef>
              <a:defRPr sz="1200">
                <a:solidFill>
                  <a:schemeClr val="tx2"/>
                </a:solidFill>
              </a:defRPr>
            </a:lvl2pPr>
            <a:lvl3pPr marL="0" indent="0">
              <a:buNone/>
              <a:defRPr sz="1200" i="1"/>
            </a:lvl3pPr>
          </a:lstStyle>
          <a:p>
            <a:pPr lvl="0"/>
            <a:r>
              <a:rPr lang="en-US"/>
              <a:t>##%</a:t>
            </a:r>
          </a:p>
          <a:p>
            <a:pPr lvl="1"/>
            <a:r>
              <a:rPr lang="en-US"/>
              <a:t>Second level</a:t>
            </a:r>
          </a:p>
          <a:p>
            <a:pPr lvl="2"/>
            <a:r>
              <a:rPr lang="en-US" sz="1200"/>
              <a:t>Third level</a:t>
            </a:r>
            <a:endParaRPr lang="en-US"/>
          </a:p>
        </p:txBody>
      </p:sp>
      <p:sp>
        <p:nvSpPr>
          <p:cNvPr id="2" name="TextBox 1">
            <a:extLst>
              <a:ext uri="{FF2B5EF4-FFF2-40B4-BE49-F238E27FC236}">
                <a16:creationId xmlns:a16="http://schemas.microsoft.com/office/drawing/2014/main" id="{1111199A-9D9A-4C98-2F08-34617A891E48}"/>
              </a:ext>
            </a:extLst>
          </p:cNvPr>
          <p:cNvSpPr txBox="1"/>
          <p:nvPr userDrawn="1">
            <p:extLst>
              <p:ext uri="{1162E1C5-73C7-4A58-AE30-91384D911F3F}">
                <p184:classification xmlns:p184="http://schemas.microsoft.com/office/powerpoint/2018/4/main" val="ftr"/>
              </p:ext>
            </p:extLst>
          </p:nvPr>
        </p:nvSpPr>
        <p:spPr>
          <a:xfrm>
            <a:off x="164084" y="6468225"/>
            <a:ext cx="5949107" cy="184666"/>
          </a:xfrm>
          <a:prstGeom prst="rect">
            <a:avLst/>
          </a:prstGeom>
        </p:spPr>
        <p:txBody>
          <a:bodyPr horzOverflow="overflow" wrap="square" lIns="0" tIns="0" rIns="0" bIns="0">
            <a:spAutoFit/>
          </a:bodyPr>
          <a:lstStyle/>
          <a:p>
            <a:pPr algn="l"/>
            <a:r>
              <a:rPr lang="en-US" sz="1200" b="1">
                <a:solidFill>
                  <a:schemeClr val="bg1">
                    <a:lumMod val="50000"/>
                  </a:schemeClr>
                </a:solidFill>
                <a:latin typeface="+mj-lt"/>
              </a:rPr>
              <a:t>Classified as Microsoft Confidential – content under embargo until Nov 18, 2025</a:t>
            </a:r>
          </a:p>
        </p:txBody>
      </p:sp>
    </p:spTree>
    <p:extLst>
      <p:ext uri="{BB962C8B-B14F-4D97-AF65-F5344CB8AC3E}">
        <p14:creationId xmlns:p14="http://schemas.microsoft.com/office/powerpoint/2010/main" val="4166420986"/>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740">
          <p15:clr>
            <a:srgbClr val="5ACBF0"/>
          </p15:clr>
        </p15:guide>
      </p15:sldGuideLst>
    </p:ext>
  </p:extLst>
</p:sldLayout>
</file>

<file path=ppt/slideLayouts/slideLayout285.xml><?xml version="1.0" encoding="utf-8"?>
<p:sldLayout xmlns:a="http://schemas.openxmlformats.org/drawingml/2006/main" xmlns:r="http://schemas.openxmlformats.org/officeDocument/2006/relationships" xmlns:p="http://schemas.openxmlformats.org/presentationml/2006/main" preserve="1" userDrawn="1">
  <p:cSld name="1_Day in the life six steps">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9A0119C2-A320-B7AA-11DD-460625EF3060}"/>
              </a:ext>
              <a:ext uri="{C183D7F6-B498-43B3-948B-1728B52AA6E4}">
                <adec:decorative xmlns:adec="http://schemas.microsoft.com/office/drawing/2017/decorative" val="1"/>
              </a:ext>
            </a:extLst>
          </p:cNvPr>
          <p:cNvGrpSpPr>
            <a:grpSpLocks noGrp="1" noUngrp="1" noRot="1" noMove="1" noResize="1"/>
          </p:cNvGrpSpPr>
          <p:nvPr userDrawn="1"/>
        </p:nvGrpSpPr>
        <p:grpSpPr>
          <a:xfrm>
            <a:off x="3048" y="0"/>
            <a:ext cx="12188952" cy="6858000"/>
            <a:chOff x="3048" y="0"/>
            <a:chExt cx="12188952" cy="6858000"/>
          </a:xfrm>
        </p:grpSpPr>
        <p:sp>
          <p:nvSpPr>
            <p:cNvPr id="11" name="Rectangle 10">
              <a:extLst>
                <a:ext uri="{FF2B5EF4-FFF2-40B4-BE49-F238E27FC236}">
                  <a16:creationId xmlns:a16="http://schemas.microsoft.com/office/drawing/2014/main" id="{E1A20901-02EE-A18C-D7F0-964EA40ECB7D}"/>
                </a:ext>
              </a:extLst>
            </p:cNvPr>
            <p:cNvSpPr>
              <a:spLocks noGrp="1" noRot="1" noMove="1" noResize="1" noEditPoints="1" noAdjustHandles="1" noChangeArrowheads="1" noChangeShapeType="1"/>
            </p:cNvSpPr>
            <p:nvPr userDrawn="1"/>
          </p:nvSpPr>
          <p:spPr bwMode="auto">
            <a:xfrm>
              <a:off x="3048"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2" name="Picture 11" descr="A colorful gradient going from darker blue on the left side to light blue to magenta to orange on the right side">
              <a:extLst>
                <a:ext uri="{FF2B5EF4-FFF2-40B4-BE49-F238E27FC236}">
                  <a16:creationId xmlns:a16="http://schemas.microsoft.com/office/drawing/2014/main" id="{F19E7B0F-64A6-EDE0-A004-6345F3D3FF6B}"/>
                </a:ext>
              </a:extLst>
            </p:cNvPr>
            <p:cNvPicPr>
              <a:picLocks noGrp="1" noRot="1" noChangeAspect="1" noMove="1" noResize="1" noEditPoints="1" noAdjustHandles="1" noChangeArrowheads="1" noChangeShapeType="1" noCrop="1"/>
            </p:cNvPicPr>
            <p:nvPr userDrawn="1"/>
          </p:nvPicPr>
          <p:blipFill>
            <a:blip r:embed="rId2" cstate="email">
              <a:extLst>
                <a:ext uri="{28A0092B-C50C-407E-A947-70E740481C1C}">
                  <a14:useLocalDpi xmlns:a14="http://schemas.microsoft.com/office/drawing/2010/main"/>
                </a:ext>
              </a:extLst>
            </a:blip>
            <a:stretch>
              <a:fillRect/>
            </a:stretch>
          </p:blipFill>
          <p:spPr>
            <a:xfrm>
              <a:off x="3048" y="6724651"/>
              <a:ext cx="12188952" cy="133281"/>
            </a:xfrm>
            <a:prstGeom prst="roundRect">
              <a:avLst>
                <a:gd name="adj" fmla="val 0"/>
              </a:avLst>
            </a:prstGeom>
          </p:spPr>
        </p:pic>
      </p:grpSp>
      <p:sp>
        <p:nvSpPr>
          <p:cNvPr id="8" name="Freeform: Shape 2">
            <a:extLst>
              <a:ext uri="{FF2B5EF4-FFF2-40B4-BE49-F238E27FC236}">
                <a16:creationId xmlns:a16="http://schemas.microsoft.com/office/drawing/2014/main" id="{ACA1793F-CB56-036C-15C4-6F45C10EEB53}"/>
              </a:ext>
              <a:ext uri="{C183D7F6-B498-43B3-948B-1728B52AA6E4}">
                <adec:decorative xmlns:adec="http://schemas.microsoft.com/office/drawing/2017/decorative" val="1"/>
              </a:ext>
            </a:extLst>
          </p:cNvPr>
          <p:cNvSpPr/>
          <p:nvPr userDrawn="1"/>
        </p:nvSpPr>
        <p:spPr bwMode="auto">
          <a:xfrm>
            <a:off x="-1576" y="1637407"/>
            <a:ext cx="11100760" cy="2453282"/>
          </a:xfrm>
          <a:custGeom>
            <a:avLst/>
            <a:gdLst>
              <a:gd name="connsiteX0" fmla="*/ 0 w 9070975"/>
              <a:gd name="connsiteY0" fmla="*/ 0 h 2491048"/>
              <a:gd name="connsiteX1" fmla="*/ 8850592 w 9070975"/>
              <a:gd name="connsiteY1" fmla="*/ 0 h 2491048"/>
              <a:gd name="connsiteX2" fmla="*/ 9070975 w 9070975"/>
              <a:gd name="connsiteY2" fmla="*/ 220383 h 2491048"/>
              <a:gd name="connsiteX3" fmla="*/ 9070975 w 9070975"/>
              <a:gd name="connsiteY3" fmla="*/ 2270665 h 2491048"/>
              <a:gd name="connsiteX4" fmla="*/ 8850592 w 9070975"/>
              <a:gd name="connsiteY4" fmla="*/ 2491048 h 2491048"/>
              <a:gd name="connsiteX5" fmla="*/ 0 w 9070975"/>
              <a:gd name="connsiteY5" fmla="*/ 2491048 h 2491048"/>
              <a:gd name="connsiteX0" fmla="*/ 25400 w 9096375"/>
              <a:gd name="connsiteY0" fmla="*/ 0 h 2491048"/>
              <a:gd name="connsiteX1" fmla="*/ 8875992 w 9096375"/>
              <a:gd name="connsiteY1" fmla="*/ 0 h 2491048"/>
              <a:gd name="connsiteX2" fmla="*/ 9096375 w 9096375"/>
              <a:gd name="connsiteY2" fmla="*/ 220383 h 2491048"/>
              <a:gd name="connsiteX3" fmla="*/ 9096375 w 9096375"/>
              <a:gd name="connsiteY3" fmla="*/ 2270665 h 2491048"/>
              <a:gd name="connsiteX4" fmla="*/ 8875992 w 9096375"/>
              <a:gd name="connsiteY4" fmla="*/ 2491048 h 2491048"/>
              <a:gd name="connsiteX5" fmla="*/ 25400 w 9096375"/>
              <a:gd name="connsiteY5" fmla="*/ 2491048 h 2491048"/>
              <a:gd name="connsiteX6" fmla="*/ 0 w 9096375"/>
              <a:gd name="connsiteY6" fmla="*/ 1182948 h 2491048"/>
              <a:gd name="connsiteX7" fmla="*/ 25400 w 9096375"/>
              <a:gd name="connsiteY7" fmla="*/ 0 h 2491048"/>
              <a:gd name="connsiteX0" fmla="*/ 0 w 9096375"/>
              <a:gd name="connsiteY0" fmla="*/ 1182948 h 2491048"/>
              <a:gd name="connsiteX1" fmla="*/ 25400 w 9096375"/>
              <a:gd name="connsiteY1" fmla="*/ 0 h 2491048"/>
              <a:gd name="connsiteX2" fmla="*/ 8875992 w 9096375"/>
              <a:gd name="connsiteY2" fmla="*/ 0 h 2491048"/>
              <a:gd name="connsiteX3" fmla="*/ 9096375 w 9096375"/>
              <a:gd name="connsiteY3" fmla="*/ 220383 h 2491048"/>
              <a:gd name="connsiteX4" fmla="*/ 9096375 w 9096375"/>
              <a:gd name="connsiteY4" fmla="*/ 2270665 h 2491048"/>
              <a:gd name="connsiteX5" fmla="*/ 8875992 w 9096375"/>
              <a:gd name="connsiteY5" fmla="*/ 2491048 h 2491048"/>
              <a:gd name="connsiteX6" fmla="*/ 25400 w 9096375"/>
              <a:gd name="connsiteY6" fmla="*/ 2491048 h 2491048"/>
              <a:gd name="connsiteX7" fmla="*/ 91440 w 9096375"/>
              <a:gd name="connsiteY7" fmla="*/ 1274388 h 2491048"/>
              <a:gd name="connsiteX0" fmla="*/ 0 w 9096375"/>
              <a:gd name="connsiteY0" fmla="*/ 1182948 h 2491048"/>
              <a:gd name="connsiteX1" fmla="*/ 25400 w 9096375"/>
              <a:gd name="connsiteY1" fmla="*/ 0 h 2491048"/>
              <a:gd name="connsiteX2" fmla="*/ 8875992 w 9096375"/>
              <a:gd name="connsiteY2" fmla="*/ 0 h 2491048"/>
              <a:gd name="connsiteX3" fmla="*/ 9096375 w 9096375"/>
              <a:gd name="connsiteY3" fmla="*/ 220383 h 2491048"/>
              <a:gd name="connsiteX4" fmla="*/ 9096375 w 9096375"/>
              <a:gd name="connsiteY4" fmla="*/ 2270665 h 2491048"/>
              <a:gd name="connsiteX5" fmla="*/ 8875992 w 9096375"/>
              <a:gd name="connsiteY5" fmla="*/ 2491048 h 2491048"/>
              <a:gd name="connsiteX6" fmla="*/ 25400 w 9096375"/>
              <a:gd name="connsiteY6" fmla="*/ 2491048 h 2491048"/>
              <a:gd name="connsiteX0" fmla="*/ 0 w 9070975"/>
              <a:gd name="connsiteY0" fmla="*/ 0 h 2491048"/>
              <a:gd name="connsiteX1" fmla="*/ 8850592 w 9070975"/>
              <a:gd name="connsiteY1" fmla="*/ 0 h 2491048"/>
              <a:gd name="connsiteX2" fmla="*/ 9070975 w 9070975"/>
              <a:gd name="connsiteY2" fmla="*/ 220383 h 2491048"/>
              <a:gd name="connsiteX3" fmla="*/ 9070975 w 9070975"/>
              <a:gd name="connsiteY3" fmla="*/ 2270665 h 2491048"/>
              <a:gd name="connsiteX4" fmla="*/ 8850592 w 9070975"/>
              <a:gd name="connsiteY4" fmla="*/ 2491048 h 2491048"/>
              <a:gd name="connsiteX5" fmla="*/ 0 w 9070975"/>
              <a:gd name="connsiteY5" fmla="*/ 2491048 h 2491048"/>
              <a:gd name="connsiteX0" fmla="*/ 0 w 9706877"/>
              <a:gd name="connsiteY0" fmla="*/ 0 h 2491048"/>
              <a:gd name="connsiteX1" fmla="*/ 9486494 w 9706877"/>
              <a:gd name="connsiteY1" fmla="*/ 0 h 2491048"/>
              <a:gd name="connsiteX2" fmla="*/ 9706877 w 9706877"/>
              <a:gd name="connsiteY2" fmla="*/ 220383 h 2491048"/>
              <a:gd name="connsiteX3" fmla="*/ 9706877 w 9706877"/>
              <a:gd name="connsiteY3" fmla="*/ 2270665 h 2491048"/>
              <a:gd name="connsiteX4" fmla="*/ 9486494 w 9706877"/>
              <a:gd name="connsiteY4" fmla="*/ 2491048 h 2491048"/>
              <a:gd name="connsiteX5" fmla="*/ 635902 w 9706877"/>
              <a:gd name="connsiteY5" fmla="*/ 2491048 h 2491048"/>
              <a:gd name="connsiteX0" fmla="*/ 19270 w 9726147"/>
              <a:gd name="connsiteY0" fmla="*/ 0 h 2491048"/>
              <a:gd name="connsiteX1" fmla="*/ 9505764 w 9726147"/>
              <a:gd name="connsiteY1" fmla="*/ 0 h 2491048"/>
              <a:gd name="connsiteX2" fmla="*/ 9726147 w 9726147"/>
              <a:gd name="connsiteY2" fmla="*/ 220383 h 2491048"/>
              <a:gd name="connsiteX3" fmla="*/ 9726147 w 9726147"/>
              <a:gd name="connsiteY3" fmla="*/ 2270665 h 2491048"/>
              <a:gd name="connsiteX4" fmla="*/ 9505764 w 9726147"/>
              <a:gd name="connsiteY4" fmla="*/ 2491048 h 2491048"/>
              <a:gd name="connsiteX5" fmla="*/ 0 w 9726147"/>
              <a:gd name="connsiteY5" fmla="*/ 2491048 h 2491048"/>
              <a:gd name="connsiteX0" fmla="*/ 289046 w 9726147"/>
              <a:gd name="connsiteY0" fmla="*/ 0 h 2491048"/>
              <a:gd name="connsiteX1" fmla="*/ 9505764 w 9726147"/>
              <a:gd name="connsiteY1" fmla="*/ 0 h 2491048"/>
              <a:gd name="connsiteX2" fmla="*/ 9726147 w 9726147"/>
              <a:gd name="connsiteY2" fmla="*/ 220383 h 2491048"/>
              <a:gd name="connsiteX3" fmla="*/ 9726147 w 9726147"/>
              <a:gd name="connsiteY3" fmla="*/ 2270665 h 2491048"/>
              <a:gd name="connsiteX4" fmla="*/ 9505764 w 9726147"/>
              <a:gd name="connsiteY4" fmla="*/ 2491048 h 2491048"/>
              <a:gd name="connsiteX5" fmla="*/ 0 w 9726147"/>
              <a:gd name="connsiteY5" fmla="*/ 2491048 h 2491048"/>
              <a:gd name="connsiteX0" fmla="*/ 0 w 9745418"/>
              <a:gd name="connsiteY0" fmla="*/ 0 h 2491048"/>
              <a:gd name="connsiteX1" fmla="*/ 9525035 w 9745418"/>
              <a:gd name="connsiteY1" fmla="*/ 0 h 2491048"/>
              <a:gd name="connsiteX2" fmla="*/ 9745418 w 9745418"/>
              <a:gd name="connsiteY2" fmla="*/ 220383 h 2491048"/>
              <a:gd name="connsiteX3" fmla="*/ 9745418 w 9745418"/>
              <a:gd name="connsiteY3" fmla="*/ 2270665 h 2491048"/>
              <a:gd name="connsiteX4" fmla="*/ 9525035 w 9745418"/>
              <a:gd name="connsiteY4" fmla="*/ 2491048 h 2491048"/>
              <a:gd name="connsiteX5" fmla="*/ 19271 w 9745418"/>
              <a:gd name="connsiteY5" fmla="*/ 2491048 h 2491048"/>
              <a:gd name="connsiteX0" fmla="*/ 28903 w 9726147"/>
              <a:gd name="connsiteY0" fmla="*/ 0 h 2491048"/>
              <a:gd name="connsiteX1" fmla="*/ 9505764 w 9726147"/>
              <a:gd name="connsiteY1" fmla="*/ 0 h 2491048"/>
              <a:gd name="connsiteX2" fmla="*/ 9726147 w 9726147"/>
              <a:gd name="connsiteY2" fmla="*/ 220383 h 2491048"/>
              <a:gd name="connsiteX3" fmla="*/ 9726147 w 9726147"/>
              <a:gd name="connsiteY3" fmla="*/ 2270665 h 2491048"/>
              <a:gd name="connsiteX4" fmla="*/ 9505764 w 9726147"/>
              <a:gd name="connsiteY4" fmla="*/ 2491048 h 2491048"/>
              <a:gd name="connsiteX5" fmla="*/ 0 w 9726147"/>
              <a:gd name="connsiteY5" fmla="*/ 2491048 h 2491048"/>
              <a:gd name="connsiteX0" fmla="*/ 0 w 9697244"/>
              <a:gd name="connsiteY0" fmla="*/ 0 h 2491048"/>
              <a:gd name="connsiteX1" fmla="*/ 9476861 w 9697244"/>
              <a:gd name="connsiteY1" fmla="*/ 0 h 2491048"/>
              <a:gd name="connsiteX2" fmla="*/ 9697244 w 9697244"/>
              <a:gd name="connsiteY2" fmla="*/ 220383 h 2491048"/>
              <a:gd name="connsiteX3" fmla="*/ 9697244 w 9697244"/>
              <a:gd name="connsiteY3" fmla="*/ 2270665 h 2491048"/>
              <a:gd name="connsiteX4" fmla="*/ 9476861 w 9697244"/>
              <a:gd name="connsiteY4" fmla="*/ 2491048 h 2491048"/>
              <a:gd name="connsiteX5" fmla="*/ 154159 w 9697244"/>
              <a:gd name="connsiteY5" fmla="*/ 2491048 h 2491048"/>
              <a:gd name="connsiteX0" fmla="*/ 0 w 9697244"/>
              <a:gd name="connsiteY0" fmla="*/ 0 h 2491048"/>
              <a:gd name="connsiteX1" fmla="*/ 9476861 w 9697244"/>
              <a:gd name="connsiteY1" fmla="*/ 0 h 2491048"/>
              <a:gd name="connsiteX2" fmla="*/ 9697244 w 9697244"/>
              <a:gd name="connsiteY2" fmla="*/ 220383 h 2491048"/>
              <a:gd name="connsiteX3" fmla="*/ 9697244 w 9697244"/>
              <a:gd name="connsiteY3" fmla="*/ 2270665 h 2491048"/>
              <a:gd name="connsiteX4" fmla="*/ 9476861 w 9697244"/>
              <a:gd name="connsiteY4" fmla="*/ 2491048 h 2491048"/>
              <a:gd name="connsiteX5" fmla="*/ 1 w 9697244"/>
              <a:gd name="connsiteY5" fmla="*/ 2491048 h 2491048"/>
              <a:gd name="connsiteX0" fmla="*/ 240871 w 9938115"/>
              <a:gd name="connsiteY0" fmla="*/ 0 h 2491048"/>
              <a:gd name="connsiteX1" fmla="*/ 9717732 w 9938115"/>
              <a:gd name="connsiteY1" fmla="*/ 0 h 2491048"/>
              <a:gd name="connsiteX2" fmla="*/ 9938115 w 9938115"/>
              <a:gd name="connsiteY2" fmla="*/ 220383 h 2491048"/>
              <a:gd name="connsiteX3" fmla="*/ 9938115 w 9938115"/>
              <a:gd name="connsiteY3" fmla="*/ 2270665 h 2491048"/>
              <a:gd name="connsiteX4" fmla="*/ 9717732 w 9938115"/>
              <a:gd name="connsiteY4" fmla="*/ 2491048 h 2491048"/>
              <a:gd name="connsiteX5" fmla="*/ 0 w 9938115"/>
              <a:gd name="connsiteY5" fmla="*/ 2491048 h 2491048"/>
              <a:gd name="connsiteX0" fmla="*/ 9634 w 9938115"/>
              <a:gd name="connsiteY0" fmla="*/ 0 h 2491048"/>
              <a:gd name="connsiteX1" fmla="*/ 9717732 w 9938115"/>
              <a:gd name="connsiteY1" fmla="*/ 0 h 2491048"/>
              <a:gd name="connsiteX2" fmla="*/ 9938115 w 9938115"/>
              <a:gd name="connsiteY2" fmla="*/ 220383 h 2491048"/>
              <a:gd name="connsiteX3" fmla="*/ 9938115 w 9938115"/>
              <a:gd name="connsiteY3" fmla="*/ 2270665 h 2491048"/>
              <a:gd name="connsiteX4" fmla="*/ 9717732 w 9938115"/>
              <a:gd name="connsiteY4" fmla="*/ 2491048 h 2491048"/>
              <a:gd name="connsiteX5" fmla="*/ 0 w 9938115"/>
              <a:gd name="connsiteY5" fmla="*/ 2491048 h 2491048"/>
              <a:gd name="connsiteX0" fmla="*/ 0 w 10058822"/>
              <a:gd name="connsiteY0" fmla="*/ 0 h 2491048"/>
              <a:gd name="connsiteX1" fmla="*/ 9838439 w 10058822"/>
              <a:gd name="connsiteY1" fmla="*/ 0 h 2491048"/>
              <a:gd name="connsiteX2" fmla="*/ 10058822 w 10058822"/>
              <a:gd name="connsiteY2" fmla="*/ 220383 h 2491048"/>
              <a:gd name="connsiteX3" fmla="*/ 10058822 w 10058822"/>
              <a:gd name="connsiteY3" fmla="*/ 2270665 h 2491048"/>
              <a:gd name="connsiteX4" fmla="*/ 9838439 w 10058822"/>
              <a:gd name="connsiteY4" fmla="*/ 2491048 h 2491048"/>
              <a:gd name="connsiteX5" fmla="*/ 120707 w 10058822"/>
              <a:gd name="connsiteY5" fmla="*/ 2491048 h 2491048"/>
              <a:gd name="connsiteX0" fmla="*/ 324 w 10059146"/>
              <a:gd name="connsiteY0" fmla="*/ 0 h 2491048"/>
              <a:gd name="connsiteX1" fmla="*/ 9838763 w 10059146"/>
              <a:gd name="connsiteY1" fmla="*/ 0 h 2491048"/>
              <a:gd name="connsiteX2" fmla="*/ 10059146 w 10059146"/>
              <a:gd name="connsiteY2" fmla="*/ 220383 h 2491048"/>
              <a:gd name="connsiteX3" fmla="*/ 10059146 w 10059146"/>
              <a:gd name="connsiteY3" fmla="*/ 2270665 h 2491048"/>
              <a:gd name="connsiteX4" fmla="*/ 9838763 w 10059146"/>
              <a:gd name="connsiteY4" fmla="*/ 2491048 h 2491048"/>
              <a:gd name="connsiteX5" fmla="*/ 0 w 10059146"/>
              <a:gd name="connsiteY5" fmla="*/ 2491048 h 2491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59146" h="2491048">
                <a:moveTo>
                  <a:pt x="324" y="0"/>
                </a:moveTo>
                <a:lnTo>
                  <a:pt x="9838763" y="0"/>
                </a:lnTo>
                <a:cubicBezTo>
                  <a:pt x="9960477" y="0"/>
                  <a:pt x="10059146" y="98669"/>
                  <a:pt x="10059146" y="220383"/>
                </a:cubicBezTo>
                <a:lnTo>
                  <a:pt x="10059146" y="2270665"/>
                </a:lnTo>
                <a:cubicBezTo>
                  <a:pt x="10059146" y="2392379"/>
                  <a:pt x="9960477" y="2491048"/>
                  <a:pt x="9838763" y="2491048"/>
                </a:cubicBezTo>
                <a:lnTo>
                  <a:pt x="0" y="2491048"/>
                </a:lnTo>
              </a:path>
            </a:pathLst>
          </a:custGeom>
          <a:ln w="15875" cap="flat">
            <a:solidFill>
              <a:schemeClr val="accent3"/>
            </a:solidFill>
            <a:headEnd type="none" w="lg" len="med"/>
            <a:tailEnd type="none" w="lg" len="med"/>
          </a:ln>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R="0" lvl="0" indent="0" defTabSz="932472" fontAlgn="base">
              <a:lnSpc>
                <a:spcPct val="100000"/>
              </a:lnSpc>
              <a:spcBef>
                <a:spcPct val="0"/>
              </a:spcBef>
              <a:spcAft>
                <a:spcPct val="0"/>
              </a:spcAft>
              <a:buClrTx/>
              <a:buSzTx/>
              <a:buFontTx/>
              <a:buNone/>
              <a:tabLst/>
            </a:pPr>
            <a:endParaRPr kumimoji="0" lang="en-US" sz="2000" b="0" i="0" u="none" strike="noStrike" kern="0" cap="none" spc="0" normalizeH="0" baseline="0" noProof="0">
              <a:ln>
                <a:noFill/>
              </a:ln>
              <a:solidFill>
                <a:srgbClr val="FFFFFF"/>
              </a:solidFill>
              <a:effectLst/>
              <a:uLnTx/>
              <a:uFillTx/>
              <a:latin typeface="Segoe UI"/>
              <a:cs typeface="Segoe UI" pitchFamily="34" charset="0"/>
            </a:endParaRPr>
          </a:p>
        </p:txBody>
      </p:sp>
      <p:sp>
        <p:nvSpPr>
          <p:cNvPr id="2" name="Title 2">
            <a:extLst>
              <a:ext uri="{FF2B5EF4-FFF2-40B4-BE49-F238E27FC236}">
                <a16:creationId xmlns:a16="http://schemas.microsoft.com/office/drawing/2014/main" id="{4B2500C4-B436-4E3A-8A91-A02448A774DB}"/>
              </a:ext>
            </a:extLst>
          </p:cNvPr>
          <p:cNvSpPr>
            <a:spLocks noGrp="1"/>
          </p:cNvSpPr>
          <p:nvPr>
            <p:ph type="title" hasCustomPrompt="1"/>
          </p:nvPr>
        </p:nvSpPr>
        <p:spPr>
          <a:xfrm>
            <a:off x="584200" y="351933"/>
            <a:ext cx="6675120" cy="526298"/>
          </a:xfrm>
        </p:spPr>
        <p:txBody>
          <a:bodyPr tIns="0"/>
          <a:lstStyle>
            <a:lvl1pPr>
              <a:lnSpc>
                <a:spcPct val="95000"/>
              </a:lnSpc>
              <a:defRPr sz="1800" spc="0">
                <a:latin typeface="+mj-lt"/>
                <a:cs typeface="Segoe UI" panose="020B0502040204020203" pitchFamily="34" charset="0"/>
              </a:defRPr>
            </a:lvl1pPr>
          </a:lstStyle>
          <a:p>
            <a:r>
              <a:rPr lang="en-US"/>
              <a:t>Click to edit Master title style; can be up to two lines long; lorem ipsum dolor sit </a:t>
            </a:r>
            <a:r>
              <a:rPr lang="en-US" err="1"/>
              <a:t>amet</a:t>
            </a:r>
            <a:r>
              <a:rPr lang="en-US"/>
              <a:t> </a:t>
            </a:r>
            <a:r>
              <a:rPr lang="en-US" err="1"/>
              <a:t>consectetur</a:t>
            </a:r>
            <a:endParaRPr lang="en-US"/>
          </a:p>
        </p:txBody>
      </p:sp>
      <p:sp>
        <p:nvSpPr>
          <p:cNvPr id="84" name="TextBox 83">
            <a:extLst>
              <a:ext uri="{FF2B5EF4-FFF2-40B4-BE49-F238E27FC236}">
                <a16:creationId xmlns:a16="http://schemas.microsoft.com/office/drawing/2014/main" id="{8D8427AA-F015-D373-46E2-2EB1053D80CE}"/>
              </a:ext>
            </a:extLst>
          </p:cNvPr>
          <p:cNvSpPr txBox="1"/>
          <p:nvPr userDrawn="1"/>
        </p:nvSpPr>
        <p:spPr>
          <a:xfrm>
            <a:off x="9187165" y="351933"/>
            <a:ext cx="931764" cy="153888"/>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1" u="none" strike="noStrike" kern="1200" cap="none" spc="0" normalizeH="0" baseline="0" noProof="0">
                <a:ln>
                  <a:noFill/>
                </a:ln>
                <a:solidFill>
                  <a:srgbClr val="000000"/>
                </a:solidFill>
                <a:effectLst/>
                <a:uLnTx/>
                <a:uFillTx/>
                <a:latin typeface="Segoe UI Semibold" panose="020B0502040204020203" pitchFamily="34" charset="0"/>
                <a:cs typeface="Segoe UI Semibold" panose="020B0502040204020203" pitchFamily="34" charset="0"/>
              </a:rPr>
              <a:t>Available with:</a:t>
            </a:r>
          </a:p>
        </p:txBody>
      </p:sp>
      <p:sp>
        <p:nvSpPr>
          <p:cNvPr id="103" name="Text Placeholder 102">
            <a:extLst>
              <a:ext uri="{FF2B5EF4-FFF2-40B4-BE49-F238E27FC236}">
                <a16:creationId xmlns:a16="http://schemas.microsoft.com/office/drawing/2014/main" id="{6B562108-00FE-5F42-7550-13BB7DE58EA1}"/>
              </a:ext>
            </a:extLst>
          </p:cNvPr>
          <p:cNvSpPr>
            <a:spLocks noGrp="1"/>
          </p:cNvSpPr>
          <p:nvPr>
            <p:ph type="body" sz="quarter" idx="17" hasCustomPrompt="1"/>
          </p:nvPr>
        </p:nvSpPr>
        <p:spPr>
          <a:xfrm>
            <a:off x="7584282" y="521099"/>
            <a:ext cx="2534646" cy="169277"/>
          </a:xfrm>
          <a:prstGeom prst="rect">
            <a:avLst/>
          </a:prstGeom>
        </p:spPr>
        <p:txBody>
          <a:bodyPr/>
          <a:lstStyle>
            <a:lvl1pPr marL="0" indent="0" algn="r">
              <a:spcBef>
                <a:spcPts val="0"/>
              </a:spcBef>
              <a:buNone/>
              <a:defRPr sz="1100" b="1" i="0" spc="-20" baseline="0">
                <a:solidFill>
                  <a:schemeClr val="accent2">
                    <a:lumMod val="75000"/>
                  </a:schemeClr>
                </a:solidFill>
                <a:latin typeface="+mj-lt"/>
                <a:cs typeface="Segoe UI Semibold" panose="020B0502040204020203" pitchFamily="34" charset="0"/>
              </a:defRPr>
            </a:lvl1pPr>
            <a:lvl2pPr marL="228600" indent="0" algn="r">
              <a:spcBef>
                <a:spcPts val="0"/>
              </a:spcBef>
              <a:buNone/>
              <a:defRPr sz="1100" spc="-20" baseline="0">
                <a:solidFill>
                  <a:srgbClr val="B1B3B3"/>
                </a:solidFill>
              </a:defRPr>
            </a:lvl2pPr>
            <a:lvl3pPr algn="r">
              <a:defRPr/>
            </a:lvl3pPr>
            <a:lvl4pPr algn="r">
              <a:defRPr/>
            </a:lvl4pPr>
            <a:lvl5pPr algn="r">
              <a:defRPr/>
            </a:lvl5pPr>
          </a:lstStyle>
          <a:p>
            <a:pPr lvl="0"/>
            <a:r>
              <a:rPr lang="en-US"/>
              <a:t>Copilot for Microsoft 365</a:t>
            </a:r>
          </a:p>
        </p:txBody>
      </p:sp>
      <p:sp>
        <p:nvSpPr>
          <p:cNvPr id="75" name="TextBox 74">
            <a:extLst>
              <a:ext uri="{FF2B5EF4-FFF2-40B4-BE49-F238E27FC236}">
                <a16:creationId xmlns:a16="http://schemas.microsoft.com/office/drawing/2014/main" id="{1BB75DAB-4D8A-2933-BB52-0C94AA4816E3}"/>
              </a:ext>
            </a:extLst>
          </p:cNvPr>
          <p:cNvSpPr txBox="1"/>
          <p:nvPr userDrawn="1"/>
        </p:nvSpPr>
        <p:spPr>
          <a:xfrm>
            <a:off x="10430235" y="351933"/>
            <a:ext cx="931764" cy="153888"/>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1" u="none" strike="noStrike" kern="1200" cap="none" spc="0" normalizeH="0" baseline="0" noProof="0">
                <a:ln>
                  <a:noFill/>
                </a:ln>
                <a:solidFill>
                  <a:srgbClr val="000000"/>
                </a:solidFill>
                <a:effectLst/>
                <a:uLnTx/>
                <a:uFillTx/>
                <a:latin typeface="Segoe UI Semibold" panose="020B0502040204020203" pitchFamily="34" charset="0"/>
                <a:cs typeface="Segoe UI Semibold" panose="020B0502040204020203" pitchFamily="34" charset="0"/>
              </a:rPr>
              <a:t>Scenario level:</a:t>
            </a:r>
          </a:p>
        </p:txBody>
      </p:sp>
      <p:sp>
        <p:nvSpPr>
          <p:cNvPr id="3" name="Text Placeholder 102">
            <a:extLst>
              <a:ext uri="{FF2B5EF4-FFF2-40B4-BE49-F238E27FC236}">
                <a16:creationId xmlns:a16="http://schemas.microsoft.com/office/drawing/2014/main" id="{78D71A05-3479-3DEB-1227-2FC98983A80C}"/>
              </a:ext>
            </a:extLst>
          </p:cNvPr>
          <p:cNvSpPr>
            <a:spLocks noGrp="1"/>
          </p:cNvSpPr>
          <p:nvPr>
            <p:ph type="body" sz="quarter" idx="37" hasCustomPrompt="1"/>
          </p:nvPr>
        </p:nvSpPr>
        <p:spPr>
          <a:xfrm>
            <a:off x="10430234" y="521099"/>
            <a:ext cx="1456966" cy="175614"/>
          </a:xfrm>
          <a:prstGeom prst="rect">
            <a:avLst/>
          </a:prstGeom>
        </p:spPr>
        <p:txBody>
          <a:bodyPr/>
          <a:lstStyle>
            <a:lvl1pPr marL="0" indent="0" algn="r">
              <a:spcBef>
                <a:spcPts val="0"/>
              </a:spcBef>
              <a:buNone/>
              <a:defRPr sz="1100" b="1" i="0" spc="-20" baseline="0">
                <a:solidFill>
                  <a:schemeClr val="accent1"/>
                </a:solidFill>
                <a:latin typeface="+mj-lt"/>
                <a:cs typeface="Segoe UI Semibold" panose="020B0502040204020203" pitchFamily="34" charset="0"/>
              </a:defRPr>
            </a:lvl1pPr>
            <a:lvl2pPr marL="228600" indent="0" algn="r">
              <a:spcBef>
                <a:spcPts val="0"/>
              </a:spcBef>
              <a:buNone/>
              <a:defRPr sz="1100" spc="-20" baseline="0">
                <a:solidFill>
                  <a:srgbClr val="B1B3B3"/>
                </a:solidFill>
              </a:defRPr>
            </a:lvl2pPr>
            <a:lvl3pPr algn="r">
              <a:defRPr/>
            </a:lvl3pPr>
            <a:lvl4pPr algn="r">
              <a:defRPr/>
            </a:lvl4pPr>
            <a:lvl5pPr algn="r">
              <a:defRPr/>
            </a:lvl5pPr>
          </a:lstStyle>
          <a:p>
            <a:r>
              <a:rPr lang="en-US"/>
              <a:t>Buy</a:t>
            </a:r>
          </a:p>
        </p:txBody>
      </p:sp>
      <p:cxnSp>
        <p:nvCxnSpPr>
          <p:cNvPr id="86" name="Straight Connector 85">
            <a:extLst>
              <a:ext uri="{FF2B5EF4-FFF2-40B4-BE49-F238E27FC236}">
                <a16:creationId xmlns:a16="http://schemas.microsoft.com/office/drawing/2014/main" id="{4216CED8-8F45-B380-FB1B-B9408979340F}"/>
              </a:ext>
              <a:ext uri="{C183D7F6-B498-43B3-948B-1728B52AA6E4}">
                <adec:decorative xmlns:adec="http://schemas.microsoft.com/office/drawing/2017/decorative" val="1"/>
              </a:ext>
            </a:extLst>
          </p:cNvPr>
          <p:cNvCxnSpPr/>
          <p:nvPr userDrawn="1"/>
        </p:nvCxnSpPr>
        <p:spPr>
          <a:xfrm>
            <a:off x="10357672" y="358721"/>
            <a:ext cx="0" cy="331655"/>
          </a:xfrm>
          <a:prstGeom prst="line">
            <a:avLst/>
          </a:prstGeom>
          <a:ln>
            <a:solidFill>
              <a:srgbClr val="B1B3B3"/>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nvGrpSpPr>
          <p:cNvPr id="147" name="Group 146">
            <a:extLst>
              <a:ext uri="{FF2B5EF4-FFF2-40B4-BE49-F238E27FC236}">
                <a16:creationId xmlns:a16="http://schemas.microsoft.com/office/drawing/2014/main" id="{F3E1CBA9-BB11-EF2E-649E-27B49E82FE86}"/>
              </a:ext>
              <a:ext uri="{C183D7F6-B498-43B3-948B-1728B52AA6E4}">
                <adec:decorative xmlns:adec="http://schemas.microsoft.com/office/drawing/2017/decorative" val="1"/>
              </a:ext>
            </a:extLst>
          </p:cNvPr>
          <p:cNvGrpSpPr/>
          <p:nvPr userDrawn="1"/>
        </p:nvGrpSpPr>
        <p:grpSpPr>
          <a:xfrm>
            <a:off x="3637769" y="1557143"/>
            <a:ext cx="166152" cy="166152"/>
            <a:chOff x="5214995" y="-1168400"/>
            <a:chExt cx="431800" cy="431800"/>
          </a:xfrm>
        </p:grpSpPr>
        <p:sp>
          <p:nvSpPr>
            <p:cNvPr id="148" name="Oval 147">
              <a:extLst>
                <a:ext uri="{FF2B5EF4-FFF2-40B4-BE49-F238E27FC236}">
                  <a16:creationId xmlns:a16="http://schemas.microsoft.com/office/drawing/2014/main" id="{E54C8AC7-0DF2-A7B4-59BC-354BDE9A823D}"/>
                </a:ext>
              </a:extLst>
            </p:cNvPr>
            <p:cNvSpPr/>
            <p:nvPr/>
          </p:nvSpPr>
          <p:spPr bwMode="auto">
            <a:xfrm>
              <a:off x="5214995" y="-1168400"/>
              <a:ext cx="431800" cy="431800"/>
            </a:xfrm>
            <a:prstGeom prst="ellipse">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chemeClr val="accent3"/>
                </a:solidFill>
                <a:effectLst/>
                <a:uLnTx/>
                <a:uFillTx/>
                <a:latin typeface="+mj-lt"/>
                <a:ea typeface="Segoe UI" pitchFamily="34" charset="0"/>
                <a:cs typeface="Segoe UI" pitchFamily="34" charset="0"/>
              </a:endParaRPr>
            </a:p>
          </p:txBody>
        </p:sp>
        <p:sp>
          <p:nvSpPr>
            <p:cNvPr id="149" name="Rectangle 89">
              <a:extLst>
                <a:ext uri="{FF2B5EF4-FFF2-40B4-BE49-F238E27FC236}">
                  <a16:creationId xmlns:a16="http://schemas.microsoft.com/office/drawing/2014/main" id="{F0376496-3125-ED18-7608-C142A0C35F33}"/>
                </a:ext>
              </a:extLst>
            </p:cNvPr>
            <p:cNvSpPr/>
            <p:nvPr/>
          </p:nvSpPr>
          <p:spPr bwMode="auto">
            <a:xfrm rot="2700000">
              <a:off x="5303185" y="-1042110"/>
              <a:ext cx="179220" cy="179220"/>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15875" cap="rnd">
              <a:solidFill>
                <a:schemeClr val="accent3"/>
              </a:soli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chemeClr val="accent3"/>
                </a:solidFill>
                <a:effectLst/>
                <a:uLnTx/>
                <a:uFillTx/>
                <a:latin typeface="+mj-lt"/>
                <a:ea typeface="+mn-ea"/>
                <a:cs typeface="Segoe UI" pitchFamily="34" charset="0"/>
              </a:endParaRPr>
            </a:p>
          </p:txBody>
        </p:sp>
      </p:grpSp>
      <p:grpSp>
        <p:nvGrpSpPr>
          <p:cNvPr id="150" name="Group 149">
            <a:extLst>
              <a:ext uri="{FF2B5EF4-FFF2-40B4-BE49-F238E27FC236}">
                <a16:creationId xmlns:a16="http://schemas.microsoft.com/office/drawing/2014/main" id="{3D3E10AB-B82F-F7E8-A33D-8AF61C784420}"/>
              </a:ext>
              <a:ext uri="{C183D7F6-B498-43B3-948B-1728B52AA6E4}">
                <adec:decorative xmlns:adec="http://schemas.microsoft.com/office/drawing/2017/decorative" val="1"/>
              </a:ext>
            </a:extLst>
          </p:cNvPr>
          <p:cNvGrpSpPr/>
          <p:nvPr userDrawn="1"/>
        </p:nvGrpSpPr>
        <p:grpSpPr>
          <a:xfrm>
            <a:off x="7103853" y="1557143"/>
            <a:ext cx="166152" cy="166152"/>
            <a:chOff x="5214995" y="-1168400"/>
            <a:chExt cx="431800" cy="431800"/>
          </a:xfrm>
        </p:grpSpPr>
        <p:sp>
          <p:nvSpPr>
            <p:cNvPr id="151" name="Oval 150">
              <a:extLst>
                <a:ext uri="{FF2B5EF4-FFF2-40B4-BE49-F238E27FC236}">
                  <a16:creationId xmlns:a16="http://schemas.microsoft.com/office/drawing/2014/main" id="{CC526CF7-4F8D-6DB9-E3E9-2381E7AFAF4A}"/>
                </a:ext>
              </a:extLst>
            </p:cNvPr>
            <p:cNvSpPr/>
            <p:nvPr/>
          </p:nvSpPr>
          <p:spPr bwMode="auto">
            <a:xfrm>
              <a:off x="5214995" y="-1168400"/>
              <a:ext cx="431800" cy="431800"/>
            </a:xfrm>
            <a:prstGeom prst="ellipse">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chemeClr val="accent3"/>
                </a:solidFill>
                <a:effectLst/>
                <a:uLnTx/>
                <a:uFillTx/>
                <a:latin typeface="+mj-lt"/>
                <a:ea typeface="+mn-ea"/>
                <a:cs typeface="Segoe UI" pitchFamily="34" charset="0"/>
              </a:endParaRPr>
            </a:p>
          </p:txBody>
        </p:sp>
        <p:sp>
          <p:nvSpPr>
            <p:cNvPr id="152" name="Rectangle 89">
              <a:extLst>
                <a:ext uri="{FF2B5EF4-FFF2-40B4-BE49-F238E27FC236}">
                  <a16:creationId xmlns:a16="http://schemas.microsoft.com/office/drawing/2014/main" id="{63E3BD4D-8045-49DC-2041-46643AE5ED02}"/>
                </a:ext>
              </a:extLst>
            </p:cNvPr>
            <p:cNvSpPr/>
            <p:nvPr/>
          </p:nvSpPr>
          <p:spPr bwMode="auto">
            <a:xfrm rot="2700000">
              <a:off x="5303185" y="-1042110"/>
              <a:ext cx="179220" cy="179220"/>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15875" cap="rnd">
              <a:solidFill>
                <a:schemeClr val="accent3"/>
              </a:soli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chemeClr val="accent3"/>
                </a:solidFill>
                <a:effectLst/>
                <a:uLnTx/>
                <a:uFillTx/>
                <a:latin typeface="+mj-lt"/>
                <a:ea typeface="+mn-ea"/>
                <a:cs typeface="Segoe UI" pitchFamily="34" charset="0"/>
              </a:endParaRPr>
            </a:p>
          </p:txBody>
        </p:sp>
      </p:grpSp>
      <p:grpSp>
        <p:nvGrpSpPr>
          <p:cNvPr id="153" name="Group 152">
            <a:extLst>
              <a:ext uri="{FF2B5EF4-FFF2-40B4-BE49-F238E27FC236}">
                <a16:creationId xmlns:a16="http://schemas.microsoft.com/office/drawing/2014/main" id="{816F1C59-4D7D-3BDD-0560-654E11A9B15E}"/>
              </a:ext>
              <a:ext uri="{C183D7F6-B498-43B3-948B-1728B52AA6E4}">
                <adec:decorative xmlns:adec="http://schemas.microsoft.com/office/drawing/2017/decorative" val="1"/>
              </a:ext>
            </a:extLst>
          </p:cNvPr>
          <p:cNvGrpSpPr/>
          <p:nvPr userDrawn="1"/>
        </p:nvGrpSpPr>
        <p:grpSpPr>
          <a:xfrm flipH="1">
            <a:off x="3637769" y="4012394"/>
            <a:ext cx="166152" cy="166152"/>
            <a:chOff x="5214995" y="-1168400"/>
            <a:chExt cx="431800" cy="431800"/>
          </a:xfrm>
        </p:grpSpPr>
        <p:sp>
          <p:nvSpPr>
            <p:cNvPr id="154" name="Oval 153">
              <a:extLst>
                <a:ext uri="{FF2B5EF4-FFF2-40B4-BE49-F238E27FC236}">
                  <a16:creationId xmlns:a16="http://schemas.microsoft.com/office/drawing/2014/main" id="{A0C410FC-F149-F1FA-B620-BF7F0EDE7D6C}"/>
                </a:ext>
              </a:extLst>
            </p:cNvPr>
            <p:cNvSpPr/>
            <p:nvPr/>
          </p:nvSpPr>
          <p:spPr bwMode="auto">
            <a:xfrm>
              <a:off x="5214995" y="-1168400"/>
              <a:ext cx="431800" cy="431800"/>
            </a:xfrm>
            <a:prstGeom prst="ellipse">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chemeClr val="accent3"/>
                </a:solidFill>
                <a:effectLst/>
                <a:uLnTx/>
                <a:uFillTx/>
                <a:latin typeface="+mj-lt"/>
                <a:ea typeface="+mn-ea"/>
                <a:cs typeface="Segoe UI" pitchFamily="34" charset="0"/>
              </a:endParaRPr>
            </a:p>
          </p:txBody>
        </p:sp>
        <p:sp>
          <p:nvSpPr>
            <p:cNvPr id="155" name="Rectangle 89">
              <a:extLst>
                <a:ext uri="{FF2B5EF4-FFF2-40B4-BE49-F238E27FC236}">
                  <a16:creationId xmlns:a16="http://schemas.microsoft.com/office/drawing/2014/main" id="{5B5C9B65-59ED-2529-1E53-C9ABE9CB79FD}"/>
                </a:ext>
              </a:extLst>
            </p:cNvPr>
            <p:cNvSpPr/>
            <p:nvPr/>
          </p:nvSpPr>
          <p:spPr bwMode="auto">
            <a:xfrm rot="2700000">
              <a:off x="5303185" y="-1042110"/>
              <a:ext cx="179220" cy="179220"/>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15875" cap="rnd">
              <a:solidFill>
                <a:schemeClr val="accent3"/>
              </a:soli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chemeClr val="accent3"/>
                </a:solidFill>
                <a:effectLst/>
                <a:uLnTx/>
                <a:uFillTx/>
                <a:latin typeface="+mj-lt"/>
                <a:ea typeface="+mn-ea"/>
                <a:cs typeface="Segoe UI" pitchFamily="34" charset="0"/>
              </a:endParaRPr>
            </a:p>
          </p:txBody>
        </p:sp>
      </p:grpSp>
      <p:grpSp>
        <p:nvGrpSpPr>
          <p:cNvPr id="156" name="Group 155">
            <a:extLst>
              <a:ext uri="{FF2B5EF4-FFF2-40B4-BE49-F238E27FC236}">
                <a16:creationId xmlns:a16="http://schemas.microsoft.com/office/drawing/2014/main" id="{28DAF83D-E0BD-BE8E-ECEC-5E5EDE3E6C74}"/>
              </a:ext>
              <a:ext uri="{C183D7F6-B498-43B3-948B-1728B52AA6E4}">
                <adec:decorative xmlns:adec="http://schemas.microsoft.com/office/drawing/2017/decorative" val="1"/>
              </a:ext>
            </a:extLst>
          </p:cNvPr>
          <p:cNvGrpSpPr/>
          <p:nvPr userDrawn="1"/>
        </p:nvGrpSpPr>
        <p:grpSpPr>
          <a:xfrm flipH="1">
            <a:off x="7103853" y="4012394"/>
            <a:ext cx="166152" cy="166152"/>
            <a:chOff x="5214995" y="-1168400"/>
            <a:chExt cx="431800" cy="431800"/>
          </a:xfrm>
        </p:grpSpPr>
        <p:sp>
          <p:nvSpPr>
            <p:cNvPr id="157" name="Oval 156">
              <a:extLst>
                <a:ext uri="{FF2B5EF4-FFF2-40B4-BE49-F238E27FC236}">
                  <a16:creationId xmlns:a16="http://schemas.microsoft.com/office/drawing/2014/main" id="{2CC39567-C008-3C38-03DA-28EE0BE74832}"/>
                </a:ext>
              </a:extLst>
            </p:cNvPr>
            <p:cNvSpPr/>
            <p:nvPr/>
          </p:nvSpPr>
          <p:spPr bwMode="auto">
            <a:xfrm>
              <a:off x="5214995" y="-1168400"/>
              <a:ext cx="431800" cy="431800"/>
            </a:xfrm>
            <a:prstGeom prst="ellipse">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chemeClr val="accent3"/>
                </a:solidFill>
                <a:effectLst/>
                <a:uLnTx/>
                <a:uFillTx/>
                <a:latin typeface="+mj-lt"/>
                <a:ea typeface="+mn-ea"/>
                <a:cs typeface="Segoe UI" pitchFamily="34" charset="0"/>
              </a:endParaRPr>
            </a:p>
          </p:txBody>
        </p:sp>
        <p:sp>
          <p:nvSpPr>
            <p:cNvPr id="158" name="Rectangle 89">
              <a:extLst>
                <a:ext uri="{FF2B5EF4-FFF2-40B4-BE49-F238E27FC236}">
                  <a16:creationId xmlns:a16="http://schemas.microsoft.com/office/drawing/2014/main" id="{99B2574B-7594-72E2-E826-4D4DA471A11A}"/>
                </a:ext>
              </a:extLst>
            </p:cNvPr>
            <p:cNvSpPr/>
            <p:nvPr/>
          </p:nvSpPr>
          <p:spPr bwMode="auto">
            <a:xfrm rot="2700000">
              <a:off x="5303185" y="-1042110"/>
              <a:ext cx="179220" cy="179220"/>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15875" cap="rnd">
              <a:gradFill flip="none" rotWithShape="1">
                <a:gsLst>
                  <a:gs pos="0">
                    <a:srgbClr val="0078D4"/>
                  </a:gs>
                  <a:gs pos="100000">
                    <a:schemeClr val="accent3"/>
                  </a:gs>
                </a:gsLst>
                <a:lin ang="0" scaled="1"/>
                <a:tileRect/>
              </a:gra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chemeClr val="accent3"/>
                </a:solidFill>
                <a:effectLst/>
                <a:uLnTx/>
                <a:uFillTx/>
                <a:latin typeface="+mj-lt"/>
                <a:ea typeface="+mn-ea"/>
                <a:cs typeface="Segoe UI" pitchFamily="34" charset="0"/>
              </a:endParaRPr>
            </a:p>
          </p:txBody>
        </p:sp>
      </p:grpSp>
      <p:grpSp>
        <p:nvGrpSpPr>
          <p:cNvPr id="177" name="Group 176">
            <a:extLst>
              <a:ext uri="{FF2B5EF4-FFF2-40B4-BE49-F238E27FC236}">
                <a16:creationId xmlns:a16="http://schemas.microsoft.com/office/drawing/2014/main" id="{E60DF7C5-E7F6-A90D-706C-6592ECDDB338}"/>
              </a:ext>
              <a:ext uri="{C183D7F6-B498-43B3-948B-1728B52AA6E4}">
                <adec:decorative xmlns:adec="http://schemas.microsoft.com/office/drawing/2017/decorative" val="1"/>
              </a:ext>
            </a:extLst>
          </p:cNvPr>
          <p:cNvGrpSpPr/>
          <p:nvPr userDrawn="1"/>
        </p:nvGrpSpPr>
        <p:grpSpPr>
          <a:xfrm rot="5400000">
            <a:off x="11009412" y="1997561"/>
            <a:ext cx="166152" cy="166152"/>
            <a:chOff x="5214995" y="-1168400"/>
            <a:chExt cx="431800" cy="431800"/>
          </a:xfrm>
        </p:grpSpPr>
        <p:sp>
          <p:nvSpPr>
            <p:cNvPr id="178" name="Oval 177">
              <a:extLst>
                <a:ext uri="{FF2B5EF4-FFF2-40B4-BE49-F238E27FC236}">
                  <a16:creationId xmlns:a16="http://schemas.microsoft.com/office/drawing/2014/main" id="{11A9EA57-349E-6453-094C-DB252913E583}"/>
                </a:ext>
              </a:extLst>
            </p:cNvPr>
            <p:cNvSpPr/>
            <p:nvPr/>
          </p:nvSpPr>
          <p:spPr bwMode="auto">
            <a:xfrm>
              <a:off x="5214995" y="-1168400"/>
              <a:ext cx="431800" cy="431800"/>
            </a:xfrm>
            <a:prstGeom prst="ellipse">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chemeClr val="accent3"/>
                </a:solidFill>
                <a:effectLst/>
                <a:uLnTx/>
                <a:uFillTx/>
                <a:latin typeface="+mj-lt"/>
                <a:ea typeface="+mn-ea"/>
                <a:cs typeface="Segoe UI" pitchFamily="34" charset="0"/>
              </a:endParaRPr>
            </a:p>
          </p:txBody>
        </p:sp>
        <p:sp>
          <p:nvSpPr>
            <p:cNvPr id="179" name="Rectangle 89">
              <a:extLst>
                <a:ext uri="{FF2B5EF4-FFF2-40B4-BE49-F238E27FC236}">
                  <a16:creationId xmlns:a16="http://schemas.microsoft.com/office/drawing/2014/main" id="{217C0C60-8F15-8390-C6A7-0DB9E99CA653}"/>
                </a:ext>
              </a:extLst>
            </p:cNvPr>
            <p:cNvSpPr/>
            <p:nvPr/>
          </p:nvSpPr>
          <p:spPr bwMode="auto">
            <a:xfrm rot="2700000">
              <a:off x="5303185" y="-1042110"/>
              <a:ext cx="179220" cy="179220"/>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15875" cap="rnd">
              <a:solidFill>
                <a:schemeClr val="accent3"/>
              </a:soli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chemeClr val="accent3"/>
                </a:solidFill>
                <a:effectLst/>
                <a:uLnTx/>
                <a:uFillTx/>
                <a:latin typeface="+mj-lt"/>
                <a:ea typeface="+mn-ea"/>
                <a:cs typeface="Segoe UI" pitchFamily="34" charset="0"/>
              </a:endParaRPr>
            </a:p>
          </p:txBody>
        </p:sp>
      </p:grpSp>
      <p:grpSp>
        <p:nvGrpSpPr>
          <p:cNvPr id="180" name="Group 179">
            <a:extLst>
              <a:ext uri="{FF2B5EF4-FFF2-40B4-BE49-F238E27FC236}">
                <a16:creationId xmlns:a16="http://schemas.microsoft.com/office/drawing/2014/main" id="{3B572509-4831-8A48-B663-AE17D9FD8ED5}"/>
              </a:ext>
              <a:ext uri="{C183D7F6-B498-43B3-948B-1728B52AA6E4}">
                <adec:decorative xmlns:adec="http://schemas.microsoft.com/office/drawing/2017/decorative" val="1"/>
              </a:ext>
            </a:extLst>
          </p:cNvPr>
          <p:cNvGrpSpPr/>
          <p:nvPr userDrawn="1"/>
        </p:nvGrpSpPr>
        <p:grpSpPr>
          <a:xfrm rot="5400000">
            <a:off x="11009412" y="3718568"/>
            <a:ext cx="166152" cy="166152"/>
            <a:chOff x="5214995" y="-1168400"/>
            <a:chExt cx="431800" cy="431800"/>
          </a:xfrm>
        </p:grpSpPr>
        <p:sp>
          <p:nvSpPr>
            <p:cNvPr id="181" name="Oval 180">
              <a:extLst>
                <a:ext uri="{FF2B5EF4-FFF2-40B4-BE49-F238E27FC236}">
                  <a16:creationId xmlns:a16="http://schemas.microsoft.com/office/drawing/2014/main" id="{068A591D-A59C-D3D7-2C67-293B3727D0A2}"/>
                </a:ext>
              </a:extLst>
            </p:cNvPr>
            <p:cNvSpPr/>
            <p:nvPr/>
          </p:nvSpPr>
          <p:spPr bwMode="auto">
            <a:xfrm>
              <a:off x="5214995" y="-1168400"/>
              <a:ext cx="431800" cy="431800"/>
            </a:xfrm>
            <a:prstGeom prst="ellipse">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chemeClr val="accent3"/>
                </a:solidFill>
                <a:effectLst/>
                <a:uLnTx/>
                <a:uFillTx/>
                <a:latin typeface="+mj-lt"/>
                <a:ea typeface="+mn-ea"/>
                <a:cs typeface="Segoe UI" pitchFamily="34" charset="0"/>
              </a:endParaRPr>
            </a:p>
          </p:txBody>
        </p:sp>
        <p:sp>
          <p:nvSpPr>
            <p:cNvPr id="182" name="Rectangle 89">
              <a:extLst>
                <a:ext uri="{FF2B5EF4-FFF2-40B4-BE49-F238E27FC236}">
                  <a16:creationId xmlns:a16="http://schemas.microsoft.com/office/drawing/2014/main" id="{8B0AF6B1-C3AC-C476-AE16-287C61A1D75A}"/>
                </a:ext>
              </a:extLst>
            </p:cNvPr>
            <p:cNvSpPr/>
            <p:nvPr/>
          </p:nvSpPr>
          <p:spPr bwMode="auto">
            <a:xfrm rot="2700000">
              <a:off x="5303185" y="-1042110"/>
              <a:ext cx="179220" cy="179220"/>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15875" cap="rnd">
              <a:solidFill>
                <a:schemeClr val="accent3"/>
              </a:soli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chemeClr val="accent3"/>
                </a:solidFill>
                <a:effectLst/>
                <a:uLnTx/>
                <a:uFillTx/>
                <a:latin typeface="+mj-lt"/>
                <a:ea typeface="+mn-ea"/>
                <a:cs typeface="Segoe UI" pitchFamily="34" charset="0"/>
              </a:endParaRPr>
            </a:p>
          </p:txBody>
        </p:sp>
      </p:grpSp>
      <p:sp>
        <p:nvSpPr>
          <p:cNvPr id="95" name="Text Placeholder 94">
            <a:extLst>
              <a:ext uri="{FF2B5EF4-FFF2-40B4-BE49-F238E27FC236}">
                <a16:creationId xmlns:a16="http://schemas.microsoft.com/office/drawing/2014/main" id="{545F2FD2-44C5-DA9F-8E2B-13D6C03793D7}"/>
              </a:ext>
            </a:extLst>
          </p:cNvPr>
          <p:cNvSpPr>
            <a:spLocks noGrp="1"/>
          </p:cNvSpPr>
          <p:nvPr>
            <p:ph type="body" sz="quarter" idx="11" hasCustomPrompt="1"/>
          </p:nvPr>
        </p:nvSpPr>
        <p:spPr>
          <a:xfrm>
            <a:off x="584199" y="1454181"/>
            <a:ext cx="2807208" cy="345600"/>
          </a:xfrm>
          <a:prstGeom prst="roundRect">
            <a:avLst>
              <a:gd name="adj" fmla="val 50000"/>
            </a:avLst>
          </a:prstGeom>
          <a:solidFill>
            <a:schemeClr val="accent2"/>
          </a:solidFill>
          <a:effectLst/>
        </p:spPr>
        <p:txBody>
          <a:bodyPr anchor="ctr" anchorCtr="0">
            <a:noAutofit/>
          </a:bodyPr>
          <a:lstStyle>
            <a:lvl1pPr marL="0" indent="0" algn="ctr">
              <a:buNone/>
              <a:defRPr sz="1200" b="1" i="0">
                <a:solidFill>
                  <a:srgbClr val="FFFFFF"/>
                </a:solidFill>
                <a:latin typeface="+mj-lt"/>
                <a:cs typeface="Segoe UI Semibold" panose="020B0502040204020203" pitchFamily="34" charset="0"/>
              </a:defRPr>
            </a:lvl1pPr>
          </a:lstStyle>
          <a:p>
            <a:pPr algn="ctr"/>
            <a:r>
              <a:rPr lang="en-US"/>
              <a:t>Scenario</a:t>
            </a:r>
          </a:p>
        </p:txBody>
      </p:sp>
      <p:sp>
        <p:nvSpPr>
          <p:cNvPr id="106" name="Text Placeholder 105">
            <a:extLst>
              <a:ext uri="{FF2B5EF4-FFF2-40B4-BE49-F238E27FC236}">
                <a16:creationId xmlns:a16="http://schemas.microsoft.com/office/drawing/2014/main" id="{433B73A7-DB5C-AF5A-B12A-70E655D0C55D}"/>
              </a:ext>
            </a:extLst>
          </p:cNvPr>
          <p:cNvSpPr>
            <a:spLocks noGrp="1"/>
          </p:cNvSpPr>
          <p:nvPr>
            <p:ph type="body" sz="quarter" idx="18"/>
          </p:nvPr>
        </p:nvSpPr>
        <p:spPr>
          <a:xfrm>
            <a:off x="584200" y="1892488"/>
            <a:ext cx="2808000" cy="626701"/>
          </a:xfrm>
          <a:prstGeom prst="rect">
            <a:avLst/>
          </a:prstGeom>
        </p:spPr>
        <p:txBody>
          <a:bodyPr lIns="90000" tIns="36000" rIns="90000" bIns="36000">
            <a:normAutofit/>
          </a:bodyPr>
          <a:lstStyle>
            <a:lvl1pPr marL="0" indent="0">
              <a:spcBef>
                <a:spcPts val="0"/>
              </a:spcBef>
              <a:buNone/>
              <a:defRPr sz="900">
                <a:latin typeface="+mn-lt"/>
              </a:defRPr>
            </a:lvl1pPr>
          </a:lstStyle>
          <a:p>
            <a:pPr lvl="0"/>
            <a:r>
              <a:rPr lang="en-US"/>
              <a:t>Click to edit Master text styles</a:t>
            </a:r>
          </a:p>
        </p:txBody>
      </p:sp>
      <p:sp>
        <p:nvSpPr>
          <p:cNvPr id="109" name="Text Placeholder 105">
            <a:extLst>
              <a:ext uri="{FF2B5EF4-FFF2-40B4-BE49-F238E27FC236}">
                <a16:creationId xmlns:a16="http://schemas.microsoft.com/office/drawing/2014/main" id="{C966B391-3BF4-A5FB-4F8A-8B4B54689661}"/>
              </a:ext>
            </a:extLst>
          </p:cNvPr>
          <p:cNvSpPr>
            <a:spLocks noGrp="1"/>
          </p:cNvSpPr>
          <p:nvPr>
            <p:ph type="body" sz="quarter" idx="21"/>
          </p:nvPr>
        </p:nvSpPr>
        <p:spPr>
          <a:xfrm>
            <a:off x="584200" y="3068560"/>
            <a:ext cx="2808000" cy="626701"/>
          </a:xfrm>
          <a:prstGeom prst="roundRect">
            <a:avLst>
              <a:gd name="adj" fmla="val 10035"/>
            </a:avLst>
          </a:prstGeom>
          <a:solidFill>
            <a:schemeClr val="accent6">
              <a:lumMod val="20000"/>
              <a:lumOff val="80000"/>
            </a:schemeClr>
          </a:solidFill>
          <a:ln w="12700">
            <a:noFill/>
          </a:ln>
        </p:spPr>
        <p:txBody>
          <a:bodyPr lIns="90000" tIns="36000" rIns="90000" bIns="36000" anchor="ctr" anchorCtr="0">
            <a:normAutofit/>
          </a:bodyPr>
          <a:lstStyle>
            <a:lvl1pPr marL="0" indent="0">
              <a:buFont typeface="Arial" panose="020B0604020202020204" pitchFamily="34" charset="0"/>
              <a:buNone/>
              <a:defRPr sz="900">
                <a:latin typeface="+mn-lt"/>
              </a:defRPr>
            </a:lvl1pPr>
            <a:lvl2pPr marL="0" indent="0">
              <a:spcBef>
                <a:spcPts val="0"/>
              </a:spcBef>
              <a:buNone/>
              <a:defRPr sz="900" b="1" i="0">
                <a:latin typeface="+mj-lt"/>
                <a:cs typeface="Segoe UI" panose="020B0502040204020203" pitchFamily="34" charset="0"/>
              </a:defRPr>
            </a:lvl2pPr>
          </a:lstStyle>
          <a:p>
            <a:pPr lvl="0"/>
            <a:r>
              <a:rPr lang="en-US"/>
              <a:t>Click to edit Master text styles</a:t>
            </a:r>
          </a:p>
          <a:p>
            <a:pPr lvl="1"/>
            <a:r>
              <a:rPr lang="en-US"/>
              <a:t>Level 2</a:t>
            </a:r>
          </a:p>
        </p:txBody>
      </p:sp>
      <p:sp>
        <p:nvSpPr>
          <p:cNvPr id="183" name="Text Placeholder 94">
            <a:extLst>
              <a:ext uri="{FF2B5EF4-FFF2-40B4-BE49-F238E27FC236}">
                <a16:creationId xmlns:a16="http://schemas.microsoft.com/office/drawing/2014/main" id="{DF1E6E41-3DB3-84EB-984F-CCB9167D5657}"/>
              </a:ext>
            </a:extLst>
          </p:cNvPr>
          <p:cNvSpPr>
            <a:spLocks noGrp="1"/>
          </p:cNvSpPr>
          <p:nvPr>
            <p:ph type="body" sz="quarter" idx="22" hasCustomPrompt="1"/>
          </p:nvPr>
        </p:nvSpPr>
        <p:spPr>
          <a:xfrm>
            <a:off x="4050283" y="1454181"/>
            <a:ext cx="2807208" cy="345600"/>
          </a:xfrm>
          <a:prstGeom prst="roundRect">
            <a:avLst>
              <a:gd name="adj" fmla="val 50000"/>
            </a:avLst>
          </a:prstGeom>
          <a:solidFill>
            <a:schemeClr val="accent2"/>
          </a:solidFill>
          <a:effectLst/>
        </p:spPr>
        <p:txBody>
          <a:bodyPr anchor="ctr" anchorCtr="0">
            <a:noAutofit/>
          </a:bodyPr>
          <a:lstStyle>
            <a:lvl1pPr marL="0" indent="0" algn="ctr">
              <a:buNone/>
              <a:defRPr sz="1200" b="1" i="0">
                <a:solidFill>
                  <a:srgbClr val="FFFFFF"/>
                </a:solidFill>
                <a:latin typeface="+mj-lt"/>
                <a:cs typeface="Segoe UI Semibold" panose="020B0502040204020203" pitchFamily="34" charset="0"/>
              </a:defRPr>
            </a:lvl1pPr>
          </a:lstStyle>
          <a:p>
            <a:pPr algn="ctr"/>
            <a:r>
              <a:rPr lang="en-US"/>
              <a:t>Scenario</a:t>
            </a:r>
          </a:p>
        </p:txBody>
      </p:sp>
      <p:sp>
        <p:nvSpPr>
          <p:cNvPr id="184" name="Text Placeholder 105">
            <a:extLst>
              <a:ext uri="{FF2B5EF4-FFF2-40B4-BE49-F238E27FC236}">
                <a16:creationId xmlns:a16="http://schemas.microsoft.com/office/drawing/2014/main" id="{6E6ACE10-8248-C360-0E35-7598E8EC8281}"/>
              </a:ext>
            </a:extLst>
          </p:cNvPr>
          <p:cNvSpPr>
            <a:spLocks noGrp="1"/>
          </p:cNvSpPr>
          <p:nvPr>
            <p:ph type="body" sz="quarter" idx="23"/>
          </p:nvPr>
        </p:nvSpPr>
        <p:spPr>
          <a:xfrm>
            <a:off x="4050283" y="1892488"/>
            <a:ext cx="2808000" cy="626701"/>
          </a:xfrm>
          <a:prstGeom prst="rect">
            <a:avLst/>
          </a:prstGeom>
        </p:spPr>
        <p:txBody>
          <a:bodyPr lIns="90000" tIns="36000" rIns="90000" bIns="36000">
            <a:normAutofit/>
          </a:bodyPr>
          <a:lstStyle>
            <a:lvl1pPr marL="0" indent="0">
              <a:spcBef>
                <a:spcPts val="0"/>
              </a:spcBef>
              <a:buNone/>
              <a:defRPr sz="900">
                <a:latin typeface="+mn-lt"/>
              </a:defRPr>
            </a:lvl1pPr>
          </a:lstStyle>
          <a:p>
            <a:pPr lvl="0"/>
            <a:r>
              <a:rPr lang="en-US"/>
              <a:t>Click to edit Master text styles</a:t>
            </a:r>
          </a:p>
        </p:txBody>
      </p:sp>
      <p:sp>
        <p:nvSpPr>
          <p:cNvPr id="185" name="Text Placeholder 105">
            <a:extLst>
              <a:ext uri="{FF2B5EF4-FFF2-40B4-BE49-F238E27FC236}">
                <a16:creationId xmlns:a16="http://schemas.microsoft.com/office/drawing/2014/main" id="{55D154DF-71A5-D9D3-0756-AA7208899CFD}"/>
              </a:ext>
            </a:extLst>
          </p:cNvPr>
          <p:cNvSpPr>
            <a:spLocks noGrp="1"/>
          </p:cNvSpPr>
          <p:nvPr>
            <p:ph type="body" sz="quarter" idx="24"/>
          </p:nvPr>
        </p:nvSpPr>
        <p:spPr>
          <a:xfrm>
            <a:off x="4050283" y="3068560"/>
            <a:ext cx="2808000" cy="626701"/>
          </a:xfrm>
          <a:prstGeom prst="roundRect">
            <a:avLst>
              <a:gd name="adj" fmla="val 10035"/>
            </a:avLst>
          </a:prstGeom>
          <a:solidFill>
            <a:schemeClr val="accent6">
              <a:lumMod val="20000"/>
              <a:lumOff val="80000"/>
            </a:schemeClr>
          </a:solidFill>
          <a:ln w="12700">
            <a:noFill/>
          </a:ln>
        </p:spPr>
        <p:txBody>
          <a:bodyPr lIns="90000" tIns="36000" rIns="90000" bIns="36000" anchor="ctr" anchorCtr="0">
            <a:normAutofit/>
          </a:bodyPr>
          <a:lstStyle>
            <a:lvl1pPr marL="0" indent="0">
              <a:buFont typeface="Arial" panose="020B0604020202020204" pitchFamily="34" charset="0"/>
              <a:buNone/>
              <a:defRPr sz="900">
                <a:latin typeface="+mn-lt"/>
              </a:defRPr>
            </a:lvl1pPr>
            <a:lvl2pPr marL="0" indent="0">
              <a:spcBef>
                <a:spcPts val="0"/>
              </a:spcBef>
              <a:buNone/>
              <a:defRPr sz="900" b="1" i="0">
                <a:latin typeface="+mj-lt"/>
                <a:cs typeface="Segoe UI" panose="020B0502040204020203" pitchFamily="34" charset="0"/>
              </a:defRPr>
            </a:lvl2pPr>
          </a:lstStyle>
          <a:p>
            <a:pPr lvl="0"/>
            <a:r>
              <a:rPr lang="en-US"/>
              <a:t>Click to edit Master text styles</a:t>
            </a:r>
          </a:p>
          <a:p>
            <a:pPr lvl="1"/>
            <a:r>
              <a:rPr lang="en-US"/>
              <a:t>Level 2</a:t>
            </a:r>
          </a:p>
        </p:txBody>
      </p:sp>
      <p:sp>
        <p:nvSpPr>
          <p:cNvPr id="186" name="Text Placeholder 94">
            <a:extLst>
              <a:ext uri="{FF2B5EF4-FFF2-40B4-BE49-F238E27FC236}">
                <a16:creationId xmlns:a16="http://schemas.microsoft.com/office/drawing/2014/main" id="{3BF3353A-2534-A54C-BD30-4DA6ABBA06BA}"/>
              </a:ext>
            </a:extLst>
          </p:cNvPr>
          <p:cNvSpPr>
            <a:spLocks noGrp="1"/>
          </p:cNvSpPr>
          <p:nvPr>
            <p:ph type="body" sz="quarter" idx="25" hasCustomPrompt="1"/>
          </p:nvPr>
        </p:nvSpPr>
        <p:spPr>
          <a:xfrm>
            <a:off x="7516368" y="1454181"/>
            <a:ext cx="2807208" cy="345600"/>
          </a:xfrm>
          <a:prstGeom prst="roundRect">
            <a:avLst>
              <a:gd name="adj" fmla="val 50000"/>
            </a:avLst>
          </a:prstGeom>
          <a:solidFill>
            <a:schemeClr val="accent2"/>
          </a:solidFill>
          <a:effectLst/>
        </p:spPr>
        <p:txBody>
          <a:bodyPr anchor="ctr" anchorCtr="0">
            <a:noAutofit/>
          </a:bodyPr>
          <a:lstStyle>
            <a:lvl1pPr marL="0" indent="0" algn="ctr">
              <a:buNone/>
              <a:defRPr sz="1200" b="1" i="0">
                <a:solidFill>
                  <a:srgbClr val="FFFFFF"/>
                </a:solidFill>
                <a:latin typeface="+mj-lt"/>
                <a:cs typeface="Segoe UI Semibold" panose="020B0502040204020203" pitchFamily="34" charset="0"/>
              </a:defRPr>
            </a:lvl1pPr>
          </a:lstStyle>
          <a:p>
            <a:pPr algn="ctr"/>
            <a:r>
              <a:rPr lang="en-US"/>
              <a:t>Scenario</a:t>
            </a:r>
          </a:p>
        </p:txBody>
      </p:sp>
      <p:sp>
        <p:nvSpPr>
          <p:cNvPr id="187" name="Text Placeholder 105">
            <a:extLst>
              <a:ext uri="{FF2B5EF4-FFF2-40B4-BE49-F238E27FC236}">
                <a16:creationId xmlns:a16="http://schemas.microsoft.com/office/drawing/2014/main" id="{F8FA69C0-B798-B0EF-B064-997FF774E8E9}"/>
              </a:ext>
            </a:extLst>
          </p:cNvPr>
          <p:cNvSpPr>
            <a:spLocks noGrp="1"/>
          </p:cNvSpPr>
          <p:nvPr>
            <p:ph type="body" sz="quarter" idx="26"/>
          </p:nvPr>
        </p:nvSpPr>
        <p:spPr>
          <a:xfrm>
            <a:off x="7516368" y="1892488"/>
            <a:ext cx="2808000" cy="626701"/>
          </a:xfrm>
          <a:prstGeom prst="rect">
            <a:avLst/>
          </a:prstGeom>
        </p:spPr>
        <p:txBody>
          <a:bodyPr lIns="90000" tIns="36000" rIns="90000" bIns="36000">
            <a:normAutofit/>
          </a:bodyPr>
          <a:lstStyle>
            <a:lvl1pPr marL="0" indent="0">
              <a:spcBef>
                <a:spcPts val="0"/>
              </a:spcBef>
              <a:buNone/>
              <a:defRPr sz="900">
                <a:latin typeface="+mn-lt"/>
              </a:defRPr>
            </a:lvl1pPr>
          </a:lstStyle>
          <a:p>
            <a:pPr lvl="0"/>
            <a:r>
              <a:rPr lang="en-US"/>
              <a:t>Click to edit Master text styles</a:t>
            </a:r>
          </a:p>
        </p:txBody>
      </p:sp>
      <p:sp>
        <p:nvSpPr>
          <p:cNvPr id="188" name="Text Placeholder 105">
            <a:extLst>
              <a:ext uri="{FF2B5EF4-FFF2-40B4-BE49-F238E27FC236}">
                <a16:creationId xmlns:a16="http://schemas.microsoft.com/office/drawing/2014/main" id="{FFA3E6BA-ECB6-F78C-CF22-7B05706020E3}"/>
              </a:ext>
            </a:extLst>
          </p:cNvPr>
          <p:cNvSpPr>
            <a:spLocks noGrp="1"/>
          </p:cNvSpPr>
          <p:nvPr>
            <p:ph type="body" sz="quarter" idx="27"/>
          </p:nvPr>
        </p:nvSpPr>
        <p:spPr>
          <a:xfrm>
            <a:off x="7516368" y="3068560"/>
            <a:ext cx="2808000" cy="626701"/>
          </a:xfrm>
          <a:prstGeom prst="roundRect">
            <a:avLst>
              <a:gd name="adj" fmla="val 10035"/>
            </a:avLst>
          </a:prstGeom>
          <a:solidFill>
            <a:schemeClr val="accent6">
              <a:lumMod val="20000"/>
              <a:lumOff val="80000"/>
            </a:schemeClr>
          </a:solidFill>
          <a:ln w="12700">
            <a:noFill/>
          </a:ln>
        </p:spPr>
        <p:txBody>
          <a:bodyPr lIns="90000" tIns="36000" rIns="90000" bIns="36000" anchor="ctr" anchorCtr="0">
            <a:normAutofit/>
          </a:bodyPr>
          <a:lstStyle>
            <a:lvl1pPr marL="0" indent="0">
              <a:buFont typeface="Arial" panose="020B0604020202020204" pitchFamily="34" charset="0"/>
              <a:buNone/>
              <a:defRPr sz="900">
                <a:latin typeface="+mn-lt"/>
              </a:defRPr>
            </a:lvl1pPr>
            <a:lvl2pPr marL="0" indent="0">
              <a:spcBef>
                <a:spcPts val="0"/>
              </a:spcBef>
              <a:buNone/>
              <a:defRPr sz="900" b="1" i="0">
                <a:latin typeface="+mj-lt"/>
                <a:cs typeface="Segoe UI" panose="020B0502040204020203" pitchFamily="34" charset="0"/>
              </a:defRPr>
            </a:lvl2pPr>
          </a:lstStyle>
          <a:p>
            <a:pPr lvl="0"/>
            <a:r>
              <a:rPr lang="en-US"/>
              <a:t>Click to edit Master text styles</a:t>
            </a:r>
          </a:p>
          <a:p>
            <a:pPr lvl="1"/>
            <a:r>
              <a:rPr lang="en-US"/>
              <a:t>Level 2</a:t>
            </a:r>
          </a:p>
        </p:txBody>
      </p:sp>
      <p:sp>
        <p:nvSpPr>
          <p:cNvPr id="195" name="Text Placeholder 94">
            <a:extLst>
              <a:ext uri="{FF2B5EF4-FFF2-40B4-BE49-F238E27FC236}">
                <a16:creationId xmlns:a16="http://schemas.microsoft.com/office/drawing/2014/main" id="{4411A19D-5600-3582-7891-BEECA6B3C921}"/>
              </a:ext>
            </a:extLst>
          </p:cNvPr>
          <p:cNvSpPr>
            <a:spLocks noGrp="1"/>
          </p:cNvSpPr>
          <p:nvPr>
            <p:ph type="body" sz="quarter" idx="34" hasCustomPrompt="1"/>
          </p:nvPr>
        </p:nvSpPr>
        <p:spPr>
          <a:xfrm>
            <a:off x="7516368" y="3914121"/>
            <a:ext cx="2807208" cy="345600"/>
          </a:xfrm>
          <a:prstGeom prst="roundRect">
            <a:avLst>
              <a:gd name="adj" fmla="val 50000"/>
            </a:avLst>
          </a:prstGeom>
          <a:solidFill>
            <a:schemeClr val="accent2"/>
          </a:solidFill>
          <a:effectLst/>
        </p:spPr>
        <p:txBody>
          <a:bodyPr anchor="ctr" anchorCtr="0">
            <a:noAutofit/>
          </a:bodyPr>
          <a:lstStyle>
            <a:lvl1pPr marL="0" indent="0" algn="ctr">
              <a:buNone/>
              <a:defRPr sz="1200" b="1" i="0">
                <a:solidFill>
                  <a:srgbClr val="FFFFFF"/>
                </a:solidFill>
                <a:latin typeface="+mj-lt"/>
                <a:cs typeface="Segoe UI Semibold" panose="020B0502040204020203" pitchFamily="34" charset="0"/>
              </a:defRPr>
            </a:lvl1pPr>
          </a:lstStyle>
          <a:p>
            <a:pPr algn="ctr"/>
            <a:r>
              <a:rPr lang="en-US"/>
              <a:t>Scenario</a:t>
            </a:r>
          </a:p>
        </p:txBody>
      </p:sp>
      <p:sp>
        <p:nvSpPr>
          <p:cNvPr id="196" name="Text Placeholder 105">
            <a:extLst>
              <a:ext uri="{FF2B5EF4-FFF2-40B4-BE49-F238E27FC236}">
                <a16:creationId xmlns:a16="http://schemas.microsoft.com/office/drawing/2014/main" id="{E6756EC6-5C62-CCBD-6970-540F4E463C66}"/>
              </a:ext>
            </a:extLst>
          </p:cNvPr>
          <p:cNvSpPr>
            <a:spLocks noGrp="1"/>
          </p:cNvSpPr>
          <p:nvPr>
            <p:ph type="body" sz="quarter" idx="35"/>
          </p:nvPr>
        </p:nvSpPr>
        <p:spPr>
          <a:xfrm>
            <a:off x="7516368" y="4348666"/>
            <a:ext cx="2808000" cy="626701"/>
          </a:xfrm>
          <a:prstGeom prst="rect">
            <a:avLst/>
          </a:prstGeom>
        </p:spPr>
        <p:txBody>
          <a:bodyPr lIns="90000" tIns="36000" rIns="90000" bIns="36000">
            <a:normAutofit/>
          </a:bodyPr>
          <a:lstStyle>
            <a:lvl1pPr marL="0" indent="0">
              <a:spcBef>
                <a:spcPts val="0"/>
              </a:spcBef>
              <a:buNone/>
              <a:defRPr sz="900">
                <a:latin typeface="+mn-lt"/>
              </a:defRPr>
            </a:lvl1pPr>
          </a:lstStyle>
          <a:p>
            <a:pPr lvl="0"/>
            <a:r>
              <a:rPr lang="en-US"/>
              <a:t>Click to edit Master text styles</a:t>
            </a:r>
          </a:p>
        </p:txBody>
      </p:sp>
      <p:sp>
        <p:nvSpPr>
          <p:cNvPr id="197" name="Text Placeholder 105">
            <a:extLst>
              <a:ext uri="{FF2B5EF4-FFF2-40B4-BE49-F238E27FC236}">
                <a16:creationId xmlns:a16="http://schemas.microsoft.com/office/drawing/2014/main" id="{56520A8E-9E5D-0840-1CB1-35762F47BF5D}"/>
              </a:ext>
            </a:extLst>
          </p:cNvPr>
          <p:cNvSpPr>
            <a:spLocks noGrp="1"/>
          </p:cNvSpPr>
          <p:nvPr>
            <p:ph type="body" sz="quarter" idx="36"/>
          </p:nvPr>
        </p:nvSpPr>
        <p:spPr>
          <a:xfrm>
            <a:off x="7516368" y="5502238"/>
            <a:ext cx="2808000" cy="626701"/>
          </a:xfrm>
          <a:prstGeom prst="roundRect">
            <a:avLst>
              <a:gd name="adj" fmla="val 10035"/>
            </a:avLst>
          </a:prstGeom>
          <a:solidFill>
            <a:schemeClr val="accent6">
              <a:lumMod val="20000"/>
              <a:lumOff val="80000"/>
            </a:schemeClr>
          </a:solidFill>
          <a:ln w="12700">
            <a:noFill/>
          </a:ln>
        </p:spPr>
        <p:txBody>
          <a:bodyPr lIns="90000" tIns="36000" rIns="90000" bIns="36000" anchor="ctr" anchorCtr="0">
            <a:normAutofit/>
          </a:bodyPr>
          <a:lstStyle>
            <a:lvl1pPr marL="0" indent="0">
              <a:buFont typeface="Arial" panose="020B0604020202020204" pitchFamily="34" charset="0"/>
              <a:buNone/>
              <a:defRPr sz="900">
                <a:latin typeface="+mn-lt"/>
              </a:defRPr>
            </a:lvl1pPr>
            <a:lvl2pPr marL="0" indent="0">
              <a:spcBef>
                <a:spcPts val="0"/>
              </a:spcBef>
              <a:buNone/>
              <a:defRPr sz="900" b="1" i="0">
                <a:latin typeface="+mj-lt"/>
                <a:cs typeface="Segoe UI" panose="020B0502040204020203" pitchFamily="34" charset="0"/>
              </a:defRPr>
            </a:lvl2pPr>
          </a:lstStyle>
          <a:p>
            <a:pPr lvl="0"/>
            <a:r>
              <a:rPr lang="en-US"/>
              <a:t>Click to edit Master text styles</a:t>
            </a:r>
          </a:p>
          <a:p>
            <a:pPr lvl="1"/>
            <a:r>
              <a:rPr lang="en-US"/>
              <a:t>Level 2</a:t>
            </a:r>
          </a:p>
        </p:txBody>
      </p:sp>
      <p:sp>
        <p:nvSpPr>
          <p:cNvPr id="192" name="Text Placeholder 94">
            <a:extLst>
              <a:ext uri="{FF2B5EF4-FFF2-40B4-BE49-F238E27FC236}">
                <a16:creationId xmlns:a16="http://schemas.microsoft.com/office/drawing/2014/main" id="{D8F51403-DA8F-C60A-932D-8B8817FDA751}"/>
              </a:ext>
            </a:extLst>
          </p:cNvPr>
          <p:cNvSpPr>
            <a:spLocks noGrp="1"/>
          </p:cNvSpPr>
          <p:nvPr>
            <p:ph type="body" sz="quarter" idx="31" hasCustomPrompt="1"/>
          </p:nvPr>
        </p:nvSpPr>
        <p:spPr>
          <a:xfrm>
            <a:off x="4050283" y="3914121"/>
            <a:ext cx="2807208" cy="345600"/>
          </a:xfrm>
          <a:prstGeom prst="roundRect">
            <a:avLst>
              <a:gd name="adj" fmla="val 50000"/>
            </a:avLst>
          </a:prstGeom>
          <a:solidFill>
            <a:schemeClr val="accent2"/>
          </a:solidFill>
          <a:effectLst/>
        </p:spPr>
        <p:txBody>
          <a:bodyPr anchor="ctr" anchorCtr="0">
            <a:noAutofit/>
          </a:bodyPr>
          <a:lstStyle>
            <a:lvl1pPr marL="0" indent="0" algn="ctr">
              <a:buNone/>
              <a:defRPr sz="1200" b="1" i="0">
                <a:solidFill>
                  <a:srgbClr val="FFFFFF"/>
                </a:solidFill>
                <a:latin typeface="+mj-lt"/>
                <a:cs typeface="Segoe UI Semibold" panose="020B0502040204020203" pitchFamily="34" charset="0"/>
              </a:defRPr>
            </a:lvl1pPr>
          </a:lstStyle>
          <a:p>
            <a:pPr algn="ctr"/>
            <a:r>
              <a:rPr lang="en-US"/>
              <a:t>Scenario</a:t>
            </a:r>
          </a:p>
        </p:txBody>
      </p:sp>
      <p:sp>
        <p:nvSpPr>
          <p:cNvPr id="193" name="Text Placeholder 105">
            <a:extLst>
              <a:ext uri="{FF2B5EF4-FFF2-40B4-BE49-F238E27FC236}">
                <a16:creationId xmlns:a16="http://schemas.microsoft.com/office/drawing/2014/main" id="{1D287AE8-D07F-849B-E6F1-1AC629E8FB32}"/>
              </a:ext>
            </a:extLst>
          </p:cNvPr>
          <p:cNvSpPr>
            <a:spLocks noGrp="1"/>
          </p:cNvSpPr>
          <p:nvPr>
            <p:ph type="body" sz="quarter" idx="32"/>
          </p:nvPr>
        </p:nvSpPr>
        <p:spPr>
          <a:xfrm>
            <a:off x="4050283" y="4348666"/>
            <a:ext cx="2808000" cy="626701"/>
          </a:xfrm>
          <a:prstGeom prst="rect">
            <a:avLst/>
          </a:prstGeom>
        </p:spPr>
        <p:txBody>
          <a:bodyPr lIns="90000" tIns="36000" rIns="90000" bIns="36000">
            <a:normAutofit/>
          </a:bodyPr>
          <a:lstStyle>
            <a:lvl1pPr marL="0" indent="0">
              <a:spcBef>
                <a:spcPts val="0"/>
              </a:spcBef>
              <a:buNone/>
              <a:defRPr sz="900">
                <a:latin typeface="+mn-lt"/>
              </a:defRPr>
            </a:lvl1pPr>
          </a:lstStyle>
          <a:p>
            <a:pPr lvl="0"/>
            <a:r>
              <a:rPr lang="en-US"/>
              <a:t>Click to edit Master text styles</a:t>
            </a:r>
          </a:p>
        </p:txBody>
      </p:sp>
      <p:sp>
        <p:nvSpPr>
          <p:cNvPr id="194" name="Text Placeholder 105">
            <a:extLst>
              <a:ext uri="{FF2B5EF4-FFF2-40B4-BE49-F238E27FC236}">
                <a16:creationId xmlns:a16="http://schemas.microsoft.com/office/drawing/2014/main" id="{D79AB424-C959-FD9F-0942-4B657234F221}"/>
              </a:ext>
            </a:extLst>
          </p:cNvPr>
          <p:cNvSpPr>
            <a:spLocks noGrp="1"/>
          </p:cNvSpPr>
          <p:nvPr>
            <p:ph type="body" sz="quarter" idx="33"/>
          </p:nvPr>
        </p:nvSpPr>
        <p:spPr>
          <a:xfrm>
            <a:off x="4050283" y="5502238"/>
            <a:ext cx="2808000" cy="626701"/>
          </a:xfrm>
          <a:prstGeom prst="roundRect">
            <a:avLst>
              <a:gd name="adj" fmla="val 10035"/>
            </a:avLst>
          </a:prstGeom>
          <a:solidFill>
            <a:schemeClr val="accent6">
              <a:lumMod val="20000"/>
              <a:lumOff val="80000"/>
            </a:schemeClr>
          </a:solidFill>
          <a:ln w="12700">
            <a:noFill/>
          </a:ln>
        </p:spPr>
        <p:txBody>
          <a:bodyPr lIns="90000" tIns="36000" rIns="90000" bIns="36000" anchor="ctr" anchorCtr="0">
            <a:normAutofit/>
          </a:bodyPr>
          <a:lstStyle>
            <a:lvl1pPr marL="0" indent="0">
              <a:buFont typeface="Arial" panose="020B0604020202020204" pitchFamily="34" charset="0"/>
              <a:buNone/>
              <a:defRPr sz="900">
                <a:latin typeface="+mn-lt"/>
              </a:defRPr>
            </a:lvl1pPr>
            <a:lvl2pPr marL="0" indent="0">
              <a:spcBef>
                <a:spcPts val="0"/>
              </a:spcBef>
              <a:buNone/>
              <a:defRPr sz="900" b="1" i="0">
                <a:latin typeface="+mj-lt"/>
                <a:cs typeface="Segoe UI" panose="020B0502040204020203" pitchFamily="34" charset="0"/>
              </a:defRPr>
            </a:lvl2pPr>
          </a:lstStyle>
          <a:p>
            <a:pPr lvl="0"/>
            <a:r>
              <a:rPr lang="en-US"/>
              <a:t>Click to edit Master text styles</a:t>
            </a:r>
          </a:p>
          <a:p>
            <a:pPr lvl="1"/>
            <a:r>
              <a:rPr lang="en-US"/>
              <a:t>Level 2</a:t>
            </a:r>
          </a:p>
        </p:txBody>
      </p:sp>
      <p:sp>
        <p:nvSpPr>
          <p:cNvPr id="189" name="Text Placeholder 94">
            <a:extLst>
              <a:ext uri="{FF2B5EF4-FFF2-40B4-BE49-F238E27FC236}">
                <a16:creationId xmlns:a16="http://schemas.microsoft.com/office/drawing/2014/main" id="{E07EBCA7-C1BD-E0AD-6403-14224CB1B5C6}"/>
              </a:ext>
            </a:extLst>
          </p:cNvPr>
          <p:cNvSpPr>
            <a:spLocks noGrp="1"/>
          </p:cNvSpPr>
          <p:nvPr>
            <p:ph type="body" sz="quarter" idx="28" hasCustomPrompt="1"/>
          </p:nvPr>
        </p:nvSpPr>
        <p:spPr>
          <a:xfrm>
            <a:off x="584199" y="3914121"/>
            <a:ext cx="2807208" cy="345600"/>
          </a:xfrm>
          <a:prstGeom prst="roundRect">
            <a:avLst>
              <a:gd name="adj" fmla="val 50000"/>
            </a:avLst>
          </a:prstGeom>
          <a:solidFill>
            <a:schemeClr val="accent2"/>
          </a:solidFill>
          <a:effectLst/>
        </p:spPr>
        <p:txBody>
          <a:bodyPr anchor="ctr" anchorCtr="0">
            <a:noAutofit/>
          </a:bodyPr>
          <a:lstStyle>
            <a:lvl1pPr marL="0" indent="0" algn="ctr">
              <a:buNone/>
              <a:defRPr sz="1200" b="1" i="0">
                <a:solidFill>
                  <a:srgbClr val="FFFFFF"/>
                </a:solidFill>
                <a:latin typeface="+mj-lt"/>
                <a:cs typeface="Segoe UI Semibold" panose="020B0502040204020203" pitchFamily="34" charset="0"/>
              </a:defRPr>
            </a:lvl1pPr>
          </a:lstStyle>
          <a:p>
            <a:pPr algn="ctr"/>
            <a:r>
              <a:rPr lang="en-US"/>
              <a:t>Scenario</a:t>
            </a:r>
          </a:p>
        </p:txBody>
      </p:sp>
      <p:sp>
        <p:nvSpPr>
          <p:cNvPr id="190" name="Text Placeholder 105">
            <a:extLst>
              <a:ext uri="{FF2B5EF4-FFF2-40B4-BE49-F238E27FC236}">
                <a16:creationId xmlns:a16="http://schemas.microsoft.com/office/drawing/2014/main" id="{880DDDC9-1973-AB6B-84B0-8402F7E57DD6}"/>
              </a:ext>
            </a:extLst>
          </p:cNvPr>
          <p:cNvSpPr>
            <a:spLocks noGrp="1"/>
          </p:cNvSpPr>
          <p:nvPr>
            <p:ph type="body" sz="quarter" idx="29"/>
          </p:nvPr>
        </p:nvSpPr>
        <p:spPr>
          <a:xfrm>
            <a:off x="584200" y="4348666"/>
            <a:ext cx="2808000" cy="626701"/>
          </a:xfrm>
          <a:prstGeom prst="rect">
            <a:avLst/>
          </a:prstGeom>
        </p:spPr>
        <p:txBody>
          <a:bodyPr lIns="90000" tIns="36000" rIns="90000" bIns="36000">
            <a:normAutofit/>
          </a:bodyPr>
          <a:lstStyle>
            <a:lvl1pPr marL="0" indent="0">
              <a:spcBef>
                <a:spcPts val="0"/>
              </a:spcBef>
              <a:buNone/>
              <a:defRPr sz="900">
                <a:latin typeface="+mn-lt"/>
              </a:defRPr>
            </a:lvl1pPr>
          </a:lstStyle>
          <a:p>
            <a:pPr lvl="0"/>
            <a:r>
              <a:rPr lang="en-US"/>
              <a:t>Click to edit Master text styles</a:t>
            </a:r>
          </a:p>
        </p:txBody>
      </p:sp>
      <p:sp>
        <p:nvSpPr>
          <p:cNvPr id="191" name="Text Placeholder 105">
            <a:extLst>
              <a:ext uri="{FF2B5EF4-FFF2-40B4-BE49-F238E27FC236}">
                <a16:creationId xmlns:a16="http://schemas.microsoft.com/office/drawing/2014/main" id="{779BA1D8-105C-B66F-63AF-84DC7F622456}"/>
              </a:ext>
            </a:extLst>
          </p:cNvPr>
          <p:cNvSpPr>
            <a:spLocks noGrp="1"/>
          </p:cNvSpPr>
          <p:nvPr>
            <p:ph type="body" sz="quarter" idx="30"/>
          </p:nvPr>
        </p:nvSpPr>
        <p:spPr>
          <a:xfrm>
            <a:off x="584200" y="5502238"/>
            <a:ext cx="2808000" cy="626701"/>
          </a:xfrm>
          <a:prstGeom prst="roundRect">
            <a:avLst>
              <a:gd name="adj" fmla="val 10035"/>
            </a:avLst>
          </a:prstGeom>
          <a:solidFill>
            <a:schemeClr val="accent6">
              <a:lumMod val="20000"/>
              <a:lumOff val="80000"/>
            </a:schemeClr>
          </a:solidFill>
          <a:ln w="12700">
            <a:noFill/>
          </a:ln>
        </p:spPr>
        <p:txBody>
          <a:bodyPr lIns="90000" tIns="36000" rIns="90000" bIns="36000" anchor="ctr" anchorCtr="0">
            <a:normAutofit/>
          </a:bodyPr>
          <a:lstStyle>
            <a:lvl1pPr marL="0" indent="0">
              <a:buFont typeface="Arial" panose="020B0604020202020204" pitchFamily="34" charset="0"/>
              <a:buNone/>
              <a:defRPr sz="900">
                <a:latin typeface="+mn-lt"/>
              </a:defRPr>
            </a:lvl1pPr>
            <a:lvl2pPr marL="0" indent="0">
              <a:spcBef>
                <a:spcPts val="0"/>
              </a:spcBef>
              <a:buNone/>
              <a:defRPr sz="900" b="1" i="0">
                <a:latin typeface="+mj-lt"/>
                <a:cs typeface="Segoe UI" panose="020B0502040204020203" pitchFamily="34" charset="0"/>
              </a:defRPr>
            </a:lvl2pPr>
          </a:lstStyle>
          <a:p>
            <a:pPr lvl="0"/>
            <a:r>
              <a:rPr lang="en-US"/>
              <a:t>Click to edit Master text styles</a:t>
            </a:r>
          </a:p>
          <a:p>
            <a:pPr lvl="1"/>
            <a:r>
              <a:rPr lang="en-US"/>
              <a:t>Level 2</a:t>
            </a:r>
          </a:p>
        </p:txBody>
      </p:sp>
      <p:sp>
        <p:nvSpPr>
          <p:cNvPr id="4" name="Text Placeholder 10">
            <a:extLst>
              <a:ext uri="{FF2B5EF4-FFF2-40B4-BE49-F238E27FC236}">
                <a16:creationId xmlns:a16="http://schemas.microsoft.com/office/drawing/2014/main" id="{07FB0D44-B2FC-AD50-89A4-2016469B01D6}"/>
              </a:ext>
              <a:ext uri="{C183D7F6-B498-43B3-948B-1728B52AA6E4}">
                <adec:decorative xmlns:adec="http://schemas.microsoft.com/office/drawing/2017/decorative" val="1"/>
              </a:ext>
            </a:extLst>
          </p:cNvPr>
          <p:cNvSpPr>
            <a:spLocks noGrp="1"/>
          </p:cNvSpPr>
          <p:nvPr>
            <p:ph type="body" sz="quarter" idx="38" hasCustomPrompt="1"/>
          </p:nvPr>
        </p:nvSpPr>
        <p:spPr>
          <a:xfrm>
            <a:off x="11417128" y="357645"/>
            <a:ext cx="127000" cy="125999"/>
          </a:xfrm>
          <a:prstGeom prst="ellipse">
            <a:avLst/>
          </a:prstGeom>
          <a:solidFill>
            <a:srgbClr val="B1B3B3"/>
          </a:solidFill>
        </p:spPr>
        <p:txBody>
          <a:bodyPr>
            <a:noAutofit/>
          </a:bodyPr>
          <a:lstStyle>
            <a:lvl1pPr marL="0" indent="0">
              <a:buFontTx/>
              <a:buNone/>
              <a:defRPr sz="100">
                <a:noFill/>
              </a:defRPr>
            </a:lvl1pPr>
            <a:lvl2pPr marL="228600" indent="0">
              <a:buFontTx/>
              <a:buNone/>
              <a:defRPr sz="100">
                <a:noFill/>
              </a:defRPr>
            </a:lvl2pPr>
            <a:lvl3pPr marL="457200" indent="0">
              <a:buFontTx/>
              <a:buNone/>
              <a:defRPr sz="100">
                <a:noFill/>
              </a:defRPr>
            </a:lvl3pPr>
            <a:lvl4pPr marL="661988" indent="0">
              <a:buFontTx/>
              <a:buNone/>
              <a:defRPr sz="100">
                <a:noFill/>
              </a:defRPr>
            </a:lvl4pPr>
            <a:lvl5pPr marL="855663" indent="0">
              <a:buFontTx/>
              <a:buNone/>
              <a:defRPr sz="100">
                <a:noFill/>
              </a:defRPr>
            </a:lvl5pPr>
          </a:lstStyle>
          <a:p>
            <a:pPr lvl="0"/>
            <a:r>
              <a:rPr lang="en-US"/>
              <a:t>a</a:t>
            </a:r>
          </a:p>
        </p:txBody>
      </p:sp>
      <p:sp>
        <p:nvSpPr>
          <p:cNvPr id="6" name="Text Placeholder 10">
            <a:extLst>
              <a:ext uri="{FF2B5EF4-FFF2-40B4-BE49-F238E27FC236}">
                <a16:creationId xmlns:a16="http://schemas.microsoft.com/office/drawing/2014/main" id="{4A5639CF-B5E7-20B0-D289-A990965914E6}"/>
              </a:ext>
              <a:ext uri="{C183D7F6-B498-43B3-948B-1728B52AA6E4}">
                <adec:decorative xmlns:adec="http://schemas.microsoft.com/office/drawing/2017/decorative" val="1"/>
              </a:ext>
            </a:extLst>
          </p:cNvPr>
          <p:cNvSpPr>
            <a:spLocks noGrp="1"/>
          </p:cNvSpPr>
          <p:nvPr>
            <p:ph type="body" sz="quarter" idx="39" hasCustomPrompt="1"/>
          </p:nvPr>
        </p:nvSpPr>
        <p:spPr>
          <a:xfrm>
            <a:off x="11588664" y="357645"/>
            <a:ext cx="127000" cy="125999"/>
          </a:xfrm>
          <a:prstGeom prst="ellipse">
            <a:avLst/>
          </a:prstGeom>
          <a:solidFill>
            <a:srgbClr val="B1B3B3"/>
          </a:solidFill>
        </p:spPr>
        <p:txBody>
          <a:bodyPr>
            <a:noAutofit/>
          </a:bodyPr>
          <a:lstStyle>
            <a:lvl1pPr marL="0" indent="0">
              <a:buFontTx/>
              <a:buNone/>
              <a:defRPr sz="100">
                <a:noFill/>
              </a:defRPr>
            </a:lvl1pPr>
            <a:lvl2pPr marL="228600" indent="0">
              <a:buFontTx/>
              <a:buNone/>
              <a:defRPr sz="100">
                <a:noFill/>
              </a:defRPr>
            </a:lvl2pPr>
            <a:lvl3pPr marL="457200" indent="0">
              <a:buFontTx/>
              <a:buNone/>
              <a:defRPr sz="100">
                <a:noFill/>
              </a:defRPr>
            </a:lvl3pPr>
            <a:lvl4pPr marL="661988" indent="0">
              <a:buFontTx/>
              <a:buNone/>
              <a:defRPr sz="100">
                <a:noFill/>
              </a:defRPr>
            </a:lvl4pPr>
            <a:lvl5pPr marL="855663" indent="0">
              <a:buFontTx/>
              <a:buNone/>
              <a:defRPr sz="100">
                <a:noFill/>
              </a:defRPr>
            </a:lvl5pPr>
          </a:lstStyle>
          <a:p>
            <a:pPr lvl="0"/>
            <a:r>
              <a:rPr lang="en-US"/>
              <a:t>a</a:t>
            </a:r>
          </a:p>
        </p:txBody>
      </p:sp>
      <p:sp>
        <p:nvSpPr>
          <p:cNvPr id="7" name="Text Placeholder 10">
            <a:extLst>
              <a:ext uri="{FF2B5EF4-FFF2-40B4-BE49-F238E27FC236}">
                <a16:creationId xmlns:a16="http://schemas.microsoft.com/office/drawing/2014/main" id="{8C6AE7B5-FABD-E95D-A0C4-FEA8F2FE8010}"/>
              </a:ext>
              <a:ext uri="{C183D7F6-B498-43B3-948B-1728B52AA6E4}">
                <adec:decorative xmlns:adec="http://schemas.microsoft.com/office/drawing/2017/decorative" val="1"/>
              </a:ext>
            </a:extLst>
          </p:cNvPr>
          <p:cNvSpPr>
            <a:spLocks noGrp="1"/>
          </p:cNvSpPr>
          <p:nvPr>
            <p:ph type="body" sz="quarter" idx="40" hasCustomPrompt="1"/>
          </p:nvPr>
        </p:nvSpPr>
        <p:spPr>
          <a:xfrm>
            <a:off x="11760200" y="357645"/>
            <a:ext cx="127000" cy="125999"/>
          </a:xfrm>
          <a:prstGeom prst="ellipse">
            <a:avLst/>
          </a:prstGeom>
          <a:solidFill>
            <a:srgbClr val="B1B3B3"/>
          </a:solidFill>
        </p:spPr>
        <p:txBody>
          <a:bodyPr>
            <a:noAutofit/>
          </a:bodyPr>
          <a:lstStyle>
            <a:lvl1pPr marL="0" indent="0">
              <a:buFontTx/>
              <a:buNone/>
              <a:defRPr sz="100">
                <a:noFill/>
              </a:defRPr>
            </a:lvl1pPr>
            <a:lvl2pPr marL="228600" indent="0">
              <a:buFontTx/>
              <a:buNone/>
              <a:defRPr sz="100">
                <a:noFill/>
              </a:defRPr>
            </a:lvl2pPr>
            <a:lvl3pPr marL="457200" indent="0">
              <a:buFontTx/>
              <a:buNone/>
              <a:defRPr sz="100">
                <a:noFill/>
              </a:defRPr>
            </a:lvl3pPr>
            <a:lvl4pPr marL="661988" indent="0">
              <a:buFontTx/>
              <a:buNone/>
              <a:defRPr sz="100">
                <a:noFill/>
              </a:defRPr>
            </a:lvl4pPr>
            <a:lvl5pPr marL="855663" indent="0">
              <a:buFontTx/>
              <a:buNone/>
              <a:defRPr sz="100">
                <a:noFill/>
              </a:defRPr>
            </a:lvl5pPr>
          </a:lstStyle>
          <a:p>
            <a:pPr lvl="0"/>
            <a:r>
              <a:rPr lang="en-US"/>
              <a:t>a</a:t>
            </a:r>
          </a:p>
        </p:txBody>
      </p:sp>
      <p:sp>
        <p:nvSpPr>
          <p:cNvPr id="9" name="TextBox 8">
            <a:extLst>
              <a:ext uri="{FF2B5EF4-FFF2-40B4-BE49-F238E27FC236}">
                <a16:creationId xmlns:a16="http://schemas.microsoft.com/office/drawing/2014/main" id="{444DEC38-2E51-A342-8D8F-EF197EA84CD5}"/>
              </a:ext>
            </a:extLst>
          </p:cNvPr>
          <p:cNvSpPr txBox="1"/>
          <p:nvPr userDrawn="1">
            <p:extLst>
              <p:ext uri="{1162E1C5-73C7-4A58-AE30-91384D911F3F}">
                <p184:classification xmlns:p184="http://schemas.microsoft.com/office/powerpoint/2018/4/main" val="ftr"/>
              </p:ext>
            </p:extLst>
          </p:nvPr>
        </p:nvSpPr>
        <p:spPr>
          <a:xfrm>
            <a:off x="63500" y="6506067"/>
            <a:ext cx="5949107" cy="184666"/>
          </a:xfrm>
          <a:prstGeom prst="rect">
            <a:avLst/>
          </a:prstGeom>
        </p:spPr>
        <p:txBody>
          <a:bodyPr horzOverflow="overflow" wrap="square" lIns="0" tIns="0" rIns="0" bIns="0">
            <a:spAutoFit/>
          </a:bodyPr>
          <a:lstStyle/>
          <a:p>
            <a:pPr algn="l"/>
            <a:r>
              <a:rPr lang="en-US" sz="1200" b="1">
                <a:solidFill>
                  <a:schemeClr val="bg1">
                    <a:lumMod val="50000"/>
                  </a:schemeClr>
                </a:solidFill>
                <a:latin typeface="+mj-lt"/>
              </a:rPr>
              <a:t>Classified as Microsoft Confidential – content under embargo until Nov 18, 2025</a:t>
            </a:r>
          </a:p>
        </p:txBody>
      </p:sp>
    </p:spTree>
    <p:extLst>
      <p:ext uri="{BB962C8B-B14F-4D97-AF65-F5344CB8AC3E}">
        <p14:creationId xmlns:p14="http://schemas.microsoft.com/office/powerpoint/2010/main" val="316774803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Layouts/slideLayout286.xml><?xml version="1.0" encoding="utf-8"?>
<p:sldLayout xmlns:a="http://schemas.openxmlformats.org/drawingml/2006/main" xmlns:r="http://schemas.openxmlformats.org/officeDocument/2006/relationships" xmlns:p="http://schemas.openxmlformats.org/presentationml/2006/main" preserve="1" userDrawn="1">
  <p:cSld name="Scenario six steps">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hasCustomPrompt="1"/>
          </p:nvPr>
        </p:nvSpPr>
        <p:spPr>
          <a:xfrm>
            <a:off x="584200" y="387766"/>
            <a:ext cx="5672544" cy="526298"/>
          </a:xfrm>
        </p:spPr>
        <p:txBody>
          <a:bodyPr tIns="0"/>
          <a:lstStyle>
            <a:lvl1pPr>
              <a:lnSpc>
                <a:spcPct val="95000"/>
              </a:lnSpc>
              <a:defRPr sz="1800" spc="0">
                <a:latin typeface="+mj-lt"/>
                <a:cs typeface="Segoe UI" panose="020B0502040204020203" pitchFamily="34" charset="0"/>
              </a:defRPr>
            </a:lvl1pPr>
          </a:lstStyle>
          <a:p>
            <a:r>
              <a:rPr lang="en-US"/>
              <a:t>Click to edit Master title style; can be up to two lines long; lorem ipsum dolor sit </a:t>
            </a:r>
            <a:r>
              <a:rPr lang="en-US" err="1"/>
              <a:t>amet</a:t>
            </a:r>
            <a:r>
              <a:rPr lang="en-US"/>
              <a:t> </a:t>
            </a:r>
            <a:r>
              <a:rPr lang="en-US" err="1"/>
              <a:t>consectetur</a:t>
            </a:r>
            <a:endParaRPr lang="en-US"/>
          </a:p>
        </p:txBody>
      </p:sp>
      <p:sp>
        <p:nvSpPr>
          <p:cNvPr id="4" name="Freeform: Shape 2">
            <a:extLst>
              <a:ext uri="{FF2B5EF4-FFF2-40B4-BE49-F238E27FC236}">
                <a16:creationId xmlns:a16="http://schemas.microsoft.com/office/drawing/2014/main" id="{2F51F4A4-9D1C-10B6-3868-E6FD8FD9C23B}"/>
              </a:ext>
              <a:ext uri="{C183D7F6-B498-43B3-948B-1728B52AA6E4}">
                <adec:decorative xmlns:adec="http://schemas.microsoft.com/office/drawing/2017/decorative" val="1"/>
              </a:ext>
            </a:extLst>
          </p:cNvPr>
          <p:cNvSpPr/>
          <p:nvPr userDrawn="1"/>
        </p:nvSpPr>
        <p:spPr bwMode="auto">
          <a:xfrm>
            <a:off x="-1576" y="1761263"/>
            <a:ext cx="11100760" cy="2453282"/>
          </a:xfrm>
          <a:custGeom>
            <a:avLst/>
            <a:gdLst>
              <a:gd name="connsiteX0" fmla="*/ 0 w 9070975"/>
              <a:gd name="connsiteY0" fmla="*/ 0 h 2491048"/>
              <a:gd name="connsiteX1" fmla="*/ 8850592 w 9070975"/>
              <a:gd name="connsiteY1" fmla="*/ 0 h 2491048"/>
              <a:gd name="connsiteX2" fmla="*/ 9070975 w 9070975"/>
              <a:gd name="connsiteY2" fmla="*/ 220383 h 2491048"/>
              <a:gd name="connsiteX3" fmla="*/ 9070975 w 9070975"/>
              <a:gd name="connsiteY3" fmla="*/ 2270665 h 2491048"/>
              <a:gd name="connsiteX4" fmla="*/ 8850592 w 9070975"/>
              <a:gd name="connsiteY4" fmla="*/ 2491048 h 2491048"/>
              <a:gd name="connsiteX5" fmla="*/ 0 w 9070975"/>
              <a:gd name="connsiteY5" fmla="*/ 2491048 h 2491048"/>
              <a:gd name="connsiteX0" fmla="*/ 25400 w 9096375"/>
              <a:gd name="connsiteY0" fmla="*/ 0 h 2491048"/>
              <a:gd name="connsiteX1" fmla="*/ 8875992 w 9096375"/>
              <a:gd name="connsiteY1" fmla="*/ 0 h 2491048"/>
              <a:gd name="connsiteX2" fmla="*/ 9096375 w 9096375"/>
              <a:gd name="connsiteY2" fmla="*/ 220383 h 2491048"/>
              <a:gd name="connsiteX3" fmla="*/ 9096375 w 9096375"/>
              <a:gd name="connsiteY3" fmla="*/ 2270665 h 2491048"/>
              <a:gd name="connsiteX4" fmla="*/ 8875992 w 9096375"/>
              <a:gd name="connsiteY4" fmla="*/ 2491048 h 2491048"/>
              <a:gd name="connsiteX5" fmla="*/ 25400 w 9096375"/>
              <a:gd name="connsiteY5" fmla="*/ 2491048 h 2491048"/>
              <a:gd name="connsiteX6" fmla="*/ 0 w 9096375"/>
              <a:gd name="connsiteY6" fmla="*/ 1182948 h 2491048"/>
              <a:gd name="connsiteX7" fmla="*/ 25400 w 9096375"/>
              <a:gd name="connsiteY7" fmla="*/ 0 h 2491048"/>
              <a:gd name="connsiteX0" fmla="*/ 0 w 9096375"/>
              <a:gd name="connsiteY0" fmla="*/ 1182948 h 2491048"/>
              <a:gd name="connsiteX1" fmla="*/ 25400 w 9096375"/>
              <a:gd name="connsiteY1" fmla="*/ 0 h 2491048"/>
              <a:gd name="connsiteX2" fmla="*/ 8875992 w 9096375"/>
              <a:gd name="connsiteY2" fmla="*/ 0 h 2491048"/>
              <a:gd name="connsiteX3" fmla="*/ 9096375 w 9096375"/>
              <a:gd name="connsiteY3" fmla="*/ 220383 h 2491048"/>
              <a:gd name="connsiteX4" fmla="*/ 9096375 w 9096375"/>
              <a:gd name="connsiteY4" fmla="*/ 2270665 h 2491048"/>
              <a:gd name="connsiteX5" fmla="*/ 8875992 w 9096375"/>
              <a:gd name="connsiteY5" fmla="*/ 2491048 h 2491048"/>
              <a:gd name="connsiteX6" fmla="*/ 25400 w 9096375"/>
              <a:gd name="connsiteY6" fmla="*/ 2491048 h 2491048"/>
              <a:gd name="connsiteX7" fmla="*/ 91440 w 9096375"/>
              <a:gd name="connsiteY7" fmla="*/ 1274388 h 2491048"/>
              <a:gd name="connsiteX0" fmla="*/ 0 w 9096375"/>
              <a:gd name="connsiteY0" fmla="*/ 1182948 h 2491048"/>
              <a:gd name="connsiteX1" fmla="*/ 25400 w 9096375"/>
              <a:gd name="connsiteY1" fmla="*/ 0 h 2491048"/>
              <a:gd name="connsiteX2" fmla="*/ 8875992 w 9096375"/>
              <a:gd name="connsiteY2" fmla="*/ 0 h 2491048"/>
              <a:gd name="connsiteX3" fmla="*/ 9096375 w 9096375"/>
              <a:gd name="connsiteY3" fmla="*/ 220383 h 2491048"/>
              <a:gd name="connsiteX4" fmla="*/ 9096375 w 9096375"/>
              <a:gd name="connsiteY4" fmla="*/ 2270665 h 2491048"/>
              <a:gd name="connsiteX5" fmla="*/ 8875992 w 9096375"/>
              <a:gd name="connsiteY5" fmla="*/ 2491048 h 2491048"/>
              <a:gd name="connsiteX6" fmla="*/ 25400 w 9096375"/>
              <a:gd name="connsiteY6" fmla="*/ 2491048 h 2491048"/>
              <a:gd name="connsiteX0" fmla="*/ 0 w 9070975"/>
              <a:gd name="connsiteY0" fmla="*/ 0 h 2491048"/>
              <a:gd name="connsiteX1" fmla="*/ 8850592 w 9070975"/>
              <a:gd name="connsiteY1" fmla="*/ 0 h 2491048"/>
              <a:gd name="connsiteX2" fmla="*/ 9070975 w 9070975"/>
              <a:gd name="connsiteY2" fmla="*/ 220383 h 2491048"/>
              <a:gd name="connsiteX3" fmla="*/ 9070975 w 9070975"/>
              <a:gd name="connsiteY3" fmla="*/ 2270665 h 2491048"/>
              <a:gd name="connsiteX4" fmla="*/ 8850592 w 9070975"/>
              <a:gd name="connsiteY4" fmla="*/ 2491048 h 2491048"/>
              <a:gd name="connsiteX5" fmla="*/ 0 w 9070975"/>
              <a:gd name="connsiteY5" fmla="*/ 2491048 h 2491048"/>
              <a:gd name="connsiteX0" fmla="*/ 0 w 9706877"/>
              <a:gd name="connsiteY0" fmla="*/ 0 h 2491048"/>
              <a:gd name="connsiteX1" fmla="*/ 9486494 w 9706877"/>
              <a:gd name="connsiteY1" fmla="*/ 0 h 2491048"/>
              <a:gd name="connsiteX2" fmla="*/ 9706877 w 9706877"/>
              <a:gd name="connsiteY2" fmla="*/ 220383 h 2491048"/>
              <a:gd name="connsiteX3" fmla="*/ 9706877 w 9706877"/>
              <a:gd name="connsiteY3" fmla="*/ 2270665 h 2491048"/>
              <a:gd name="connsiteX4" fmla="*/ 9486494 w 9706877"/>
              <a:gd name="connsiteY4" fmla="*/ 2491048 h 2491048"/>
              <a:gd name="connsiteX5" fmla="*/ 635902 w 9706877"/>
              <a:gd name="connsiteY5" fmla="*/ 2491048 h 2491048"/>
              <a:gd name="connsiteX0" fmla="*/ 19270 w 9726147"/>
              <a:gd name="connsiteY0" fmla="*/ 0 h 2491048"/>
              <a:gd name="connsiteX1" fmla="*/ 9505764 w 9726147"/>
              <a:gd name="connsiteY1" fmla="*/ 0 h 2491048"/>
              <a:gd name="connsiteX2" fmla="*/ 9726147 w 9726147"/>
              <a:gd name="connsiteY2" fmla="*/ 220383 h 2491048"/>
              <a:gd name="connsiteX3" fmla="*/ 9726147 w 9726147"/>
              <a:gd name="connsiteY3" fmla="*/ 2270665 h 2491048"/>
              <a:gd name="connsiteX4" fmla="*/ 9505764 w 9726147"/>
              <a:gd name="connsiteY4" fmla="*/ 2491048 h 2491048"/>
              <a:gd name="connsiteX5" fmla="*/ 0 w 9726147"/>
              <a:gd name="connsiteY5" fmla="*/ 2491048 h 2491048"/>
              <a:gd name="connsiteX0" fmla="*/ 289046 w 9726147"/>
              <a:gd name="connsiteY0" fmla="*/ 0 h 2491048"/>
              <a:gd name="connsiteX1" fmla="*/ 9505764 w 9726147"/>
              <a:gd name="connsiteY1" fmla="*/ 0 h 2491048"/>
              <a:gd name="connsiteX2" fmla="*/ 9726147 w 9726147"/>
              <a:gd name="connsiteY2" fmla="*/ 220383 h 2491048"/>
              <a:gd name="connsiteX3" fmla="*/ 9726147 w 9726147"/>
              <a:gd name="connsiteY3" fmla="*/ 2270665 h 2491048"/>
              <a:gd name="connsiteX4" fmla="*/ 9505764 w 9726147"/>
              <a:gd name="connsiteY4" fmla="*/ 2491048 h 2491048"/>
              <a:gd name="connsiteX5" fmla="*/ 0 w 9726147"/>
              <a:gd name="connsiteY5" fmla="*/ 2491048 h 2491048"/>
              <a:gd name="connsiteX0" fmla="*/ 0 w 9745418"/>
              <a:gd name="connsiteY0" fmla="*/ 0 h 2491048"/>
              <a:gd name="connsiteX1" fmla="*/ 9525035 w 9745418"/>
              <a:gd name="connsiteY1" fmla="*/ 0 h 2491048"/>
              <a:gd name="connsiteX2" fmla="*/ 9745418 w 9745418"/>
              <a:gd name="connsiteY2" fmla="*/ 220383 h 2491048"/>
              <a:gd name="connsiteX3" fmla="*/ 9745418 w 9745418"/>
              <a:gd name="connsiteY3" fmla="*/ 2270665 h 2491048"/>
              <a:gd name="connsiteX4" fmla="*/ 9525035 w 9745418"/>
              <a:gd name="connsiteY4" fmla="*/ 2491048 h 2491048"/>
              <a:gd name="connsiteX5" fmla="*/ 19271 w 9745418"/>
              <a:gd name="connsiteY5" fmla="*/ 2491048 h 2491048"/>
              <a:gd name="connsiteX0" fmla="*/ 28903 w 9726147"/>
              <a:gd name="connsiteY0" fmla="*/ 0 h 2491048"/>
              <a:gd name="connsiteX1" fmla="*/ 9505764 w 9726147"/>
              <a:gd name="connsiteY1" fmla="*/ 0 h 2491048"/>
              <a:gd name="connsiteX2" fmla="*/ 9726147 w 9726147"/>
              <a:gd name="connsiteY2" fmla="*/ 220383 h 2491048"/>
              <a:gd name="connsiteX3" fmla="*/ 9726147 w 9726147"/>
              <a:gd name="connsiteY3" fmla="*/ 2270665 h 2491048"/>
              <a:gd name="connsiteX4" fmla="*/ 9505764 w 9726147"/>
              <a:gd name="connsiteY4" fmla="*/ 2491048 h 2491048"/>
              <a:gd name="connsiteX5" fmla="*/ 0 w 9726147"/>
              <a:gd name="connsiteY5" fmla="*/ 2491048 h 2491048"/>
              <a:gd name="connsiteX0" fmla="*/ 0 w 9697244"/>
              <a:gd name="connsiteY0" fmla="*/ 0 h 2491048"/>
              <a:gd name="connsiteX1" fmla="*/ 9476861 w 9697244"/>
              <a:gd name="connsiteY1" fmla="*/ 0 h 2491048"/>
              <a:gd name="connsiteX2" fmla="*/ 9697244 w 9697244"/>
              <a:gd name="connsiteY2" fmla="*/ 220383 h 2491048"/>
              <a:gd name="connsiteX3" fmla="*/ 9697244 w 9697244"/>
              <a:gd name="connsiteY3" fmla="*/ 2270665 h 2491048"/>
              <a:gd name="connsiteX4" fmla="*/ 9476861 w 9697244"/>
              <a:gd name="connsiteY4" fmla="*/ 2491048 h 2491048"/>
              <a:gd name="connsiteX5" fmla="*/ 154159 w 9697244"/>
              <a:gd name="connsiteY5" fmla="*/ 2491048 h 2491048"/>
              <a:gd name="connsiteX0" fmla="*/ 0 w 9697244"/>
              <a:gd name="connsiteY0" fmla="*/ 0 h 2491048"/>
              <a:gd name="connsiteX1" fmla="*/ 9476861 w 9697244"/>
              <a:gd name="connsiteY1" fmla="*/ 0 h 2491048"/>
              <a:gd name="connsiteX2" fmla="*/ 9697244 w 9697244"/>
              <a:gd name="connsiteY2" fmla="*/ 220383 h 2491048"/>
              <a:gd name="connsiteX3" fmla="*/ 9697244 w 9697244"/>
              <a:gd name="connsiteY3" fmla="*/ 2270665 h 2491048"/>
              <a:gd name="connsiteX4" fmla="*/ 9476861 w 9697244"/>
              <a:gd name="connsiteY4" fmla="*/ 2491048 h 2491048"/>
              <a:gd name="connsiteX5" fmla="*/ 1 w 9697244"/>
              <a:gd name="connsiteY5" fmla="*/ 2491048 h 2491048"/>
              <a:gd name="connsiteX0" fmla="*/ 240871 w 9938115"/>
              <a:gd name="connsiteY0" fmla="*/ 0 h 2491048"/>
              <a:gd name="connsiteX1" fmla="*/ 9717732 w 9938115"/>
              <a:gd name="connsiteY1" fmla="*/ 0 h 2491048"/>
              <a:gd name="connsiteX2" fmla="*/ 9938115 w 9938115"/>
              <a:gd name="connsiteY2" fmla="*/ 220383 h 2491048"/>
              <a:gd name="connsiteX3" fmla="*/ 9938115 w 9938115"/>
              <a:gd name="connsiteY3" fmla="*/ 2270665 h 2491048"/>
              <a:gd name="connsiteX4" fmla="*/ 9717732 w 9938115"/>
              <a:gd name="connsiteY4" fmla="*/ 2491048 h 2491048"/>
              <a:gd name="connsiteX5" fmla="*/ 0 w 9938115"/>
              <a:gd name="connsiteY5" fmla="*/ 2491048 h 2491048"/>
              <a:gd name="connsiteX0" fmla="*/ 9634 w 9938115"/>
              <a:gd name="connsiteY0" fmla="*/ 0 h 2491048"/>
              <a:gd name="connsiteX1" fmla="*/ 9717732 w 9938115"/>
              <a:gd name="connsiteY1" fmla="*/ 0 h 2491048"/>
              <a:gd name="connsiteX2" fmla="*/ 9938115 w 9938115"/>
              <a:gd name="connsiteY2" fmla="*/ 220383 h 2491048"/>
              <a:gd name="connsiteX3" fmla="*/ 9938115 w 9938115"/>
              <a:gd name="connsiteY3" fmla="*/ 2270665 h 2491048"/>
              <a:gd name="connsiteX4" fmla="*/ 9717732 w 9938115"/>
              <a:gd name="connsiteY4" fmla="*/ 2491048 h 2491048"/>
              <a:gd name="connsiteX5" fmla="*/ 0 w 9938115"/>
              <a:gd name="connsiteY5" fmla="*/ 2491048 h 2491048"/>
              <a:gd name="connsiteX0" fmla="*/ 0 w 10058822"/>
              <a:gd name="connsiteY0" fmla="*/ 0 h 2491048"/>
              <a:gd name="connsiteX1" fmla="*/ 9838439 w 10058822"/>
              <a:gd name="connsiteY1" fmla="*/ 0 h 2491048"/>
              <a:gd name="connsiteX2" fmla="*/ 10058822 w 10058822"/>
              <a:gd name="connsiteY2" fmla="*/ 220383 h 2491048"/>
              <a:gd name="connsiteX3" fmla="*/ 10058822 w 10058822"/>
              <a:gd name="connsiteY3" fmla="*/ 2270665 h 2491048"/>
              <a:gd name="connsiteX4" fmla="*/ 9838439 w 10058822"/>
              <a:gd name="connsiteY4" fmla="*/ 2491048 h 2491048"/>
              <a:gd name="connsiteX5" fmla="*/ 120707 w 10058822"/>
              <a:gd name="connsiteY5" fmla="*/ 2491048 h 2491048"/>
              <a:gd name="connsiteX0" fmla="*/ 324 w 10059146"/>
              <a:gd name="connsiteY0" fmla="*/ 0 h 2491048"/>
              <a:gd name="connsiteX1" fmla="*/ 9838763 w 10059146"/>
              <a:gd name="connsiteY1" fmla="*/ 0 h 2491048"/>
              <a:gd name="connsiteX2" fmla="*/ 10059146 w 10059146"/>
              <a:gd name="connsiteY2" fmla="*/ 220383 h 2491048"/>
              <a:gd name="connsiteX3" fmla="*/ 10059146 w 10059146"/>
              <a:gd name="connsiteY3" fmla="*/ 2270665 h 2491048"/>
              <a:gd name="connsiteX4" fmla="*/ 9838763 w 10059146"/>
              <a:gd name="connsiteY4" fmla="*/ 2491048 h 2491048"/>
              <a:gd name="connsiteX5" fmla="*/ 0 w 10059146"/>
              <a:gd name="connsiteY5" fmla="*/ 2491048 h 2491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59146" h="2491048">
                <a:moveTo>
                  <a:pt x="324" y="0"/>
                </a:moveTo>
                <a:lnTo>
                  <a:pt x="9838763" y="0"/>
                </a:lnTo>
                <a:cubicBezTo>
                  <a:pt x="9960477" y="0"/>
                  <a:pt x="10059146" y="98669"/>
                  <a:pt x="10059146" y="220383"/>
                </a:cubicBezTo>
                <a:lnTo>
                  <a:pt x="10059146" y="2270665"/>
                </a:lnTo>
                <a:cubicBezTo>
                  <a:pt x="10059146" y="2392379"/>
                  <a:pt x="9960477" y="2491048"/>
                  <a:pt x="9838763" y="2491048"/>
                </a:cubicBezTo>
                <a:lnTo>
                  <a:pt x="0" y="2491048"/>
                </a:lnTo>
              </a:path>
            </a:pathLst>
          </a:custGeom>
          <a:ln w="15875" cap="flat">
            <a:gradFill flip="none" rotWithShape="1">
              <a:gsLst>
                <a:gs pos="0">
                  <a:srgbClr val="0078D4"/>
                </a:gs>
                <a:gs pos="100000">
                  <a:schemeClr val="accent3"/>
                </a:gs>
              </a:gsLst>
              <a:lin ang="0" scaled="1"/>
              <a:tileRect/>
            </a:gra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a:ea typeface="+mn-ea"/>
              <a:cs typeface="Segoe UI" pitchFamily="34" charset="0"/>
            </a:endParaRPr>
          </a:p>
        </p:txBody>
      </p:sp>
      <p:grpSp>
        <p:nvGrpSpPr>
          <p:cNvPr id="41" name="Group 40">
            <a:extLst>
              <a:ext uri="{FF2B5EF4-FFF2-40B4-BE49-F238E27FC236}">
                <a16:creationId xmlns:a16="http://schemas.microsoft.com/office/drawing/2014/main" id="{09DFAC3A-9D18-4DFA-67CB-EE7054879BA6}"/>
              </a:ext>
              <a:ext uri="{C183D7F6-B498-43B3-948B-1728B52AA6E4}">
                <adec:decorative xmlns:adec="http://schemas.microsoft.com/office/drawing/2017/decorative" val="1"/>
              </a:ext>
            </a:extLst>
          </p:cNvPr>
          <p:cNvGrpSpPr/>
          <p:nvPr userDrawn="1"/>
        </p:nvGrpSpPr>
        <p:grpSpPr>
          <a:xfrm>
            <a:off x="3636944" y="1684408"/>
            <a:ext cx="166152" cy="166152"/>
            <a:chOff x="5214995" y="-1168400"/>
            <a:chExt cx="431800" cy="431800"/>
          </a:xfrm>
        </p:grpSpPr>
        <p:sp>
          <p:nvSpPr>
            <p:cNvPr id="42" name="Oval 41">
              <a:extLst>
                <a:ext uri="{FF2B5EF4-FFF2-40B4-BE49-F238E27FC236}">
                  <a16:creationId xmlns:a16="http://schemas.microsoft.com/office/drawing/2014/main" id="{71508D32-3003-665E-D9C9-67ACD21C3D71}"/>
                </a:ext>
              </a:extLst>
            </p:cNvPr>
            <p:cNvSpPr/>
            <p:nvPr/>
          </p:nvSpPr>
          <p:spPr bwMode="auto">
            <a:xfrm>
              <a:off x="5214995" y="-1168400"/>
              <a:ext cx="431800" cy="431800"/>
            </a:xfrm>
            <a:prstGeom prst="ellipse">
              <a:avLst/>
            </a:prstGeom>
            <a:solidFill>
              <a:srgbClr val="F2F2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43" name="Rectangle 89">
              <a:extLst>
                <a:ext uri="{FF2B5EF4-FFF2-40B4-BE49-F238E27FC236}">
                  <a16:creationId xmlns:a16="http://schemas.microsoft.com/office/drawing/2014/main" id="{248CF6DE-65DC-C736-D623-1F2A06E914A7}"/>
                </a:ext>
              </a:extLst>
            </p:cNvPr>
            <p:cNvSpPr/>
            <p:nvPr/>
          </p:nvSpPr>
          <p:spPr bwMode="auto">
            <a:xfrm rot="2700000">
              <a:off x="5303185" y="-1042110"/>
              <a:ext cx="179220" cy="179220"/>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15875" cap="rnd">
              <a:gradFill flip="none" rotWithShape="1">
                <a:gsLst>
                  <a:gs pos="0">
                    <a:srgbClr val="0078D4"/>
                  </a:gs>
                  <a:gs pos="100000">
                    <a:schemeClr val="accent3"/>
                  </a:gs>
                </a:gsLst>
                <a:lin ang="0" scaled="1"/>
                <a:tileRect/>
              </a:gra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a:ea typeface="+mn-ea"/>
                <a:cs typeface="Segoe UI" pitchFamily="34" charset="0"/>
              </a:endParaRPr>
            </a:p>
          </p:txBody>
        </p:sp>
      </p:grpSp>
      <p:grpSp>
        <p:nvGrpSpPr>
          <p:cNvPr id="44" name="Group 43">
            <a:extLst>
              <a:ext uri="{FF2B5EF4-FFF2-40B4-BE49-F238E27FC236}">
                <a16:creationId xmlns:a16="http://schemas.microsoft.com/office/drawing/2014/main" id="{D45B81D1-84F0-94E4-4DE4-7A327E9B2AE4}"/>
              </a:ext>
              <a:ext uri="{C183D7F6-B498-43B3-948B-1728B52AA6E4}">
                <adec:decorative xmlns:adec="http://schemas.microsoft.com/office/drawing/2017/decorative" val="1"/>
              </a:ext>
            </a:extLst>
          </p:cNvPr>
          <p:cNvGrpSpPr/>
          <p:nvPr userDrawn="1"/>
        </p:nvGrpSpPr>
        <p:grpSpPr>
          <a:xfrm>
            <a:off x="7100584" y="1684408"/>
            <a:ext cx="166152" cy="166152"/>
            <a:chOff x="5214995" y="-1168400"/>
            <a:chExt cx="431800" cy="431800"/>
          </a:xfrm>
        </p:grpSpPr>
        <p:sp>
          <p:nvSpPr>
            <p:cNvPr id="45" name="Oval 44">
              <a:extLst>
                <a:ext uri="{FF2B5EF4-FFF2-40B4-BE49-F238E27FC236}">
                  <a16:creationId xmlns:a16="http://schemas.microsoft.com/office/drawing/2014/main" id="{E8C73BD9-3028-F45B-8158-789AEF32D473}"/>
                </a:ext>
              </a:extLst>
            </p:cNvPr>
            <p:cNvSpPr/>
            <p:nvPr/>
          </p:nvSpPr>
          <p:spPr bwMode="auto">
            <a:xfrm>
              <a:off x="5214995" y="-1168400"/>
              <a:ext cx="431800" cy="431800"/>
            </a:xfrm>
            <a:prstGeom prst="ellipse">
              <a:avLst/>
            </a:prstGeom>
            <a:solidFill>
              <a:srgbClr val="F2F2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sp>
          <p:nvSpPr>
            <p:cNvPr id="46" name="Rectangle 89">
              <a:extLst>
                <a:ext uri="{FF2B5EF4-FFF2-40B4-BE49-F238E27FC236}">
                  <a16:creationId xmlns:a16="http://schemas.microsoft.com/office/drawing/2014/main" id="{FAF601F9-E0B9-1FBF-2750-424B7916332E}"/>
                </a:ext>
              </a:extLst>
            </p:cNvPr>
            <p:cNvSpPr/>
            <p:nvPr/>
          </p:nvSpPr>
          <p:spPr bwMode="auto">
            <a:xfrm rot="2700000">
              <a:off x="5303185" y="-1042110"/>
              <a:ext cx="179220" cy="179220"/>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15875" cap="rnd">
              <a:gradFill flip="none" rotWithShape="1">
                <a:gsLst>
                  <a:gs pos="0">
                    <a:srgbClr val="0078D4"/>
                  </a:gs>
                  <a:gs pos="100000">
                    <a:schemeClr val="accent3"/>
                  </a:gs>
                </a:gsLst>
                <a:lin ang="0" scaled="1"/>
                <a:tileRect/>
              </a:gra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a:ea typeface="+mn-ea"/>
                <a:cs typeface="Segoe UI" pitchFamily="34" charset="0"/>
              </a:endParaRPr>
            </a:p>
          </p:txBody>
        </p:sp>
      </p:grpSp>
      <p:grpSp>
        <p:nvGrpSpPr>
          <p:cNvPr id="47" name="Group 46">
            <a:extLst>
              <a:ext uri="{FF2B5EF4-FFF2-40B4-BE49-F238E27FC236}">
                <a16:creationId xmlns:a16="http://schemas.microsoft.com/office/drawing/2014/main" id="{F779840A-3B56-4441-9EB1-044204839ABC}"/>
              </a:ext>
              <a:ext uri="{C183D7F6-B498-43B3-948B-1728B52AA6E4}">
                <adec:decorative xmlns:adec="http://schemas.microsoft.com/office/drawing/2017/decorative" val="1"/>
              </a:ext>
            </a:extLst>
          </p:cNvPr>
          <p:cNvGrpSpPr/>
          <p:nvPr userDrawn="1"/>
        </p:nvGrpSpPr>
        <p:grpSpPr>
          <a:xfrm flipH="1">
            <a:off x="3636944" y="4142745"/>
            <a:ext cx="166152" cy="166152"/>
            <a:chOff x="5214995" y="-1168400"/>
            <a:chExt cx="431800" cy="431800"/>
          </a:xfrm>
        </p:grpSpPr>
        <p:sp>
          <p:nvSpPr>
            <p:cNvPr id="48" name="Oval 47">
              <a:extLst>
                <a:ext uri="{FF2B5EF4-FFF2-40B4-BE49-F238E27FC236}">
                  <a16:creationId xmlns:a16="http://schemas.microsoft.com/office/drawing/2014/main" id="{2672E089-DCD3-79B1-E202-7C5F962CAC83}"/>
                </a:ext>
              </a:extLst>
            </p:cNvPr>
            <p:cNvSpPr/>
            <p:nvPr/>
          </p:nvSpPr>
          <p:spPr bwMode="auto">
            <a:xfrm>
              <a:off x="5214995" y="-1168400"/>
              <a:ext cx="431800" cy="431800"/>
            </a:xfrm>
            <a:prstGeom prst="ellipse">
              <a:avLst/>
            </a:prstGeom>
            <a:solidFill>
              <a:srgbClr val="F2F2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sp>
          <p:nvSpPr>
            <p:cNvPr id="49" name="Rectangle 89">
              <a:extLst>
                <a:ext uri="{FF2B5EF4-FFF2-40B4-BE49-F238E27FC236}">
                  <a16:creationId xmlns:a16="http://schemas.microsoft.com/office/drawing/2014/main" id="{5A2EC4C6-437C-8108-922E-C4B4286B3B35}"/>
                </a:ext>
              </a:extLst>
            </p:cNvPr>
            <p:cNvSpPr/>
            <p:nvPr/>
          </p:nvSpPr>
          <p:spPr bwMode="auto">
            <a:xfrm rot="2700000">
              <a:off x="5303185" y="-1042110"/>
              <a:ext cx="179220" cy="179220"/>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15875" cap="rnd">
              <a:gradFill flip="none" rotWithShape="1">
                <a:gsLst>
                  <a:gs pos="0">
                    <a:srgbClr val="0078D4"/>
                  </a:gs>
                  <a:gs pos="100000">
                    <a:schemeClr val="accent3"/>
                  </a:gs>
                </a:gsLst>
                <a:lin ang="0" scaled="1"/>
                <a:tileRect/>
              </a:gra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a:ea typeface="+mn-ea"/>
                <a:cs typeface="Segoe UI" pitchFamily="34" charset="0"/>
              </a:endParaRPr>
            </a:p>
          </p:txBody>
        </p:sp>
      </p:grpSp>
      <p:grpSp>
        <p:nvGrpSpPr>
          <p:cNvPr id="50" name="Group 49">
            <a:extLst>
              <a:ext uri="{FF2B5EF4-FFF2-40B4-BE49-F238E27FC236}">
                <a16:creationId xmlns:a16="http://schemas.microsoft.com/office/drawing/2014/main" id="{B64E915B-BA21-E031-5D19-4519F1D78B45}"/>
              </a:ext>
              <a:ext uri="{C183D7F6-B498-43B3-948B-1728B52AA6E4}">
                <adec:decorative xmlns:adec="http://schemas.microsoft.com/office/drawing/2017/decorative" val="1"/>
              </a:ext>
            </a:extLst>
          </p:cNvPr>
          <p:cNvGrpSpPr/>
          <p:nvPr userDrawn="1"/>
        </p:nvGrpSpPr>
        <p:grpSpPr>
          <a:xfrm flipH="1">
            <a:off x="7100584" y="4142745"/>
            <a:ext cx="166152" cy="166152"/>
            <a:chOff x="5214995" y="-1168400"/>
            <a:chExt cx="431800" cy="431800"/>
          </a:xfrm>
        </p:grpSpPr>
        <p:sp>
          <p:nvSpPr>
            <p:cNvPr id="51" name="Oval 50">
              <a:extLst>
                <a:ext uri="{FF2B5EF4-FFF2-40B4-BE49-F238E27FC236}">
                  <a16:creationId xmlns:a16="http://schemas.microsoft.com/office/drawing/2014/main" id="{02B82046-E842-DA14-9AF1-3064C6A958A2}"/>
                </a:ext>
              </a:extLst>
            </p:cNvPr>
            <p:cNvSpPr/>
            <p:nvPr/>
          </p:nvSpPr>
          <p:spPr bwMode="auto">
            <a:xfrm>
              <a:off x="5214995" y="-1168400"/>
              <a:ext cx="431800" cy="431800"/>
            </a:xfrm>
            <a:prstGeom prst="ellipse">
              <a:avLst/>
            </a:prstGeom>
            <a:solidFill>
              <a:srgbClr val="F2F2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sp>
          <p:nvSpPr>
            <p:cNvPr id="52" name="Rectangle 89">
              <a:extLst>
                <a:ext uri="{FF2B5EF4-FFF2-40B4-BE49-F238E27FC236}">
                  <a16:creationId xmlns:a16="http://schemas.microsoft.com/office/drawing/2014/main" id="{C23BDFA1-27FE-AFFE-BAFA-178EC2BDEE68}"/>
                </a:ext>
              </a:extLst>
            </p:cNvPr>
            <p:cNvSpPr/>
            <p:nvPr/>
          </p:nvSpPr>
          <p:spPr bwMode="auto">
            <a:xfrm rot="2700000">
              <a:off x="5303185" y="-1042110"/>
              <a:ext cx="179220" cy="179220"/>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15875" cap="rnd">
              <a:gradFill flip="none" rotWithShape="1">
                <a:gsLst>
                  <a:gs pos="0">
                    <a:srgbClr val="0078D4"/>
                  </a:gs>
                  <a:gs pos="100000">
                    <a:schemeClr val="accent3"/>
                  </a:gs>
                </a:gsLst>
                <a:lin ang="0" scaled="1"/>
                <a:tileRect/>
              </a:gra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a:ea typeface="+mn-ea"/>
                <a:cs typeface="Segoe UI" pitchFamily="34" charset="0"/>
              </a:endParaRPr>
            </a:p>
          </p:txBody>
        </p:sp>
      </p:grpSp>
      <p:grpSp>
        <p:nvGrpSpPr>
          <p:cNvPr id="53" name="Group 52">
            <a:extLst>
              <a:ext uri="{FF2B5EF4-FFF2-40B4-BE49-F238E27FC236}">
                <a16:creationId xmlns:a16="http://schemas.microsoft.com/office/drawing/2014/main" id="{2A8269E9-7FA7-00B4-27D8-BD3C30EC9C33}"/>
              </a:ext>
              <a:ext uri="{C183D7F6-B498-43B3-948B-1728B52AA6E4}">
                <adec:decorative xmlns:adec="http://schemas.microsoft.com/office/drawing/2017/decorative" val="1"/>
              </a:ext>
            </a:extLst>
          </p:cNvPr>
          <p:cNvGrpSpPr/>
          <p:nvPr userDrawn="1"/>
        </p:nvGrpSpPr>
        <p:grpSpPr>
          <a:xfrm rot="5400000">
            <a:off x="11016108" y="2124548"/>
            <a:ext cx="166152" cy="166152"/>
            <a:chOff x="5214995" y="-1168400"/>
            <a:chExt cx="431800" cy="431800"/>
          </a:xfrm>
        </p:grpSpPr>
        <p:sp>
          <p:nvSpPr>
            <p:cNvPr id="54" name="Oval 53">
              <a:extLst>
                <a:ext uri="{FF2B5EF4-FFF2-40B4-BE49-F238E27FC236}">
                  <a16:creationId xmlns:a16="http://schemas.microsoft.com/office/drawing/2014/main" id="{4716AABC-F343-A221-57CC-C5D99F7B3846}"/>
                </a:ext>
              </a:extLst>
            </p:cNvPr>
            <p:cNvSpPr/>
            <p:nvPr/>
          </p:nvSpPr>
          <p:spPr bwMode="auto">
            <a:xfrm>
              <a:off x="5214995" y="-1168400"/>
              <a:ext cx="431800" cy="431800"/>
            </a:xfrm>
            <a:prstGeom prst="ellipse">
              <a:avLst/>
            </a:prstGeom>
            <a:solidFill>
              <a:srgbClr val="F2F2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sp>
          <p:nvSpPr>
            <p:cNvPr id="55" name="Rectangle 89">
              <a:extLst>
                <a:ext uri="{FF2B5EF4-FFF2-40B4-BE49-F238E27FC236}">
                  <a16:creationId xmlns:a16="http://schemas.microsoft.com/office/drawing/2014/main" id="{061DE92A-41EF-BE20-2B32-1F1C759D49CA}"/>
                </a:ext>
              </a:extLst>
            </p:cNvPr>
            <p:cNvSpPr/>
            <p:nvPr/>
          </p:nvSpPr>
          <p:spPr bwMode="auto">
            <a:xfrm rot="2700000">
              <a:off x="5303185" y="-1042110"/>
              <a:ext cx="179220" cy="179220"/>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15875" cap="rnd">
              <a:gradFill flip="none" rotWithShape="1">
                <a:gsLst>
                  <a:gs pos="0">
                    <a:srgbClr val="0078D4"/>
                  </a:gs>
                  <a:gs pos="100000">
                    <a:schemeClr val="accent3"/>
                  </a:gs>
                </a:gsLst>
                <a:lin ang="0" scaled="1"/>
                <a:tileRect/>
              </a:gra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a:ea typeface="+mn-ea"/>
                <a:cs typeface="Segoe UI" pitchFamily="34" charset="0"/>
              </a:endParaRPr>
            </a:p>
          </p:txBody>
        </p:sp>
      </p:grpSp>
      <p:grpSp>
        <p:nvGrpSpPr>
          <p:cNvPr id="56" name="Group 55">
            <a:extLst>
              <a:ext uri="{FF2B5EF4-FFF2-40B4-BE49-F238E27FC236}">
                <a16:creationId xmlns:a16="http://schemas.microsoft.com/office/drawing/2014/main" id="{3D806EBC-6CF0-B99D-315F-A10C3C5C5E85}"/>
              </a:ext>
              <a:ext uri="{C183D7F6-B498-43B3-948B-1728B52AA6E4}">
                <adec:decorative xmlns:adec="http://schemas.microsoft.com/office/drawing/2017/decorative" val="1"/>
              </a:ext>
            </a:extLst>
          </p:cNvPr>
          <p:cNvGrpSpPr/>
          <p:nvPr userDrawn="1"/>
        </p:nvGrpSpPr>
        <p:grpSpPr>
          <a:xfrm rot="5400000">
            <a:off x="11016108" y="3672835"/>
            <a:ext cx="166152" cy="166152"/>
            <a:chOff x="5214995" y="-1168400"/>
            <a:chExt cx="431800" cy="431800"/>
          </a:xfrm>
        </p:grpSpPr>
        <p:sp>
          <p:nvSpPr>
            <p:cNvPr id="57" name="Oval 56">
              <a:extLst>
                <a:ext uri="{FF2B5EF4-FFF2-40B4-BE49-F238E27FC236}">
                  <a16:creationId xmlns:a16="http://schemas.microsoft.com/office/drawing/2014/main" id="{FCE15390-CFE7-F286-A235-8FA675AD4A0E}"/>
                </a:ext>
              </a:extLst>
            </p:cNvPr>
            <p:cNvSpPr/>
            <p:nvPr/>
          </p:nvSpPr>
          <p:spPr bwMode="auto">
            <a:xfrm>
              <a:off x="5214995" y="-1168400"/>
              <a:ext cx="431800" cy="431800"/>
            </a:xfrm>
            <a:prstGeom prst="ellipse">
              <a:avLst/>
            </a:prstGeom>
            <a:solidFill>
              <a:srgbClr val="F2F2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sp>
          <p:nvSpPr>
            <p:cNvPr id="58" name="Rectangle 89">
              <a:extLst>
                <a:ext uri="{FF2B5EF4-FFF2-40B4-BE49-F238E27FC236}">
                  <a16:creationId xmlns:a16="http://schemas.microsoft.com/office/drawing/2014/main" id="{3AEFD386-8FD7-D901-A569-04180E61B0C0}"/>
                </a:ext>
              </a:extLst>
            </p:cNvPr>
            <p:cNvSpPr/>
            <p:nvPr/>
          </p:nvSpPr>
          <p:spPr bwMode="auto">
            <a:xfrm rot="2700000">
              <a:off x="5303185" y="-1042110"/>
              <a:ext cx="179220" cy="179220"/>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15875" cap="rnd">
              <a:gradFill flip="none" rotWithShape="1">
                <a:gsLst>
                  <a:gs pos="0">
                    <a:srgbClr val="0078D4"/>
                  </a:gs>
                  <a:gs pos="100000">
                    <a:schemeClr val="accent3"/>
                  </a:gs>
                </a:gsLst>
                <a:lin ang="0" scaled="1"/>
                <a:tileRect/>
              </a:gra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a:ea typeface="+mn-ea"/>
                <a:cs typeface="Segoe UI" pitchFamily="34" charset="0"/>
              </a:endParaRPr>
            </a:p>
          </p:txBody>
        </p:sp>
      </p:grpSp>
      <p:sp>
        <p:nvSpPr>
          <p:cNvPr id="75" name="TextBox 74">
            <a:extLst>
              <a:ext uri="{FF2B5EF4-FFF2-40B4-BE49-F238E27FC236}">
                <a16:creationId xmlns:a16="http://schemas.microsoft.com/office/drawing/2014/main" id="{1BB75DAB-4D8A-2933-BB52-0C94AA4816E3}"/>
              </a:ext>
            </a:extLst>
          </p:cNvPr>
          <p:cNvSpPr txBox="1"/>
          <p:nvPr userDrawn="1"/>
        </p:nvSpPr>
        <p:spPr>
          <a:xfrm>
            <a:off x="10369868" y="351933"/>
            <a:ext cx="992247" cy="153888"/>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1" u="none" strike="noStrike" kern="1200" cap="none" spc="0" normalizeH="0" baseline="0" noProof="0">
                <a:ln>
                  <a:noFill/>
                </a:ln>
                <a:solidFill>
                  <a:srgbClr val="000000"/>
                </a:solidFill>
                <a:effectLst/>
                <a:uLnTx/>
                <a:uFillTx/>
                <a:latin typeface="Segoe UI Semibold" panose="020B0502040204020203" pitchFamily="34" charset="0"/>
                <a:cs typeface="Segoe UI Semibold" panose="020B0502040204020203" pitchFamily="34" charset="0"/>
              </a:rPr>
              <a:t>Scenario level:</a:t>
            </a:r>
          </a:p>
        </p:txBody>
      </p:sp>
      <p:sp>
        <p:nvSpPr>
          <p:cNvPr id="84" name="TextBox 83">
            <a:extLst>
              <a:ext uri="{FF2B5EF4-FFF2-40B4-BE49-F238E27FC236}">
                <a16:creationId xmlns:a16="http://schemas.microsoft.com/office/drawing/2014/main" id="{8D8427AA-F015-D373-46E2-2EB1053D80CE}"/>
              </a:ext>
            </a:extLst>
          </p:cNvPr>
          <p:cNvSpPr txBox="1"/>
          <p:nvPr userDrawn="1"/>
        </p:nvSpPr>
        <p:spPr>
          <a:xfrm>
            <a:off x="9126798" y="351933"/>
            <a:ext cx="992247" cy="153888"/>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1" u="none" strike="noStrike" kern="1200" cap="none" spc="0" normalizeH="0" baseline="0" noProof="0">
                <a:ln>
                  <a:noFill/>
                </a:ln>
                <a:solidFill>
                  <a:srgbClr val="000000"/>
                </a:solidFill>
                <a:effectLst/>
                <a:uLnTx/>
                <a:uFillTx/>
                <a:latin typeface="Segoe UI Semibold" panose="020B0502040204020203" pitchFamily="34" charset="0"/>
                <a:cs typeface="Segoe UI Semibold" panose="020B0502040204020203" pitchFamily="34" charset="0"/>
              </a:rPr>
              <a:t>Available with:</a:t>
            </a:r>
          </a:p>
        </p:txBody>
      </p:sp>
      <p:cxnSp>
        <p:nvCxnSpPr>
          <p:cNvPr id="86" name="Straight Connector 85">
            <a:extLst>
              <a:ext uri="{FF2B5EF4-FFF2-40B4-BE49-F238E27FC236}">
                <a16:creationId xmlns:a16="http://schemas.microsoft.com/office/drawing/2014/main" id="{4216CED8-8F45-B380-FB1B-B9408979340F}"/>
              </a:ext>
            </a:extLst>
          </p:cNvPr>
          <p:cNvCxnSpPr/>
          <p:nvPr userDrawn="1"/>
        </p:nvCxnSpPr>
        <p:spPr>
          <a:xfrm>
            <a:off x="10357789" y="358721"/>
            <a:ext cx="0" cy="331655"/>
          </a:xfrm>
          <a:prstGeom prst="line">
            <a:avLst/>
          </a:prstGeom>
          <a:ln>
            <a:solidFill>
              <a:srgbClr val="B1B3B3"/>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95" name="Text Placeholder 94">
            <a:extLst>
              <a:ext uri="{FF2B5EF4-FFF2-40B4-BE49-F238E27FC236}">
                <a16:creationId xmlns:a16="http://schemas.microsoft.com/office/drawing/2014/main" id="{545F2FD2-44C5-DA9F-8E2B-13D6C03793D7}"/>
              </a:ext>
            </a:extLst>
          </p:cNvPr>
          <p:cNvSpPr>
            <a:spLocks noGrp="1"/>
          </p:cNvSpPr>
          <p:nvPr>
            <p:ph type="body" sz="quarter" idx="11"/>
          </p:nvPr>
        </p:nvSpPr>
        <p:spPr>
          <a:xfrm>
            <a:off x="584200" y="1593881"/>
            <a:ext cx="2808000" cy="345600"/>
          </a:xfrm>
          <a:prstGeom prst="roundRect">
            <a:avLst>
              <a:gd name="adj" fmla="val 50000"/>
            </a:avLst>
          </a:prstGeom>
          <a:gradFill flip="none" rotWithShape="1">
            <a:gsLst>
              <a:gs pos="35000">
                <a:srgbClr val="0078D4"/>
              </a:gs>
              <a:gs pos="0">
                <a:srgbClr val="C03BC4"/>
              </a:gs>
            </a:gsLst>
            <a:path path="circle">
              <a:fillToRect l="100000" t="100000"/>
            </a:path>
            <a:tileRect r="-100000" b="-100000"/>
          </a:gradFill>
          <a:effectLst>
            <a:outerShdw blurRad="63500" dist="63500" dir="2700000" algn="tl" rotWithShape="0">
              <a:srgbClr val="454142">
                <a:alpha val="20000"/>
              </a:srgbClr>
            </a:outerShdw>
          </a:effectLst>
        </p:spPr>
        <p:txBody>
          <a:bodyPr anchor="ctr" anchorCtr="0">
            <a:noAutofit/>
          </a:bodyPr>
          <a:lstStyle>
            <a:lvl1pPr marL="0" indent="0" algn="ctr">
              <a:buNone/>
              <a:defRPr sz="1200" b="1" i="0">
                <a:solidFill>
                  <a:srgbClr val="FFFFFF"/>
                </a:solidFill>
                <a:latin typeface="Segoe UI Semibold" panose="020B0502040204020203" pitchFamily="34" charset="0"/>
                <a:cs typeface="Segoe UI Semibold" panose="020B0502040204020203" pitchFamily="34" charset="0"/>
              </a:defRPr>
            </a:lvl1pPr>
          </a:lstStyle>
          <a:p>
            <a:pPr lvl="0"/>
            <a:r>
              <a:rPr lang="en-US"/>
              <a:t>Click to edit Master text styles</a:t>
            </a:r>
          </a:p>
        </p:txBody>
      </p:sp>
      <p:sp>
        <p:nvSpPr>
          <p:cNvPr id="96" name="Text Placeholder 94">
            <a:extLst>
              <a:ext uri="{FF2B5EF4-FFF2-40B4-BE49-F238E27FC236}">
                <a16:creationId xmlns:a16="http://schemas.microsoft.com/office/drawing/2014/main" id="{8A6533F9-9132-CD8F-EACD-23DC8A6FF27F}"/>
              </a:ext>
            </a:extLst>
          </p:cNvPr>
          <p:cNvSpPr>
            <a:spLocks noGrp="1"/>
          </p:cNvSpPr>
          <p:nvPr>
            <p:ph type="body" sz="quarter" idx="12"/>
          </p:nvPr>
        </p:nvSpPr>
        <p:spPr>
          <a:xfrm>
            <a:off x="584200" y="4052218"/>
            <a:ext cx="2808000" cy="345600"/>
          </a:xfrm>
          <a:prstGeom prst="roundRect">
            <a:avLst>
              <a:gd name="adj" fmla="val 50000"/>
            </a:avLst>
          </a:prstGeom>
          <a:gradFill flip="none" rotWithShape="1">
            <a:gsLst>
              <a:gs pos="35000">
                <a:srgbClr val="0078D4"/>
              </a:gs>
              <a:gs pos="0">
                <a:srgbClr val="C03BC4"/>
              </a:gs>
            </a:gsLst>
            <a:path path="circle">
              <a:fillToRect l="100000" t="100000"/>
            </a:path>
            <a:tileRect r="-100000" b="-100000"/>
          </a:gradFill>
          <a:effectLst>
            <a:outerShdw blurRad="63500" dist="63500" dir="2700000" algn="tl" rotWithShape="0">
              <a:srgbClr val="454142">
                <a:alpha val="20000"/>
              </a:srgbClr>
            </a:outerShdw>
          </a:effectLst>
        </p:spPr>
        <p:txBody>
          <a:bodyPr anchor="ctr" anchorCtr="0">
            <a:noAutofit/>
          </a:bodyPr>
          <a:lstStyle>
            <a:lvl1pPr marL="0" indent="0" algn="ctr">
              <a:buNone/>
              <a:defRPr sz="1200" b="1" i="0">
                <a:solidFill>
                  <a:srgbClr val="FFFFFF"/>
                </a:solidFill>
                <a:latin typeface="Segoe UI Semibold" panose="020B0502040204020203" pitchFamily="34" charset="0"/>
                <a:cs typeface="Segoe UI Semibold" panose="020B0502040204020203" pitchFamily="34" charset="0"/>
              </a:defRPr>
            </a:lvl1pPr>
          </a:lstStyle>
          <a:p>
            <a:pPr lvl="0"/>
            <a:r>
              <a:rPr lang="en-US"/>
              <a:t>Click to edit Master text styles</a:t>
            </a:r>
          </a:p>
        </p:txBody>
      </p:sp>
      <p:sp>
        <p:nvSpPr>
          <p:cNvPr id="97" name="Text Placeholder 94">
            <a:extLst>
              <a:ext uri="{FF2B5EF4-FFF2-40B4-BE49-F238E27FC236}">
                <a16:creationId xmlns:a16="http://schemas.microsoft.com/office/drawing/2014/main" id="{3B54AA0B-E0B1-5D11-B277-EFE8393CEB3D}"/>
              </a:ext>
            </a:extLst>
          </p:cNvPr>
          <p:cNvSpPr>
            <a:spLocks noGrp="1"/>
          </p:cNvSpPr>
          <p:nvPr>
            <p:ph type="body" sz="quarter" idx="13"/>
          </p:nvPr>
        </p:nvSpPr>
        <p:spPr>
          <a:xfrm>
            <a:off x="4047840" y="1593881"/>
            <a:ext cx="2808000" cy="345600"/>
          </a:xfrm>
          <a:prstGeom prst="roundRect">
            <a:avLst>
              <a:gd name="adj" fmla="val 50000"/>
            </a:avLst>
          </a:prstGeom>
          <a:gradFill flip="none" rotWithShape="1">
            <a:gsLst>
              <a:gs pos="35000">
                <a:srgbClr val="0078D4"/>
              </a:gs>
              <a:gs pos="0">
                <a:srgbClr val="C03BC4"/>
              </a:gs>
            </a:gsLst>
            <a:path path="circle">
              <a:fillToRect l="100000" t="100000"/>
            </a:path>
            <a:tileRect r="-100000" b="-100000"/>
          </a:gradFill>
          <a:effectLst>
            <a:outerShdw blurRad="63500" dist="63500" dir="2700000" algn="tl" rotWithShape="0">
              <a:srgbClr val="454142">
                <a:alpha val="20000"/>
              </a:srgbClr>
            </a:outerShdw>
          </a:effectLst>
        </p:spPr>
        <p:txBody>
          <a:bodyPr anchor="ctr" anchorCtr="0">
            <a:noAutofit/>
          </a:bodyPr>
          <a:lstStyle>
            <a:lvl1pPr marL="0" indent="0" algn="ctr">
              <a:buNone/>
              <a:defRPr sz="1200" b="1" i="0">
                <a:solidFill>
                  <a:srgbClr val="FFFFFF"/>
                </a:solidFill>
                <a:latin typeface="Segoe UI Semibold" panose="020B0502040204020203" pitchFamily="34" charset="0"/>
                <a:cs typeface="Segoe UI Semibold" panose="020B0502040204020203" pitchFamily="34" charset="0"/>
              </a:defRPr>
            </a:lvl1pPr>
          </a:lstStyle>
          <a:p>
            <a:pPr lvl="0"/>
            <a:r>
              <a:rPr lang="en-US"/>
              <a:t>Click to edit Master text styles</a:t>
            </a:r>
          </a:p>
        </p:txBody>
      </p:sp>
      <p:sp>
        <p:nvSpPr>
          <p:cNvPr id="98" name="Text Placeholder 94">
            <a:extLst>
              <a:ext uri="{FF2B5EF4-FFF2-40B4-BE49-F238E27FC236}">
                <a16:creationId xmlns:a16="http://schemas.microsoft.com/office/drawing/2014/main" id="{F4DCE8BB-0971-09CE-000F-84A576611FD9}"/>
              </a:ext>
            </a:extLst>
          </p:cNvPr>
          <p:cNvSpPr>
            <a:spLocks noGrp="1"/>
          </p:cNvSpPr>
          <p:nvPr>
            <p:ph type="body" sz="quarter" idx="14"/>
          </p:nvPr>
        </p:nvSpPr>
        <p:spPr>
          <a:xfrm>
            <a:off x="4047840" y="4052218"/>
            <a:ext cx="2808000" cy="345600"/>
          </a:xfrm>
          <a:prstGeom prst="roundRect">
            <a:avLst>
              <a:gd name="adj" fmla="val 50000"/>
            </a:avLst>
          </a:prstGeom>
          <a:gradFill flip="none" rotWithShape="1">
            <a:gsLst>
              <a:gs pos="35000">
                <a:srgbClr val="0078D4"/>
              </a:gs>
              <a:gs pos="0">
                <a:srgbClr val="C03BC4"/>
              </a:gs>
            </a:gsLst>
            <a:path path="circle">
              <a:fillToRect l="100000" t="100000"/>
            </a:path>
            <a:tileRect r="-100000" b="-100000"/>
          </a:gradFill>
          <a:effectLst>
            <a:outerShdw blurRad="63500" dist="63500" dir="2700000" algn="tl" rotWithShape="0">
              <a:srgbClr val="454142">
                <a:alpha val="20000"/>
              </a:srgbClr>
            </a:outerShdw>
          </a:effectLst>
        </p:spPr>
        <p:txBody>
          <a:bodyPr anchor="ctr" anchorCtr="0">
            <a:noAutofit/>
          </a:bodyPr>
          <a:lstStyle>
            <a:lvl1pPr marL="0" indent="0" algn="ctr">
              <a:buNone/>
              <a:defRPr sz="1200" b="1" i="0">
                <a:solidFill>
                  <a:srgbClr val="FFFFFF"/>
                </a:solidFill>
                <a:latin typeface="Segoe UI Semibold" panose="020B0502040204020203" pitchFamily="34" charset="0"/>
                <a:cs typeface="Segoe UI Semibold" panose="020B0502040204020203" pitchFamily="34" charset="0"/>
              </a:defRPr>
            </a:lvl1pPr>
          </a:lstStyle>
          <a:p>
            <a:pPr lvl="0"/>
            <a:r>
              <a:rPr lang="en-US"/>
              <a:t>Click to edit Master text styles</a:t>
            </a:r>
          </a:p>
        </p:txBody>
      </p:sp>
      <p:sp>
        <p:nvSpPr>
          <p:cNvPr id="99" name="Text Placeholder 94">
            <a:extLst>
              <a:ext uri="{FF2B5EF4-FFF2-40B4-BE49-F238E27FC236}">
                <a16:creationId xmlns:a16="http://schemas.microsoft.com/office/drawing/2014/main" id="{BC06CC83-0BF3-7305-E4C8-4FC7098F2465}"/>
              </a:ext>
            </a:extLst>
          </p:cNvPr>
          <p:cNvSpPr>
            <a:spLocks noGrp="1"/>
          </p:cNvSpPr>
          <p:nvPr>
            <p:ph type="body" sz="quarter" idx="15"/>
          </p:nvPr>
        </p:nvSpPr>
        <p:spPr>
          <a:xfrm>
            <a:off x="7511481" y="1593881"/>
            <a:ext cx="2808000" cy="345600"/>
          </a:xfrm>
          <a:prstGeom prst="roundRect">
            <a:avLst>
              <a:gd name="adj" fmla="val 50000"/>
            </a:avLst>
          </a:prstGeom>
          <a:gradFill flip="none" rotWithShape="1">
            <a:gsLst>
              <a:gs pos="35000">
                <a:srgbClr val="0078D4"/>
              </a:gs>
              <a:gs pos="0">
                <a:srgbClr val="C03BC4"/>
              </a:gs>
            </a:gsLst>
            <a:path path="circle">
              <a:fillToRect l="100000" t="100000"/>
            </a:path>
            <a:tileRect r="-100000" b="-100000"/>
          </a:gradFill>
          <a:effectLst>
            <a:outerShdw blurRad="63500" dist="63500" dir="2700000" algn="tl" rotWithShape="0">
              <a:srgbClr val="454142">
                <a:alpha val="20000"/>
              </a:srgbClr>
            </a:outerShdw>
          </a:effectLst>
        </p:spPr>
        <p:txBody>
          <a:bodyPr anchor="ctr" anchorCtr="0">
            <a:noAutofit/>
          </a:bodyPr>
          <a:lstStyle>
            <a:lvl1pPr marL="0" indent="0" algn="ctr">
              <a:buNone/>
              <a:defRPr sz="1200" b="1" i="0">
                <a:solidFill>
                  <a:srgbClr val="FFFFFF"/>
                </a:solidFill>
                <a:latin typeface="Segoe UI Semibold" panose="020B0502040204020203" pitchFamily="34" charset="0"/>
                <a:cs typeface="Segoe UI Semibold" panose="020B0502040204020203" pitchFamily="34" charset="0"/>
              </a:defRPr>
            </a:lvl1pPr>
          </a:lstStyle>
          <a:p>
            <a:pPr lvl="0"/>
            <a:r>
              <a:rPr lang="en-US"/>
              <a:t>Click to edit Master text styles</a:t>
            </a:r>
          </a:p>
        </p:txBody>
      </p:sp>
      <p:sp>
        <p:nvSpPr>
          <p:cNvPr id="100" name="Text Placeholder 94">
            <a:extLst>
              <a:ext uri="{FF2B5EF4-FFF2-40B4-BE49-F238E27FC236}">
                <a16:creationId xmlns:a16="http://schemas.microsoft.com/office/drawing/2014/main" id="{B23A96E3-3F83-DC61-A4B8-B2A153768700}"/>
              </a:ext>
            </a:extLst>
          </p:cNvPr>
          <p:cNvSpPr>
            <a:spLocks noGrp="1"/>
          </p:cNvSpPr>
          <p:nvPr>
            <p:ph type="body" sz="quarter" idx="16"/>
          </p:nvPr>
        </p:nvSpPr>
        <p:spPr>
          <a:xfrm>
            <a:off x="7511481" y="4052218"/>
            <a:ext cx="2808000" cy="345600"/>
          </a:xfrm>
          <a:prstGeom prst="roundRect">
            <a:avLst>
              <a:gd name="adj" fmla="val 50000"/>
            </a:avLst>
          </a:prstGeom>
          <a:gradFill flip="none" rotWithShape="1">
            <a:gsLst>
              <a:gs pos="35000">
                <a:srgbClr val="0078D4"/>
              </a:gs>
              <a:gs pos="0">
                <a:srgbClr val="C03BC4"/>
              </a:gs>
            </a:gsLst>
            <a:path path="circle">
              <a:fillToRect l="100000" t="100000"/>
            </a:path>
            <a:tileRect r="-100000" b="-100000"/>
          </a:gradFill>
          <a:effectLst>
            <a:outerShdw blurRad="63500" dist="63500" dir="2700000" algn="tl" rotWithShape="0">
              <a:srgbClr val="454142">
                <a:alpha val="20000"/>
              </a:srgbClr>
            </a:outerShdw>
          </a:effectLst>
        </p:spPr>
        <p:txBody>
          <a:bodyPr anchor="ctr" anchorCtr="0">
            <a:noAutofit/>
          </a:bodyPr>
          <a:lstStyle>
            <a:lvl1pPr marL="0" indent="0" algn="ctr">
              <a:buNone/>
              <a:defRPr sz="1200" b="1" i="0">
                <a:solidFill>
                  <a:srgbClr val="FFFFFF"/>
                </a:solidFill>
                <a:latin typeface="Segoe UI Semibold" panose="020B0502040204020203" pitchFamily="34" charset="0"/>
                <a:cs typeface="Segoe UI Semibold" panose="020B0502040204020203" pitchFamily="34" charset="0"/>
              </a:defRPr>
            </a:lvl1pPr>
          </a:lstStyle>
          <a:p>
            <a:pPr lvl="0"/>
            <a:r>
              <a:rPr lang="en-US"/>
              <a:t>Click to edit Master text styles</a:t>
            </a:r>
          </a:p>
        </p:txBody>
      </p:sp>
      <p:sp>
        <p:nvSpPr>
          <p:cNvPr id="103" name="Text Placeholder 102">
            <a:extLst>
              <a:ext uri="{FF2B5EF4-FFF2-40B4-BE49-F238E27FC236}">
                <a16:creationId xmlns:a16="http://schemas.microsoft.com/office/drawing/2014/main" id="{6B562108-00FE-5F42-7550-13BB7DE58EA1}"/>
              </a:ext>
            </a:extLst>
          </p:cNvPr>
          <p:cNvSpPr>
            <a:spLocks noGrp="1"/>
          </p:cNvSpPr>
          <p:nvPr>
            <p:ph type="body" sz="quarter" idx="17" hasCustomPrompt="1"/>
          </p:nvPr>
        </p:nvSpPr>
        <p:spPr>
          <a:xfrm>
            <a:off x="6519224" y="521099"/>
            <a:ext cx="3599821" cy="169277"/>
          </a:xfrm>
          <a:prstGeom prst="rect">
            <a:avLst/>
          </a:prstGeom>
        </p:spPr>
        <p:txBody>
          <a:bodyPr/>
          <a:lstStyle>
            <a:lvl1pPr marL="0" indent="0" algn="r">
              <a:spcBef>
                <a:spcPts val="0"/>
              </a:spcBef>
              <a:buNone/>
              <a:defRPr sz="1100" b="1" i="0" spc="-20" baseline="0">
                <a:solidFill>
                  <a:srgbClr val="C03BC4"/>
                </a:solidFill>
                <a:latin typeface="Segoe UI Semibold" panose="020B0502040204020203" pitchFamily="34" charset="0"/>
                <a:cs typeface="Segoe UI Semibold" panose="020B0502040204020203" pitchFamily="34" charset="0"/>
              </a:defRPr>
            </a:lvl1pPr>
            <a:lvl2pPr marL="228600" indent="0" algn="r">
              <a:spcBef>
                <a:spcPts val="0"/>
              </a:spcBef>
              <a:buNone/>
              <a:defRPr sz="1100" spc="-20" baseline="0">
                <a:solidFill>
                  <a:srgbClr val="B1B3B3"/>
                </a:solidFill>
              </a:defRPr>
            </a:lvl2pPr>
            <a:lvl3pPr algn="r">
              <a:defRPr/>
            </a:lvl3pPr>
            <a:lvl4pPr algn="r">
              <a:defRPr/>
            </a:lvl4pPr>
            <a:lvl5pPr algn="r">
              <a:defRPr/>
            </a:lvl5pPr>
          </a:lstStyle>
          <a:p>
            <a:pPr lvl="0"/>
            <a:r>
              <a:rPr lang="en-US"/>
              <a:t>Copilot for Microsoft 365</a:t>
            </a:r>
          </a:p>
        </p:txBody>
      </p:sp>
      <p:sp>
        <p:nvSpPr>
          <p:cNvPr id="106" name="Text Placeholder 105">
            <a:extLst>
              <a:ext uri="{FF2B5EF4-FFF2-40B4-BE49-F238E27FC236}">
                <a16:creationId xmlns:a16="http://schemas.microsoft.com/office/drawing/2014/main" id="{433B73A7-DB5C-AF5A-B12A-70E655D0C55D}"/>
              </a:ext>
            </a:extLst>
          </p:cNvPr>
          <p:cNvSpPr>
            <a:spLocks noGrp="1"/>
          </p:cNvSpPr>
          <p:nvPr>
            <p:ph type="body" sz="quarter" idx="18"/>
          </p:nvPr>
        </p:nvSpPr>
        <p:spPr>
          <a:xfrm>
            <a:off x="584200" y="2032188"/>
            <a:ext cx="2808000" cy="626701"/>
          </a:xfrm>
          <a:prstGeom prst="rect">
            <a:avLst/>
          </a:prstGeom>
        </p:spPr>
        <p:txBody>
          <a:bodyPr lIns="90000" tIns="36000" rIns="90000" bIns="36000">
            <a:normAutofit/>
          </a:bodyPr>
          <a:lstStyle>
            <a:lvl1pPr marL="0" indent="0">
              <a:spcBef>
                <a:spcPts val="0"/>
              </a:spcBef>
              <a:buNone/>
              <a:defRPr sz="900"/>
            </a:lvl1pPr>
          </a:lstStyle>
          <a:p>
            <a:pPr lvl="0"/>
            <a:r>
              <a:rPr lang="en-US"/>
              <a:t>Click to edit Master text styles</a:t>
            </a:r>
          </a:p>
        </p:txBody>
      </p:sp>
      <p:sp>
        <p:nvSpPr>
          <p:cNvPr id="107" name="Text Placeholder 105">
            <a:extLst>
              <a:ext uri="{FF2B5EF4-FFF2-40B4-BE49-F238E27FC236}">
                <a16:creationId xmlns:a16="http://schemas.microsoft.com/office/drawing/2014/main" id="{316E4613-3786-8D83-9628-7E09E4CE5CA3}"/>
              </a:ext>
            </a:extLst>
          </p:cNvPr>
          <p:cNvSpPr>
            <a:spLocks noGrp="1"/>
          </p:cNvSpPr>
          <p:nvPr>
            <p:ph type="body" sz="quarter" idx="19"/>
          </p:nvPr>
        </p:nvSpPr>
        <p:spPr>
          <a:xfrm>
            <a:off x="4047840" y="2032188"/>
            <a:ext cx="2808000" cy="626701"/>
          </a:xfrm>
          <a:prstGeom prst="rect">
            <a:avLst/>
          </a:prstGeom>
        </p:spPr>
        <p:txBody>
          <a:bodyPr lIns="90000" tIns="36000" rIns="90000" bIns="36000">
            <a:normAutofit/>
          </a:bodyPr>
          <a:lstStyle>
            <a:lvl1pPr marL="0" indent="0">
              <a:spcBef>
                <a:spcPts val="0"/>
              </a:spcBef>
              <a:buNone/>
              <a:defRPr sz="900"/>
            </a:lvl1pPr>
          </a:lstStyle>
          <a:p>
            <a:pPr lvl="0"/>
            <a:r>
              <a:rPr lang="en-US"/>
              <a:t>Click to edit Master text styles</a:t>
            </a:r>
          </a:p>
        </p:txBody>
      </p:sp>
      <p:sp>
        <p:nvSpPr>
          <p:cNvPr id="108" name="Text Placeholder 105">
            <a:extLst>
              <a:ext uri="{FF2B5EF4-FFF2-40B4-BE49-F238E27FC236}">
                <a16:creationId xmlns:a16="http://schemas.microsoft.com/office/drawing/2014/main" id="{78B00E55-70B0-D155-AAB8-EDCD9850B3EA}"/>
              </a:ext>
            </a:extLst>
          </p:cNvPr>
          <p:cNvSpPr>
            <a:spLocks noGrp="1"/>
          </p:cNvSpPr>
          <p:nvPr>
            <p:ph type="body" sz="quarter" idx="20"/>
          </p:nvPr>
        </p:nvSpPr>
        <p:spPr>
          <a:xfrm>
            <a:off x="7511481" y="2032188"/>
            <a:ext cx="2808000" cy="626701"/>
          </a:xfrm>
          <a:prstGeom prst="rect">
            <a:avLst/>
          </a:prstGeom>
        </p:spPr>
        <p:txBody>
          <a:bodyPr lIns="90000" tIns="36000" rIns="90000" bIns="36000">
            <a:normAutofit/>
          </a:bodyPr>
          <a:lstStyle>
            <a:lvl1pPr marL="0" indent="0">
              <a:spcBef>
                <a:spcPts val="0"/>
              </a:spcBef>
              <a:buNone/>
              <a:defRPr sz="900"/>
            </a:lvl1pPr>
          </a:lstStyle>
          <a:p>
            <a:pPr lvl="0"/>
            <a:r>
              <a:rPr lang="en-US"/>
              <a:t>Click to edit Master text styles</a:t>
            </a:r>
          </a:p>
        </p:txBody>
      </p:sp>
      <p:sp>
        <p:nvSpPr>
          <p:cNvPr id="109" name="Text Placeholder 105">
            <a:extLst>
              <a:ext uri="{FF2B5EF4-FFF2-40B4-BE49-F238E27FC236}">
                <a16:creationId xmlns:a16="http://schemas.microsoft.com/office/drawing/2014/main" id="{C966B391-3BF4-A5FB-4F8A-8B4B54689661}"/>
              </a:ext>
            </a:extLst>
          </p:cNvPr>
          <p:cNvSpPr>
            <a:spLocks noGrp="1"/>
          </p:cNvSpPr>
          <p:nvPr>
            <p:ph type="body" sz="quarter" idx="21"/>
          </p:nvPr>
        </p:nvSpPr>
        <p:spPr>
          <a:xfrm>
            <a:off x="584200" y="3208260"/>
            <a:ext cx="2808000" cy="626701"/>
          </a:xfrm>
          <a:prstGeom prst="roundRect">
            <a:avLst>
              <a:gd name="adj" fmla="val 10035"/>
            </a:avLst>
          </a:prstGeom>
          <a:solidFill>
            <a:srgbClr val="FFFFFF">
              <a:alpha val="70046"/>
            </a:srgbClr>
          </a:solidFill>
          <a:ln w="12700">
            <a:solidFill>
              <a:schemeClr val="bg1"/>
            </a:solidFill>
          </a:ln>
        </p:spPr>
        <p:txBody>
          <a:bodyPr lIns="90000" tIns="36000" rIns="90000" bIns="36000" anchor="ctr" anchorCtr="0">
            <a:normAutofit/>
          </a:bodyPr>
          <a:lstStyle>
            <a:lvl1pPr marL="0" indent="0">
              <a:buFont typeface="Arial" panose="020B0604020202020204" pitchFamily="34" charset="0"/>
              <a:buNone/>
              <a:defRPr sz="900"/>
            </a:lvl1pPr>
            <a:lvl2pPr marL="0" indent="0">
              <a:spcBef>
                <a:spcPts val="0"/>
              </a:spcBef>
              <a:buNone/>
              <a:defRPr sz="900" b="1" i="0">
                <a:latin typeface="Segoe UI" panose="020B0502040204020203" pitchFamily="34" charset="0"/>
                <a:cs typeface="Segoe UI" panose="020B0502040204020203" pitchFamily="34" charset="0"/>
              </a:defRPr>
            </a:lvl2pPr>
          </a:lstStyle>
          <a:p>
            <a:pPr lvl="0"/>
            <a:r>
              <a:rPr lang="en-US"/>
              <a:t>Click to edit Master text styles</a:t>
            </a:r>
          </a:p>
          <a:p>
            <a:pPr lvl="1"/>
            <a:r>
              <a:rPr lang="en-US"/>
              <a:t>Level 2</a:t>
            </a:r>
          </a:p>
        </p:txBody>
      </p:sp>
      <p:sp>
        <p:nvSpPr>
          <p:cNvPr id="110" name="Text Placeholder 105">
            <a:extLst>
              <a:ext uri="{FF2B5EF4-FFF2-40B4-BE49-F238E27FC236}">
                <a16:creationId xmlns:a16="http://schemas.microsoft.com/office/drawing/2014/main" id="{A2B81D72-802A-1B65-345D-831621254381}"/>
              </a:ext>
            </a:extLst>
          </p:cNvPr>
          <p:cNvSpPr>
            <a:spLocks noGrp="1"/>
          </p:cNvSpPr>
          <p:nvPr>
            <p:ph type="body" sz="quarter" idx="22"/>
          </p:nvPr>
        </p:nvSpPr>
        <p:spPr>
          <a:xfrm>
            <a:off x="584200" y="5641938"/>
            <a:ext cx="2808000" cy="626701"/>
          </a:xfrm>
          <a:prstGeom prst="roundRect">
            <a:avLst>
              <a:gd name="adj" fmla="val 10035"/>
            </a:avLst>
          </a:prstGeom>
          <a:solidFill>
            <a:srgbClr val="FFFFFF">
              <a:alpha val="70046"/>
            </a:srgbClr>
          </a:solidFill>
          <a:ln w="12700">
            <a:solidFill>
              <a:schemeClr val="bg1"/>
            </a:solidFill>
          </a:ln>
        </p:spPr>
        <p:txBody>
          <a:bodyPr lIns="90000" tIns="36000" rIns="90000" bIns="36000" anchor="ctr" anchorCtr="0">
            <a:normAutofit/>
          </a:bodyPr>
          <a:lstStyle>
            <a:lvl1pPr marL="0" indent="0">
              <a:buFont typeface="Arial" panose="020B0604020202020204" pitchFamily="34" charset="0"/>
              <a:buNone/>
              <a:defRPr sz="900"/>
            </a:lvl1pPr>
            <a:lvl2pPr marL="0" indent="0">
              <a:spcBef>
                <a:spcPts val="0"/>
              </a:spcBef>
              <a:buNone/>
              <a:defRPr sz="900" b="1" i="0">
                <a:latin typeface="Segoe UI" panose="020B0502040204020203" pitchFamily="34" charset="0"/>
                <a:cs typeface="Segoe UI" panose="020B0502040204020203" pitchFamily="34" charset="0"/>
              </a:defRPr>
            </a:lvl2pPr>
          </a:lstStyle>
          <a:p>
            <a:pPr lvl="0"/>
            <a:r>
              <a:rPr lang="en-US"/>
              <a:t>Click to edit Master text styles</a:t>
            </a:r>
          </a:p>
          <a:p>
            <a:pPr lvl="1"/>
            <a:r>
              <a:rPr lang="en-US"/>
              <a:t>Level 2</a:t>
            </a:r>
          </a:p>
        </p:txBody>
      </p:sp>
      <p:sp>
        <p:nvSpPr>
          <p:cNvPr id="111" name="Text Placeholder 105">
            <a:extLst>
              <a:ext uri="{FF2B5EF4-FFF2-40B4-BE49-F238E27FC236}">
                <a16:creationId xmlns:a16="http://schemas.microsoft.com/office/drawing/2014/main" id="{C0FC7227-E465-68DB-562C-41F9209C1C45}"/>
              </a:ext>
            </a:extLst>
          </p:cNvPr>
          <p:cNvSpPr>
            <a:spLocks noGrp="1"/>
          </p:cNvSpPr>
          <p:nvPr>
            <p:ph type="body" sz="quarter" idx="23"/>
          </p:nvPr>
        </p:nvSpPr>
        <p:spPr>
          <a:xfrm>
            <a:off x="4047840" y="3208260"/>
            <a:ext cx="2808000" cy="626701"/>
          </a:xfrm>
          <a:prstGeom prst="roundRect">
            <a:avLst>
              <a:gd name="adj" fmla="val 10035"/>
            </a:avLst>
          </a:prstGeom>
          <a:solidFill>
            <a:srgbClr val="FFFFFF">
              <a:alpha val="70046"/>
            </a:srgbClr>
          </a:solidFill>
          <a:ln w="12700">
            <a:solidFill>
              <a:schemeClr val="bg1"/>
            </a:solidFill>
          </a:ln>
        </p:spPr>
        <p:txBody>
          <a:bodyPr lIns="90000" tIns="36000" rIns="90000" bIns="36000" anchor="ctr" anchorCtr="0">
            <a:normAutofit/>
          </a:bodyPr>
          <a:lstStyle>
            <a:lvl1pPr marL="0" indent="0">
              <a:buFont typeface="Arial" panose="020B0604020202020204" pitchFamily="34" charset="0"/>
              <a:buNone/>
              <a:defRPr sz="900"/>
            </a:lvl1pPr>
            <a:lvl2pPr marL="0" indent="0">
              <a:spcBef>
                <a:spcPts val="0"/>
              </a:spcBef>
              <a:buNone/>
              <a:defRPr sz="900" b="1" i="0">
                <a:latin typeface="Segoe UI" panose="020B0502040204020203" pitchFamily="34" charset="0"/>
                <a:cs typeface="Segoe UI" panose="020B0502040204020203" pitchFamily="34" charset="0"/>
              </a:defRPr>
            </a:lvl2pPr>
          </a:lstStyle>
          <a:p>
            <a:pPr lvl="0"/>
            <a:r>
              <a:rPr lang="en-US"/>
              <a:t>Click to edit Master text styles</a:t>
            </a:r>
          </a:p>
          <a:p>
            <a:pPr lvl="1"/>
            <a:r>
              <a:rPr lang="en-US"/>
              <a:t>Level 2</a:t>
            </a:r>
          </a:p>
        </p:txBody>
      </p:sp>
      <p:sp>
        <p:nvSpPr>
          <p:cNvPr id="112" name="Text Placeholder 105">
            <a:extLst>
              <a:ext uri="{FF2B5EF4-FFF2-40B4-BE49-F238E27FC236}">
                <a16:creationId xmlns:a16="http://schemas.microsoft.com/office/drawing/2014/main" id="{E720EE0E-4289-B4F4-1115-2C86FBB940E8}"/>
              </a:ext>
            </a:extLst>
          </p:cNvPr>
          <p:cNvSpPr>
            <a:spLocks noGrp="1"/>
          </p:cNvSpPr>
          <p:nvPr>
            <p:ph type="body" sz="quarter" idx="24"/>
          </p:nvPr>
        </p:nvSpPr>
        <p:spPr>
          <a:xfrm>
            <a:off x="4047840" y="5641938"/>
            <a:ext cx="2808000" cy="626701"/>
          </a:xfrm>
          <a:prstGeom prst="roundRect">
            <a:avLst>
              <a:gd name="adj" fmla="val 10035"/>
            </a:avLst>
          </a:prstGeom>
          <a:solidFill>
            <a:srgbClr val="FFFFFF">
              <a:alpha val="70046"/>
            </a:srgbClr>
          </a:solidFill>
          <a:ln w="12700">
            <a:solidFill>
              <a:schemeClr val="bg1"/>
            </a:solidFill>
          </a:ln>
        </p:spPr>
        <p:txBody>
          <a:bodyPr lIns="90000" tIns="36000" rIns="90000" bIns="36000" anchor="ctr" anchorCtr="0">
            <a:normAutofit/>
          </a:bodyPr>
          <a:lstStyle>
            <a:lvl1pPr marL="0" indent="0">
              <a:buFont typeface="Arial" panose="020B0604020202020204" pitchFamily="34" charset="0"/>
              <a:buNone/>
              <a:defRPr sz="900"/>
            </a:lvl1pPr>
            <a:lvl2pPr marL="0" indent="0">
              <a:spcBef>
                <a:spcPts val="0"/>
              </a:spcBef>
              <a:buNone/>
              <a:defRPr sz="900" b="1" i="0">
                <a:latin typeface="Segoe UI" panose="020B0502040204020203" pitchFamily="34" charset="0"/>
                <a:cs typeface="Segoe UI" panose="020B0502040204020203" pitchFamily="34" charset="0"/>
              </a:defRPr>
            </a:lvl2pPr>
          </a:lstStyle>
          <a:p>
            <a:pPr lvl="0"/>
            <a:r>
              <a:rPr lang="en-US"/>
              <a:t>Click to edit Master text styles</a:t>
            </a:r>
          </a:p>
          <a:p>
            <a:pPr lvl="1"/>
            <a:r>
              <a:rPr lang="en-US"/>
              <a:t>Level 2</a:t>
            </a:r>
          </a:p>
        </p:txBody>
      </p:sp>
      <p:sp>
        <p:nvSpPr>
          <p:cNvPr id="113" name="Text Placeholder 105">
            <a:extLst>
              <a:ext uri="{FF2B5EF4-FFF2-40B4-BE49-F238E27FC236}">
                <a16:creationId xmlns:a16="http://schemas.microsoft.com/office/drawing/2014/main" id="{14FE71DF-89A5-D552-ED14-BA6299A9B591}"/>
              </a:ext>
            </a:extLst>
          </p:cNvPr>
          <p:cNvSpPr>
            <a:spLocks noGrp="1"/>
          </p:cNvSpPr>
          <p:nvPr>
            <p:ph type="body" sz="quarter" idx="25"/>
          </p:nvPr>
        </p:nvSpPr>
        <p:spPr>
          <a:xfrm>
            <a:off x="7511481" y="3208260"/>
            <a:ext cx="2808000" cy="626701"/>
          </a:xfrm>
          <a:prstGeom prst="roundRect">
            <a:avLst>
              <a:gd name="adj" fmla="val 10035"/>
            </a:avLst>
          </a:prstGeom>
          <a:solidFill>
            <a:srgbClr val="FFFFFF">
              <a:alpha val="70046"/>
            </a:srgbClr>
          </a:solidFill>
          <a:ln w="12700">
            <a:solidFill>
              <a:schemeClr val="bg1"/>
            </a:solidFill>
          </a:ln>
        </p:spPr>
        <p:txBody>
          <a:bodyPr lIns="90000" tIns="36000" rIns="90000" bIns="36000" anchor="ctr" anchorCtr="0">
            <a:normAutofit/>
          </a:bodyPr>
          <a:lstStyle>
            <a:lvl1pPr marL="0" indent="0">
              <a:buFont typeface="Arial" panose="020B0604020202020204" pitchFamily="34" charset="0"/>
              <a:buNone/>
              <a:defRPr sz="900"/>
            </a:lvl1pPr>
            <a:lvl2pPr marL="0" indent="0">
              <a:spcBef>
                <a:spcPts val="0"/>
              </a:spcBef>
              <a:buNone/>
              <a:defRPr sz="900" b="1" i="0">
                <a:latin typeface="Segoe UI" panose="020B0502040204020203" pitchFamily="34" charset="0"/>
                <a:cs typeface="Segoe UI" panose="020B0502040204020203" pitchFamily="34" charset="0"/>
              </a:defRPr>
            </a:lvl2pPr>
          </a:lstStyle>
          <a:p>
            <a:pPr lvl="0"/>
            <a:r>
              <a:rPr lang="en-US"/>
              <a:t>Click to edit Master text styles</a:t>
            </a:r>
          </a:p>
          <a:p>
            <a:pPr lvl="1"/>
            <a:r>
              <a:rPr lang="en-US"/>
              <a:t>Level 2</a:t>
            </a:r>
          </a:p>
        </p:txBody>
      </p:sp>
      <p:sp>
        <p:nvSpPr>
          <p:cNvPr id="114" name="Text Placeholder 105">
            <a:extLst>
              <a:ext uri="{FF2B5EF4-FFF2-40B4-BE49-F238E27FC236}">
                <a16:creationId xmlns:a16="http://schemas.microsoft.com/office/drawing/2014/main" id="{5072DCCC-D271-7D85-5D20-D5B1E137F60B}"/>
              </a:ext>
            </a:extLst>
          </p:cNvPr>
          <p:cNvSpPr>
            <a:spLocks noGrp="1"/>
          </p:cNvSpPr>
          <p:nvPr>
            <p:ph type="body" sz="quarter" idx="26"/>
          </p:nvPr>
        </p:nvSpPr>
        <p:spPr>
          <a:xfrm>
            <a:off x="7511481" y="5641938"/>
            <a:ext cx="2808000" cy="626701"/>
          </a:xfrm>
          <a:prstGeom prst="roundRect">
            <a:avLst>
              <a:gd name="adj" fmla="val 10035"/>
            </a:avLst>
          </a:prstGeom>
          <a:solidFill>
            <a:srgbClr val="FFFFFF">
              <a:alpha val="70046"/>
            </a:srgbClr>
          </a:solidFill>
          <a:ln w="12700">
            <a:solidFill>
              <a:schemeClr val="bg1"/>
            </a:solidFill>
          </a:ln>
        </p:spPr>
        <p:txBody>
          <a:bodyPr lIns="90000" tIns="36000" rIns="90000" bIns="36000" anchor="ctr" anchorCtr="0">
            <a:normAutofit/>
          </a:bodyPr>
          <a:lstStyle>
            <a:lvl1pPr marL="0" indent="0">
              <a:buFont typeface="Arial" panose="020B0604020202020204" pitchFamily="34" charset="0"/>
              <a:buNone/>
              <a:defRPr sz="900"/>
            </a:lvl1pPr>
            <a:lvl2pPr marL="0" indent="0">
              <a:spcBef>
                <a:spcPts val="0"/>
              </a:spcBef>
              <a:buNone/>
              <a:defRPr sz="900" b="1" i="0">
                <a:latin typeface="Segoe UI" panose="020B0502040204020203" pitchFamily="34" charset="0"/>
                <a:cs typeface="Segoe UI" panose="020B0502040204020203" pitchFamily="34" charset="0"/>
              </a:defRPr>
            </a:lvl2pPr>
          </a:lstStyle>
          <a:p>
            <a:pPr lvl="0"/>
            <a:r>
              <a:rPr lang="en-US"/>
              <a:t>Click to edit Master text styles</a:t>
            </a:r>
          </a:p>
          <a:p>
            <a:pPr lvl="1"/>
            <a:r>
              <a:rPr lang="en-US"/>
              <a:t>Level 2</a:t>
            </a:r>
          </a:p>
        </p:txBody>
      </p:sp>
      <p:sp>
        <p:nvSpPr>
          <p:cNvPr id="115" name="Text Placeholder 105">
            <a:extLst>
              <a:ext uri="{FF2B5EF4-FFF2-40B4-BE49-F238E27FC236}">
                <a16:creationId xmlns:a16="http://schemas.microsoft.com/office/drawing/2014/main" id="{B939ABEF-8F03-D2E2-59E7-11A40F8ECABB}"/>
              </a:ext>
            </a:extLst>
          </p:cNvPr>
          <p:cNvSpPr>
            <a:spLocks noGrp="1"/>
          </p:cNvSpPr>
          <p:nvPr>
            <p:ph type="body" sz="quarter" idx="27"/>
          </p:nvPr>
        </p:nvSpPr>
        <p:spPr>
          <a:xfrm>
            <a:off x="584200" y="4488366"/>
            <a:ext cx="2808000" cy="626701"/>
          </a:xfrm>
          <a:prstGeom prst="rect">
            <a:avLst/>
          </a:prstGeom>
        </p:spPr>
        <p:txBody>
          <a:bodyPr lIns="90000" tIns="36000" rIns="90000" bIns="36000">
            <a:normAutofit/>
          </a:bodyPr>
          <a:lstStyle>
            <a:lvl1pPr marL="0" indent="0">
              <a:spcBef>
                <a:spcPts val="0"/>
              </a:spcBef>
              <a:buNone/>
              <a:defRPr sz="900"/>
            </a:lvl1pPr>
          </a:lstStyle>
          <a:p>
            <a:pPr lvl="0"/>
            <a:r>
              <a:rPr lang="en-US"/>
              <a:t>Click to edit Master text styles</a:t>
            </a:r>
          </a:p>
        </p:txBody>
      </p:sp>
      <p:sp>
        <p:nvSpPr>
          <p:cNvPr id="116" name="Text Placeholder 105">
            <a:extLst>
              <a:ext uri="{FF2B5EF4-FFF2-40B4-BE49-F238E27FC236}">
                <a16:creationId xmlns:a16="http://schemas.microsoft.com/office/drawing/2014/main" id="{76F241AD-4900-CAEB-243D-CD8A3BDFB17C}"/>
              </a:ext>
            </a:extLst>
          </p:cNvPr>
          <p:cNvSpPr>
            <a:spLocks noGrp="1"/>
          </p:cNvSpPr>
          <p:nvPr>
            <p:ph type="body" sz="quarter" idx="28"/>
          </p:nvPr>
        </p:nvSpPr>
        <p:spPr>
          <a:xfrm>
            <a:off x="4047841" y="4488366"/>
            <a:ext cx="2808000" cy="626701"/>
          </a:xfrm>
          <a:prstGeom prst="rect">
            <a:avLst/>
          </a:prstGeom>
        </p:spPr>
        <p:txBody>
          <a:bodyPr lIns="90000" tIns="36000" rIns="90000" bIns="36000">
            <a:normAutofit/>
          </a:bodyPr>
          <a:lstStyle>
            <a:lvl1pPr marL="0" indent="0">
              <a:spcBef>
                <a:spcPts val="0"/>
              </a:spcBef>
              <a:buNone/>
              <a:defRPr sz="900"/>
            </a:lvl1pPr>
          </a:lstStyle>
          <a:p>
            <a:pPr lvl="0"/>
            <a:r>
              <a:rPr lang="en-US"/>
              <a:t>Click to edit Master text styles</a:t>
            </a:r>
          </a:p>
        </p:txBody>
      </p:sp>
      <p:sp>
        <p:nvSpPr>
          <p:cNvPr id="117" name="Text Placeholder 105">
            <a:extLst>
              <a:ext uri="{FF2B5EF4-FFF2-40B4-BE49-F238E27FC236}">
                <a16:creationId xmlns:a16="http://schemas.microsoft.com/office/drawing/2014/main" id="{D2CA7E74-0DAF-8C61-3066-8A79C80C0112}"/>
              </a:ext>
            </a:extLst>
          </p:cNvPr>
          <p:cNvSpPr>
            <a:spLocks noGrp="1"/>
          </p:cNvSpPr>
          <p:nvPr>
            <p:ph type="body" sz="quarter" idx="29"/>
          </p:nvPr>
        </p:nvSpPr>
        <p:spPr>
          <a:xfrm>
            <a:off x="7511481" y="4488366"/>
            <a:ext cx="2808000" cy="626701"/>
          </a:xfrm>
          <a:prstGeom prst="rect">
            <a:avLst/>
          </a:prstGeom>
        </p:spPr>
        <p:txBody>
          <a:bodyPr lIns="90000" tIns="36000" rIns="90000" bIns="36000">
            <a:normAutofit/>
          </a:bodyPr>
          <a:lstStyle>
            <a:lvl1pPr marL="0" indent="0">
              <a:spcBef>
                <a:spcPts val="0"/>
              </a:spcBef>
              <a:buNone/>
              <a:defRPr sz="900"/>
            </a:lvl1pPr>
          </a:lstStyle>
          <a:p>
            <a:pPr lvl="0"/>
            <a:r>
              <a:rPr lang="en-US"/>
              <a:t>Click to edit Master text styles</a:t>
            </a:r>
          </a:p>
        </p:txBody>
      </p:sp>
      <p:sp>
        <p:nvSpPr>
          <p:cNvPr id="5" name="Text Placeholder 102">
            <a:extLst>
              <a:ext uri="{FF2B5EF4-FFF2-40B4-BE49-F238E27FC236}">
                <a16:creationId xmlns:a16="http://schemas.microsoft.com/office/drawing/2014/main" id="{D78A2D53-01ED-9D74-9712-451C6F321482}"/>
              </a:ext>
            </a:extLst>
          </p:cNvPr>
          <p:cNvSpPr>
            <a:spLocks noGrp="1"/>
          </p:cNvSpPr>
          <p:nvPr>
            <p:ph type="body" sz="quarter" idx="30" hasCustomPrompt="1"/>
          </p:nvPr>
        </p:nvSpPr>
        <p:spPr>
          <a:xfrm>
            <a:off x="10430351" y="521099"/>
            <a:ext cx="1456966" cy="175614"/>
          </a:xfrm>
          <a:prstGeom prst="rect">
            <a:avLst/>
          </a:prstGeom>
        </p:spPr>
        <p:txBody>
          <a:bodyPr/>
          <a:lstStyle>
            <a:lvl1pPr marL="0" indent="0" algn="r">
              <a:spcBef>
                <a:spcPts val="0"/>
              </a:spcBef>
              <a:buNone/>
              <a:defRPr sz="1100" b="1" i="0" spc="-20" baseline="0">
                <a:solidFill>
                  <a:srgbClr val="0078D4"/>
                </a:solidFill>
                <a:latin typeface="Segoe UI Semibold" panose="020B0502040204020203" pitchFamily="34" charset="0"/>
                <a:cs typeface="Segoe UI Semibold" panose="020B0502040204020203" pitchFamily="34" charset="0"/>
              </a:defRPr>
            </a:lvl1pPr>
            <a:lvl2pPr marL="228600" indent="0" algn="r">
              <a:spcBef>
                <a:spcPts val="0"/>
              </a:spcBef>
              <a:buNone/>
              <a:defRPr sz="1100" spc="-20" baseline="0">
                <a:solidFill>
                  <a:srgbClr val="B1B3B3"/>
                </a:solidFill>
              </a:defRPr>
            </a:lvl2pPr>
            <a:lvl3pPr algn="r">
              <a:defRPr/>
            </a:lvl3pPr>
            <a:lvl4pPr algn="r">
              <a:defRPr/>
            </a:lvl4pPr>
            <a:lvl5pPr algn="r">
              <a:defRPr/>
            </a:lvl5pPr>
          </a:lstStyle>
          <a:p>
            <a:r>
              <a:rPr lang="en-US"/>
              <a:t>Buy</a:t>
            </a:r>
          </a:p>
        </p:txBody>
      </p:sp>
      <p:sp>
        <p:nvSpPr>
          <p:cNvPr id="6" name="Text Placeholder 10">
            <a:extLst>
              <a:ext uri="{FF2B5EF4-FFF2-40B4-BE49-F238E27FC236}">
                <a16:creationId xmlns:a16="http://schemas.microsoft.com/office/drawing/2014/main" id="{26C3E936-7CEB-8A05-2E47-0AD7851B98F2}"/>
              </a:ext>
            </a:extLst>
          </p:cNvPr>
          <p:cNvSpPr>
            <a:spLocks noGrp="1"/>
          </p:cNvSpPr>
          <p:nvPr>
            <p:ph type="body" sz="quarter" idx="38" hasCustomPrompt="1"/>
          </p:nvPr>
        </p:nvSpPr>
        <p:spPr>
          <a:xfrm>
            <a:off x="11417245" y="357645"/>
            <a:ext cx="127000" cy="125999"/>
          </a:xfrm>
          <a:prstGeom prst="ellipse">
            <a:avLst/>
          </a:prstGeom>
          <a:solidFill>
            <a:srgbClr val="B1B3B3"/>
          </a:solidFill>
        </p:spPr>
        <p:txBody>
          <a:bodyPr>
            <a:noAutofit/>
          </a:bodyPr>
          <a:lstStyle>
            <a:lvl1pPr marL="0" indent="0">
              <a:buFontTx/>
              <a:buNone/>
              <a:defRPr sz="100">
                <a:noFill/>
              </a:defRPr>
            </a:lvl1pPr>
            <a:lvl2pPr marL="228600" indent="0">
              <a:buFontTx/>
              <a:buNone/>
              <a:defRPr sz="100">
                <a:noFill/>
              </a:defRPr>
            </a:lvl2pPr>
            <a:lvl3pPr marL="457200" indent="0">
              <a:buFontTx/>
              <a:buNone/>
              <a:defRPr sz="100">
                <a:noFill/>
              </a:defRPr>
            </a:lvl3pPr>
            <a:lvl4pPr marL="661988" indent="0">
              <a:buFontTx/>
              <a:buNone/>
              <a:defRPr sz="100">
                <a:noFill/>
              </a:defRPr>
            </a:lvl4pPr>
            <a:lvl5pPr marL="855663" indent="0">
              <a:buFontTx/>
              <a:buNone/>
              <a:defRPr sz="100">
                <a:noFill/>
              </a:defRPr>
            </a:lvl5pPr>
          </a:lstStyle>
          <a:p>
            <a:pPr lvl="0"/>
            <a:r>
              <a:rPr lang="en-US"/>
              <a:t>a</a:t>
            </a:r>
          </a:p>
        </p:txBody>
      </p:sp>
      <p:sp>
        <p:nvSpPr>
          <p:cNvPr id="7" name="Text Placeholder 10">
            <a:extLst>
              <a:ext uri="{FF2B5EF4-FFF2-40B4-BE49-F238E27FC236}">
                <a16:creationId xmlns:a16="http://schemas.microsoft.com/office/drawing/2014/main" id="{04AEA325-90B3-6821-227C-4FFCA898F9AB}"/>
              </a:ext>
            </a:extLst>
          </p:cNvPr>
          <p:cNvSpPr>
            <a:spLocks noGrp="1"/>
          </p:cNvSpPr>
          <p:nvPr>
            <p:ph type="body" sz="quarter" idx="39" hasCustomPrompt="1"/>
          </p:nvPr>
        </p:nvSpPr>
        <p:spPr>
          <a:xfrm>
            <a:off x="11588781" y="357645"/>
            <a:ext cx="127000" cy="125999"/>
          </a:xfrm>
          <a:prstGeom prst="ellipse">
            <a:avLst/>
          </a:prstGeom>
          <a:solidFill>
            <a:srgbClr val="B1B3B3"/>
          </a:solidFill>
        </p:spPr>
        <p:txBody>
          <a:bodyPr>
            <a:noAutofit/>
          </a:bodyPr>
          <a:lstStyle>
            <a:lvl1pPr marL="0" indent="0">
              <a:buFontTx/>
              <a:buNone/>
              <a:defRPr sz="100">
                <a:noFill/>
              </a:defRPr>
            </a:lvl1pPr>
            <a:lvl2pPr marL="228600" indent="0">
              <a:buFontTx/>
              <a:buNone/>
              <a:defRPr sz="100">
                <a:noFill/>
              </a:defRPr>
            </a:lvl2pPr>
            <a:lvl3pPr marL="457200" indent="0">
              <a:buFontTx/>
              <a:buNone/>
              <a:defRPr sz="100">
                <a:noFill/>
              </a:defRPr>
            </a:lvl3pPr>
            <a:lvl4pPr marL="661988" indent="0">
              <a:buFontTx/>
              <a:buNone/>
              <a:defRPr sz="100">
                <a:noFill/>
              </a:defRPr>
            </a:lvl4pPr>
            <a:lvl5pPr marL="855663" indent="0">
              <a:buFontTx/>
              <a:buNone/>
              <a:defRPr sz="100">
                <a:noFill/>
              </a:defRPr>
            </a:lvl5pPr>
          </a:lstStyle>
          <a:p>
            <a:pPr lvl="0"/>
            <a:r>
              <a:rPr lang="en-US"/>
              <a:t>a</a:t>
            </a:r>
          </a:p>
        </p:txBody>
      </p:sp>
      <p:sp>
        <p:nvSpPr>
          <p:cNvPr id="8" name="Text Placeholder 10">
            <a:extLst>
              <a:ext uri="{FF2B5EF4-FFF2-40B4-BE49-F238E27FC236}">
                <a16:creationId xmlns:a16="http://schemas.microsoft.com/office/drawing/2014/main" id="{35386AB7-28CA-0BBA-03F5-CC72BD939DC2}"/>
              </a:ext>
            </a:extLst>
          </p:cNvPr>
          <p:cNvSpPr>
            <a:spLocks noGrp="1"/>
          </p:cNvSpPr>
          <p:nvPr>
            <p:ph type="body" sz="quarter" idx="40" hasCustomPrompt="1"/>
          </p:nvPr>
        </p:nvSpPr>
        <p:spPr>
          <a:xfrm>
            <a:off x="11760317" y="357645"/>
            <a:ext cx="127000" cy="125999"/>
          </a:xfrm>
          <a:prstGeom prst="ellipse">
            <a:avLst/>
          </a:prstGeom>
          <a:solidFill>
            <a:srgbClr val="B1B3B3"/>
          </a:solidFill>
        </p:spPr>
        <p:txBody>
          <a:bodyPr>
            <a:noAutofit/>
          </a:bodyPr>
          <a:lstStyle>
            <a:lvl1pPr marL="0" indent="0">
              <a:buFontTx/>
              <a:buNone/>
              <a:defRPr sz="100">
                <a:noFill/>
              </a:defRPr>
            </a:lvl1pPr>
            <a:lvl2pPr marL="228600" indent="0">
              <a:buFontTx/>
              <a:buNone/>
              <a:defRPr sz="100">
                <a:noFill/>
              </a:defRPr>
            </a:lvl2pPr>
            <a:lvl3pPr marL="457200" indent="0">
              <a:buFontTx/>
              <a:buNone/>
              <a:defRPr sz="100">
                <a:noFill/>
              </a:defRPr>
            </a:lvl3pPr>
            <a:lvl4pPr marL="661988" indent="0">
              <a:buFontTx/>
              <a:buNone/>
              <a:defRPr sz="100">
                <a:noFill/>
              </a:defRPr>
            </a:lvl4pPr>
            <a:lvl5pPr marL="855663" indent="0">
              <a:buFontTx/>
              <a:buNone/>
              <a:defRPr sz="100">
                <a:noFill/>
              </a:defRPr>
            </a:lvl5pPr>
          </a:lstStyle>
          <a:p>
            <a:pPr lvl="0"/>
            <a:r>
              <a:rPr lang="en-US"/>
              <a:t>a</a:t>
            </a:r>
          </a:p>
        </p:txBody>
      </p:sp>
    </p:spTree>
    <p:extLst>
      <p:ext uri="{BB962C8B-B14F-4D97-AF65-F5344CB8AC3E}">
        <p14:creationId xmlns:p14="http://schemas.microsoft.com/office/powerpoint/2010/main" val="109456404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Layouts/slideLayout287.xml><?xml version="1.0" encoding="utf-8"?>
<p:sldLayout xmlns:a="http://schemas.openxmlformats.org/drawingml/2006/main" xmlns:r="http://schemas.openxmlformats.org/officeDocument/2006/relationships" xmlns:p="http://schemas.openxmlformats.org/presentationml/2006/main" preserve="1">
  <p:cSld name="Black Notes slide Layout">
    <p:bg bwMode="gray">
      <p:bgPr>
        <a:solidFill>
          <a:schemeClr val="bg1"/>
        </a:soli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solidFill>
                  <a:schemeClr val="tx1"/>
                </a:solidFill>
                <a:latin typeface="Segoe Sans Display" pitchFamily="2" charset="0"/>
                <a:ea typeface="Segoe Sans Display" pitchFamily="2" charset="0"/>
                <a:cs typeface="Segoe Sans Display" pitchFamily="2" charset="0"/>
              </a:defRPr>
            </a:lvl1pPr>
          </a:lstStyle>
          <a:p>
            <a:r>
              <a:rPr lang="en-US"/>
              <a:t>Click to edit Master title style</a:t>
            </a:r>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a:prstGeom prst="rect">
            <a:avLst/>
          </a:prstGeo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solidFill>
                  <a:srgbClr val="000000"/>
                </a:solidFill>
                <a:effectLst/>
                <a:latin typeface="Segoe Sans Display" pitchFamily="2" charset="0"/>
                <a:ea typeface="Segoe Sans Display" pitchFamily="2" charset="0"/>
                <a:cs typeface="Segoe Sans Display" pitchFamily="2" charset="0"/>
              </a:defRPr>
            </a:lvl1pPr>
          </a:lstStyle>
          <a:p>
            <a:pPr lvl="0"/>
            <a:r>
              <a:rPr lang="en-US"/>
              <a:t>Next:</a:t>
            </a:r>
          </a:p>
        </p:txBody>
      </p:sp>
    </p:spTree>
    <p:extLst>
      <p:ext uri="{BB962C8B-B14F-4D97-AF65-F5344CB8AC3E}">
        <p14:creationId xmlns:p14="http://schemas.microsoft.com/office/powerpoint/2010/main" val="1067211030"/>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Layouts/slideLayout288.xml><?xml version="1.0" encoding="utf-8"?>
<p:sldLayout xmlns:a="http://schemas.openxmlformats.org/drawingml/2006/main" xmlns:r="http://schemas.openxmlformats.org/officeDocument/2006/relationships" xmlns:p="http://schemas.openxmlformats.org/presentationml/2006/main" userDrawn="1">
  <p:cSld name="1_Title Only w beige 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70D2C7A-4F5B-353D-0C06-7346A8207B45}"/>
              </a:ext>
            </a:extLst>
          </p:cNvPr>
          <p:cNvSpPr/>
          <p:nvPr userDrawn="1"/>
        </p:nvSpPr>
        <p:spPr bwMode="auto">
          <a:xfrm>
            <a:off x="0" y="17013"/>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5" name="Title 4">
            <a:extLst>
              <a:ext uri="{FF2B5EF4-FFF2-40B4-BE49-F238E27FC236}">
                <a16:creationId xmlns:a16="http://schemas.microsoft.com/office/drawing/2014/main" id="{0BCEAD74-397D-0D97-9041-3CFAF98275DD}"/>
              </a:ext>
            </a:extLst>
          </p:cNvPr>
          <p:cNvSpPr>
            <a:spLocks noGrp="1"/>
          </p:cNvSpPr>
          <p:nvPr>
            <p:ph type="title"/>
          </p:nvPr>
        </p:nvSpPr>
        <p:spPr>
          <a:xfrm>
            <a:off x="576072" y="391414"/>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gradFill>
                  <a:gsLst>
                    <a:gs pos="2874">
                      <a:schemeClr val="accent1"/>
                    </a:gs>
                    <a:gs pos="71000">
                      <a:schemeClr val="accent4"/>
                    </a:gs>
                    <a:gs pos="100000">
                      <a:schemeClr val="accent2"/>
                    </a:gs>
                  </a:gsLst>
                  <a:lin ang="0" scaled="1"/>
                </a:gradFill>
                <a:effectLst/>
                <a:latin typeface="+mj-lt"/>
                <a:ea typeface="+mj-ea"/>
                <a:cs typeface="+mj-cs"/>
              </a:defRPr>
            </a:lvl1pPr>
          </a:lstStyle>
          <a:p>
            <a:r>
              <a:rPr lang="en-US"/>
              <a:t>Click to edit Master title style</a:t>
            </a:r>
          </a:p>
        </p:txBody>
      </p:sp>
      <p:sp>
        <p:nvSpPr>
          <p:cNvPr id="3" name="TextBox 2">
            <a:extLst>
              <a:ext uri="{FF2B5EF4-FFF2-40B4-BE49-F238E27FC236}">
                <a16:creationId xmlns:a16="http://schemas.microsoft.com/office/drawing/2014/main" id="{0EBF4067-16A3-E5EA-D3AF-EA26573F2C88}"/>
              </a:ext>
            </a:extLst>
          </p:cNvPr>
          <p:cNvSpPr txBox="1"/>
          <p:nvPr userDrawn="1">
            <p:extLst>
              <p:ext uri="{1162E1C5-73C7-4A58-AE30-91384D911F3F}">
                <p184:classification xmlns:p184="http://schemas.microsoft.com/office/powerpoint/2018/4/main" val="ftr"/>
              </p:ext>
            </p:extLst>
          </p:nvPr>
        </p:nvSpPr>
        <p:spPr>
          <a:xfrm>
            <a:off x="63500" y="6642100"/>
            <a:ext cx="5949107" cy="184666"/>
          </a:xfrm>
          <a:prstGeom prst="rect">
            <a:avLst/>
          </a:prstGeom>
        </p:spPr>
        <p:txBody>
          <a:bodyPr horzOverflow="overflow" wrap="square" lIns="0" tIns="0" rIns="0" bIns="0">
            <a:spAutoFit/>
          </a:bodyPr>
          <a:lstStyle/>
          <a:p>
            <a:pPr algn="l"/>
            <a:r>
              <a:rPr lang="en-US" sz="1200" b="1">
                <a:solidFill>
                  <a:schemeClr val="bg1">
                    <a:lumMod val="50000"/>
                  </a:schemeClr>
                </a:solidFill>
                <a:latin typeface="+mj-lt"/>
              </a:rPr>
              <a:t>Classified as Microsoft Confidential – content under embargo until Nov 18, 2025</a:t>
            </a:r>
          </a:p>
        </p:txBody>
      </p:sp>
    </p:spTree>
    <p:extLst>
      <p:ext uri="{BB962C8B-B14F-4D97-AF65-F5344CB8AC3E}">
        <p14:creationId xmlns:p14="http://schemas.microsoft.com/office/powerpoint/2010/main" val="310592299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89.xml><?xml version="1.0" encoding="utf-8"?>
<p:sldLayout xmlns:a="http://schemas.openxmlformats.org/drawingml/2006/main" xmlns:r="http://schemas.openxmlformats.org/officeDocument/2006/relationships" xmlns:p="http://schemas.openxmlformats.org/presentationml/2006/main" preserve="1">
  <p:cSld name="1_Title Slide 1">
    <p:bg>
      <p:bgPr>
        <a:solidFill>
          <a:schemeClr val="bg1"/>
        </a:solidFill>
        <a:effectLst/>
      </p:bgPr>
    </p:bg>
    <p:spTree>
      <p:nvGrpSpPr>
        <p:cNvPr id="1" name=""/>
        <p:cNvGrpSpPr/>
        <p:nvPr/>
      </p:nvGrpSpPr>
      <p:grpSpPr>
        <a:xfrm>
          <a:off x="0" y="0"/>
          <a:ext cx="0" cy="0"/>
          <a:chOff x="0" y="0"/>
          <a:chExt cx="0" cy="0"/>
        </a:xfrm>
      </p:grpSpPr>
      <p:pic>
        <p:nvPicPr>
          <p:cNvPr id="12" name="Picture 11" descr="A close-up of a computer screen&#10;&#10;Description automatically generated">
            <a:extLst>
              <a:ext uri="{FF2B5EF4-FFF2-40B4-BE49-F238E27FC236}">
                <a16:creationId xmlns:a16="http://schemas.microsoft.com/office/drawing/2014/main" id="{B44BACAF-9070-A1CF-E5F1-FA909F804DEF}"/>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25" name="Screen">
            <a:extLst>
              <a:ext uri="{FF2B5EF4-FFF2-40B4-BE49-F238E27FC236}">
                <a16:creationId xmlns:a16="http://schemas.microsoft.com/office/drawing/2014/main" id="{FE81335F-53ED-7EBB-DFA1-7CA67C08F520}"/>
              </a:ext>
            </a:extLst>
          </p:cNvPr>
          <p:cNvPicPr>
            <a:picLocks noChangeAspect="1"/>
          </p:cNvPicPr>
          <p:nvPr userDrawn="1"/>
        </p:nvPicPr>
        <p:blipFill>
          <a:blip r:embed="rId3">
            <a:extLst>
              <a:ext uri="{96DAC541-7B7A-43D3-8B79-37D633B846F1}">
                <asvg:svgBlip xmlns:asvg="http://schemas.microsoft.com/office/drawing/2016/SVG/main" r:embed="rId4"/>
              </a:ext>
            </a:extLst>
          </a:blip>
          <a:srcRect l="533" t="5537" r="49745" b="5537"/>
          <a:stretch/>
        </p:blipFill>
        <p:spPr>
          <a:xfrm>
            <a:off x="0" y="389898"/>
            <a:ext cx="6061961" cy="6078206"/>
          </a:xfrm>
          <a:prstGeom prst="rect">
            <a:avLst/>
          </a:prstGeom>
        </p:spPr>
      </p:pic>
      <p:pic>
        <p:nvPicPr>
          <p:cNvPr id="10" name="To trace" descr="A close up of a computer screen&#10;&#10;Description automatically generated" hidden="1">
            <a:extLst>
              <a:ext uri="{FF2B5EF4-FFF2-40B4-BE49-F238E27FC236}">
                <a16:creationId xmlns:a16="http://schemas.microsoft.com/office/drawing/2014/main" id="{B00308E2-43A2-C5A7-AAB3-E96FDBD85011}"/>
              </a:ext>
            </a:extLst>
          </p:cNvPr>
          <p:cNvPicPr>
            <a:picLocks noChangeAspect="1"/>
          </p:cNvPicPr>
          <p:nvPr userDrawn="1"/>
        </p:nvPicPr>
        <p:blipFill>
          <a:blip r:embed="rId5"/>
          <a:stretch>
            <a:fillRect/>
          </a:stretch>
        </p:blipFill>
        <p:spPr>
          <a:xfrm>
            <a:off x="0" y="0"/>
            <a:ext cx="12192000" cy="6858000"/>
          </a:xfrm>
          <a:prstGeom prst="rect">
            <a:avLst/>
          </a:prstGeom>
        </p:spPr>
      </p:pic>
      <p:sp>
        <p:nvSpPr>
          <p:cNvPr id="9" name="Title 1"/>
          <p:cNvSpPr>
            <a:spLocks noGrp="1"/>
          </p:cNvSpPr>
          <p:nvPr>
            <p:ph type="title" hasCustomPrompt="1"/>
          </p:nvPr>
        </p:nvSpPr>
        <p:spPr>
          <a:xfrm>
            <a:off x="584200" y="2625370"/>
            <a:ext cx="4080397" cy="1107996"/>
          </a:xfrm>
          <a:noFill/>
        </p:spPr>
        <p:txBody>
          <a:bodyPr wrap="square" lIns="0" tIns="0" rIns="0" bIns="0" anchor="b" anchorCtr="0">
            <a:spAutoFit/>
          </a:bodyPr>
          <a:lstStyle>
            <a:lvl1pPr>
              <a:lnSpc>
                <a:spcPct val="90000"/>
              </a:lnSpc>
              <a:defRPr sz="4000" spc="-50" baseline="0">
                <a:solidFill>
                  <a:srgbClr val="2A446F"/>
                </a:solidFill>
                <a:latin typeface="+mj-lt"/>
                <a:cs typeface="Segoe Sans Display" pitchFamily="2"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4152707"/>
            <a:ext cx="4080397"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 text a max of 2 lines</a:t>
            </a:r>
          </a:p>
        </p:txBody>
      </p:sp>
      <p:sp>
        <p:nvSpPr>
          <p:cNvPr id="17" name="Text Placeholder 4">
            <a:extLst>
              <a:ext uri="{FF2B5EF4-FFF2-40B4-BE49-F238E27FC236}">
                <a16:creationId xmlns:a16="http://schemas.microsoft.com/office/drawing/2014/main" id="{FAC6474F-0CF9-6C18-5117-3EA7B7CF6A67}"/>
              </a:ext>
            </a:extLst>
          </p:cNvPr>
          <p:cNvSpPr>
            <a:spLocks noGrp="1"/>
          </p:cNvSpPr>
          <p:nvPr>
            <p:ph type="body" sz="quarter" idx="13" hasCustomPrompt="1"/>
          </p:nvPr>
        </p:nvSpPr>
        <p:spPr>
          <a:xfrm>
            <a:off x="584200" y="5898445"/>
            <a:ext cx="4080397" cy="215444"/>
          </a:xfrm>
          <a:noFill/>
        </p:spPr>
        <p:txBody>
          <a:bodyPr wrap="square" lIns="0" tIns="0" rIns="0" bIns="0">
            <a:spAutoFit/>
          </a:bodyPr>
          <a:lstStyle>
            <a:lvl1pPr marL="0" indent="0">
              <a:spcBef>
                <a:spcPts val="0"/>
              </a:spcBef>
              <a:buNone/>
              <a:defRPr sz="1400" spc="0" baseline="0">
                <a:solidFill>
                  <a:schemeClr val="tx1"/>
                </a:solidFill>
                <a:latin typeface="+mn-lt"/>
                <a:cs typeface="Segoe Sans Display" pitchFamily="2" charset="0"/>
              </a:defRPr>
            </a:lvl1pPr>
          </a:lstStyle>
          <a:p>
            <a:pPr lvl="0"/>
            <a:r>
              <a:rPr lang="en-US"/>
              <a:t>More here max 1 line</a:t>
            </a:r>
          </a:p>
        </p:txBody>
      </p:sp>
      <p:pic>
        <p:nvPicPr>
          <p:cNvPr id="2" name="Picture 1" descr="A logo of a company&#10;&#10;Description automatically generated">
            <a:extLst>
              <a:ext uri="{FF2B5EF4-FFF2-40B4-BE49-F238E27FC236}">
                <a16:creationId xmlns:a16="http://schemas.microsoft.com/office/drawing/2014/main" id="{C8EB8B11-2600-F606-BEA4-6A68ABBA8E30}"/>
              </a:ext>
            </a:extLst>
          </p:cNvPr>
          <p:cNvPicPr>
            <a:picLocks noChangeAspect="1"/>
          </p:cNvPicPr>
          <p:nvPr userDrawn="1"/>
        </p:nvPicPr>
        <p:blipFill rotWithShape="1">
          <a:blip r:embed="rId6"/>
          <a:srcRect l="12448" t="32535" r="14401" b="28160"/>
          <a:stretch/>
        </p:blipFill>
        <p:spPr>
          <a:xfrm>
            <a:off x="571500" y="764113"/>
            <a:ext cx="1454782" cy="343851"/>
          </a:xfrm>
          <a:prstGeom prst="rect">
            <a:avLst/>
          </a:prstGeom>
        </p:spPr>
      </p:pic>
    </p:spTree>
    <p:extLst>
      <p:ext uri="{BB962C8B-B14F-4D97-AF65-F5344CB8AC3E}">
        <p14:creationId xmlns:p14="http://schemas.microsoft.com/office/powerpoint/2010/main" val="86856358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290.xml><?xml version="1.0" encoding="utf-8"?>
<p:sldLayout xmlns:a="http://schemas.openxmlformats.org/drawingml/2006/main" xmlns:r="http://schemas.openxmlformats.org/officeDocument/2006/relationships" xmlns:p="http://schemas.openxmlformats.org/presentationml/2006/main" preserve="1">
  <p:cSld name="Title Slide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080397" cy="1231106"/>
          </a:xfrm>
          <a:noFill/>
        </p:spPr>
        <p:txBody>
          <a:bodyPr wrap="square" lIns="0" tIns="0" rIns="0" bIns="0" anchor="b" anchorCtr="0">
            <a:spAutoFit/>
          </a:bodyPr>
          <a:lstStyle>
            <a:lvl1pPr>
              <a:defRPr sz="4000" spc="-50" baseline="0">
                <a:solidFill>
                  <a:schemeClr val="tx1"/>
                </a:solidFill>
                <a:latin typeface="+mj-lt"/>
                <a:cs typeface="Segoe Sans Display" pitchFamily="2"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4080397"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 text</a:t>
            </a:r>
          </a:p>
        </p:txBody>
      </p:sp>
      <p:pic>
        <p:nvPicPr>
          <p:cNvPr id="8" name="Picture 7" descr="A logo of a company&#10;&#10;Description automatically generated">
            <a:extLst>
              <a:ext uri="{FF2B5EF4-FFF2-40B4-BE49-F238E27FC236}">
                <a16:creationId xmlns:a16="http://schemas.microsoft.com/office/drawing/2014/main" id="{51065696-BF77-547A-924A-9F4AB38AD419}"/>
              </a:ext>
            </a:extLst>
          </p:cNvPr>
          <p:cNvPicPr>
            <a:picLocks noChangeAspect="1"/>
          </p:cNvPicPr>
          <p:nvPr userDrawn="1"/>
        </p:nvPicPr>
        <p:blipFill rotWithShape="1">
          <a:blip r:embed="rId3"/>
          <a:srcRect l="12448" t="32535" r="14401" b="28160"/>
          <a:stretch/>
        </p:blipFill>
        <p:spPr>
          <a:xfrm>
            <a:off x="571500" y="581978"/>
            <a:ext cx="1454782" cy="343851"/>
          </a:xfrm>
          <a:prstGeom prst="rect">
            <a:avLst/>
          </a:prstGeom>
        </p:spPr>
      </p:pic>
    </p:spTree>
    <p:extLst>
      <p:ext uri="{BB962C8B-B14F-4D97-AF65-F5344CB8AC3E}">
        <p14:creationId xmlns:p14="http://schemas.microsoft.com/office/powerpoint/2010/main" val="176924634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291.xml><?xml version="1.0" encoding="utf-8"?>
<p:sldLayout xmlns:a="http://schemas.openxmlformats.org/drawingml/2006/main" xmlns:r="http://schemas.openxmlformats.org/officeDocument/2006/relationships" xmlns:p="http://schemas.openxmlformats.org/presentationml/2006/main" preserve="1" userDrawn="1">
  <p:cSld name="Title Slide 2">
    <p:spTree>
      <p:nvGrpSpPr>
        <p:cNvPr id="1" name=""/>
        <p:cNvGrpSpPr/>
        <p:nvPr/>
      </p:nvGrpSpPr>
      <p:grpSpPr>
        <a:xfrm>
          <a:off x="0" y="0"/>
          <a:ext cx="0" cy="0"/>
          <a:chOff x="0" y="0"/>
          <a:chExt cx="0" cy="0"/>
        </a:xfrm>
      </p:grpSpPr>
      <p:pic>
        <p:nvPicPr>
          <p:cNvPr id="3" name="Picture 2" descr="A computer screen shot of a computer screen&#10;&#10;Description automatically generated">
            <a:extLst>
              <a:ext uri="{FF2B5EF4-FFF2-40B4-BE49-F238E27FC236}">
                <a16:creationId xmlns:a16="http://schemas.microsoft.com/office/drawing/2014/main" id="{1B91B19F-5366-77DE-DF9E-1EF6C09E0EC0}"/>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pic>
        <p:nvPicPr>
          <p:cNvPr id="2" name="Picture 1" descr="A logo of a company&#10;&#10;Description automatically generated">
            <a:extLst>
              <a:ext uri="{FF2B5EF4-FFF2-40B4-BE49-F238E27FC236}">
                <a16:creationId xmlns:a16="http://schemas.microsoft.com/office/drawing/2014/main" id="{A50F46D6-40FA-B93E-7296-AED50F90EFF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06582" y="129394"/>
            <a:ext cx="3122228" cy="1373526"/>
          </a:xfrm>
          <a:prstGeom prst="rect">
            <a:avLst/>
          </a:prstGeom>
        </p:spPr>
      </p:pic>
      <p:sp>
        <p:nvSpPr>
          <p:cNvPr id="4" name="Title 1">
            <a:extLst>
              <a:ext uri="{FF2B5EF4-FFF2-40B4-BE49-F238E27FC236}">
                <a16:creationId xmlns:a16="http://schemas.microsoft.com/office/drawing/2014/main" id="{BB55674D-26E7-9727-2DC7-B84D57DD8406}"/>
              </a:ext>
            </a:extLst>
          </p:cNvPr>
          <p:cNvSpPr>
            <a:spLocks noGrp="1"/>
          </p:cNvSpPr>
          <p:nvPr>
            <p:ph type="title" hasCustomPrompt="1"/>
          </p:nvPr>
        </p:nvSpPr>
        <p:spPr>
          <a:xfrm>
            <a:off x="594360" y="1560468"/>
            <a:ext cx="4464657" cy="1354217"/>
          </a:xfrm>
          <a:prstGeom prst="rect">
            <a:avLst/>
          </a:prstGeom>
        </p:spPr>
        <p:txBody>
          <a:bodyPr wrap="square" lIns="0" tIns="0" rIns="0" bIns="0" anchor="b" anchorCtr="0">
            <a:spAutoFit/>
          </a:bodyPr>
          <a:lstStyle>
            <a:lvl1pPr marL="0" algn="l" defTabSz="932742" rtl="0" eaLnBrk="1" latinLnBrk="0" hangingPunct="1">
              <a:lnSpc>
                <a:spcPct val="100000"/>
              </a:lnSpc>
              <a:spcBef>
                <a:spcPct val="0"/>
              </a:spcBef>
              <a:buNone/>
              <a:defRPr lang="en-US" sz="4400" b="1" i="0" kern="1200" cap="none" spc="-50" baseline="0" dirty="0">
                <a:ln w="3175">
                  <a:noFill/>
                </a:ln>
                <a:solidFill>
                  <a:schemeClr val="accent4">
                    <a:lumMod val="75000"/>
                  </a:schemeClr>
                </a:solidFill>
                <a:effectLst/>
                <a:latin typeface="Segoe Sans Display Semibold" pitchFamily="2" charset="0"/>
                <a:ea typeface="+mn-ea"/>
                <a:cs typeface="Segoe Sans Display Semibold" pitchFamily="2" charset="0"/>
              </a:defRPr>
            </a:lvl1pPr>
          </a:lstStyle>
          <a:p>
            <a:r>
              <a:rPr lang="en-US"/>
              <a:t>Event name or presentation title </a:t>
            </a:r>
          </a:p>
        </p:txBody>
      </p:sp>
      <p:sp>
        <p:nvSpPr>
          <p:cNvPr id="5" name="Text Placeholder 4">
            <a:extLst>
              <a:ext uri="{FF2B5EF4-FFF2-40B4-BE49-F238E27FC236}">
                <a16:creationId xmlns:a16="http://schemas.microsoft.com/office/drawing/2014/main" id="{C47169B4-91B7-6381-7E92-580EC8940BCB}"/>
              </a:ext>
            </a:extLst>
          </p:cNvPr>
          <p:cNvSpPr>
            <a:spLocks noGrp="1"/>
          </p:cNvSpPr>
          <p:nvPr>
            <p:ph type="body" sz="quarter" idx="12" hasCustomPrompt="1"/>
          </p:nvPr>
        </p:nvSpPr>
        <p:spPr>
          <a:xfrm>
            <a:off x="594360" y="3346171"/>
            <a:ext cx="4461118" cy="307777"/>
          </a:xfrm>
          <a:prstGeom prst="rect">
            <a:avLst/>
          </a:prstGeom>
          <a:noFill/>
        </p:spPr>
        <p:txBody>
          <a:bodyPr wrap="square" lIns="0" tIns="0" rIns="0" bIns="0">
            <a:spAutoFit/>
          </a:bodyPr>
          <a:lstStyle>
            <a:lvl1pPr marL="0" indent="0">
              <a:spcBef>
                <a:spcPts val="0"/>
              </a:spcBef>
              <a:buNone/>
              <a:defRPr sz="2000" b="1" i="0" spc="0" baseline="0">
                <a:solidFill>
                  <a:schemeClr val="tx1"/>
                </a:solidFill>
                <a:latin typeface="Segoe Sans Display Semibold" pitchFamily="2" charset="0"/>
                <a:cs typeface="Segoe Sans Display Semibold" pitchFamily="2" charset="0"/>
              </a:defRPr>
            </a:lvl1pPr>
          </a:lstStyle>
          <a:p>
            <a:pPr lvl="0"/>
            <a:r>
              <a:rPr lang="en-US"/>
              <a:t>Speaker name or subtitle</a:t>
            </a:r>
          </a:p>
        </p:txBody>
      </p:sp>
    </p:spTree>
    <p:extLst>
      <p:ext uri="{BB962C8B-B14F-4D97-AF65-F5344CB8AC3E}">
        <p14:creationId xmlns:p14="http://schemas.microsoft.com/office/powerpoint/2010/main" val="1028610750"/>
      </p:ext>
    </p:extLst>
  </p:cSld>
  <p:clrMapOvr>
    <a:masterClrMapping/>
  </p:clrMapOvr>
  <p:extLst>
    <p:ext uri="{DCECCB84-F9BA-43D5-87BE-67443E8EF086}">
      <p15:sldGuideLst xmlns:p15="http://schemas.microsoft.com/office/powerpoint/2012/main">
        <p15:guide id="1" pos="360">
          <p15:clr>
            <a:srgbClr val="FBAE40"/>
          </p15:clr>
        </p15:guide>
        <p15:guide id="2" pos="2376">
          <p15:clr>
            <a:srgbClr val="FBAE40"/>
          </p15:clr>
        </p15:guide>
        <p15:guide id="3" pos="2520">
          <p15:clr>
            <a:srgbClr val="FBAE40"/>
          </p15:clr>
        </p15:guide>
        <p15:guide id="4" pos="3096">
          <p15:clr>
            <a:srgbClr val="FBAE40"/>
          </p15:clr>
        </p15:guide>
        <p15:guide id="5" pos="3240">
          <p15:clr>
            <a:srgbClr val="FBAE40"/>
          </p15:clr>
        </p15:guide>
        <p15:guide id="6" pos="4536">
          <p15:clr>
            <a:srgbClr val="FBAE40"/>
          </p15:clr>
        </p15:guide>
        <p15:guide id="7" pos="4680">
          <p15:clr>
            <a:srgbClr val="FBAE40"/>
          </p15:clr>
        </p15:guide>
        <p15:guide id="8" pos="5976">
          <p15:clr>
            <a:srgbClr val="FBAE40"/>
          </p15:clr>
        </p15:guide>
        <p15:guide id="9" pos="6120">
          <p15:clr>
            <a:srgbClr val="FBAE40"/>
          </p15:clr>
        </p15:guide>
        <p15:guide id="10" pos="6696">
          <p15:clr>
            <a:srgbClr val="FBAE40"/>
          </p15:clr>
        </p15:guide>
        <p15:guide id="11" pos="6840">
          <p15:clr>
            <a:srgbClr val="FBAE40"/>
          </p15:clr>
        </p15:guide>
        <p15:guide id="12" pos="8856">
          <p15:clr>
            <a:srgbClr val="FBAE40"/>
          </p15:clr>
        </p15:guide>
        <p15:guide id="13" pos="1656">
          <p15:clr>
            <a:srgbClr val="FBAE40"/>
          </p15:clr>
        </p15:guide>
        <p15:guide id="14" pos="1800">
          <p15:clr>
            <a:srgbClr val="FBAE40"/>
          </p15:clr>
        </p15:guide>
        <p15:guide id="15" pos="2232">
          <p15:clr>
            <a:srgbClr val="FBAE40"/>
          </p15:clr>
        </p15:guide>
        <p15:guide id="16" orient="horz" pos="360">
          <p15:clr>
            <a:srgbClr val="FBAE40"/>
          </p15:clr>
        </p15:guide>
        <p15:guide id="17" orient="horz" pos="1296">
          <p15:clr>
            <a:srgbClr val="FBAE40"/>
          </p15:clr>
        </p15:guide>
        <p15:guide id="18" orient="horz" pos="2592">
          <p15:clr>
            <a:srgbClr val="FBAE40"/>
          </p15:clr>
        </p15:guide>
        <p15:guide id="19" orient="horz" pos="2448">
          <p15:clr>
            <a:srgbClr val="FBAE40"/>
          </p15:clr>
        </p15:guide>
        <p15:guide id="20" orient="horz" pos="2736">
          <p15:clr>
            <a:srgbClr val="FBAE40"/>
          </p15:clr>
        </p15:guide>
        <p15:guide id="21" orient="horz" pos="3888">
          <p15:clr>
            <a:srgbClr val="FBAE40"/>
          </p15:clr>
        </p15:guide>
        <p15:guide id="22" orient="horz" pos="4320">
          <p15:clr>
            <a:srgbClr val="FBAE40"/>
          </p15:clr>
        </p15:guide>
        <p15:guide id="23" orient="horz" pos="4824">
          <p15:clr>
            <a:srgbClr val="FBAE40"/>
          </p15:clr>
        </p15:guide>
        <p15:guide id="24" orient="horz" pos="4680">
          <p15:clr>
            <a:srgbClr val="FBAE40"/>
          </p15:clr>
        </p15:guide>
        <p15:guide id="25" pos="4608">
          <p15:clr>
            <a:srgbClr val="FBAE40"/>
          </p15:clr>
        </p15:guide>
        <p15:guide id="26" orient="horz" pos="4968">
          <p15:clr>
            <a:srgbClr val="FBAE40"/>
          </p15:clr>
        </p15:guide>
      </p15:sldGuideLst>
    </p:ext>
  </p:extLst>
</p:sldLayout>
</file>

<file path=ppt/slideLayouts/slideLayout292.xml><?xml version="1.0" encoding="utf-8"?>
<p:sldLayout xmlns:a="http://schemas.openxmlformats.org/drawingml/2006/main" xmlns:r="http://schemas.openxmlformats.org/officeDocument/2006/relationships" xmlns:p="http://schemas.openxmlformats.org/presentationml/2006/main" preserve="1" userDrawn="1">
  <p:cSld name="18_Color BG">
    <p:bg>
      <p:bgPr>
        <a:solidFill>
          <a:srgbClr val="E9E6E0"/>
        </a:solidFill>
        <a:effectLst/>
      </p:bgPr>
    </p:bg>
    <p:spTree>
      <p:nvGrpSpPr>
        <p:cNvPr id="1" name=""/>
        <p:cNvGrpSpPr/>
        <p:nvPr/>
      </p:nvGrpSpPr>
      <p:grpSpPr>
        <a:xfrm>
          <a:off x="0" y="0"/>
          <a:ext cx="0" cy="0"/>
          <a:chOff x="0" y="0"/>
          <a:chExt cx="0" cy="0"/>
        </a:xfrm>
      </p:grpSpPr>
      <p:pic>
        <p:nvPicPr>
          <p:cNvPr id="7" name="Picture 6" descr="A close up of a toy&#10;&#10;Description automatically generated">
            <a:extLst>
              <a:ext uri="{FF2B5EF4-FFF2-40B4-BE49-F238E27FC236}">
                <a16:creationId xmlns:a16="http://schemas.microsoft.com/office/drawing/2014/main" id="{FAAA01C7-D9B4-5FD5-4FEA-61756841FDB8}"/>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949" r="2" b="4951"/>
          <a:stretch/>
        </p:blipFill>
        <p:spPr>
          <a:xfrm>
            <a:off x="0" y="0"/>
            <a:ext cx="12191638" cy="6857796"/>
          </a:xfrm>
          <a:prstGeom prst="rect">
            <a:avLst/>
          </a:prstGeom>
        </p:spPr>
      </p:pic>
      <p:sp>
        <p:nvSpPr>
          <p:cNvPr id="3" name="Title Placeholder 1">
            <a:extLst>
              <a:ext uri="{FF2B5EF4-FFF2-40B4-BE49-F238E27FC236}">
                <a16:creationId xmlns:a16="http://schemas.microsoft.com/office/drawing/2014/main" id="{8479D426-82A7-259D-687F-28F57F1E609A}"/>
              </a:ext>
            </a:extLst>
          </p:cNvPr>
          <p:cNvSpPr>
            <a:spLocks noGrp="1"/>
          </p:cNvSpPr>
          <p:nvPr>
            <p:ph type="title"/>
          </p:nvPr>
        </p:nvSpPr>
        <p:spPr>
          <a:xfrm>
            <a:off x="588263" y="2875002"/>
            <a:ext cx="4853532" cy="1107996"/>
          </a:xfrm>
          <a:prstGeom prst="rect">
            <a:avLst/>
          </a:prstGeom>
        </p:spPr>
        <p:txBody>
          <a:bodyPr vert="horz" wrap="square" lIns="0" tIns="0" rIns="0" bIns="0" rtlCol="0" anchor="t">
            <a:spAutoFit/>
          </a:bodyPr>
          <a:lstStyle>
            <a:lvl1pPr>
              <a:defRPr sz="3600" b="1" i="0">
                <a:solidFill>
                  <a:schemeClr val="accent4">
                    <a:lumMod val="75000"/>
                  </a:schemeClr>
                </a:solidFill>
                <a:latin typeface="Segoe Sans Display Semibold" pitchFamily="2" charset="0"/>
                <a:cs typeface="Segoe Sans Display Semibold" pitchFamily="2" charset="0"/>
              </a:defRPr>
            </a:lvl1pPr>
          </a:lstStyle>
          <a:p>
            <a:r>
              <a:rPr lang="en-US"/>
              <a:t>Click to edit Master title style</a:t>
            </a:r>
          </a:p>
        </p:txBody>
      </p:sp>
    </p:spTree>
    <p:extLst>
      <p:ext uri="{BB962C8B-B14F-4D97-AF65-F5344CB8AC3E}">
        <p14:creationId xmlns:p14="http://schemas.microsoft.com/office/powerpoint/2010/main" val="2909422227"/>
      </p:ext>
    </p:extLst>
  </p:cSld>
  <p:clrMapOvr>
    <a:masterClrMapping/>
  </p:clrMapOvr>
</p:sldLayout>
</file>

<file path=ppt/slideLayouts/slideLayout293.xml><?xml version="1.0" encoding="utf-8"?>
<p:sldLayout xmlns:a="http://schemas.openxmlformats.org/drawingml/2006/main" xmlns:r="http://schemas.openxmlformats.org/officeDocument/2006/relationships" xmlns:p="http://schemas.openxmlformats.org/presentationml/2006/main" showMasterSp="0" preserve="1" userDrawn="1">
  <p:cSld name="Section_Gradient_Warm Gray">
    <p:bg>
      <p:bgPr>
        <a:solidFill>
          <a:schemeClr val="bg1"/>
        </a:solidFill>
        <a:effectLst/>
      </p:bgPr>
    </p:bg>
    <p:spTree>
      <p:nvGrpSpPr>
        <p:cNvPr id="1" name=""/>
        <p:cNvGrpSpPr/>
        <p:nvPr/>
      </p:nvGrpSpPr>
      <p:grpSpPr>
        <a:xfrm>
          <a:off x="0" y="0"/>
          <a:ext cx="0" cy="0"/>
          <a:chOff x="0" y="0"/>
          <a:chExt cx="0" cy="0"/>
        </a:xfrm>
      </p:grpSpPr>
      <p:pic>
        <p:nvPicPr>
          <p:cNvPr id="8" name="Picture 7" descr="A close-up of a computer screen&#10;&#10;Description automatically generated">
            <a:extLst>
              <a:ext uri="{FF2B5EF4-FFF2-40B4-BE49-F238E27FC236}">
                <a16:creationId xmlns:a16="http://schemas.microsoft.com/office/drawing/2014/main" id="{A83DAD36-086B-87B0-091E-EC03E2CFCA2C}"/>
              </a:ext>
            </a:extLst>
          </p:cNvPr>
          <p:cNvPicPr>
            <a:picLocks noChangeAspect="1"/>
          </p:cNvPicPr>
          <p:nvPr userDrawn="1"/>
        </p:nvPicPr>
        <p:blipFill>
          <a:blip r:embed="rId2"/>
          <a:srcRect t="9590" r="19181" b="9590"/>
          <a:stretch/>
        </p:blipFill>
        <p:spPr>
          <a:xfrm>
            <a:off x="0" y="0"/>
            <a:ext cx="12191998" cy="6857999"/>
          </a:xfrm>
          <a:prstGeom prst="rect">
            <a:avLst/>
          </a:prstGeom>
        </p:spPr>
      </p:pic>
      <p:sp>
        <p:nvSpPr>
          <p:cNvPr id="9" name="Rectangle 8">
            <a:extLst>
              <a:ext uri="{FF2B5EF4-FFF2-40B4-BE49-F238E27FC236}">
                <a16:creationId xmlns:a16="http://schemas.microsoft.com/office/drawing/2014/main" id="{E4F28DDB-A2B6-F21A-AFAE-6D86A1D0D50C}"/>
              </a:ext>
            </a:extLst>
          </p:cNvPr>
          <p:cNvSpPr/>
          <p:nvPr userDrawn="1"/>
        </p:nvSpPr>
        <p:spPr bwMode="auto">
          <a:xfrm>
            <a:off x="0" y="0"/>
            <a:ext cx="7452360" cy="6858000"/>
          </a:xfrm>
          <a:prstGeom prst="rect">
            <a:avLst/>
          </a:prstGeom>
          <a:gradFill>
            <a:gsLst>
              <a:gs pos="0">
                <a:srgbClr val="FFF8F3"/>
              </a:gs>
              <a:gs pos="100000">
                <a:srgbClr val="FFF8F3">
                  <a:alpha val="0"/>
                </a:srgbClr>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3" name="Title 1">
            <a:extLst>
              <a:ext uri="{FF2B5EF4-FFF2-40B4-BE49-F238E27FC236}">
                <a16:creationId xmlns:a16="http://schemas.microsoft.com/office/drawing/2014/main" id="{12D19AFB-6939-2FBA-48C9-66A2961406A7}"/>
              </a:ext>
            </a:extLst>
          </p:cNvPr>
          <p:cNvSpPr>
            <a:spLocks noGrp="1"/>
          </p:cNvSpPr>
          <p:nvPr>
            <p:ph type="title" hasCustomPrompt="1"/>
          </p:nvPr>
        </p:nvSpPr>
        <p:spPr>
          <a:xfrm>
            <a:off x="569911" y="3384610"/>
            <a:ext cx="4989641" cy="615553"/>
          </a:xfrm>
          <a:noFill/>
        </p:spPr>
        <p:txBody>
          <a:bodyPr wrap="square" lIns="0" tIns="0" rIns="0" bIns="0" anchor="b" anchorCtr="0">
            <a:spAutoFit/>
          </a:bodyPr>
          <a:lstStyle>
            <a:lvl1pPr>
              <a:defRPr sz="4000" b="0" i="0" spc="-50" baseline="0">
                <a:solidFill>
                  <a:schemeClr val="tx1"/>
                </a:solidFill>
                <a:latin typeface="+mj-lt"/>
                <a:cs typeface="Segoe UI" panose="020B0502040204020203" pitchFamily="34" charset="0"/>
              </a:defRPr>
            </a:lvl1pPr>
          </a:lstStyle>
          <a:p>
            <a:r>
              <a:rPr lang="en-US"/>
              <a:t>Section divider title</a:t>
            </a:r>
          </a:p>
        </p:txBody>
      </p:sp>
      <p:sp>
        <p:nvSpPr>
          <p:cNvPr id="2" name="Text Placeholder 4">
            <a:extLst>
              <a:ext uri="{FF2B5EF4-FFF2-40B4-BE49-F238E27FC236}">
                <a16:creationId xmlns:a16="http://schemas.microsoft.com/office/drawing/2014/main" id="{F9CC4CD7-01CD-2983-6312-47D1240CC951}"/>
              </a:ext>
            </a:extLst>
          </p:cNvPr>
          <p:cNvSpPr>
            <a:spLocks noGrp="1"/>
          </p:cNvSpPr>
          <p:nvPr>
            <p:ph type="body" sz="quarter" idx="12" hasCustomPrompt="1"/>
          </p:nvPr>
        </p:nvSpPr>
        <p:spPr>
          <a:xfrm>
            <a:off x="582042" y="4215828"/>
            <a:ext cx="4989641" cy="246221"/>
          </a:xfrm>
          <a:prstGeom prst="rect">
            <a:avLst/>
          </a:prstGeo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Subtitle</a:t>
            </a:r>
          </a:p>
        </p:txBody>
      </p:sp>
    </p:spTree>
    <p:extLst>
      <p:ext uri="{BB962C8B-B14F-4D97-AF65-F5344CB8AC3E}">
        <p14:creationId xmlns:p14="http://schemas.microsoft.com/office/powerpoint/2010/main" val="303675673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294.xml><?xml version="1.0" encoding="utf-8"?>
<p:sldLayout xmlns:a="http://schemas.openxmlformats.org/drawingml/2006/main" xmlns:r="http://schemas.openxmlformats.org/officeDocument/2006/relationships" xmlns:p="http://schemas.openxmlformats.org/presentationml/2006/main" showMasterSp="0" preserve="1" userDrawn="1">
  <p:cSld name="1_Section_Gradient_Warm Gray">
    <p:bg>
      <p:bgPr>
        <a:solidFill>
          <a:schemeClr val="bg1"/>
        </a:solidFill>
        <a:effectLst/>
      </p:bgPr>
    </p:bg>
    <p:spTree>
      <p:nvGrpSpPr>
        <p:cNvPr id="1" name=""/>
        <p:cNvGrpSpPr/>
        <p:nvPr/>
      </p:nvGrpSpPr>
      <p:grpSpPr>
        <a:xfrm>
          <a:off x="0" y="0"/>
          <a:ext cx="0" cy="0"/>
          <a:chOff x="0" y="0"/>
          <a:chExt cx="0" cy="0"/>
        </a:xfrm>
      </p:grpSpPr>
      <p:pic>
        <p:nvPicPr>
          <p:cNvPr id="5" name="Picture 4" descr="A close-up of a colorful spiral&#10;&#10;Description automatically generated">
            <a:extLst>
              <a:ext uri="{FF2B5EF4-FFF2-40B4-BE49-F238E27FC236}">
                <a16:creationId xmlns:a16="http://schemas.microsoft.com/office/drawing/2014/main" id="{FE78A0B7-C38C-EF30-63E1-9BCE12AC5F85}"/>
              </a:ext>
            </a:extLst>
          </p:cNvPr>
          <p:cNvPicPr>
            <a:picLocks noChangeAspect="1"/>
          </p:cNvPicPr>
          <p:nvPr userDrawn="1"/>
        </p:nvPicPr>
        <p:blipFill>
          <a:blip r:embed="rId2"/>
          <a:srcRect r="10287" b="10287"/>
          <a:stretch/>
        </p:blipFill>
        <p:spPr>
          <a:xfrm>
            <a:off x="0" y="0"/>
            <a:ext cx="12192000" cy="6858000"/>
          </a:xfrm>
          <a:prstGeom prst="rect">
            <a:avLst/>
          </a:prstGeom>
        </p:spPr>
      </p:pic>
      <p:sp>
        <p:nvSpPr>
          <p:cNvPr id="9" name="Rectangle 8">
            <a:extLst>
              <a:ext uri="{FF2B5EF4-FFF2-40B4-BE49-F238E27FC236}">
                <a16:creationId xmlns:a16="http://schemas.microsoft.com/office/drawing/2014/main" id="{E4F28DDB-A2B6-F21A-AFAE-6D86A1D0D50C}"/>
              </a:ext>
            </a:extLst>
          </p:cNvPr>
          <p:cNvSpPr/>
          <p:nvPr userDrawn="1"/>
        </p:nvSpPr>
        <p:spPr bwMode="auto">
          <a:xfrm>
            <a:off x="0" y="0"/>
            <a:ext cx="9299448" cy="6858000"/>
          </a:xfrm>
          <a:prstGeom prst="rect">
            <a:avLst/>
          </a:prstGeom>
          <a:gradFill>
            <a:gsLst>
              <a:gs pos="0">
                <a:srgbClr val="FFF8F3"/>
              </a:gs>
              <a:gs pos="100000">
                <a:srgbClr val="FFF8F3">
                  <a:alpha val="0"/>
                </a:srgbClr>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3" name="Title 1">
            <a:extLst>
              <a:ext uri="{FF2B5EF4-FFF2-40B4-BE49-F238E27FC236}">
                <a16:creationId xmlns:a16="http://schemas.microsoft.com/office/drawing/2014/main" id="{12D19AFB-6939-2FBA-48C9-66A2961406A7}"/>
              </a:ext>
            </a:extLst>
          </p:cNvPr>
          <p:cNvSpPr>
            <a:spLocks noGrp="1"/>
          </p:cNvSpPr>
          <p:nvPr>
            <p:ph type="title" hasCustomPrompt="1"/>
          </p:nvPr>
        </p:nvSpPr>
        <p:spPr>
          <a:xfrm>
            <a:off x="569911" y="3384610"/>
            <a:ext cx="4989641" cy="615553"/>
          </a:xfrm>
          <a:noFill/>
        </p:spPr>
        <p:txBody>
          <a:bodyPr wrap="square" lIns="0" tIns="0" rIns="0" bIns="0" anchor="b" anchorCtr="0">
            <a:spAutoFit/>
          </a:bodyPr>
          <a:lstStyle>
            <a:lvl1pPr>
              <a:defRPr sz="4000" b="1" i="0" spc="-50" baseline="0">
                <a:solidFill>
                  <a:schemeClr val="tx1"/>
                </a:solidFill>
                <a:latin typeface="+mj-lt"/>
                <a:ea typeface="Amazon Ember Display" panose="020F0603020204020204" pitchFamily="34" charset="0"/>
                <a:cs typeface="Segoe UI Semibold" panose="020B0502040204020203" pitchFamily="34" charset="0"/>
              </a:defRPr>
            </a:lvl1pPr>
          </a:lstStyle>
          <a:p>
            <a:r>
              <a:rPr lang="en-US"/>
              <a:t>Section divider title</a:t>
            </a:r>
          </a:p>
        </p:txBody>
      </p:sp>
      <p:sp>
        <p:nvSpPr>
          <p:cNvPr id="2" name="Text Placeholder 4">
            <a:extLst>
              <a:ext uri="{FF2B5EF4-FFF2-40B4-BE49-F238E27FC236}">
                <a16:creationId xmlns:a16="http://schemas.microsoft.com/office/drawing/2014/main" id="{F9CC4CD7-01CD-2983-6312-47D1240CC951}"/>
              </a:ext>
            </a:extLst>
          </p:cNvPr>
          <p:cNvSpPr>
            <a:spLocks noGrp="1"/>
          </p:cNvSpPr>
          <p:nvPr>
            <p:ph type="body" sz="quarter" idx="12" hasCustomPrompt="1"/>
          </p:nvPr>
        </p:nvSpPr>
        <p:spPr>
          <a:xfrm>
            <a:off x="582042" y="4215828"/>
            <a:ext cx="4989641" cy="246221"/>
          </a:xfrm>
          <a:prstGeom prst="rect">
            <a:avLst/>
          </a:prstGeo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Subtitle</a:t>
            </a:r>
          </a:p>
        </p:txBody>
      </p:sp>
    </p:spTree>
    <p:extLst>
      <p:ext uri="{BB962C8B-B14F-4D97-AF65-F5344CB8AC3E}">
        <p14:creationId xmlns:p14="http://schemas.microsoft.com/office/powerpoint/2010/main" val="46408850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295.xml><?xml version="1.0" encoding="utf-8"?>
<p:sldLayout xmlns:a="http://schemas.openxmlformats.org/drawingml/2006/main" xmlns:r="http://schemas.openxmlformats.org/officeDocument/2006/relationships" xmlns:p="http://schemas.openxmlformats.org/presentationml/2006/main" showMasterSp="0" preserve="1" userDrawn="1">
  <p:cSld name="2_Section_Gradient_Warm Gray">
    <p:bg>
      <p:bgPr>
        <a:solidFill>
          <a:schemeClr val="bg1"/>
        </a:solidFill>
        <a:effectLst/>
      </p:bgPr>
    </p:bg>
    <p:spTree>
      <p:nvGrpSpPr>
        <p:cNvPr id="1" name=""/>
        <p:cNvGrpSpPr/>
        <p:nvPr/>
      </p:nvGrpSpPr>
      <p:grpSpPr>
        <a:xfrm>
          <a:off x="0" y="0"/>
          <a:ext cx="0" cy="0"/>
          <a:chOff x="0" y="0"/>
          <a:chExt cx="0" cy="0"/>
        </a:xfrm>
      </p:grpSpPr>
      <p:pic>
        <p:nvPicPr>
          <p:cNvPr id="6" name="Picture 5" descr="A close-up of a curved object&#10;&#10;Description automatically generated">
            <a:extLst>
              <a:ext uri="{FF2B5EF4-FFF2-40B4-BE49-F238E27FC236}">
                <a16:creationId xmlns:a16="http://schemas.microsoft.com/office/drawing/2014/main" id="{BC06A425-7693-6E8F-EB7B-6C9814E91683}"/>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9" name="Rectangle 8">
            <a:extLst>
              <a:ext uri="{FF2B5EF4-FFF2-40B4-BE49-F238E27FC236}">
                <a16:creationId xmlns:a16="http://schemas.microsoft.com/office/drawing/2014/main" id="{E4F28DDB-A2B6-F21A-AFAE-6D86A1D0D50C}"/>
              </a:ext>
            </a:extLst>
          </p:cNvPr>
          <p:cNvSpPr/>
          <p:nvPr userDrawn="1"/>
        </p:nvSpPr>
        <p:spPr bwMode="auto">
          <a:xfrm>
            <a:off x="0" y="0"/>
            <a:ext cx="8586216" cy="6858000"/>
          </a:xfrm>
          <a:prstGeom prst="rect">
            <a:avLst/>
          </a:prstGeom>
          <a:gradFill>
            <a:gsLst>
              <a:gs pos="0">
                <a:srgbClr val="FFF8F3"/>
              </a:gs>
              <a:gs pos="100000">
                <a:srgbClr val="FFF8F3">
                  <a:alpha val="0"/>
                </a:srgbClr>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3" name="Title 1">
            <a:extLst>
              <a:ext uri="{FF2B5EF4-FFF2-40B4-BE49-F238E27FC236}">
                <a16:creationId xmlns:a16="http://schemas.microsoft.com/office/drawing/2014/main" id="{12D19AFB-6939-2FBA-48C9-66A2961406A7}"/>
              </a:ext>
            </a:extLst>
          </p:cNvPr>
          <p:cNvSpPr>
            <a:spLocks noGrp="1"/>
          </p:cNvSpPr>
          <p:nvPr>
            <p:ph type="title" hasCustomPrompt="1"/>
          </p:nvPr>
        </p:nvSpPr>
        <p:spPr>
          <a:xfrm>
            <a:off x="569911" y="3384610"/>
            <a:ext cx="4989641" cy="615553"/>
          </a:xfrm>
          <a:noFill/>
        </p:spPr>
        <p:txBody>
          <a:bodyPr wrap="square" lIns="0" tIns="0" rIns="0" bIns="0" anchor="b" anchorCtr="0">
            <a:spAutoFit/>
          </a:bodyPr>
          <a:lstStyle>
            <a:lvl1pPr>
              <a:defRPr sz="4000" b="1" i="0" spc="-50" baseline="0">
                <a:solidFill>
                  <a:schemeClr val="tx1"/>
                </a:solidFill>
                <a:latin typeface="+mj-lt"/>
                <a:ea typeface="Amazon Ember Display" panose="020F0603020204020204" pitchFamily="34" charset="0"/>
                <a:cs typeface="Segoe UI Semibold" panose="020B0502040204020203" pitchFamily="34" charset="0"/>
              </a:defRPr>
            </a:lvl1pPr>
          </a:lstStyle>
          <a:p>
            <a:r>
              <a:rPr lang="en-US"/>
              <a:t>Section divider title</a:t>
            </a:r>
          </a:p>
        </p:txBody>
      </p:sp>
      <p:sp>
        <p:nvSpPr>
          <p:cNvPr id="2" name="Text Placeholder 4">
            <a:extLst>
              <a:ext uri="{FF2B5EF4-FFF2-40B4-BE49-F238E27FC236}">
                <a16:creationId xmlns:a16="http://schemas.microsoft.com/office/drawing/2014/main" id="{F9CC4CD7-01CD-2983-6312-47D1240CC951}"/>
              </a:ext>
            </a:extLst>
          </p:cNvPr>
          <p:cNvSpPr>
            <a:spLocks noGrp="1"/>
          </p:cNvSpPr>
          <p:nvPr>
            <p:ph type="body" sz="quarter" idx="12" hasCustomPrompt="1"/>
          </p:nvPr>
        </p:nvSpPr>
        <p:spPr>
          <a:xfrm>
            <a:off x="582042" y="4215828"/>
            <a:ext cx="4989641" cy="246221"/>
          </a:xfrm>
          <a:prstGeom prst="rect">
            <a:avLst/>
          </a:prstGeo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Subtitle</a:t>
            </a:r>
          </a:p>
        </p:txBody>
      </p:sp>
    </p:spTree>
    <p:extLst>
      <p:ext uri="{BB962C8B-B14F-4D97-AF65-F5344CB8AC3E}">
        <p14:creationId xmlns:p14="http://schemas.microsoft.com/office/powerpoint/2010/main" val="227931621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296.xml><?xml version="1.0" encoding="utf-8"?>
<p:sldLayout xmlns:a="http://schemas.openxmlformats.org/drawingml/2006/main" xmlns:r="http://schemas.openxmlformats.org/officeDocument/2006/relationships" xmlns:p="http://schemas.openxmlformats.org/presentationml/2006/main"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9144000" cy="1231106"/>
          </a:xfrm>
          <a:noFill/>
        </p:spPr>
        <p:txBody>
          <a:bodyPr wrap="square" lIns="0" tIns="0" rIns="0" bIns="0" anchor="b" anchorCtr="0">
            <a:spAutoFit/>
          </a:bodyPr>
          <a:lstStyle>
            <a:lvl1pPr>
              <a:defRPr sz="4000" spc="-50" baseline="0">
                <a:solidFill>
                  <a:schemeClr val="tx1"/>
                </a:solidFill>
                <a:latin typeface="+mj-lt"/>
                <a:cs typeface="Segoe Sans Display" pitchFamily="2" charset="0"/>
              </a:defRPr>
            </a:lvl1pPr>
          </a:lstStyle>
          <a:p>
            <a:r>
              <a:rPr lang="en-US"/>
              <a:t>Event name or </a:t>
            </a:r>
            <a:br>
              <a:rPr lang="en-US"/>
            </a:br>
            <a:r>
              <a:rPr lang="en-US"/>
              <a:t>presentation title </a:t>
            </a:r>
          </a:p>
        </p:txBody>
      </p:sp>
      <p:sp>
        <p:nvSpPr>
          <p:cNvPr id="5" name="Text Placeholder 4"/>
          <p:cNvSpPr>
            <a:spLocks noGrp="1"/>
          </p:cNvSpPr>
          <p:nvPr>
            <p:ph type="body" sz="quarter" idx="12" hasCustomPrompt="1"/>
          </p:nvPr>
        </p:nvSpPr>
        <p:spPr>
          <a:xfrm>
            <a:off x="584200" y="3962400"/>
            <a:ext cx="91440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 text</a:t>
            </a:r>
          </a:p>
        </p:txBody>
      </p:sp>
      <p:pic>
        <p:nvPicPr>
          <p:cNvPr id="16" name="Picture 15" descr="A logo of a company&#10;&#10;Description automatically generated">
            <a:extLst>
              <a:ext uri="{FF2B5EF4-FFF2-40B4-BE49-F238E27FC236}">
                <a16:creationId xmlns:a16="http://schemas.microsoft.com/office/drawing/2014/main" id="{DD0AF0F7-CB9D-430F-0371-DEAB62BB5B47}"/>
              </a:ext>
            </a:extLst>
          </p:cNvPr>
          <p:cNvPicPr>
            <a:picLocks noChangeAspect="1"/>
          </p:cNvPicPr>
          <p:nvPr userDrawn="1"/>
        </p:nvPicPr>
        <p:blipFill rotWithShape="1">
          <a:blip r:embed="rId3"/>
          <a:srcRect l="12448" t="32535" r="14401" b="28160"/>
          <a:stretch/>
        </p:blipFill>
        <p:spPr>
          <a:xfrm>
            <a:off x="571500" y="581978"/>
            <a:ext cx="1454782" cy="343851"/>
          </a:xfrm>
          <a:prstGeom prst="rect">
            <a:avLst/>
          </a:prstGeom>
        </p:spPr>
      </p:pic>
    </p:spTree>
    <p:extLst>
      <p:ext uri="{BB962C8B-B14F-4D97-AF65-F5344CB8AC3E}">
        <p14:creationId xmlns:p14="http://schemas.microsoft.com/office/powerpoint/2010/main" val="16359679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297.xml><?xml version="1.0" encoding="utf-8"?>
<p:sldLayout xmlns:a="http://schemas.openxmlformats.org/drawingml/2006/main" xmlns:r="http://schemas.openxmlformats.org/officeDocument/2006/relationships" xmlns:p="http://schemas.openxmlformats.org/presentationml/2006/main" preserve="1">
  <p:cSld name="Title Slide (1)">
    <p:bg>
      <p:bgPr>
        <a:solidFill>
          <a:schemeClr val="bg1"/>
        </a:solidFill>
        <a:effectLst/>
      </p:bgPr>
    </p:bg>
    <p:spTree>
      <p:nvGrpSpPr>
        <p:cNvPr id="1" name=""/>
        <p:cNvGrpSpPr/>
        <p:nvPr/>
      </p:nvGrpSpPr>
      <p:grpSpPr>
        <a:xfrm>
          <a:off x="0" y="0"/>
          <a:ext cx="0" cy="0"/>
          <a:chOff x="0" y="0"/>
          <a:chExt cx="0" cy="0"/>
        </a:xfrm>
      </p:grpSpPr>
      <p:pic>
        <p:nvPicPr>
          <p:cNvPr id="3" name="Picture 2" descr="A person with a beard and a hat&#10;&#10;Description automatically generated">
            <a:extLst>
              <a:ext uri="{FF2B5EF4-FFF2-40B4-BE49-F238E27FC236}">
                <a16:creationId xmlns:a16="http://schemas.microsoft.com/office/drawing/2014/main" id="{B42C5B15-3CC2-DCD9-201D-B501754FCA42}"/>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9" name="Title 1"/>
          <p:cNvSpPr>
            <a:spLocks noGrp="1"/>
          </p:cNvSpPr>
          <p:nvPr>
            <p:ph type="title" hasCustomPrompt="1"/>
          </p:nvPr>
        </p:nvSpPr>
        <p:spPr>
          <a:xfrm>
            <a:off x="584200" y="2425780"/>
            <a:ext cx="5511800" cy="1107996"/>
          </a:xfrm>
          <a:noFill/>
        </p:spPr>
        <p:txBody>
          <a:bodyPr wrap="square" lIns="0" tIns="0" rIns="0" bIns="0" anchor="b" anchorCtr="0">
            <a:spAutoFit/>
          </a:bodyPr>
          <a:lstStyle>
            <a:lvl1pPr>
              <a:lnSpc>
                <a:spcPct val="90000"/>
              </a:lnSpc>
              <a:defRPr sz="4000" spc="-50" baseline="0">
                <a:solidFill>
                  <a:schemeClr val="accent2"/>
                </a:solidFill>
                <a:latin typeface="+mj-lt"/>
                <a:cs typeface="Segoe Sans Display" pitchFamily="2"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5511800" cy="246221"/>
          </a:xfrm>
          <a:noFill/>
        </p:spPr>
        <p:txBody>
          <a:bodyPr wrap="square" lIns="0" tIns="0" rIns="0" bIns="0">
            <a:spAutoFit/>
          </a:bodyPr>
          <a:lstStyle>
            <a:lvl1pPr marL="0" indent="0">
              <a:spcBef>
                <a:spcPts val="0"/>
              </a:spcBef>
              <a:buNone/>
              <a:defRPr sz="1600" spc="0" baseline="0">
                <a:solidFill>
                  <a:schemeClr val="tx1"/>
                </a:solidFill>
                <a:latin typeface="+mj-lt"/>
                <a:cs typeface="Segoe Sans Display" pitchFamily="2" charset="0"/>
              </a:defRPr>
            </a:lvl1pPr>
          </a:lstStyle>
          <a:p>
            <a:pPr lvl="0"/>
            <a:r>
              <a:rPr lang="en-US"/>
              <a:t>Subtitle text</a:t>
            </a:r>
          </a:p>
        </p:txBody>
      </p:sp>
      <p:sp>
        <p:nvSpPr>
          <p:cNvPr id="4" name="Text Placeholder 4">
            <a:extLst>
              <a:ext uri="{FF2B5EF4-FFF2-40B4-BE49-F238E27FC236}">
                <a16:creationId xmlns:a16="http://schemas.microsoft.com/office/drawing/2014/main" id="{4C992FC1-8828-7EB7-1AA2-726D1FC6FCB9}"/>
              </a:ext>
            </a:extLst>
          </p:cNvPr>
          <p:cNvSpPr>
            <a:spLocks noGrp="1"/>
          </p:cNvSpPr>
          <p:nvPr>
            <p:ph type="body" sz="quarter" idx="13" hasCustomPrompt="1"/>
          </p:nvPr>
        </p:nvSpPr>
        <p:spPr>
          <a:xfrm>
            <a:off x="584200" y="5781188"/>
            <a:ext cx="4584766" cy="215444"/>
          </a:xfrm>
          <a:noFill/>
        </p:spPr>
        <p:txBody>
          <a:bodyPr wrap="square" lIns="0" tIns="0" rIns="0" bIns="0" anchor="t" anchorCtr="0">
            <a:spAutoFit/>
          </a:bodyPr>
          <a:lstStyle>
            <a:lvl1pPr marL="0" indent="0">
              <a:spcBef>
                <a:spcPts val="0"/>
              </a:spcBef>
              <a:buNone/>
              <a:defRPr sz="1400" spc="0" baseline="0">
                <a:solidFill>
                  <a:schemeClr val="tx1"/>
                </a:solidFill>
                <a:latin typeface="+mn-lt"/>
                <a:cs typeface="Segoe Sans Display" pitchFamily="2" charset="0"/>
              </a:defRPr>
            </a:lvl1pPr>
          </a:lstStyle>
          <a:p>
            <a:pPr lvl="0"/>
            <a:r>
              <a:rPr lang="en-US"/>
              <a:t>Speaker name or subtitle text</a:t>
            </a:r>
          </a:p>
        </p:txBody>
      </p:sp>
      <p:pic>
        <p:nvPicPr>
          <p:cNvPr id="6" name="Picture 5" descr="A logo of a company&#10;&#10;Description automatically generated">
            <a:extLst>
              <a:ext uri="{FF2B5EF4-FFF2-40B4-BE49-F238E27FC236}">
                <a16:creationId xmlns:a16="http://schemas.microsoft.com/office/drawing/2014/main" id="{8B6D5261-EE26-0159-A958-67E0E9C91FC5}"/>
              </a:ext>
            </a:extLst>
          </p:cNvPr>
          <p:cNvPicPr>
            <a:picLocks noChangeAspect="1"/>
          </p:cNvPicPr>
          <p:nvPr userDrawn="1"/>
        </p:nvPicPr>
        <p:blipFill rotWithShape="1">
          <a:blip r:embed="rId3"/>
          <a:srcRect l="12448" t="32535" r="14401" b="28160"/>
          <a:stretch/>
        </p:blipFill>
        <p:spPr>
          <a:xfrm>
            <a:off x="571500" y="764113"/>
            <a:ext cx="1454782" cy="343851"/>
          </a:xfrm>
          <a:prstGeom prst="rect">
            <a:avLst/>
          </a:prstGeom>
        </p:spPr>
      </p:pic>
    </p:spTree>
    <p:extLst>
      <p:ext uri="{BB962C8B-B14F-4D97-AF65-F5344CB8AC3E}">
        <p14:creationId xmlns:p14="http://schemas.microsoft.com/office/powerpoint/2010/main" val="110706585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298.xml><?xml version="1.0" encoding="utf-8"?>
<p:sldLayout xmlns:a="http://schemas.openxmlformats.org/drawingml/2006/main" xmlns:r="http://schemas.openxmlformats.org/officeDocument/2006/relationships" xmlns:p="http://schemas.openxmlformats.org/presentationml/2006/main" preserve="1" userDrawn="1">
  <p:cSld name="Title Slide with replaceable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495800" cy="1231106"/>
          </a:xfrm>
          <a:noFill/>
        </p:spPr>
        <p:txBody>
          <a:bodyPr wrap="square" lIns="0" tIns="0" rIns="0" bIns="0" anchor="b" anchorCtr="0">
            <a:spAutoFit/>
          </a:bodyPr>
          <a:lstStyle>
            <a:lvl1pPr>
              <a:defRPr sz="4000" spc="-50" baseline="0">
                <a:solidFill>
                  <a:schemeClr val="tx1"/>
                </a:solidFill>
                <a:latin typeface="+mj-lt"/>
                <a:cs typeface="Segoe Sans Display" pitchFamily="2" charset="0"/>
              </a:defRPr>
            </a:lvl1pPr>
          </a:lstStyle>
          <a:p>
            <a:r>
              <a:rPr lang="en-US"/>
              <a:t>Event name or </a:t>
            </a:r>
            <a:br>
              <a:rPr lang="en-US"/>
            </a:br>
            <a:r>
              <a:rPr lang="en-US"/>
              <a:t>presentation title </a:t>
            </a:r>
          </a:p>
        </p:txBody>
      </p:sp>
      <p:sp>
        <p:nvSpPr>
          <p:cNvPr id="5" name="Text Placeholder 4"/>
          <p:cNvSpPr>
            <a:spLocks noGrp="1"/>
          </p:cNvSpPr>
          <p:nvPr>
            <p:ph type="body" sz="quarter" idx="12" hasCustomPrompt="1"/>
          </p:nvPr>
        </p:nvSpPr>
        <p:spPr>
          <a:xfrm>
            <a:off x="584200" y="3962400"/>
            <a:ext cx="44958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 text</a:t>
            </a:r>
          </a:p>
        </p:txBody>
      </p:sp>
      <p:sp>
        <p:nvSpPr>
          <p:cNvPr id="2" name="Picture Placeholder" descr="Picture placeholder">
            <a:extLst>
              <a:ext uri="{FF2B5EF4-FFF2-40B4-BE49-F238E27FC236}">
                <a16:creationId xmlns:a16="http://schemas.microsoft.com/office/drawing/2014/main" id="{9BD5030A-DADA-E973-A194-2BD6C3CE6D48}"/>
              </a:ext>
            </a:extLst>
          </p:cNvPr>
          <p:cNvSpPr>
            <a:spLocks noGrp="1"/>
          </p:cNvSpPr>
          <p:nvPr>
            <p:ph type="pic" sz="quarter" idx="11" hasCustomPrompt="1"/>
          </p:nvPr>
        </p:nvSpPr>
        <p:spPr bwMode="ltGray">
          <a:xfrm>
            <a:off x="5334000" y="0"/>
            <a:ext cx="6858000" cy="6858000"/>
          </a:xfrm>
          <a:blipFill>
            <a:blip r:embed="rId3" cstate="email">
              <a:extLst>
                <a:ext uri="{28A0092B-C50C-407E-A947-70E740481C1C}">
                  <a14:useLocalDpi xmlns:a14="http://schemas.microsoft.com/office/drawing/2010/main"/>
                </a:ext>
              </a:extLst>
            </a:blip>
            <a:stretch>
              <a:fillRect/>
            </a:stretch>
          </a:blipFill>
        </p:spPr>
        <p:txBody>
          <a:bodyPr lIns="0" tIns="2377440" rIns="0" anchor="t" anchorCtr="0">
            <a:noAutofit/>
          </a:bodyPr>
          <a:lstStyle>
            <a:lvl1pPr marL="0" indent="0" algn="ctr">
              <a:lnSpc>
                <a:spcPct val="100000"/>
              </a:lnSpc>
              <a:buNone/>
              <a:defRPr sz="1400" b="1">
                <a:solidFill>
                  <a:schemeClr val="tx2"/>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pic>
        <p:nvPicPr>
          <p:cNvPr id="4" name="Picture 3" descr="A logo of a company&#10;&#10;Description automatically generated">
            <a:extLst>
              <a:ext uri="{FF2B5EF4-FFF2-40B4-BE49-F238E27FC236}">
                <a16:creationId xmlns:a16="http://schemas.microsoft.com/office/drawing/2014/main" id="{BDBF080B-BF21-EB33-9A4D-312E502815DD}"/>
              </a:ext>
            </a:extLst>
          </p:cNvPr>
          <p:cNvPicPr>
            <a:picLocks noChangeAspect="1"/>
          </p:cNvPicPr>
          <p:nvPr userDrawn="1"/>
        </p:nvPicPr>
        <p:blipFill rotWithShape="1">
          <a:blip r:embed="rId4"/>
          <a:srcRect l="12448" t="32535" r="14401" b="28160"/>
          <a:stretch/>
        </p:blipFill>
        <p:spPr>
          <a:xfrm>
            <a:off x="571500" y="764113"/>
            <a:ext cx="1454782" cy="343851"/>
          </a:xfrm>
          <a:prstGeom prst="rect">
            <a:avLst/>
          </a:prstGeom>
        </p:spPr>
      </p:pic>
    </p:spTree>
    <p:extLst>
      <p:ext uri="{BB962C8B-B14F-4D97-AF65-F5344CB8AC3E}">
        <p14:creationId xmlns:p14="http://schemas.microsoft.com/office/powerpoint/2010/main" val="204805307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299.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5" name="Text Placeholder 4">
            <a:extLst>
              <a:ext uri="{FF2B5EF4-FFF2-40B4-BE49-F238E27FC236}">
                <a16:creationId xmlns:a16="http://schemas.microsoft.com/office/drawing/2014/main" id="{6E27CBDD-49E9-BBDF-550B-482E4E570E44}"/>
              </a:ext>
            </a:extLst>
          </p:cNvPr>
          <p:cNvSpPr>
            <a:spLocks noGrp="1"/>
          </p:cNvSpPr>
          <p:nvPr>
            <p:ph type="body" sz="quarter" idx="11" hasCustomPrompt="1"/>
          </p:nvPr>
        </p:nvSpPr>
        <p:spPr>
          <a:xfrm>
            <a:off x="576072" y="342645"/>
            <a:ext cx="11018520" cy="184666"/>
          </a:xfrm>
        </p:spPr>
        <p:txBody>
          <a:bodyPr/>
          <a:lstStyle>
            <a:lvl1pPr marL="0" indent="0">
              <a:buNone/>
              <a:defRPr sz="1200" cap="all" baseline="0">
                <a:solidFill>
                  <a:schemeClr val="accent2"/>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Rectangle: Single Corner Rounded 2">
            <a:extLst>
              <a:ext uri="{FF2B5EF4-FFF2-40B4-BE49-F238E27FC236}">
                <a16:creationId xmlns:a16="http://schemas.microsoft.com/office/drawing/2014/main" id="{2F1F068A-0425-4B11-CDF5-540415398917}"/>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6" name="Straight Connector 5">
            <a:extLst>
              <a:ext uri="{FF2B5EF4-FFF2-40B4-BE49-F238E27FC236}">
                <a16:creationId xmlns:a16="http://schemas.microsoft.com/office/drawing/2014/main" id="{66785968-64BC-1F8E-5B9C-F0CCA450E95C}"/>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7" name="Isosceles Triangle 6">
            <a:hlinkClick r:id="" action="ppaction://hlinkshowjump?jump=previousslide"/>
            <a:extLst>
              <a:ext uri="{FF2B5EF4-FFF2-40B4-BE49-F238E27FC236}">
                <a16:creationId xmlns:a16="http://schemas.microsoft.com/office/drawing/2014/main" id="{B9A7DFAD-8D5B-B898-C101-540848445DA3}"/>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8" name="Isosceles Triangle 7">
            <a:hlinkClick r:id="" action="ppaction://hlinkshowjump?jump=nextslide"/>
            <a:extLst>
              <a:ext uri="{FF2B5EF4-FFF2-40B4-BE49-F238E27FC236}">
                <a16:creationId xmlns:a16="http://schemas.microsoft.com/office/drawing/2014/main" id="{DB210C5F-883F-640B-479C-F8807D664EC2}"/>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9" name="Graphic 8" descr="Home outline">
            <a:hlinkClick r:id="" action="ppaction://hlinkshowjump?jump=firstslide"/>
            <a:extLst>
              <a:ext uri="{FF2B5EF4-FFF2-40B4-BE49-F238E27FC236}">
                <a16:creationId xmlns:a16="http://schemas.microsoft.com/office/drawing/2014/main" id="{92673C75-5418-87DD-41E8-B9A6AD4EB584}"/>
              </a:ext>
            </a:extLst>
          </p:cNvPr>
          <p:cNvPicPr>
            <a:picLocks noChangeAspect="1"/>
          </p:cNvPicPr>
          <p:nvPr userDrawn="1"/>
        </p:nvPicPr>
        <p:blipFill>
          <a:blip r:embed="rId2">
            <a:extLst>
              <a:ext uri="{96DAC541-7B7A-43D3-8B79-37D633B846F1}">
                <asvg:svgBlip xmlns:asvg="http://schemas.microsoft.com/office/drawing/2016/SVG/main" r:embed="rId3"/>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901385976"/>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312">
          <p15:clr>
            <a:srgbClr val="5ACBF0"/>
          </p15:clr>
        </p15:guide>
        <p15:guide id="5" orient="horz" pos="904">
          <p15:clr>
            <a:srgbClr val="5ACBF0"/>
          </p15:clr>
        </p15:guide>
      </p15:sldGuideLst>
    </p:ext>
  </p:extLst>
</p:sldLayout>
</file>

<file path=ppt/slideLayouts/slideLayout300.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4584EB2-E663-4E79-1330-9D1AE176D89B}"/>
              </a:ext>
            </a:extLst>
          </p:cNvPr>
          <p:cNvSpPr>
            <a:spLocks noGrp="1"/>
          </p:cNvSpPr>
          <p:nvPr>
            <p:ph type="title"/>
          </p:nvPr>
        </p:nvSpPr>
        <p:spPr/>
        <p:txBody>
          <a:bodyPr/>
          <a:lstStyle/>
          <a:p>
            <a:r>
              <a:rPr lang="en-US"/>
              <a:t>Click to edit Master title style</a:t>
            </a:r>
          </a:p>
        </p:txBody>
      </p:sp>
      <p:sp>
        <p:nvSpPr>
          <p:cNvPr id="3" name="Text Placeholder 2">
            <a:extLst>
              <a:ext uri="{FF2B5EF4-FFF2-40B4-BE49-F238E27FC236}">
                <a16:creationId xmlns:a16="http://schemas.microsoft.com/office/drawing/2014/main" id="{47054975-9B72-B5D8-DC2C-2A1B1887D311}"/>
              </a:ext>
            </a:extLst>
          </p:cNvPr>
          <p:cNvSpPr>
            <a:spLocks noGrp="1"/>
          </p:cNvSpPr>
          <p:nvPr>
            <p:ph type="body" sz="quarter" idx="11" hasCustomPrompt="1"/>
          </p:nvPr>
        </p:nvSpPr>
        <p:spPr>
          <a:xfrm>
            <a:off x="574675" y="941388"/>
            <a:ext cx="11018520" cy="323165"/>
          </a:xfrm>
        </p:spPr>
        <p:txBody>
          <a:bodyPr vert="horz" wrap="square" lIns="0" tIns="45720" rIns="0" bIns="0" rtlCol="0">
            <a:spAutoFit/>
          </a:bodyPr>
          <a:lstStyle>
            <a:lvl1pPr>
              <a:defRPr lang="en-US">
                <a:latin typeface="+mn-lt"/>
              </a:defRPr>
            </a:lvl1pPr>
          </a:lstStyle>
          <a:p>
            <a:pPr lvl="0"/>
            <a:r>
              <a:rPr lang="en-US"/>
              <a:t>Subtitle</a:t>
            </a:r>
          </a:p>
        </p:txBody>
      </p:sp>
      <p:sp>
        <p:nvSpPr>
          <p:cNvPr id="6" name="Text Placeholder 5">
            <a:extLst>
              <a:ext uri="{FF2B5EF4-FFF2-40B4-BE49-F238E27FC236}">
                <a16:creationId xmlns:a16="http://schemas.microsoft.com/office/drawing/2014/main" id="{B9DAEE96-3FBA-ED5E-8648-B6963189A336}"/>
              </a:ext>
            </a:extLst>
          </p:cNvPr>
          <p:cNvSpPr>
            <a:spLocks noGrp="1"/>
          </p:cNvSpPr>
          <p:nvPr>
            <p:ph type="body" sz="quarter" idx="10"/>
          </p:nvPr>
        </p:nvSpPr>
        <p:spPr>
          <a:xfrm>
            <a:off x="584200" y="2019300"/>
            <a:ext cx="11025188" cy="25622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0">
            <a:extLst>
              <a:ext uri="{FF2B5EF4-FFF2-40B4-BE49-F238E27FC236}">
                <a16:creationId xmlns:a16="http://schemas.microsoft.com/office/drawing/2014/main" id="{0CC8A979-8AB8-4200-42E7-0B13DA457A82}"/>
              </a:ext>
            </a:extLst>
          </p:cNvPr>
          <p:cNvSpPr>
            <a:spLocks noGrp="1"/>
          </p:cNvSpPr>
          <p:nvPr>
            <p:ph type="ftr" sz="quarter" idx="3"/>
          </p:nvPr>
        </p:nvSpPr>
        <p:spPr>
          <a:xfrm>
            <a:off x="584201" y="6456459"/>
            <a:ext cx="11025188" cy="107854"/>
          </a:xfrm>
          <a:prstGeom prst="rect">
            <a:avLst/>
          </a:prstGeom>
        </p:spPr>
        <p:txBody>
          <a:bodyPr lIns="0" tIns="0" rIns="0" bIns="0" anchor="b" anchorCtr="0"/>
          <a:lstStyle>
            <a:lvl1pPr>
              <a:defRPr sz="800" baseline="0">
                <a:solidFill>
                  <a:schemeClr val="bg1">
                    <a:lumMod val="50000"/>
                  </a:schemeClr>
                </a:solidFill>
              </a:defRPr>
            </a:lvl1pPr>
          </a:lstStyle>
          <a:p>
            <a:pPr>
              <a:tabLst>
                <a:tab pos="11029950" algn="r"/>
              </a:tabLst>
            </a:pPr>
            <a:endParaRPr lang="en-US"/>
          </a:p>
        </p:txBody>
      </p:sp>
    </p:spTree>
    <p:extLst>
      <p:ext uri="{BB962C8B-B14F-4D97-AF65-F5344CB8AC3E}">
        <p14:creationId xmlns:p14="http://schemas.microsoft.com/office/powerpoint/2010/main" val="209838233"/>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301.xml><?xml version="1.0" encoding="utf-8"?>
<p:sldLayout xmlns:a="http://schemas.openxmlformats.org/drawingml/2006/main" xmlns:r="http://schemas.openxmlformats.org/officeDocument/2006/relationships" xmlns:p="http://schemas.openxmlformats.org/presentationml/2006/main" preserve="1" userDrawn="1">
  <p:cSld name="1_Two Column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4" name="Text Placeholder 4">
            <a:extLst>
              <a:ext uri="{FF2B5EF4-FFF2-40B4-BE49-F238E27FC236}">
                <a16:creationId xmlns:a16="http://schemas.microsoft.com/office/drawing/2014/main" id="{CE607471-1714-DF09-D946-DE3D04781CEF}"/>
              </a:ext>
            </a:extLst>
          </p:cNvPr>
          <p:cNvSpPr>
            <a:spLocks noGrp="1"/>
          </p:cNvSpPr>
          <p:nvPr>
            <p:ph type="body" sz="quarter" idx="11" hasCustomPrompt="1"/>
          </p:nvPr>
        </p:nvSpPr>
        <p:spPr>
          <a:xfrm>
            <a:off x="576072" y="342645"/>
            <a:ext cx="11018520" cy="184666"/>
          </a:xfrm>
        </p:spPr>
        <p:txBody>
          <a:bodyPr/>
          <a:lstStyle>
            <a:lvl1pPr marL="0" indent="0">
              <a:buNone/>
              <a:defRPr sz="1200" cap="all" baseline="0">
                <a:solidFill>
                  <a:schemeClr val="accent2"/>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14" name="Group 13">
            <a:extLst>
              <a:ext uri="{FF2B5EF4-FFF2-40B4-BE49-F238E27FC236}">
                <a16:creationId xmlns:a16="http://schemas.microsoft.com/office/drawing/2014/main" id="{0A889C9E-D6C5-BD4F-E87B-77810892A131}"/>
              </a:ext>
              <a:ext uri="{C183D7F6-B498-43B3-948B-1728B52AA6E4}">
                <adec:decorative xmlns:adec="http://schemas.microsoft.com/office/drawing/2017/decorative" val="1"/>
              </a:ext>
            </a:extLst>
          </p:cNvPr>
          <p:cNvGrpSpPr/>
          <p:nvPr userDrawn="1"/>
        </p:nvGrpSpPr>
        <p:grpSpPr>
          <a:xfrm>
            <a:off x="0" y="6423682"/>
            <a:ext cx="12192000" cy="434250"/>
            <a:chOff x="0" y="6423682"/>
            <a:chExt cx="12192000" cy="434250"/>
          </a:xfrm>
        </p:grpSpPr>
        <p:pic>
          <p:nvPicPr>
            <p:cNvPr id="3" name="Picture 2" descr="A colorful gradient going from darker blue on the left side to light blue to magenta to orange on the right side">
              <a:extLst>
                <a:ext uri="{FF2B5EF4-FFF2-40B4-BE49-F238E27FC236}">
                  <a16:creationId xmlns:a16="http://schemas.microsoft.com/office/drawing/2014/main" id="{44F814B6-5DD9-CA7A-2A47-C4305B6FD03A}"/>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grpSp>
          <p:nvGrpSpPr>
            <p:cNvPr id="13" name="Group 12">
              <a:extLst>
                <a:ext uri="{FF2B5EF4-FFF2-40B4-BE49-F238E27FC236}">
                  <a16:creationId xmlns:a16="http://schemas.microsoft.com/office/drawing/2014/main" id="{83132494-E80F-DF21-8EEF-BA3DAE4DFE9F}"/>
                </a:ext>
              </a:extLst>
            </p:cNvPr>
            <p:cNvGrpSpPr/>
            <p:nvPr userDrawn="1"/>
          </p:nvGrpSpPr>
          <p:grpSpPr>
            <a:xfrm>
              <a:off x="10794205" y="6423682"/>
              <a:ext cx="1397795" cy="434250"/>
              <a:chOff x="10794205" y="6423682"/>
              <a:chExt cx="1397795" cy="434250"/>
            </a:xfrm>
          </p:grpSpPr>
          <p:sp>
            <p:nvSpPr>
              <p:cNvPr id="7" name="Rectangle: Single Corner Rounded 6">
                <a:extLst>
                  <a:ext uri="{FF2B5EF4-FFF2-40B4-BE49-F238E27FC236}">
                    <a16:creationId xmlns:a16="http://schemas.microsoft.com/office/drawing/2014/main" id="{02368D83-17A0-CD83-32A9-EAB189694B67}"/>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8" name="Straight Connector 7">
                <a:extLst>
                  <a:ext uri="{FF2B5EF4-FFF2-40B4-BE49-F238E27FC236}">
                    <a16:creationId xmlns:a16="http://schemas.microsoft.com/office/drawing/2014/main" id="{570DE481-9268-AC8C-F7D7-4DEFF6591E06}"/>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Isosceles Triangle 9">
                <a:hlinkClick r:id="" action="ppaction://hlinkshowjump?jump=previousslide"/>
                <a:extLst>
                  <a:ext uri="{FF2B5EF4-FFF2-40B4-BE49-F238E27FC236}">
                    <a16:creationId xmlns:a16="http://schemas.microsoft.com/office/drawing/2014/main" id="{64C90DCD-43D4-C38A-5618-4B4E1C4EDEDF}"/>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1" name="Isosceles Triangle 10">
                <a:hlinkClick r:id="" action="ppaction://hlinkshowjump?jump=nextslide"/>
                <a:extLst>
                  <a:ext uri="{FF2B5EF4-FFF2-40B4-BE49-F238E27FC236}">
                    <a16:creationId xmlns:a16="http://schemas.microsoft.com/office/drawing/2014/main" id="{4B5C251B-0817-8333-7C94-696139173786}"/>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2" name="Graphic 11" descr="Home outline">
                <a:hlinkClick r:id="" action="ppaction://noaction"/>
                <a:extLst>
                  <a:ext uri="{FF2B5EF4-FFF2-40B4-BE49-F238E27FC236}">
                    <a16:creationId xmlns:a16="http://schemas.microsoft.com/office/drawing/2014/main" id="{8246F55B-20B1-50A0-BBC5-9F92234F23B5}"/>
                  </a:ext>
                </a:extLst>
              </p:cNvPr>
              <p:cNvPicPr>
                <a:picLocks noChangeAspect="1"/>
              </p:cNvPicPr>
              <p:nvPr userDrawn="1"/>
            </p:nvPicPr>
            <p:blipFill>
              <a:blip r:embed="rId3">
                <a:extLst>
                  <a:ext uri="{96DAC541-7B7A-43D3-8B79-37D633B846F1}">
                    <asvg:svgBlip xmlns:asvg="http://schemas.microsoft.com/office/drawing/2016/SVG/main" r:embed="rId4"/>
                  </a:ext>
                </a:extLst>
              </a:blip>
              <a:srcRect l="69" r="69"/>
              <a:stretch/>
            </p:blipFill>
            <p:spPr>
              <a:xfrm>
                <a:off x="10995722" y="6495372"/>
                <a:ext cx="290467" cy="290871"/>
              </a:xfrm>
              <a:prstGeom prst="rect">
                <a:avLst/>
              </a:prstGeom>
            </p:spPr>
          </p:pic>
        </p:grpSp>
      </p:grpSp>
    </p:spTree>
    <p:extLst>
      <p:ext uri="{BB962C8B-B14F-4D97-AF65-F5344CB8AC3E}">
        <p14:creationId xmlns:p14="http://schemas.microsoft.com/office/powerpoint/2010/main" val="1608313759"/>
      </p:ext>
    </p:extLst>
  </p:cSld>
  <p:clrMapOvr>
    <a:masterClrMapping/>
  </p:clrMapOvr>
  <p:transition>
    <p:fade/>
  </p:transition>
  <p:extLst>
    <p:ext uri="{DCECCB84-F9BA-43D5-87BE-67443E8EF086}">
      <p15:sldGuideLst xmlns:p15="http://schemas.microsoft.com/office/powerpoint/2012/main">
        <p15:guide id="1" orient="horz" pos="312">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302.xml><?xml version="1.0" encoding="utf-8"?>
<p:sldLayout xmlns:a="http://schemas.openxmlformats.org/drawingml/2006/main" xmlns:r="http://schemas.openxmlformats.org/officeDocument/2006/relationships" xmlns:p="http://schemas.openxmlformats.org/presentationml/2006/main" preserve="1" userDrawn="1">
  <p:cSld name="2_Two Column Content">
    <p:spTree>
      <p:nvGrpSpPr>
        <p:cNvPr id="1" name=""/>
        <p:cNvGrpSpPr/>
        <p:nvPr/>
      </p:nvGrpSpPr>
      <p:grpSpPr>
        <a:xfrm>
          <a:off x="0" y="0"/>
          <a:ext cx="0" cy="0"/>
          <a:chOff x="0" y="0"/>
          <a:chExt cx="0" cy="0"/>
        </a:xfrm>
      </p:grpSpPr>
      <p:pic>
        <p:nvPicPr>
          <p:cNvPr id="15" name="Picture Placeholder 8">
            <a:extLst>
              <a:ext uri="{FF2B5EF4-FFF2-40B4-BE49-F238E27FC236}">
                <a16:creationId xmlns:a16="http://schemas.microsoft.com/office/drawing/2014/main" id="{63CC53F3-A0D3-623E-AE08-9B788DFE9EA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605132" y="0"/>
            <a:ext cx="5586868" cy="6734175"/>
          </a:xfrm>
          <a:prstGeom prst="rect">
            <a:avLst/>
          </a:prstGeom>
          <a:solidFill>
            <a:schemeClr val="bg1">
              <a:alpha val="25000"/>
            </a:schemeClr>
          </a:solidFill>
          <a:effectLst/>
        </p:spPr>
      </p:pic>
      <p:grpSp>
        <p:nvGrpSpPr>
          <p:cNvPr id="14" name="Group 13">
            <a:extLst>
              <a:ext uri="{FF2B5EF4-FFF2-40B4-BE49-F238E27FC236}">
                <a16:creationId xmlns:a16="http://schemas.microsoft.com/office/drawing/2014/main" id="{0A889C9E-D6C5-BD4F-E87B-77810892A131}"/>
              </a:ext>
              <a:ext uri="{C183D7F6-B498-43B3-948B-1728B52AA6E4}">
                <adec:decorative xmlns:adec="http://schemas.microsoft.com/office/drawing/2017/decorative" val="1"/>
              </a:ext>
            </a:extLst>
          </p:cNvPr>
          <p:cNvGrpSpPr/>
          <p:nvPr userDrawn="1"/>
        </p:nvGrpSpPr>
        <p:grpSpPr>
          <a:xfrm>
            <a:off x="0" y="6423682"/>
            <a:ext cx="12192000" cy="434250"/>
            <a:chOff x="0" y="6423682"/>
            <a:chExt cx="12192000" cy="434250"/>
          </a:xfrm>
        </p:grpSpPr>
        <p:pic>
          <p:nvPicPr>
            <p:cNvPr id="3" name="Picture 2" descr="A colorful gradient going from darker blue on the left side to light blue to magenta to orange on the right side">
              <a:extLst>
                <a:ext uri="{FF2B5EF4-FFF2-40B4-BE49-F238E27FC236}">
                  <a16:creationId xmlns:a16="http://schemas.microsoft.com/office/drawing/2014/main" id="{44F814B6-5DD9-CA7A-2A47-C4305B6FD03A}"/>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grpSp>
          <p:nvGrpSpPr>
            <p:cNvPr id="13" name="Group 12">
              <a:extLst>
                <a:ext uri="{FF2B5EF4-FFF2-40B4-BE49-F238E27FC236}">
                  <a16:creationId xmlns:a16="http://schemas.microsoft.com/office/drawing/2014/main" id="{83132494-E80F-DF21-8EEF-BA3DAE4DFE9F}"/>
                </a:ext>
              </a:extLst>
            </p:cNvPr>
            <p:cNvGrpSpPr/>
            <p:nvPr userDrawn="1"/>
          </p:nvGrpSpPr>
          <p:grpSpPr>
            <a:xfrm>
              <a:off x="10794205" y="6423682"/>
              <a:ext cx="1397795" cy="434250"/>
              <a:chOff x="10794205" y="6423682"/>
              <a:chExt cx="1397795" cy="434250"/>
            </a:xfrm>
          </p:grpSpPr>
          <p:sp>
            <p:nvSpPr>
              <p:cNvPr id="7" name="Rectangle: Single Corner Rounded 6">
                <a:extLst>
                  <a:ext uri="{FF2B5EF4-FFF2-40B4-BE49-F238E27FC236}">
                    <a16:creationId xmlns:a16="http://schemas.microsoft.com/office/drawing/2014/main" id="{02368D83-17A0-CD83-32A9-EAB189694B67}"/>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8" name="Straight Connector 7">
                <a:extLst>
                  <a:ext uri="{FF2B5EF4-FFF2-40B4-BE49-F238E27FC236}">
                    <a16:creationId xmlns:a16="http://schemas.microsoft.com/office/drawing/2014/main" id="{570DE481-9268-AC8C-F7D7-4DEFF6591E06}"/>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Isosceles Triangle 9">
                <a:hlinkClick r:id="" action="ppaction://hlinkshowjump?jump=previousslide"/>
                <a:extLst>
                  <a:ext uri="{FF2B5EF4-FFF2-40B4-BE49-F238E27FC236}">
                    <a16:creationId xmlns:a16="http://schemas.microsoft.com/office/drawing/2014/main" id="{64C90DCD-43D4-C38A-5618-4B4E1C4EDEDF}"/>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1" name="Isosceles Triangle 10">
                <a:hlinkClick r:id="" action="ppaction://hlinkshowjump?jump=nextslide"/>
                <a:extLst>
                  <a:ext uri="{FF2B5EF4-FFF2-40B4-BE49-F238E27FC236}">
                    <a16:creationId xmlns:a16="http://schemas.microsoft.com/office/drawing/2014/main" id="{4B5C251B-0817-8333-7C94-696139173786}"/>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2" name="Graphic 11" descr="Home outline">
                <a:hlinkClick r:id="" action="ppaction://noaction"/>
                <a:extLst>
                  <a:ext uri="{FF2B5EF4-FFF2-40B4-BE49-F238E27FC236}">
                    <a16:creationId xmlns:a16="http://schemas.microsoft.com/office/drawing/2014/main" id="{8246F55B-20B1-50A0-BBC5-9F92234F23B5}"/>
                  </a:ext>
                </a:extLst>
              </p:cNvPr>
              <p:cNvPicPr>
                <a:picLocks noChangeAspect="1"/>
              </p:cNvPicPr>
              <p:nvPr userDrawn="1"/>
            </p:nvPicPr>
            <p:blipFill>
              <a:blip r:embed="rId4">
                <a:extLst>
                  <a:ext uri="{96DAC541-7B7A-43D3-8B79-37D633B846F1}">
                    <asvg:svgBlip xmlns:asvg="http://schemas.microsoft.com/office/drawing/2016/SVG/main" r:embed="rId5"/>
                  </a:ext>
                </a:extLst>
              </a:blip>
              <a:srcRect l="69" r="69"/>
              <a:stretch/>
            </p:blipFill>
            <p:spPr>
              <a:xfrm>
                <a:off x="10995722" y="6495372"/>
                <a:ext cx="290467" cy="290871"/>
              </a:xfrm>
              <a:prstGeom prst="rect">
                <a:avLst/>
              </a:prstGeom>
            </p:spPr>
          </p:pic>
        </p:grpSp>
      </p:grpSp>
    </p:spTree>
    <p:extLst>
      <p:ext uri="{BB962C8B-B14F-4D97-AF65-F5344CB8AC3E}">
        <p14:creationId xmlns:p14="http://schemas.microsoft.com/office/powerpoint/2010/main" val="3033222728"/>
      </p:ext>
    </p:extLst>
  </p:cSld>
  <p:clrMapOvr>
    <a:masterClrMapping/>
  </p:clrMapOvr>
  <p:transition>
    <p:fade/>
  </p:transition>
  <p:extLst>
    <p:ext uri="{DCECCB84-F9BA-43D5-87BE-67443E8EF086}">
      <p15:sldGuideLst xmlns:p15="http://schemas.microsoft.com/office/powerpoint/2012/main">
        <p15:guide id="1" orient="horz" pos="312">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303.xml><?xml version="1.0" encoding="utf-8"?>
<p:sldLayout xmlns:a="http://schemas.openxmlformats.org/drawingml/2006/main" xmlns:r="http://schemas.openxmlformats.org/officeDocument/2006/relationships" xmlns:p="http://schemas.openxmlformats.org/presentationml/2006/main" preserve="1" userDrawn="1">
  <p:cSld name="Two Column Content">
    <p:spTree>
      <p:nvGrpSpPr>
        <p:cNvPr id="1" name=""/>
        <p:cNvGrpSpPr/>
        <p:nvPr/>
      </p:nvGrpSpPr>
      <p:grpSpPr>
        <a:xfrm>
          <a:off x="0" y="0"/>
          <a:ext cx="0" cy="0"/>
          <a:chOff x="0" y="0"/>
          <a:chExt cx="0" cy="0"/>
        </a:xfrm>
      </p:grpSpPr>
      <p:grpSp>
        <p:nvGrpSpPr>
          <p:cNvPr id="14" name="Group 13">
            <a:extLst>
              <a:ext uri="{FF2B5EF4-FFF2-40B4-BE49-F238E27FC236}">
                <a16:creationId xmlns:a16="http://schemas.microsoft.com/office/drawing/2014/main" id="{0A889C9E-D6C5-BD4F-E87B-77810892A131}"/>
              </a:ext>
              <a:ext uri="{C183D7F6-B498-43B3-948B-1728B52AA6E4}">
                <adec:decorative xmlns:adec="http://schemas.microsoft.com/office/drawing/2017/decorative" val="1"/>
              </a:ext>
            </a:extLst>
          </p:cNvPr>
          <p:cNvGrpSpPr/>
          <p:nvPr userDrawn="1"/>
        </p:nvGrpSpPr>
        <p:grpSpPr>
          <a:xfrm>
            <a:off x="0" y="6423750"/>
            <a:ext cx="12192000" cy="434250"/>
            <a:chOff x="0" y="6423682"/>
            <a:chExt cx="12192000" cy="434250"/>
          </a:xfrm>
        </p:grpSpPr>
        <p:pic>
          <p:nvPicPr>
            <p:cNvPr id="3" name="Picture 2" descr="A colorful gradient going from darker blue on the left side to light blue to magenta to orange on the right side">
              <a:extLst>
                <a:ext uri="{FF2B5EF4-FFF2-40B4-BE49-F238E27FC236}">
                  <a16:creationId xmlns:a16="http://schemas.microsoft.com/office/drawing/2014/main" id="{44F814B6-5DD9-CA7A-2A47-C4305B6FD03A}"/>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grpSp>
          <p:nvGrpSpPr>
            <p:cNvPr id="13" name="Group 12">
              <a:extLst>
                <a:ext uri="{FF2B5EF4-FFF2-40B4-BE49-F238E27FC236}">
                  <a16:creationId xmlns:a16="http://schemas.microsoft.com/office/drawing/2014/main" id="{83132494-E80F-DF21-8EEF-BA3DAE4DFE9F}"/>
                </a:ext>
              </a:extLst>
            </p:cNvPr>
            <p:cNvGrpSpPr/>
            <p:nvPr userDrawn="1"/>
          </p:nvGrpSpPr>
          <p:grpSpPr>
            <a:xfrm>
              <a:off x="10794205" y="6423682"/>
              <a:ext cx="1397795" cy="434250"/>
              <a:chOff x="10794205" y="6423682"/>
              <a:chExt cx="1397795" cy="434250"/>
            </a:xfrm>
          </p:grpSpPr>
          <p:sp>
            <p:nvSpPr>
              <p:cNvPr id="7" name="Rectangle: Single Corner Rounded 6">
                <a:extLst>
                  <a:ext uri="{FF2B5EF4-FFF2-40B4-BE49-F238E27FC236}">
                    <a16:creationId xmlns:a16="http://schemas.microsoft.com/office/drawing/2014/main" id="{02368D83-17A0-CD83-32A9-EAB189694B67}"/>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8" name="Straight Connector 7">
                <a:extLst>
                  <a:ext uri="{FF2B5EF4-FFF2-40B4-BE49-F238E27FC236}">
                    <a16:creationId xmlns:a16="http://schemas.microsoft.com/office/drawing/2014/main" id="{570DE481-9268-AC8C-F7D7-4DEFF6591E06}"/>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Isosceles Triangle 9">
                <a:hlinkClick r:id="" action="ppaction://hlinkshowjump?jump=previousslide"/>
                <a:extLst>
                  <a:ext uri="{FF2B5EF4-FFF2-40B4-BE49-F238E27FC236}">
                    <a16:creationId xmlns:a16="http://schemas.microsoft.com/office/drawing/2014/main" id="{64C90DCD-43D4-C38A-5618-4B4E1C4EDEDF}"/>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1" name="Isosceles Triangle 10">
                <a:hlinkClick r:id="" action="ppaction://hlinkshowjump?jump=nextslide"/>
                <a:extLst>
                  <a:ext uri="{FF2B5EF4-FFF2-40B4-BE49-F238E27FC236}">
                    <a16:creationId xmlns:a16="http://schemas.microsoft.com/office/drawing/2014/main" id="{4B5C251B-0817-8333-7C94-696139173786}"/>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2" name="Graphic 11" descr="Home outline">
                <a:hlinkClick r:id="" action="ppaction://noaction"/>
                <a:extLst>
                  <a:ext uri="{FF2B5EF4-FFF2-40B4-BE49-F238E27FC236}">
                    <a16:creationId xmlns:a16="http://schemas.microsoft.com/office/drawing/2014/main" id="{8246F55B-20B1-50A0-BBC5-9F92234F23B5}"/>
                  </a:ext>
                </a:extLst>
              </p:cNvPr>
              <p:cNvPicPr>
                <a:picLocks noChangeAspect="1"/>
              </p:cNvPicPr>
              <p:nvPr userDrawn="1"/>
            </p:nvPicPr>
            <p:blipFill>
              <a:blip r:embed="rId3">
                <a:extLst>
                  <a:ext uri="{96DAC541-7B7A-43D3-8B79-37D633B846F1}">
                    <asvg:svgBlip xmlns:asvg="http://schemas.microsoft.com/office/drawing/2016/SVG/main" r:embed="rId4"/>
                  </a:ext>
                </a:extLst>
              </a:blip>
              <a:srcRect l="69" r="69"/>
              <a:stretch/>
            </p:blipFill>
            <p:spPr>
              <a:xfrm>
                <a:off x="10995722" y="6495372"/>
                <a:ext cx="290467" cy="290871"/>
              </a:xfrm>
              <a:prstGeom prst="rect">
                <a:avLst/>
              </a:prstGeom>
            </p:spPr>
          </p:pic>
        </p:grpSp>
      </p:grpSp>
    </p:spTree>
    <p:extLst>
      <p:ext uri="{BB962C8B-B14F-4D97-AF65-F5344CB8AC3E}">
        <p14:creationId xmlns:p14="http://schemas.microsoft.com/office/powerpoint/2010/main" val="2765687235"/>
      </p:ext>
    </p:extLst>
  </p:cSld>
  <p:clrMapOvr>
    <a:masterClrMapping/>
  </p:clrMapOvr>
  <p:transition>
    <p:fade/>
  </p:transition>
  <p:extLst>
    <p:ext uri="{DCECCB84-F9BA-43D5-87BE-67443E8EF086}">
      <p15:sldGuideLst xmlns:p15="http://schemas.microsoft.com/office/powerpoint/2012/main">
        <p15:guide id="1" orient="horz" pos="312">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304.xml><?xml version="1.0" encoding="utf-8"?>
<p:sldLayout xmlns:a="http://schemas.openxmlformats.org/drawingml/2006/main" xmlns:r="http://schemas.openxmlformats.org/officeDocument/2006/relationships" xmlns:p="http://schemas.openxmlformats.org/presentationml/2006/main" preserve="1" userDrawn="1">
  <p:cSld name="Three Column Bullet with Subtitles">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E614CF21-40C9-FD81-9FE0-C35C45EA6869}"/>
              </a:ext>
            </a:extLst>
          </p:cNvPr>
          <p:cNvSpPr>
            <a:spLocks noGrp="1"/>
          </p:cNvSpPr>
          <p:nvPr>
            <p:ph type="title"/>
          </p:nvPr>
        </p:nvSpPr>
        <p:spPr/>
        <p:txBody>
          <a:bodyPr/>
          <a:lstStyle/>
          <a:p>
            <a:r>
              <a:rPr lang="en-US"/>
              <a:t>Click to edit Master title style</a:t>
            </a:r>
          </a:p>
        </p:txBody>
      </p:sp>
      <p:sp>
        <p:nvSpPr>
          <p:cNvPr id="6" name="Text Placeholder 4">
            <a:extLst>
              <a:ext uri="{FF2B5EF4-FFF2-40B4-BE49-F238E27FC236}">
                <a16:creationId xmlns:a16="http://schemas.microsoft.com/office/drawing/2014/main" id="{CE7AB499-F4B6-AB75-F8BB-2E6B5006EAAD}"/>
              </a:ext>
            </a:extLst>
          </p:cNvPr>
          <p:cNvSpPr>
            <a:spLocks noGrp="1"/>
          </p:cNvSpPr>
          <p:nvPr>
            <p:ph type="body" sz="quarter" idx="11" hasCustomPrompt="1"/>
          </p:nvPr>
        </p:nvSpPr>
        <p:spPr>
          <a:xfrm>
            <a:off x="576072" y="342645"/>
            <a:ext cx="11018520" cy="184666"/>
          </a:xfrm>
        </p:spPr>
        <p:txBody>
          <a:bodyPr/>
          <a:lstStyle>
            <a:lvl1pPr marL="0" indent="0">
              <a:buNone/>
              <a:defRPr sz="1200" cap="all" baseline="0">
                <a:solidFill>
                  <a:schemeClr val="accent2"/>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5" name="Text Placeholder 4">
            <a:extLst>
              <a:ext uri="{FF2B5EF4-FFF2-40B4-BE49-F238E27FC236}">
                <a16:creationId xmlns:a16="http://schemas.microsoft.com/office/drawing/2014/main" id="{5F95B007-C9EF-5B2F-94EA-FE8143537B48}"/>
              </a:ext>
            </a:extLst>
          </p:cNvPr>
          <p:cNvSpPr>
            <a:spLocks noGrp="1"/>
          </p:cNvSpPr>
          <p:nvPr>
            <p:ph type="body" sz="quarter" idx="20"/>
          </p:nvPr>
        </p:nvSpPr>
        <p:spPr>
          <a:xfrm>
            <a:off x="577850" y="1438275"/>
            <a:ext cx="3271838" cy="29432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4">
            <a:extLst>
              <a:ext uri="{FF2B5EF4-FFF2-40B4-BE49-F238E27FC236}">
                <a16:creationId xmlns:a16="http://schemas.microsoft.com/office/drawing/2014/main" id="{48F29CA2-1A6E-5E01-133F-13692EF74955}"/>
              </a:ext>
            </a:extLst>
          </p:cNvPr>
          <p:cNvSpPr>
            <a:spLocks noGrp="1"/>
          </p:cNvSpPr>
          <p:nvPr>
            <p:ph type="body" sz="quarter" idx="21"/>
          </p:nvPr>
        </p:nvSpPr>
        <p:spPr>
          <a:xfrm>
            <a:off x="4462463" y="1438275"/>
            <a:ext cx="3271838" cy="29432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4">
            <a:extLst>
              <a:ext uri="{FF2B5EF4-FFF2-40B4-BE49-F238E27FC236}">
                <a16:creationId xmlns:a16="http://schemas.microsoft.com/office/drawing/2014/main" id="{1E78BFDD-CDF6-1991-27AA-4A34894154F1}"/>
              </a:ext>
            </a:extLst>
          </p:cNvPr>
          <p:cNvSpPr>
            <a:spLocks noGrp="1"/>
          </p:cNvSpPr>
          <p:nvPr>
            <p:ph type="body" sz="quarter" idx="22"/>
          </p:nvPr>
        </p:nvSpPr>
        <p:spPr>
          <a:xfrm>
            <a:off x="8348662" y="1438275"/>
            <a:ext cx="3271838" cy="29432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3" name="Group 2">
            <a:extLst>
              <a:ext uri="{FF2B5EF4-FFF2-40B4-BE49-F238E27FC236}">
                <a16:creationId xmlns:a16="http://schemas.microsoft.com/office/drawing/2014/main" id="{6D5CC598-39BC-01A4-9EC6-9B09F6238E21}"/>
              </a:ext>
            </a:extLst>
          </p:cNvPr>
          <p:cNvGrpSpPr/>
          <p:nvPr userDrawn="1"/>
        </p:nvGrpSpPr>
        <p:grpSpPr>
          <a:xfrm>
            <a:off x="10794205" y="6423682"/>
            <a:ext cx="1397795" cy="434250"/>
            <a:chOff x="10794205" y="6423682"/>
            <a:chExt cx="1397795" cy="434250"/>
          </a:xfrm>
        </p:grpSpPr>
        <p:sp>
          <p:nvSpPr>
            <p:cNvPr id="4" name="Rectangle: Single Corner Rounded 3">
              <a:extLst>
                <a:ext uri="{FF2B5EF4-FFF2-40B4-BE49-F238E27FC236}">
                  <a16:creationId xmlns:a16="http://schemas.microsoft.com/office/drawing/2014/main" id="{55982F81-1C89-B8A3-9E65-38B3E64FA7B3}"/>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10" name="Straight Connector 9">
              <a:extLst>
                <a:ext uri="{FF2B5EF4-FFF2-40B4-BE49-F238E27FC236}">
                  <a16:creationId xmlns:a16="http://schemas.microsoft.com/office/drawing/2014/main" id="{C7A0023D-D519-05ED-5CBD-EC0B3D5F1C1E}"/>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1" name="Isosceles Triangle 10">
              <a:hlinkClick r:id="" action="ppaction://hlinkshowjump?jump=previousslide"/>
              <a:extLst>
                <a:ext uri="{FF2B5EF4-FFF2-40B4-BE49-F238E27FC236}">
                  <a16:creationId xmlns:a16="http://schemas.microsoft.com/office/drawing/2014/main" id="{3E1664EF-2DEF-81AA-AECB-A4911BAC8C04}"/>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2" name="Isosceles Triangle 11">
              <a:hlinkClick r:id="" action="ppaction://hlinkshowjump?jump=nextslide"/>
              <a:extLst>
                <a:ext uri="{FF2B5EF4-FFF2-40B4-BE49-F238E27FC236}">
                  <a16:creationId xmlns:a16="http://schemas.microsoft.com/office/drawing/2014/main" id="{123D35B2-E9E5-2D49-8BBA-DCC522C18E48}"/>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3" name="Graphic 12" descr="Home outline">
              <a:hlinkClick r:id="" action="ppaction://noaction"/>
              <a:extLst>
                <a:ext uri="{FF2B5EF4-FFF2-40B4-BE49-F238E27FC236}">
                  <a16:creationId xmlns:a16="http://schemas.microsoft.com/office/drawing/2014/main" id="{62308DD5-42B8-06F4-EC12-C98224B59707}"/>
                </a:ext>
              </a:extLst>
            </p:cNvPr>
            <p:cNvPicPr>
              <a:picLocks noChangeAspect="1"/>
            </p:cNvPicPr>
            <p:nvPr userDrawn="1"/>
          </p:nvPicPr>
          <p:blipFill>
            <a:blip r:embed="rId2">
              <a:extLst>
                <a:ext uri="{96DAC541-7B7A-43D3-8B79-37D633B846F1}">
                  <asvg:svgBlip xmlns:asvg="http://schemas.microsoft.com/office/drawing/2016/SVG/main" r:embed="rId3"/>
                </a:ext>
              </a:extLst>
            </a:blip>
            <a:srcRect l="69" r="69"/>
            <a:stretch/>
          </p:blipFill>
          <p:spPr>
            <a:xfrm>
              <a:off x="10995722" y="6495372"/>
              <a:ext cx="290467" cy="290871"/>
            </a:xfrm>
            <a:prstGeom prst="rect">
              <a:avLst/>
            </a:prstGeom>
          </p:spPr>
        </p:pic>
      </p:grpSp>
    </p:spTree>
    <p:extLst>
      <p:ext uri="{BB962C8B-B14F-4D97-AF65-F5344CB8AC3E}">
        <p14:creationId xmlns:p14="http://schemas.microsoft.com/office/powerpoint/2010/main" val="1613470107"/>
      </p:ext>
    </p:extLst>
  </p:cSld>
  <p:clrMapOvr>
    <a:masterClrMapping/>
  </p:clrMapOvr>
  <p:transition>
    <p:fade/>
  </p:transition>
  <p:extLst>
    <p:ext uri="{DCECCB84-F9BA-43D5-87BE-67443E8EF086}">
      <p15:sldGuideLst xmlns:p15="http://schemas.microsoft.com/office/powerpoint/2012/main">
        <p15:guide id="3" orient="horz" pos="1506">
          <p15:clr>
            <a:srgbClr val="5ACBF0"/>
          </p15:clr>
        </p15:guide>
        <p15:guide id="4" orient="horz" pos="906">
          <p15:clr>
            <a:srgbClr val="5ACBF0"/>
          </p15:clr>
        </p15:guide>
        <p15:guide id="5" orient="horz" pos="312">
          <p15:clr>
            <a:srgbClr val="5ACBF0"/>
          </p15:clr>
        </p15:guide>
        <p15:guide id="6" pos="2430">
          <p15:clr>
            <a:srgbClr val="5ACBF0"/>
          </p15:clr>
        </p15:guide>
        <p15:guide id="7" pos="2811">
          <p15:clr>
            <a:srgbClr val="5ACBF0"/>
          </p15:clr>
        </p15:guide>
        <p15:guide id="8" pos="4871">
          <p15:clr>
            <a:srgbClr val="5ACBF0"/>
          </p15:clr>
        </p15:guide>
        <p15:guide id="9" pos="5251">
          <p15:clr>
            <a:srgbClr val="5ACBF0"/>
          </p15:clr>
        </p15:guide>
      </p15:sldGuideLst>
    </p:ext>
  </p:extLst>
</p:sldLayout>
</file>

<file path=ppt/slideLayouts/slideLayout30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BCEAD74-397D-0D97-9041-3CFAF98275DD}"/>
              </a:ext>
            </a:extLst>
          </p:cNvPr>
          <p:cNvSpPr>
            <a:spLocks noGrp="1"/>
          </p:cNvSpPr>
          <p:nvPr>
            <p:ph type="title"/>
          </p:nvPr>
        </p:nvSpPr>
        <p:spPr/>
        <p:txBody>
          <a:bodyPr/>
          <a:lstStyle/>
          <a:p>
            <a:r>
              <a:rPr lang="en-US"/>
              <a:t>Click to edit Master title style</a:t>
            </a:r>
          </a:p>
        </p:txBody>
      </p:sp>
      <p:sp>
        <p:nvSpPr>
          <p:cNvPr id="4" name="Text Placeholder 4">
            <a:extLst>
              <a:ext uri="{FF2B5EF4-FFF2-40B4-BE49-F238E27FC236}">
                <a16:creationId xmlns:a16="http://schemas.microsoft.com/office/drawing/2014/main" id="{06C78FC9-571D-C292-CABC-D6E40E5EF179}"/>
              </a:ext>
            </a:extLst>
          </p:cNvPr>
          <p:cNvSpPr>
            <a:spLocks noGrp="1"/>
          </p:cNvSpPr>
          <p:nvPr>
            <p:ph type="body" sz="quarter" idx="11" hasCustomPrompt="1"/>
          </p:nvPr>
        </p:nvSpPr>
        <p:spPr>
          <a:xfrm>
            <a:off x="576072" y="342645"/>
            <a:ext cx="11018520" cy="184666"/>
          </a:xfr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grpSp>
        <p:nvGrpSpPr>
          <p:cNvPr id="3" name="Group 2">
            <a:extLst>
              <a:ext uri="{FF2B5EF4-FFF2-40B4-BE49-F238E27FC236}">
                <a16:creationId xmlns:a16="http://schemas.microsoft.com/office/drawing/2014/main" id="{54EA3B3A-3F92-E496-AF91-F43192FB76CD}"/>
              </a:ext>
            </a:extLst>
          </p:cNvPr>
          <p:cNvGrpSpPr/>
          <p:nvPr userDrawn="1"/>
        </p:nvGrpSpPr>
        <p:grpSpPr>
          <a:xfrm>
            <a:off x="10794205" y="6423682"/>
            <a:ext cx="1397795" cy="434250"/>
            <a:chOff x="10794205" y="6423682"/>
            <a:chExt cx="1397795" cy="434250"/>
          </a:xfrm>
        </p:grpSpPr>
        <p:sp>
          <p:nvSpPr>
            <p:cNvPr id="6" name="Rectangle: Single Corner Rounded 5">
              <a:extLst>
                <a:ext uri="{FF2B5EF4-FFF2-40B4-BE49-F238E27FC236}">
                  <a16:creationId xmlns:a16="http://schemas.microsoft.com/office/drawing/2014/main" id="{FABA2241-0695-380D-6708-080FEF0802DD}"/>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7" name="Straight Connector 6">
              <a:extLst>
                <a:ext uri="{FF2B5EF4-FFF2-40B4-BE49-F238E27FC236}">
                  <a16:creationId xmlns:a16="http://schemas.microsoft.com/office/drawing/2014/main" id="{CDDBA99B-8DD0-4D01-2348-BB02834EBD8D}"/>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Isosceles Triangle 7">
              <a:hlinkClick r:id="" action="ppaction://hlinkshowjump?jump=previousslide"/>
              <a:extLst>
                <a:ext uri="{FF2B5EF4-FFF2-40B4-BE49-F238E27FC236}">
                  <a16:creationId xmlns:a16="http://schemas.microsoft.com/office/drawing/2014/main" id="{C6689718-88BB-2F56-E271-F4069616073A}"/>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9" name="Isosceles Triangle 8">
              <a:hlinkClick r:id="" action="ppaction://hlinkshowjump?jump=nextslide"/>
              <a:extLst>
                <a:ext uri="{FF2B5EF4-FFF2-40B4-BE49-F238E27FC236}">
                  <a16:creationId xmlns:a16="http://schemas.microsoft.com/office/drawing/2014/main" id="{0FE20146-7F8A-03E9-8B4B-9EB46F28E9FA}"/>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0" name="Graphic 9" descr="Home outline">
              <a:hlinkClick r:id="" action="ppaction://noaction"/>
              <a:extLst>
                <a:ext uri="{FF2B5EF4-FFF2-40B4-BE49-F238E27FC236}">
                  <a16:creationId xmlns:a16="http://schemas.microsoft.com/office/drawing/2014/main" id="{D50D71EB-E93B-D2F3-8388-586EA247464F}"/>
                </a:ext>
              </a:extLst>
            </p:cNvPr>
            <p:cNvPicPr>
              <a:picLocks noChangeAspect="1"/>
            </p:cNvPicPr>
            <p:nvPr userDrawn="1"/>
          </p:nvPicPr>
          <p:blipFill>
            <a:blip r:embed="rId2">
              <a:extLst>
                <a:ext uri="{96DAC541-7B7A-43D3-8B79-37D633B846F1}">
                  <asvg:svgBlip xmlns:asvg="http://schemas.microsoft.com/office/drawing/2016/SVG/main" r:embed="rId3"/>
                </a:ext>
              </a:extLst>
            </a:blip>
            <a:srcRect l="69" r="69"/>
            <a:stretch/>
          </p:blipFill>
          <p:spPr>
            <a:xfrm>
              <a:off x="10995722" y="6495372"/>
              <a:ext cx="290467" cy="290871"/>
            </a:xfrm>
            <a:prstGeom prst="rect">
              <a:avLst/>
            </a:prstGeom>
          </p:spPr>
        </p:pic>
      </p:grpSp>
      <p:grpSp>
        <p:nvGrpSpPr>
          <p:cNvPr id="11" name="Group 10">
            <a:extLst>
              <a:ext uri="{FF2B5EF4-FFF2-40B4-BE49-F238E27FC236}">
                <a16:creationId xmlns:a16="http://schemas.microsoft.com/office/drawing/2014/main" id="{D6F0BD40-A6B5-4404-05CB-F18DC7758BAD}"/>
              </a:ext>
              <a:ext uri="{C183D7F6-B498-43B3-948B-1728B52AA6E4}">
                <adec:decorative xmlns:adec="http://schemas.microsoft.com/office/drawing/2017/decorative" val="1"/>
              </a:ext>
            </a:extLst>
          </p:cNvPr>
          <p:cNvGrpSpPr/>
          <p:nvPr userDrawn="1"/>
        </p:nvGrpSpPr>
        <p:grpSpPr>
          <a:xfrm>
            <a:off x="0" y="6423682"/>
            <a:ext cx="12192000" cy="434250"/>
            <a:chOff x="0" y="6423682"/>
            <a:chExt cx="12192000" cy="434250"/>
          </a:xfrm>
        </p:grpSpPr>
        <p:pic>
          <p:nvPicPr>
            <p:cNvPr id="12" name="Picture 11" descr="A colorful gradient going from darker blue on the left side to light blue to magenta to orange on the right side">
              <a:extLst>
                <a:ext uri="{FF2B5EF4-FFF2-40B4-BE49-F238E27FC236}">
                  <a16:creationId xmlns:a16="http://schemas.microsoft.com/office/drawing/2014/main" id="{FF925670-A514-813E-3C23-36F5884F500B}"/>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grpSp>
          <p:nvGrpSpPr>
            <p:cNvPr id="13" name="Group 12">
              <a:extLst>
                <a:ext uri="{FF2B5EF4-FFF2-40B4-BE49-F238E27FC236}">
                  <a16:creationId xmlns:a16="http://schemas.microsoft.com/office/drawing/2014/main" id="{2D640739-63CE-8394-8AE3-2C5D3842CD9A}"/>
                </a:ext>
              </a:extLst>
            </p:cNvPr>
            <p:cNvGrpSpPr/>
            <p:nvPr userDrawn="1"/>
          </p:nvGrpSpPr>
          <p:grpSpPr>
            <a:xfrm>
              <a:off x="10794205" y="6423682"/>
              <a:ext cx="1397795" cy="434250"/>
              <a:chOff x="10794205" y="6423682"/>
              <a:chExt cx="1397795" cy="434250"/>
            </a:xfrm>
          </p:grpSpPr>
          <p:sp>
            <p:nvSpPr>
              <p:cNvPr id="14" name="Rectangle: Single Corner Rounded 13">
                <a:extLst>
                  <a:ext uri="{FF2B5EF4-FFF2-40B4-BE49-F238E27FC236}">
                    <a16:creationId xmlns:a16="http://schemas.microsoft.com/office/drawing/2014/main" id="{53F53AF2-ED49-C541-3F65-9D6267E006B6}"/>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15" name="Straight Connector 14">
                <a:extLst>
                  <a:ext uri="{FF2B5EF4-FFF2-40B4-BE49-F238E27FC236}">
                    <a16:creationId xmlns:a16="http://schemas.microsoft.com/office/drawing/2014/main" id="{E0777354-879F-3F9A-7718-AB7826F8C664}"/>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Isosceles Triangle 15">
                <a:hlinkClick r:id="" action="ppaction://hlinkshowjump?jump=previousslide"/>
                <a:extLst>
                  <a:ext uri="{FF2B5EF4-FFF2-40B4-BE49-F238E27FC236}">
                    <a16:creationId xmlns:a16="http://schemas.microsoft.com/office/drawing/2014/main" id="{3BDECA35-9011-0D2B-09C7-415AD0AC4C0C}"/>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7" name="Isosceles Triangle 16">
                <a:hlinkClick r:id="" action="ppaction://hlinkshowjump?jump=nextslide"/>
                <a:extLst>
                  <a:ext uri="{FF2B5EF4-FFF2-40B4-BE49-F238E27FC236}">
                    <a16:creationId xmlns:a16="http://schemas.microsoft.com/office/drawing/2014/main" id="{53494C38-135F-9850-E41C-8C21CD231B1E}"/>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8" name="Graphic 17" descr="Home outline">
                <a:hlinkClick r:id="" action="ppaction://noaction"/>
                <a:extLst>
                  <a:ext uri="{FF2B5EF4-FFF2-40B4-BE49-F238E27FC236}">
                    <a16:creationId xmlns:a16="http://schemas.microsoft.com/office/drawing/2014/main" id="{D476ED54-59AF-369A-A92B-F1134359995A}"/>
                  </a:ext>
                </a:extLst>
              </p:cNvPr>
              <p:cNvPicPr>
                <a:picLocks noChangeAspect="1"/>
              </p:cNvPicPr>
              <p:nvPr userDrawn="1"/>
            </p:nvPicPr>
            <p:blipFill>
              <a:blip r:embed="rId2">
                <a:extLst>
                  <a:ext uri="{96DAC541-7B7A-43D3-8B79-37D633B846F1}">
                    <asvg:svgBlip xmlns:asvg="http://schemas.microsoft.com/office/drawing/2016/SVG/main" r:embed="rId3"/>
                  </a:ext>
                </a:extLst>
              </a:blip>
              <a:srcRect l="69" r="69"/>
              <a:stretch/>
            </p:blipFill>
            <p:spPr>
              <a:xfrm>
                <a:off x="10995722" y="6495372"/>
                <a:ext cx="290467" cy="290871"/>
              </a:xfrm>
              <a:prstGeom prst="rect">
                <a:avLst/>
              </a:prstGeom>
            </p:spPr>
          </p:pic>
        </p:grpSp>
      </p:grpSp>
    </p:spTree>
    <p:extLst>
      <p:ext uri="{BB962C8B-B14F-4D97-AF65-F5344CB8AC3E}">
        <p14:creationId xmlns:p14="http://schemas.microsoft.com/office/powerpoint/2010/main" val="2781526563"/>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06.xml><?xml version="1.0" encoding="utf-8"?>
<p:sldLayout xmlns:a="http://schemas.openxmlformats.org/drawingml/2006/main" xmlns:r="http://schemas.openxmlformats.org/officeDocument/2006/relationships" xmlns:p="http://schemas.openxmlformats.org/presentationml/2006/main" preserve="1" userDrawn="1">
  <p:cSld name="Title Only over blue gradient w/rainbow accent">
    <p:spTree>
      <p:nvGrpSpPr>
        <p:cNvPr id="1" name=""/>
        <p:cNvGrpSpPr/>
        <p:nvPr/>
      </p:nvGrpSpPr>
      <p:grpSpPr>
        <a:xfrm>
          <a:off x="0" y="0"/>
          <a:ext cx="0" cy="0"/>
          <a:chOff x="0" y="0"/>
          <a:chExt cx="0" cy="0"/>
        </a:xfrm>
      </p:grpSpPr>
      <p:pic>
        <p:nvPicPr>
          <p:cNvPr id="42" name="Picture 41">
            <a:extLst>
              <a:ext uri="{FF2B5EF4-FFF2-40B4-BE49-F238E27FC236}">
                <a16:creationId xmlns:a16="http://schemas.microsoft.com/office/drawing/2014/main" id="{E18D3C0B-C3E1-574D-F7A8-83A4A59C703E}"/>
              </a:ext>
              <a:ext uri="{C183D7F6-B498-43B3-948B-1728B52AA6E4}">
                <adec:decorative xmlns:adec="http://schemas.microsoft.com/office/drawing/2017/decorative" val="1"/>
              </a:ext>
            </a:extLst>
          </p:cNvPr>
          <p:cNvPicPr>
            <a:picLocks noChangeAspect="1"/>
          </p:cNvPicPr>
          <p:nvPr userDrawn="1"/>
        </p:nvPicPr>
        <p:blipFill>
          <a:blip r:embed="rId2"/>
          <a:srcRect/>
          <a:stretch/>
        </p:blipFill>
        <p:spPr>
          <a:xfrm>
            <a:off x="0" y="0"/>
            <a:ext cx="12191999" cy="6857999"/>
          </a:xfrm>
          <a:prstGeom prst="rect">
            <a:avLst/>
          </a:prstGeom>
        </p:spPr>
      </p:pic>
      <p:sp>
        <p:nvSpPr>
          <p:cNvPr id="5" name="Title 4">
            <a:extLst>
              <a:ext uri="{FF2B5EF4-FFF2-40B4-BE49-F238E27FC236}">
                <a16:creationId xmlns:a16="http://schemas.microsoft.com/office/drawing/2014/main" id="{0BCEAD74-397D-0D97-9041-3CFAF98275DD}"/>
              </a:ext>
            </a:extLst>
          </p:cNvPr>
          <p:cNvSpPr>
            <a:spLocks noGrp="1"/>
          </p:cNvSpPr>
          <p:nvPr>
            <p:ph type="title"/>
          </p:nvPr>
        </p:nvSpPr>
        <p:spPr/>
        <p:txBody>
          <a:bodyPr/>
          <a:lstStyle/>
          <a:p>
            <a:r>
              <a:rPr lang="en-US"/>
              <a:t>Click to edit Master title style</a:t>
            </a:r>
          </a:p>
        </p:txBody>
      </p:sp>
      <p:sp>
        <p:nvSpPr>
          <p:cNvPr id="4" name="Text Placeholder 4">
            <a:extLst>
              <a:ext uri="{FF2B5EF4-FFF2-40B4-BE49-F238E27FC236}">
                <a16:creationId xmlns:a16="http://schemas.microsoft.com/office/drawing/2014/main" id="{06C78FC9-571D-C292-CABC-D6E40E5EF179}"/>
              </a:ext>
            </a:extLst>
          </p:cNvPr>
          <p:cNvSpPr>
            <a:spLocks noGrp="1"/>
          </p:cNvSpPr>
          <p:nvPr>
            <p:ph type="body" sz="quarter" idx="11" hasCustomPrompt="1"/>
          </p:nvPr>
        </p:nvSpPr>
        <p:spPr>
          <a:xfrm>
            <a:off x="576072" y="342645"/>
            <a:ext cx="11018520" cy="184666"/>
          </a:xfr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grpSp>
        <p:nvGrpSpPr>
          <p:cNvPr id="12" name="Group 11">
            <a:extLst>
              <a:ext uri="{FF2B5EF4-FFF2-40B4-BE49-F238E27FC236}">
                <a16:creationId xmlns:a16="http://schemas.microsoft.com/office/drawing/2014/main" id="{0F594349-65D6-C5EA-AE47-E63EE26181EC}"/>
              </a:ext>
              <a:ext uri="{C183D7F6-B498-43B3-948B-1728B52AA6E4}">
                <adec:decorative xmlns:adec="http://schemas.microsoft.com/office/drawing/2017/decorative" val="1"/>
              </a:ext>
            </a:extLst>
          </p:cNvPr>
          <p:cNvGrpSpPr/>
          <p:nvPr userDrawn="1"/>
        </p:nvGrpSpPr>
        <p:grpSpPr>
          <a:xfrm>
            <a:off x="0" y="6423682"/>
            <a:ext cx="12192000" cy="434250"/>
            <a:chOff x="0" y="6423682"/>
            <a:chExt cx="12192000" cy="434250"/>
          </a:xfrm>
        </p:grpSpPr>
        <p:pic>
          <p:nvPicPr>
            <p:cNvPr id="13" name="Picture 12" descr="A colorful gradient going from darker blue on the left side to light blue to magenta to orange on the right side">
              <a:extLst>
                <a:ext uri="{FF2B5EF4-FFF2-40B4-BE49-F238E27FC236}">
                  <a16:creationId xmlns:a16="http://schemas.microsoft.com/office/drawing/2014/main" id="{A3414FE5-6BBF-9B83-E547-CA62A02A659E}"/>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grpSp>
          <p:nvGrpSpPr>
            <p:cNvPr id="14" name="Group 13">
              <a:extLst>
                <a:ext uri="{FF2B5EF4-FFF2-40B4-BE49-F238E27FC236}">
                  <a16:creationId xmlns:a16="http://schemas.microsoft.com/office/drawing/2014/main" id="{5D0001EE-4ACA-1640-F341-5E66C07FEAE2}"/>
                </a:ext>
              </a:extLst>
            </p:cNvPr>
            <p:cNvGrpSpPr/>
            <p:nvPr userDrawn="1"/>
          </p:nvGrpSpPr>
          <p:grpSpPr>
            <a:xfrm>
              <a:off x="10794205" y="6423682"/>
              <a:ext cx="1397795" cy="434250"/>
              <a:chOff x="10794205" y="6423682"/>
              <a:chExt cx="1397795" cy="434250"/>
            </a:xfrm>
          </p:grpSpPr>
          <p:sp>
            <p:nvSpPr>
              <p:cNvPr id="15" name="Rectangle: Single Corner Rounded 14">
                <a:extLst>
                  <a:ext uri="{FF2B5EF4-FFF2-40B4-BE49-F238E27FC236}">
                    <a16:creationId xmlns:a16="http://schemas.microsoft.com/office/drawing/2014/main" id="{6BC86CF4-94F0-5836-48B8-68A33BDA2BD2}"/>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16" name="Straight Connector 15">
                <a:extLst>
                  <a:ext uri="{FF2B5EF4-FFF2-40B4-BE49-F238E27FC236}">
                    <a16:creationId xmlns:a16="http://schemas.microsoft.com/office/drawing/2014/main" id="{109F1E16-28BF-38B5-B73C-B17B56D34461}"/>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7" name="Isosceles Triangle 16">
                <a:hlinkClick r:id="" action="ppaction://hlinkshowjump?jump=previousslide"/>
                <a:extLst>
                  <a:ext uri="{FF2B5EF4-FFF2-40B4-BE49-F238E27FC236}">
                    <a16:creationId xmlns:a16="http://schemas.microsoft.com/office/drawing/2014/main" id="{67F68F65-0972-8FB8-B09F-4FC8AC6AAD8D}"/>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8" name="Isosceles Triangle 17">
                <a:hlinkClick r:id="" action="ppaction://hlinkshowjump?jump=nextslide"/>
                <a:extLst>
                  <a:ext uri="{FF2B5EF4-FFF2-40B4-BE49-F238E27FC236}">
                    <a16:creationId xmlns:a16="http://schemas.microsoft.com/office/drawing/2014/main" id="{BCF20DAC-DBC5-51D0-F688-FBCFD28DBDD9}"/>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9" name="Graphic 18" descr="Home outline">
                <a:hlinkClick r:id="" action="ppaction://noaction"/>
                <a:extLst>
                  <a:ext uri="{FF2B5EF4-FFF2-40B4-BE49-F238E27FC236}">
                    <a16:creationId xmlns:a16="http://schemas.microsoft.com/office/drawing/2014/main" id="{6A0E2349-438B-232D-F887-CB8691295EB6}"/>
                  </a:ext>
                </a:extLst>
              </p:cNvPr>
              <p:cNvPicPr>
                <a:picLocks noChangeAspect="1"/>
              </p:cNvPicPr>
              <p:nvPr userDrawn="1"/>
            </p:nvPicPr>
            <p:blipFill>
              <a:blip r:embed="rId4">
                <a:extLst>
                  <a:ext uri="{96DAC541-7B7A-43D3-8B79-37D633B846F1}">
                    <asvg:svgBlip xmlns:asvg="http://schemas.microsoft.com/office/drawing/2016/SVG/main" r:embed="rId5"/>
                  </a:ext>
                </a:extLst>
              </a:blip>
              <a:srcRect l="69" r="69"/>
              <a:stretch/>
            </p:blipFill>
            <p:spPr>
              <a:xfrm>
                <a:off x="10995722" y="6495372"/>
                <a:ext cx="290467" cy="290871"/>
              </a:xfrm>
              <a:prstGeom prst="rect">
                <a:avLst/>
              </a:prstGeom>
            </p:spPr>
          </p:pic>
        </p:grpSp>
      </p:grpSp>
    </p:spTree>
    <p:extLst>
      <p:ext uri="{BB962C8B-B14F-4D97-AF65-F5344CB8AC3E}">
        <p14:creationId xmlns:p14="http://schemas.microsoft.com/office/powerpoint/2010/main" val="345405191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07.xml><?xml version="1.0" encoding="utf-8"?>
<p:sldLayout xmlns:a="http://schemas.openxmlformats.org/drawingml/2006/main" xmlns:r="http://schemas.openxmlformats.org/officeDocument/2006/relationships" xmlns:p="http://schemas.openxmlformats.org/presentationml/2006/main" preserve="1" userDrawn="1">
  <p:cSld name="Title Only w beige 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70D2C7A-4F5B-353D-0C06-7346A8207B45}"/>
              </a:ext>
            </a:extLst>
          </p:cNvPr>
          <p:cNvSpPr/>
          <p:nvPr userDrawn="1"/>
        </p:nvSpPr>
        <p:spPr bwMode="auto">
          <a:xfrm>
            <a:off x="0"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5" name="Title 4">
            <a:extLst>
              <a:ext uri="{FF2B5EF4-FFF2-40B4-BE49-F238E27FC236}">
                <a16:creationId xmlns:a16="http://schemas.microsoft.com/office/drawing/2014/main" id="{0BCEAD74-397D-0D97-9041-3CFAF98275DD}"/>
              </a:ext>
            </a:extLst>
          </p:cNvPr>
          <p:cNvSpPr>
            <a:spLocks noGrp="1"/>
          </p:cNvSpPr>
          <p:nvPr>
            <p:ph type="title"/>
          </p:nvPr>
        </p:nvSpPr>
        <p:spPr/>
        <p:txBody>
          <a:bodyPr/>
          <a:lstStyle/>
          <a:p>
            <a:r>
              <a:rPr lang="en-US"/>
              <a:t>Click to edit Master title style</a:t>
            </a:r>
          </a:p>
        </p:txBody>
      </p:sp>
      <p:sp>
        <p:nvSpPr>
          <p:cNvPr id="4" name="Text Placeholder 4">
            <a:extLst>
              <a:ext uri="{FF2B5EF4-FFF2-40B4-BE49-F238E27FC236}">
                <a16:creationId xmlns:a16="http://schemas.microsoft.com/office/drawing/2014/main" id="{06C78FC9-571D-C292-CABC-D6E40E5EF179}"/>
              </a:ext>
            </a:extLst>
          </p:cNvPr>
          <p:cNvSpPr>
            <a:spLocks noGrp="1"/>
          </p:cNvSpPr>
          <p:nvPr>
            <p:ph type="body" sz="quarter" idx="11" hasCustomPrompt="1"/>
          </p:nvPr>
        </p:nvSpPr>
        <p:spPr>
          <a:xfrm>
            <a:off x="576072" y="342645"/>
            <a:ext cx="11018520" cy="184666"/>
          </a:xfr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grpSp>
        <p:nvGrpSpPr>
          <p:cNvPr id="3" name="Group 2">
            <a:extLst>
              <a:ext uri="{FF2B5EF4-FFF2-40B4-BE49-F238E27FC236}">
                <a16:creationId xmlns:a16="http://schemas.microsoft.com/office/drawing/2014/main" id="{70E80BA0-58C3-C732-ED85-2EEEE647874C}"/>
              </a:ext>
            </a:extLst>
          </p:cNvPr>
          <p:cNvGrpSpPr/>
          <p:nvPr userDrawn="1"/>
        </p:nvGrpSpPr>
        <p:grpSpPr>
          <a:xfrm>
            <a:off x="10794205" y="6423682"/>
            <a:ext cx="1397795" cy="434250"/>
            <a:chOff x="10794205" y="6423682"/>
            <a:chExt cx="1397795" cy="434250"/>
          </a:xfrm>
        </p:grpSpPr>
        <p:sp>
          <p:nvSpPr>
            <p:cNvPr id="6" name="Rectangle: Single Corner Rounded 5">
              <a:extLst>
                <a:ext uri="{FF2B5EF4-FFF2-40B4-BE49-F238E27FC236}">
                  <a16:creationId xmlns:a16="http://schemas.microsoft.com/office/drawing/2014/main" id="{52F8D06E-2DE2-D0F6-D9B1-31EA10C8C53C}"/>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7" name="Straight Connector 6">
              <a:extLst>
                <a:ext uri="{FF2B5EF4-FFF2-40B4-BE49-F238E27FC236}">
                  <a16:creationId xmlns:a16="http://schemas.microsoft.com/office/drawing/2014/main" id="{E42CFB0C-FC78-1627-F652-F38BA1700AA6}"/>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Isosceles Triangle 7">
              <a:hlinkClick r:id="" action="ppaction://hlinkshowjump?jump=previousslide"/>
              <a:extLst>
                <a:ext uri="{FF2B5EF4-FFF2-40B4-BE49-F238E27FC236}">
                  <a16:creationId xmlns:a16="http://schemas.microsoft.com/office/drawing/2014/main" id="{8A68B7B4-9D6B-453A-9476-323080A17487}"/>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9" name="Isosceles Triangle 8">
              <a:hlinkClick r:id="" action="ppaction://hlinkshowjump?jump=nextslide"/>
              <a:extLst>
                <a:ext uri="{FF2B5EF4-FFF2-40B4-BE49-F238E27FC236}">
                  <a16:creationId xmlns:a16="http://schemas.microsoft.com/office/drawing/2014/main" id="{0B702B96-03AE-4B0C-22B3-71900CF42668}"/>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0" name="Graphic 9" descr="Home outline">
              <a:hlinkClick r:id="" action="ppaction://noaction"/>
              <a:extLst>
                <a:ext uri="{FF2B5EF4-FFF2-40B4-BE49-F238E27FC236}">
                  <a16:creationId xmlns:a16="http://schemas.microsoft.com/office/drawing/2014/main" id="{9514032B-BD7D-B0F8-B19F-41E7C2BBF9B0}"/>
                </a:ext>
              </a:extLst>
            </p:cNvPr>
            <p:cNvPicPr>
              <a:picLocks noChangeAspect="1"/>
            </p:cNvPicPr>
            <p:nvPr userDrawn="1"/>
          </p:nvPicPr>
          <p:blipFill>
            <a:blip r:embed="rId2">
              <a:extLst>
                <a:ext uri="{96DAC541-7B7A-43D3-8B79-37D633B846F1}">
                  <asvg:svgBlip xmlns:asvg="http://schemas.microsoft.com/office/drawing/2016/SVG/main" r:embed="rId3"/>
                </a:ext>
              </a:extLst>
            </a:blip>
            <a:srcRect l="69" r="69"/>
            <a:stretch/>
          </p:blipFill>
          <p:spPr>
            <a:xfrm>
              <a:off x="10995722" y="6495372"/>
              <a:ext cx="290467" cy="290871"/>
            </a:xfrm>
            <a:prstGeom prst="rect">
              <a:avLst/>
            </a:prstGeom>
          </p:spPr>
        </p:pic>
      </p:grpSp>
    </p:spTree>
    <p:extLst>
      <p:ext uri="{BB962C8B-B14F-4D97-AF65-F5344CB8AC3E}">
        <p14:creationId xmlns:p14="http://schemas.microsoft.com/office/powerpoint/2010/main" val="1415429443"/>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08.xml><?xml version="1.0" encoding="utf-8"?>
<p:sldLayout xmlns:a="http://schemas.openxmlformats.org/drawingml/2006/main" xmlns:r="http://schemas.openxmlformats.org/officeDocument/2006/relationships" xmlns:p="http://schemas.openxmlformats.org/presentationml/2006/main" preserve="1" userDrawn="1">
  <p:cSld name="TItle, subtitle only">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4584EB2-E663-4E79-1330-9D1AE176D89B}"/>
              </a:ext>
            </a:extLst>
          </p:cNvPr>
          <p:cNvSpPr>
            <a:spLocks noGrp="1"/>
          </p:cNvSpPr>
          <p:nvPr>
            <p:ph type="title"/>
          </p:nvPr>
        </p:nvSpPr>
        <p:spPr/>
        <p:txBody>
          <a:bodyPr/>
          <a:lstStyle/>
          <a:p>
            <a:r>
              <a:rPr lang="en-US"/>
              <a:t>Click to edit Master title style</a:t>
            </a:r>
          </a:p>
        </p:txBody>
      </p:sp>
      <p:sp>
        <p:nvSpPr>
          <p:cNvPr id="3" name="Text Placeholder 2">
            <a:extLst>
              <a:ext uri="{FF2B5EF4-FFF2-40B4-BE49-F238E27FC236}">
                <a16:creationId xmlns:a16="http://schemas.microsoft.com/office/drawing/2014/main" id="{47054975-9B72-B5D8-DC2C-2A1B1887D311}"/>
              </a:ext>
            </a:extLst>
          </p:cNvPr>
          <p:cNvSpPr>
            <a:spLocks noGrp="1"/>
          </p:cNvSpPr>
          <p:nvPr>
            <p:ph type="body" sz="quarter" idx="11" hasCustomPrompt="1"/>
          </p:nvPr>
        </p:nvSpPr>
        <p:spPr>
          <a:xfrm>
            <a:off x="574675" y="941388"/>
            <a:ext cx="11018520" cy="323165"/>
          </a:xfrm>
        </p:spPr>
        <p:txBody>
          <a:bodyPr vert="horz" wrap="square" lIns="0" tIns="45720" rIns="0" bIns="0" rtlCol="0">
            <a:spAutoFit/>
          </a:bodyPr>
          <a:lstStyle>
            <a:lvl1pPr>
              <a:defRPr lang="en-US" dirty="0">
                <a:latin typeface="+mn-lt"/>
              </a:defRPr>
            </a:lvl1pPr>
          </a:lstStyle>
          <a:p>
            <a:pPr lvl="0"/>
            <a:r>
              <a:rPr lang="en-US"/>
              <a:t>Subtitle</a:t>
            </a:r>
          </a:p>
        </p:txBody>
      </p:sp>
      <p:grpSp>
        <p:nvGrpSpPr>
          <p:cNvPr id="5" name="Group 4">
            <a:extLst>
              <a:ext uri="{FF2B5EF4-FFF2-40B4-BE49-F238E27FC236}">
                <a16:creationId xmlns:a16="http://schemas.microsoft.com/office/drawing/2014/main" id="{6049FB37-D050-B6AE-B344-63786F2F2FE7}"/>
              </a:ext>
            </a:extLst>
          </p:cNvPr>
          <p:cNvGrpSpPr/>
          <p:nvPr userDrawn="1"/>
        </p:nvGrpSpPr>
        <p:grpSpPr>
          <a:xfrm>
            <a:off x="10794205" y="6423682"/>
            <a:ext cx="1397795" cy="434250"/>
            <a:chOff x="10794205" y="6423682"/>
            <a:chExt cx="1397795" cy="434250"/>
          </a:xfrm>
        </p:grpSpPr>
        <p:sp>
          <p:nvSpPr>
            <p:cNvPr id="6" name="Rectangle: Single Corner Rounded 5">
              <a:extLst>
                <a:ext uri="{FF2B5EF4-FFF2-40B4-BE49-F238E27FC236}">
                  <a16:creationId xmlns:a16="http://schemas.microsoft.com/office/drawing/2014/main" id="{D347E541-38DF-EA2C-DDC5-EAC8281DF133}"/>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8" name="Straight Connector 7">
              <a:extLst>
                <a:ext uri="{FF2B5EF4-FFF2-40B4-BE49-F238E27FC236}">
                  <a16:creationId xmlns:a16="http://schemas.microsoft.com/office/drawing/2014/main" id="{3FF76887-0AB8-723F-593A-10531695DA93}"/>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9" name="Isosceles Triangle 8">
              <a:hlinkClick r:id="" action="ppaction://hlinkshowjump?jump=previousslide"/>
              <a:extLst>
                <a:ext uri="{FF2B5EF4-FFF2-40B4-BE49-F238E27FC236}">
                  <a16:creationId xmlns:a16="http://schemas.microsoft.com/office/drawing/2014/main" id="{7595693F-A3A0-A117-58DB-DB9E89BED6E7}"/>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0" name="Isosceles Triangle 9">
              <a:hlinkClick r:id="" action="ppaction://hlinkshowjump?jump=nextslide"/>
              <a:extLst>
                <a:ext uri="{FF2B5EF4-FFF2-40B4-BE49-F238E27FC236}">
                  <a16:creationId xmlns:a16="http://schemas.microsoft.com/office/drawing/2014/main" id="{0FBEF17A-BF03-1990-BE2D-AB6819D6E232}"/>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1" name="Graphic 10" descr="Home outline">
              <a:hlinkClick r:id="" action="ppaction://noaction"/>
              <a:extLst>
                <a:ext uri="{FF2B5EF4-FFF2-40B4-BE49-F238E27FC236}">
                  <a16:creationId xmlns:a16="http://schemas.microsoft.com/office/drawing/2014/main" id="{3C097CEF-3A0C-DBF3-7A09-CDA071D15794}"/>
                </a:ext>
              </a:extLst>
            </p:cNvPr>
            <p:cNvPicPr>
              <a:picLocks noChangeAspect="1"/>
            </p:cNvPicPr>
            <p:nvPr userDrawn="1"/>
          </p:nvPicPr>
          <p:blipFill>
            <a:blip r:embed="rId2">
              <a:extLst>
                <a:ext uri="{96DAC541-7B7A-43D3-8B79-37D633B846F1}">
                  <asvg:svgBlip xmlns:asvg="http://schemas.microsoft.com/office/drawing/2016/SVG/main" r:embed="rId3"/>
                </a:ext>
              </a:extLst>
            </a:blip>
            <a:srcRect l="69" r="69"/>
            <a:stretch/>
          </p:blipFill>
          <p:spPr>
            <a:xfrm>
              <a:off x="10995722" y="6495372"/>
              <a:ext cx="290467" cy="290871"/>
            </a:xfrm>
            <a:prstGeom prst="rect">
              <a:avLst/>
            </a:prstGeom>
          </p:spPr>
        </p:pic>
      </p:grpSp>
    </p:spTree>
    <p:extLst>
      <p:ext uri="{BB962C8B-B14F-4D97-AF65-F5344CB8AC3E}">
        <p14:creationId xmlns:p14="http://schemas.microsoft.com/office/powerpoint/2010/main" val="2290196154"/>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740">
          <p15:clr>
            <a:srgbClr val="5ACBF0"/>
          </p15:clr>
        </p15:guide>
      </p15:sldGuideLst>
    </p:ext>
  </p:extLst>
</p:sldLayout>
</file>

<file path=ppt/slideLayouts/slideLayout309.xml><?xml version="1.0" encoding="utf-8"?>
<p:sldLayout xmlns:a="http://schemas.openxmlformats.org/drawingml/2006/main" xmlns:r="http://schemas.openxmlformats.org/officeDocument/2006/relationships" xmlns:p="http://schemas.openxmlformats.org/presentationml/2006/main" preserve="1" userDrawn="1">
  <p:cSld name="TItle, subtitle over blue gradient">
    <p:spTree>
      <p:nvGrpSpPr>
        <p:cNvPr id="1" name=""/>
        <p:cNvGrpSpPr/>
        <p:nvPr/>
      </p:nvGrpSpPr>
      <p:grpSpPr>
        <a:xfrm>
          <a:off x="0" y="0"/>
          <a:ext cx="0" cy="0"/>
          <a:chOff x="0" y="0"/>
          <a:chExt cx="0" cy="0"/>
        </a:xfrm>
      </p:grpSpPr>
      <p:grpSp>
        <p:nvGrpSpPr>
          <p:cNvPr id="20" name="Group 19">
            <a:extLst>
              <a:ext uri="{FF2B5EF4-FFF2-40B4-BE49-F238E27FC236}">
                <a16:creationId xmlns:a16="http://schemas.microsoft.com/office/drawing/2014/main" id="{EB633C1D-6BA8-FADD-23C7-3C0EF5D21DF8}"/>
              </a:ext>
              <a:ext uri="{C183D7F6-B498-43B3-948B-1728B52AA6E4}">
                <adec:decorative xmlns:adec="http://schemas.microsoft.com/office/drawing/2017/decorative" val="1"/>
              </a:ext>
            </a:extLst>
          </p:cNvPr>
          <p:cNvGrpSpPr/>
          <p:nvPr userDrawn="1"/>
        </p:nvGrpSpPr>
        <p:grpSpPr>
          <a:xfrm>
            <a:off x="0" y="0"/>
            <a:ext cx="12192000" cy="6857999"/>
            <a:chOff x="0" y="0"/>
            <a:chExt cx="12192000" cy="6857999"/>
          </a:xfrm>
        </p:grpSpPr>
        <p:pic>
          <p:nvPicPr>
            <p:cNvPr id="2" name="Picture 1">
              <a:extLst>
                <a:ext uri="{FF2B5EF4-FFF2-40B4-BE49-F238E27FC236}">
                  <a16:creationId xmlns:a16="http://schemas.microsoft.com/office/drawing/2014/main" id="{E8153CB7-5782-1038-8AFC-22E9CF38D212}"/>
                </a:ext>
                <a:ext uri="{C183D7F6-B498-43B3-948B-1728B52AA6E4}">
                  <adec:decorative xmlns:adec="http://schemas.microsoft.com/office/drawing/2017/decorative" val="1"/>
                </a:ext>
              </a:extLst>
            </p:cNvPr>
            <p:cNvPicPr>
              <a:picLocks noChangeAspect="1"/>
            </p:cNvPicPr>
            <p:nvPr/>
          </p:nvPicPr>
          <p:blipFill>
            <a:blip r:embed="rId2"/>
            <a:srcRect/>
            <a:stretch/>
          </p:blipFill>
          <p:spPr>
            <a:xfrm>
              <a:off x="0" y="0"/>
              <a:ext cx="12191999" cy="6857999"/>
            </a:xfrm>
            <a:prstGeom prst="rect">
              <a:avLst/>
            </a:prstGeom>
          </p:spPr>
        </p:pic>
        <p:grpSp>
          <p:nvGrpSpPr>
            <p:cNvPr id="12" name="Nav bar">
              <a:extLst>
                <a:ext uri="{FF2B5EF4-FFF2-40B4-BE49-F238E27FC236}">
                  <a16:creationId xmlns:a16="http://schemas.microsoft.com/office/drawing/2014/main" id="{4ADAC638-92D4-96CC-3CA9-257AAB4928B6}"/>
                </a:ext>
                <a:ext uri="{C183D7F6-B498-43B3-948B-1728B52AA6E4}">
                  <adec:decorative xmlns:adec="http://schemas.microsoft.com/office/drawing/2017/decorative" val="1"/>
                </a:ext>
              </a:extLst>
            </p:cNvPr>
            <p:cNvGrpSpPr/>
            <p:nvPr/>
          </p:nvGrpSpPr>
          <p:grpSpPr>
            <a:xfrm>
              <a:off x="10794205" y="6423682"/>
              <a:ext cx="1397795" cy="434250"/>
              <a:chOff x="10794205" y="6423682"/>
              <a:chExt cx="1397795" cy="434250"/>
            </a:xfrm>
          </p:grpSpPr>
          <p:sp>
            <p:nvSpPr>
              <p:cNvPr id="13" name="Rectangle: Single Corner Rounded 12">
                <a:extLst>
                  <a:ext uri="{FF2B5EF4-FFF2-40B4-BE49-F238E27FC236}">
                    <a16:creationId xmlns:a16="http://schemas.microsoft.com/office/drawing/2014/main" id="{4679600F-DF56-9595-0E8E-B4C9207D55B0}"/>
                  </a:ext>
                </a:extLst>
              </p:cNvPr>
              <p:cNvSpPr/>
              <p:nvPr/>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14" name="Straight Connector 13">
                <a:extLst>
                  <a:ext uri="{FF2B5EF4-FFF2-40B4-BE49-F238E27FC236}">
                    <a16:creationId xmlns:a16="http://schemas.microsoft.com/office/drawing/2014/main" id="{CAD2145B-8C2D-02D8-D36D-7488E09C9809}"/>
                  </a:ext>
                  <a:ext uri="{C183D7F6-B498-43B3-948B-1728B52AA6E4}">
                    <adec:decorative xmlns:adec="http://schemas.microsoft.com/office/drawing/2017/decorative" val="1"/>
                  </a:ext>
                </a:extLst>
              </p:cNvPr>
              <p:cNvCxnSpPr>
                <a:cxnSpLocks/>
              </p:cNvCxnSpPr>
              <p:nvPr/>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5" name="Isosceles Triangle 14">
                <a:hlinkClick r:id="" action="ppaction://hlinkshowjump?jump=previousslide"/>
                <a:extLst>
                  <a:ext uri="{FF2B5EF4-FFF2-40B4-BE49-F238E27FC236}">
                    <a16:creationId xmlns:a16="http://schemas.microsoft.com/office/drawing/2014/main" id="{9BE4C488-67CE-E009-9476-B9596E7D522D}"/>
                  </a:ext>
                </a:extLst>
              </p:cNvPr>
              <p:cNvSpPr/>
              <p:nvPr/>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6" name="Isosceles Triangle 15">
                <a:hlinkClick r:id="" action="ppaction://hlinkshowjump?jump=nextslide"/>
                <a:extLst>
                  <a:ext uri="{FF2B5EF4-FFF2-40B4-BE49-F238E27FC236}">
                    <a16:creationId xmlns:a16="http://schemas.microsoft.com/office/drawing/2014/main" id="{74E656B7-4380-4B26-06E6-2BC4006A439B}"/>
                  </a:ext>
                </a:extLst>
              </p:cNvPr>
              <p:cNvSpPr/>
              <p:nvPr/>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7" name="Graphic 16" descr="Home outline">
                <a:hlinkClick r:id="" action="ppaction://noaction"/>
                <a:extLst>
                  <a:ext uri="{FF2B5EF4-FFF2-40B4-BE49-F238E27FC236}">
                    <a16:creationId xmlns:a16="http://schemas.microsoft.com/office/drawing/2014/main" id="{9DD9021A-8401-5EC7-9DFF-7080B633CFF5}"/>
                  </a:ext>
                </a:extLst>
              </p:cNvPr>
              <p:cNvPicPr>
                <a:picLocks noChangeAspect="1"/>
              </p:cNvPicPr>
              <p:nvPr/>
            </p:nvPicPr>
            <p:blipFill>
              <a:blip r:embed="rId3">
                <a:extLst>
                  <a:ext uri="{96DAC541-7B7A-43D3-8B79-37D633B846F1}">
                    <asvg:svgBlip xmlns:asvg="http://schemas.microsoft.com/office/drawing/2016/SVG/main" r:embed="rId4"/>
                  </a:ext>
                </a:extLst>
              </a:blip>
              <a:srcRect l="69" r="69"/>
              <a:stretch/>
            </p:blipFill>
            <p:spPr>
              <a:xfrm>
                <a:off x="10995722" y="6495372"/>
                <a:ext cx="290467" cy="290871"/>
              </a:xfrm>
              <a:prstGeom prst="rect">
                <a:avLst/>
              </a:prstGeom>
            </p:spPr>
          </p:pic>
        </p:grpSp>
      </p:grpSp>
      <p:pic>
        <p:nvPicPr>
          <p:cNvPr id="22" name="Picture 21">
            <a:extLst>
              <a:ext uri="{FF2B5EF4-FFF2-40B4-BE49-F238E27FC236}">
                <a16:creationId xmlns:a16="http://schemas.microsoft.com/office/drawing/2014/main" id="{0741831B-78D2-FE2C-2DBF-0ABC59D6B84B}"/>
              </a:ext>
              <a:ext uri="{C183D7F6-B498-43B3-948B-1728B52AA6E4}">
                <adec:decorative xmlns:adec="http://schemas.microsoft.com/office/drawing/2017/decorative" val="1"/>
              </a:ext>
            </a:extLst>
          </p:cNvPr>
          <p:cNvPicPr>
            <a:picLocks noChangeAspect="1"/>
          </p:cNvPicPr>
          <p:nvPr userDrawn="1"/>
        </p:nvPicPr>
        <p:blipFill>
          <a:blip r:embed="rId5"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sp>
        <p:nvSpPr>
          <p:cNvPr id="7" name="Title 6">
            <a:extLst>
              <a:ext uri="{FF2B5EF4-FFF2-40B4-BE49-F238E27FC236}">
                <a16:creationId xmlns:a16="http://schemas.microsoft.com/office/drawing/2014/main" id="{94584EB2-E663-4E79-1330-9D1AE176D89B}"/>
              </a:ext>
            </a:extLst>
          </p:cNvPr>
          <p:cNvSpPr>
            <a:spLocks noGrp="1"/>
          </p:cNvSpPr>
          <p:nvPr>
            <p:ph type="title"/>
          </p:nvPr>
        </p:nvSpPr>
        <p:spPr/>
        <p:txBody>
          <a:bodyPr/>
          <a:lstStyle/>
          <a:p>
            <a:r>
              <a:rPr lang="en-US"/>
              <a:t>Click to edit Master title style</a:t>
            </a:r>
          </a:p>
        </p:txBody>
      </p:sp>
      <p:sp>
        <p:nvSpPr>
          <p:cNvPr id="3" name="Text Placeholder 2">
            <a:extLst>
              <a:ext uri="{FF2B5EF4-FFF2-40B4-BE49-F238E27FC236}">
                <a16:creationId xmlns:a16="http://schemas.microsoft.com/office/drawing/2014/main" id="{47054975-9B72-B5D8-DC2C-2A1B1887D311}"/>
              </a:ext>
            </a:extLst>
          </p:cNvPr>
          <p:cNvSpPr>
            <a:spLocks noGrp="1"/>
          </p:cNvSpPr>
          <p:nvPr>
            <p:ph type="body" sz="quarter" idx="11" hasCustomPrompt="1"/>
          </p:nvPr>
        </p:nvSpPr>
        <p:spPr>
          <a:xfrm>
            <a:off x="574675" y="941388"/>
            <a:ext cx="11018520" cy="323165"/>
          </a:xfrm>
        </p:spPr>
        <p:txBody>
          <a:bodyPr vert="horz" wrap="square" lIns="0" tIns="45720" rIns="0" bIns="0" rtlCol="0">
            <a:spAutoFit/>
          </a:bodyPr>
          <a:lstStyle>
            <a:lvl1pPr>
              <a:defRPr lang="en-US" dirty="0">
                <a:latin typeface="+mn-lt"/>
              </a:defRPr>
            </a:lvl1pPr>
          </a:lstStyle>
          <a:p>
            <a:pPr lvl="0"/>
            <a:r>
              <a:rPr lang="en-US"/>
              <a:t>Subtitle</a:t>
            </a:r>
          </a:p>
        </p:txBody>
      </p:sp>
      <p:grpSp>
        <p:nvGrpSpPr>
          <p:cNvPr id="5" name="Group 4">
            <a:extLst>
              <a:ext uri="{FF2B5EF4-FFF2-40B4-BE49-F238E27FC236}">
                <a16:creationId xmlns:a16="http://schemas.microsoft.com/office/drawing/2014/main" id="{6049FB37-D050-B6AE-B344-63786F2F2FE7}"/>
              </a:ext>
            </a:extLst>
          </p:cNvPr>
          <p:cNvGrpSpPr/>
          <p:nvPr userDrawn="1"/>
        </p:nvGrpSpPr>
        <p:grpSpPr>
          <a:xfrm>
            <a:off x="10794205" y="6423682"/>
            <a:ext cx="1397795" cy="434250"/>
            <a:chOff x="10794205" y="6423682"/>
            <a:chExt cx="1397795" cy="434250"/>
          </a:xfrm>
        </p:grpSpPr>
        <p:sp>
          <p:nvSpPr>
            <p:cNvPr id="6" name="Rectangle: Single Corner Rounded 5">
              <a:extLst>
                <a:ext uri="{FF2B5EF4-FFF2-40B4-BE49-F238E27FC236}">
                  <a16:creationId xmlns:a16="http://schemas.microsoft.com/office/drawing/2014/main" id="{D347E541-38DF-EA2C-DDC5-EAC8281DF133}"/>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8" name="Straight Connector 7">
              <a:extLst>
                <a:ext uri="{FF2B5EF4-FFF2-40B4-BE49-F238E27FC236}">
                  <a16:creationId xmlns:a16="http://schemas.microsoft.com/office/drawing/2014/main" id="{3FF76887-0AB8-723F-593A-10531695DA93}"/>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9" name="Isosceles Triangle 8">
              <a:hlinkClick r:id="" action="ppaction://hlinkshowjump?jump=previousslide"/>
              <a:extLst>
                <a:ext uri="{FF2B5EF4-FFF2-40B4-BE49-F238E27FC236}">
                  <a16:creationId xmlns:a16="http://schemas.microsoft.com/office/drawing/2014/main" id="{7595693F-A3A0-A117-58DB-DB9E89BED6E7}"/>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0" name="Isosceles Triangle 9">
              <a:hlinkClick r:id="" action="ppaction://hlinkshowjump?jump=nextslide"/>
              <a:extLst>
                <a:ext uri="{FF2B5EF4-FFF2-40B4-BE49-F238E27FC236}">
                  <a16:creationId xmlns:a16="http://schemas.microsoft.com/office/drawing/2014/main" id="{0FBEF17A-BF03-1990-BE2D-AB6819D6E232}"/>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1" name="Graphic 10" descr="Home outline">
              <a:hlinkClick r:id="" action="ppaction://noaction"/>
              <a:extLst>
                <a:ext uri="{FF2B5EF4-FFF2-40B4-BE49-F238E27FC236}">
                  <a16:creationId xmlns:a16="http://schemas.microsoft.com/office/drawing/2014/main" id="{3C097CEF-3A0C-DBF3-7A09-CDA071D15794}"/>
                </a:ext>
              </a:extLst>
            </p:cNvPr>
            <p:cNvPicPr>
              <a:picLocks noChangeAspect="1"/>
            </p:cNvPicPr>
            <p:nvPr userDrawn="1"/>
          </p:nvPicPr>
          <p:blipFill>
            <a:blip r:embed="rId3">
              <a:extLst>
                <a:ext uri="{96DAC541-7B7A-43D3-8B79-37D633B846F1}">
                  <asvg:svgBlip xmlns:asvg="http://schemas.microsoft.com/office/drawing/2016/SVG/main" r:embed="rId4"/>
                </a:ext>
              </a:extLst>
            </a:blip>
            <a:srcRect l="69" r="69"/>
            <a:stretch/>
          </p:blipFill>
          <p:spPr>
            <a:xfrm>
              <a:off x="10995722" y="6495372"/>
              <a:ext cx="290467" cy="290871"/>
            </a:xfrm>
            <a:prstGeom prst="rect">
              <a:avLst/>
            </a:prstGeom>
          </p:spPr>
        </p:pic>
      </p:grpSp>
    </p:spTree>
    <p:extLst>
      <p:ext uri="{BB962C8B-B14F-4D97-AF65-F5344CB8AC3E}">
        <p14:creationId xmlns:p14="http://schemas.microsoft.com/office/powerpoint/2010/main" val="224393858"/>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740">
          <p15:clr>
            <a:srgbClr val="5ACBF0"/>
          </p15:clr>
        </p15:guide>
      </p15:sldGuideLst>
    </p:ext>
  </p:extLst>
</p:sldLayout>
</file>

<file path=ppt/slideLayouts/slideLayout310.xml><?xml version="1.0" encoding="utf-8"?>
<p:sldLayout xmlns:a="http://schemas.openxmlformats.org/drawingml/2006/main" xmlns:r="http://schemas.openxmlformats.org/officeDocument/2006/relationships" xmlns:p="http://schemas.openxmlformats.org/presentationml/2006/main" preserve="1">
  <p:cSld name="Title Only - left sid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4" y="2875002"/>
            <a:ext cx="4127692" cy="1107996"/>
          </a:xfrm>
        </p:spPr>
        <p:txBody>
          <a:bodyPr wrap="square" anchor="ctr">
            <a:spAutoFit/>
          </a:bodyPr>
          <a:lstStyle/>
          <a:p>
            <a:r>
              <a:rPr lang="en-US"/>
              <a:t>Click to edit Master title style</a:t>
            </a:r>
          </a:p>
        </p:txBody>
      </p:sp>
      <p:grpSp>
        <p:nvGrpSpPr>
          <p:cNvPr id="3" name="Group 2">
            <a:extLst>
              <a:ext uri="{FF2B5EF4-FFF2-40B4-BE49-F238E27FC236}">
                <a16:creationId xmlns:a16="http://schemas.microsoft.com/office/drawing/2014/main" id="{7DCF946B-B492-52BE-F1E3-4B96EB1863B4}"/>
              </a:ext>
            </a:extLst>
          </p:cNvPr>
          <p:cNvGrpSpPr/>
          <p:nvPr userDrawn="1"/>
        </p:nvGrpSpPr>
        <p:grpSpPr>
          <a:xfrm>
            <a:off x="10794205" y="6423682"/>
            <a:ext cx="1397795" cy="434250"/>
            <a:chOff x="10794205" y="6423682"/>
            <a:chExt cx="1397795" cy="434250"/>
          </a:xfrm>
        </p:grpSpPr>
        <p:sp>
          <p:nvSpPr>
            <p:cNvPr id="4" name="Rectangle: Single Corner Rounded 3">
              <a:extLst>
                <a:ext uri="{FF2B5EF4-FFF2-40B4-BE49-F238E27FC236}">
                  <a16:creationId xmlns:a16="http://schemas.microsoft.com/office/drawing/2014/main" id="{F37FB0E8-734C-35D4-6948-38837E02BBA4}"/>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5" name="Straight Connector 4">
              <a:extLst>
                <a:ext uri="{FF2B5EF4-FFF2-40B4-BE49-F238E27FC236}">
                  <a16:creationId xmlns:a16="http://schemas.microsoft.com/office/drawing/2014/main" id="{54A62491-E7F1-5656-FB87-5848970665C2}"/>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Isosceles Triangle 5">
              <a:hlinkClick r:id="" action="ppaction://hlinkshowjump?jump=previousslide"/>
              <a:extLst>
                <a:ext uri="{FF2B5EF4-FFF2-40B4-BE49-F238E27FC236}">
                  <a16:creationId xmlns:a16="http://schemas.microsoft.com/office/drawing/2014/main" id="{DB2B1327-8AE6-4301-48EC-9A935FB0593D}"/>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7" name="Isosceles Triangle 6">
              <a:hlinkClick r:id="" action="ppaction://hlinkshowjump?jump=nextslide"/>
              <a:extLst>
                <a:ext uri="{FF2B5EF4-FFF2-40B4-BE49-F238E27FC236}">
                  <a16:creationId xmlns:a16="http://schemas.microsoft.com/office/drawing/2014/main" id="{8DD5E913-33DA-06C0-BBBC-9042727791C3}"/>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8" name="Graphic 7" descr="Home outline">
              <a:hlinkClick r:id="" action="ppaction://noaction"/>
              <a:extLst>
                <a:ext uri="{FF2B5EF4-FFF2-40B4-BE49-F238E27FC236}">
                  <a16:creationId xmlns:a16="http://schemas.microsoft.com/office/drawing/2014/main" id="{96AB3D37-BB7C-92DA-96B8-675EAC103030}"/>
                </a:ext>
              </a:extLst>
            </p:cNvPr>
            <p:cNvPicPr>
              <a:picLocks noChangeAspect="1"/>
            </p:cNvPicPr>
            <p:nvPr userDrawn="1"/>
          </p:nvPicPr>
          <p:blipFill>
            <a:blip r:embed="rId2">
              <a:extLst>
                <a:ext uri="{96DAC541-7B7A-43D3-8B79-37D633B846F1}">
                  <asvg:svgBlip xmlns:asvg="http://schemas.microsoft.com/office/drawing/2016/SVG/main" r:embed="rId3"/>
                </a:ext>
              </a:extLst>
            </a:blip>
            <a:srcRect l="69" r="69"/>
            <a:stretch/>
          </p:blipFill>
          <p:spPr>
            <a:xfrm>
              <a:off x="10995722" y="6495372"/>
              <a:ext cx="290467" cy="290871"/>
            </a:xfrm>
            <a:prstGeom prst="rect">
              <a:avLst/>
            </a:prstGeom>
          </p:spPr>
        </p:pic>
      </p:grpSp>
    </p:spTree>
    <p:extLst>
      <p:ext uri="{BB962C8B-B14F-4D97-AF65-F5344CB8AC3E}">
        <p14:creationId xmlns:p14="http://schemas.microsoft.com/office/powerpoint/2010/main" val="15066138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guide id="32" orient="horz" pos="2160">
          <p15:clr>
            <a:srgbClr val="5ACBF0"/>
          </p15:clr>
        </p15:guide>
        <p15:guide id="33" pos="2976">
          <p15:clr>
            <a:srgbClr val="5ACBF0"/>
          </p15:clr>
        </p15:guide>
        <p15:guide id="34" pos="3336">
          <p15:clr>
            <a:srgbClr val="5ACBF0"/>
          </p15:clr>
        </p15:guide>
      </p15:sldGuideLst>
    </p:ext>
  </p:extLst>
</p:sldLayout>
</file>

<file path=ppt/slideLayouts/slideLayout311.xml><?xml version="1.0" encoding="utf-8"?>
<p:sldLayout xmlns:a="http://schemas.openxmlformats.org/drawingml/2006/main" xmlns:r="http://schemas.openxmlformats.org/officeDocument/2006/relationships" xmlns:p="http://schemas.openxmlformats.org/presentationml/2006/main" preserve="1" userDrawn="1">
  <p:cSld name="Half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a:xfrm>
            <a:off x="576072" y="512064"/>
            <a:ext cx="5219891" cy="430887"/>
          </a:xfrm>
        </p:spPr>
        <p:txBody>
          <a:bodyPr/>
          <a:lstStyle/>
          <a:p>
            <a:r>
              <a:rPr lang="en-US"/>
              <a:t>Click to edit Master title style</a:t>
            </a:r>
          </a:p>
        </p:txBody>
      </p:sp>
      <p:sp>
        <p:nvSpPr>
          <p:cNvPr id="4" name="Text Placeholder 4">
            <a:extLst>
              <a:ext uri="{FF2B5EF4-FFF2-40B4-BE49-F238E27FC236}">
                <a16:creationId xmlns:a16="http://schemas.microsoft.com/office/drawing/2014/main" id="{CE607471-1714-DF09-D946-DE3D04781CEF}"/>
              </a:ext>
            </a:extLst>
          </p:cNvPr>
          <p:cNvSpPr>
            <a:spLocks noGrp="1"/>
          </p:cNvSpPr>
          <p:nvPr>
            <p:ph type="body" sz="quarter" idx="11" hasCustomPrompt="1"/>
          </p:nvPr>
        </p:nvSpPr>
        <p:spPr>
          <a:xfrm>
            <a:off x="576072" y="342645"/>
            <a:ext cx="5219891" cy="184666"/>
          </a:xfr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6" name="Group 5">
            <a:extLst>
              <a:ext uri="{FF2B5EF4-FFF2-40B4-BE49-F238E27FC236}">
                <a16:creationId xmlns:a16="http://schemas.microsoft.com/office/drawing/2014/main" id="{4D291AF1-D1C7-9DE1-A734-C79DE2BF5EFB}"/>
              </a:ext>
            </a:extLst>
          </p:cNvPr>
          <p:cNvGrpSpPr/>
          <p:nvPr userDrawn="1"/>
        </p:nvGrpSpPr>
        <p:grpSpPr>
          <a:xfrm>
            <a:off x="10794205" y="6423682"/>
            <a:ext cx="1397795" cy="434250"/>
            <a:chOff x="10794205" y="6423682"/>
            <a:chExt cx="1397795" cy="434250"/>
          </a:xfrm>
        </p:grpSpPr>
        <p:sp>
          <p:nvSpPr>
            <p:cNvPr id="7" name="Rectangle: Single Corner Rounded 6">
              <a:extLst>
                <a:ext uri="{FF2B5EF4-FFF2-40B4-BE49-F238E27FC236}">
                  <a16:creationId xmlns:a16="http://schemas.microsoft.com/office/drawing/2014/main" id="{C5D21DE4-670C-26C3-0392-603F32FEAD7B}"/>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8" name="Straight Connector 7">
              <a:extLst>
                <a:ext uri="{FF2B5EF4-FFF2-40B4-BE49-F238E27FC236}">
                  <a16:creationId xmlns:a16="http://schemas.microsoft.com/office/drawing/2014/main" id="{3D2C99BD-BA0E-1D4B-4FAE-7353E208C980}"/>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9" name="Isosceles Triangle 8">
              <a:hlinkClick r:id="" action="ppaction://hlinkshowjump?jump=previousslide"/>
              <a:extLst>
                <a:ext uri="{FF2B5EF4-FFF2-40B4-BE49-F238E27FC236}">
                  <a16:creationId xmlns:a16="http://schemas.microsoft.com/office/drawing/2014/main" id="{FAC68E17-C664-96A5-06C7-55129A6CB620}"/>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0" name="Isosceles Triangle 9">
              <a:hlinkClick r:id="" action="ppaction://hlinkshowjump?jump=nextslide"/>
              <a:extLst>
                <a:ext uri="{FF2B5EF4-FFF2-40B4-BE49-F238E27FC236}">
                  <a16:creationId xmlns:a16="http://schemas.microsoft.com/office/drawing/2014/main" id="{F68B306C-90AF-DF27-7EB8-4CC31D20A890}"/>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1" name="Graphic 10" descr="Home outline">
              <a:hlinkClick r:id="" action="ppaction://noaction"/>
              <a:extLst>
                <a:ext uri="{FF2B5EF4-FFF2-40B4-BE49-F238E27FC236}">
                  <a16:creationId xmlns:a16="http://schemas.microsoft.com/office/drawing/2014/main" id="{6D6DC42C-17E4-3FF2-7BA2-072658E93FDB}"/>
                </a:ext>
              </a:extLst>
            </p:cNvPr>
            <p:cNvPicPr>
              <a:picLocks noChangeAspect="1"/>
            </p:cNvPicPr>
            <p:nvPr userDrawn="1"/>
          </p:nvPicPr>
          <p:blipFill>
            <a:blip r:embed="rId2">
              <a:extLst>
                <a:ext uri="{96DAC541-7B7A-43D3-8B79-37D633B846F1}">
                  <asvg:svgBlip xmlns:asvg="http://schemas.microsoft.com/office/drawing/2016/SVG/main" r:embed="rId3"/>
                </a:ext>
              </a:extLst>
            </a:blip>
            <a:srcRect l="69" r="69"/>
            <a:stretch/>
          </p:blipFill>
          <p:spPr>
            <a:xfrm>
              <a:off x="10995722" y="6495372"/>
              <a:ext cx="290467" cy="290871"/>
            </a:xfrm>
            <a:prstGeom prst="rect">
              <a:avLst/>
            </a:prstGeom>
          </p:spPr>
        </p:pic>
      </p:grpSp>
    </p:spTree>
    <p:extLst>
      <p:ext uri="{BB962C8B-B14F-4D97-AF65-F5344CB8AC3E}">
        <p14:creationId xmlns:p14="http://schemas.microsoft.com/office/powerpoint/2010/main" val="1400433534"/>
      </p:ext>
    </p:extLst>
  </p:cSld>
  <p:clrMapOvr>
    <a:masterClrMapping/>
  </p:clrMapOvr>
  <p:transition>
    <p:fade/>
  </p:transition>
  <p:extLst>
    <p:ext uri="{DCECCB84-F9BA-43D5-87BE-67443E8EF086}">
      <p15:sldGuideLst xmlns:p15="http://schemas.microsoft.com/office/powerpoint/2012/main">
        <p15:guide id="1" orient="horz" pos="312">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312.xml><?xml version="1.0" encoding="utf-8"?>
<p:sldLayout xmlns:a="http://schemas.openxmlformats.org/drawingml/2006/main" xmlns:r="http://schemas.openxmlformats.org/officeDocument/2006/relationships" xmlns:p="http://schemas.openxmlformats.org/presentationml/2006/main" preserve="1" userDrawn="1">
  <p:cSld name="Third content on bei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0251FF2-9BAA-90D6-CB54-C5329CC65C30}"/>
              </a:ext>
            </a:extLst>
          </p:cNvPr>
          <p:cNvSpPr/>
          <p:nvPr userDrawn="1"/>
        </p:nvSpPr>
        <p:spPr bwMode="auto">
          <a:xfrm>
            <a:off x="0" y="0"/>
            <a:ext cx="4267200"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a:xfrm>
            <a:off x="576073" y="512064"/>
            <a:ext cx="3383468" cy="430887"/>
          </a:xfrm>
        </p:spPr>
        <p:txBody>
          <a:bodyPr/>
          <a:lstStyle/>
          <a:p>
            <a:r>
              <a:rPr lang="en-US"/>
              <a:t>Click to edit Master title style</a:t>
            </a:r>
          </a:p>
        </p:txBody>
      </p:sp>
      <p:sp>
        <p:nvSpPr>
          <p:cNvPr id="4" name="Text Placeholder 4">
            <a:extLst>
              <a:ext uri="{FF2B5EF4-FFF2-40B4-BE49-F238E27FC236}">
                <a16:creationId xmlns:a16="http://schemas.microsoft.com/office/drawing/2014/main" id="{CE607471-1714-DF09-D946-DE3D04781CEF}"/>
              </a:ext>
            </a:extLst>
          </p:cNvPr>
          <p:cNvSpPr>
            <a:spLocks noGrp="1"/>
          </p:cNvSpPr>
          <p:nvPr>
            <p:ph type="body" sz="quarter" idx="11" hasCustomPrompt="1"/>
          </p:nvPr>
        </p:nvSpPr>
        <p:spPr>
          <a:xfrm>
            <a:off x="576073" y="342645"/>
            <a:ext cx="3383468" cy="184666"/>
          </a:xfrm>
        </p:spPr>
        <p:txBody>
          <a:bodyPr/>
          <a:lstStyle>
            <a:lvl1pPr marL="0" indent="0">
              <a:buNone/>
              <a:defRPr sz="1200" cap="all" baseline="0">
                <a:solidFill>
                  <a:schemeClr val="accent2"/>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1" y="2063750"/>
            <a:ext cx="3378200" cy="42052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7">
            <a:extLst>
              <a:ext uri="{FF2B5EF4-FFF2-40B4-BE49-F238E27FC236}">
                <a16:creationId xmlns:a16="http://schemas.microsoft.com/office/drawing/2014/main" id="{F451F660-2F9C-4A68-3EFD-A23EBCEED81F}"/>
              </a:ext>
            </a:extLst>
          </p:cNvPr>
          <p:cNvSpPr>
            <a:spLocks noGrp="1"/>
          </p:cNvSpPr>
          <p:nvPr>
            <p:ph type="sldNum" sz="quarter" idx="4"/>
          </p:nvPr>
        </p:nvSpPr>
        <p:spPr>
          <a:xfrm>
            <a:off x="576072" y="6413092"/>
            <a:ext cx="65" cy="153888"/>
          </a:xfrm>
          <a:prstGeom prst="rect">
            <a:avLst/>
          </a:prstGeom>
        </p:spPr>
        <p:txBody>
          <a:bodyPr vert="horz" wrap="none" lIns="0" tIns="0" rIns="0" bIns="0" rtlCol="0" anchor="b" anchorCtr="0">
            <a:spAutoFit/>
          </a:bodyPr>
          <a:lstStyle>
            <a:lvl1pPr algn="l">
              <a:defRPr sz="1000">
                <a:solidFill>
                  <a:schemeClr val="tx1">
                    <a:tint val="82000"/>
                  </a:schemeClr>
                </a:solidFill>
              </a:defRPr>
            </a:lvl1pPr>
          </a:lstStyle>
          <a:p>
            <a:endParaRPr lang="en-US"/>
          </a:p>
        </p:txBody>
      </p:sp>
      <p:grpSp>
        <p:nvGrpSpPr>
          <p:cNvPr id="8" name="Group 7">
            <a:extLst>
              <a:ext uri="{FF2B5EF4-FFF2-40B4-BE49-F238E27FC236}">
                <a16:creationId xmlns:a16="http://schemas.microsoft.com/office/drawing/2014/main" id="{A18A90D0-A4F5-5E07-B415-0D62C303332D}"/>
              </a:ext>
            </a:extLst>
          </p:cNvPr>
          <p:cNvGrpSpPr/>
          <p:nvPr userDrawn="1"/>
        </p:nvGrpSpPr>
        <p:grpSpPr>
          <a:xfrm>
            <a:off x="10794205" y="6423682"/>
            <a:ext cx="1397795" cy="434250"/>
            <a:chOff x="10794205" y="6423682"/>
            <a:chExt cx="1397795" cy="434250"/>
          </a:xfrm>
        </p:grpSpPr>
        <p:sp>
          <p:nvSpPr>
            <p:cNvPr id="9" name="Rectangle: Single Corner Rounded 8">
              <a:extLst>
                <a:ext uri="{FF2B5EF4-FFF2-40B4-BE49-F238E27FC236}">
                  <a16:creationId xmlns:a16="http://schemas.microsoft.com/office/drawing/2014/main" id="{275EC71C-189E-90D1-20FB-64B207C6B22D}"/>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10" name="Straight Connector 9">
              <a:extLst>
                <a:ext uri="{FF2B5EF4-FFF2-40B4-BE49-F238E27FC236}">
                  <a16:creationId xmlns:a16="http://schemas.microsoft.com/office/drawing/2014/main" id="{B9A674FB-DA6E-1EBE-18DD-57BE21078F5C}"/>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1" name="Isosceles Triangle 10">
              <a:hlinkClick r:id="" action="ppaction://hlinkshowjump?jump=previousslide"/>
              <a:extLst>
                <a:ext uri="{FF2B5EF4-FFF2-40B4-BE49-F238E27FC236}">
                  <a16:creationId xmlns:a16="http://schemas.microsoft.com/office/drawing/2014/main" id="{EB96DC13-8127-F44E-ADA2-669927AFA9B0}"/>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2" name="Isosceles Triangle 11">
              <a:hlinkClick r:id="" action="ppaction://hlinkshowjump?jump=nextslide"/>
              <a:extLst>
                <a:ext uri="{FF2B5EF4-FFF2-40B4-BE49-F238E27FC236}">
                  <a16:creationId xmlns:a16="http://schemas.microsoft.com/office/drawing/2014/main" id="{D2CA1AA9-EF5F-2202-C63F-3B791FCB5A06}"/>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3" name="Graphic 12" descr="Home outline">
              <a:hlinkClick r:id="" action="ppaction://noaction"/>
              <a:extLst>
                <a:ext uri="{FF2B5EF4-FFF2-40B4-BE49-F238E27FC236}">
                  <a16:creationId xmlns:a16="http://schemas.microsoft.com/office/drawing/2014/main" id="{726327E9-41DA-241E-264C-99693EF35A9A}"/>
                </a:ext>
              </a:extLst>
            </p:cNvPr>
            <p:cNvPicPr>
              <a:picLocks noChangeAspect="1"/>
            </p:cNvPicPr>
            <p:nvPr userDrawn="1"/>
          </p:nvPicPr>
          <p:blipFill>
            <a:blip r:embed="rId2">
              <a:extLst>
                <a:ext uri="{96DAC541-7B7A-43D3-8B79-37D633B846F1}">
                  <asvg:svgBlip xmlns:asvg="http://schemas.microsoft.com/office/drawing/2016/SVG/main" r:embed="rId3"/>
                </a:ext>
              </a:extLst>
            </a:blip>
            <a:srcRect l="69" r="69"/>
            <a:stretch/>
          </p:blipFill>
          <p:spPr>
            <a:xfrm>
              <a:off x="10995722" y="6495372"/>
              <a:ext cx="290467" cy="290871"/>
            </a:xfrm>
            <a:prstGeom prst="rect">
              <a:avLst/>
            </a:prstGeom>
          </p:spPr>
        </p:pic>
      </p:grpSp>
    </p:spTree>
    <p:extLst>
      <p:ext uri="{BB962C8B-B14F-4D97-AF65-F5344CB8AC3E}">
        <p14:creationId xmlns:p14="http://schemas.microsoft.com/office/powerpoint/2010/main" val="2656913689"/>
      </p:ext>
    </p:extLst>
  </p:cSld>
  <p:clrMapOvr>
    <a:masterClrMapping/>
  </p:clrMapOvr>
  <p:transition>
    <p:fade/>
  </p:transition>
  <p:extLst>
    <p:ext uri="{DCECCB84-F9BA-43D5-87BE-67443E8EF086}">
      <p15:sldGuideLst xmlns:p15="http://schemas.microsoft.com/office/powerpoint/2012/main">
        <p15:guide id="1" orient="horz" pos="312">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313.xml><?xml version="1.0" encoding="utf-8"?>
<p:sldLayout xmlns:a="http://schemas.openxmlformats.org/drawingml/2006/main" xmlns:r="http://schemas.openxmlformats.org/officeDocument/2006/relationships" xmlns:p="http://schemas.openxmlformats.org/presentationml/2006/main" preserve="1" userDrawn="1">
  <p:cSld name="Third content beige and blue gradien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0E45F2B-FBCB-1B84-28EE-496686F1B43B}"/>
              </a:ext>
              <a:ext uri="{C183D7F6-B498-43B3-948B-1728B52AA6E4}">
                <adec:decorative xmlns:adec="http://schemas.microsoft.com/office/drawing/2017/decorative" val="1"/>
              </a:ext>
            </a:extLst>
          </p:cNvPr>
          <p:cNvPicPr>
            <a:picLocks noChangeAspect="1"/>
          </p:cNvPicPr>
          <p:nvPr userDrawn="1"/>
        </p:nvPicPr>
        <p:blipFill>
          <a:blip r:embed="rId2"/>
          <a:srcRect/>
          <a:stretch/>
        </p:blipFill>
        <p:spPr>
          <a:xfrm>
            <a:off x="0" y="-67"/>
            <a:ext cx="12191999" cy="6857999"/>
          </a:xfrm>
          <a:prstGeom prst="rect">
            <a:avLst/>
          </a:prstGeom>
        </p:spPr>
      </p:pic>
      <p:sp>
        <p:nvSpPr>
          <p:cNvPr id="3" name="Rectangle 2">
            <a:extLst>
              <a:ext uri="{FF2B5EF4-FFF2-40B4-BE49-F238E27FC236}">
                <a16:creationId xmlns:a16="http://schemas.microsoft.com/office/drawing/2014/main" id="{40251FF2-9BAA-90D6-CB54-C5329CC65C30}"/>
              </a:ext>
            </a:extLst>
          </p:cNvPr>
          <p:cNvSpPr/>
          <p:nvPr userDrawn="1"/>
        </p:nvSpPr>
        <p:spPr bwMode="auto">
          <a:xfrm>
            <a:off x="0" y="0"/>
            <a:ext cx="4267200"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a:xfrm>
            <a:off x="576073" y="512064"/>
            <a:ext cx="3383468" cy="430887"/>
          </a:xfrm>
        </p:spPr>
        <p:txBody>
          <a:bodyPr/>
          <a:lstStyle/>
          <a:p>
            <a:r>
              <a:rPr lang="en-US"/>
              <a:t>Click to edit Master title style</a:t>
            </a:r>
          </a:p>
        </p:txBody>
      </p:sp>
      <p:sp>
        <p:nvSpPr>
          <p:cNvPr id="4" name="Text Placeholder 4">
            <a:extLst>
              <a:ext uri="{FF2B5EF4-FFF2-40B4-BE49-F238E27FC236}">
                <a16:creationId xmlns:a16="http://schemas.microsoft.com/office/drawing/2014/main" id="{CE607471-1714-DF09-D946-DE3D04781CEF}"/>
              </a:ext>
            </a:extLst>
          </p:cNvPr>
          <p:cNvSpPr>
            <a:spLocks noGrp="1"/>
          </p:cNvSpPr>
          <p:nvPr>
            <p:ph type="body" sz="quarter" idx="11" hasCustomPrompt="1"/>
          </p:nvPr>
        </p:nvSpPr>
        <p:spPr>
          <a:xfrm>
            <a:off x="576073" y="342645"/>
            <a:ext cx="3383468" cy="184666"/>
          </a:xfrm>
        </p:spPr>
        <p:txBody>
          <a:bodyPr/>
          <a:lstStyle>
            <a:lvl1pPr marL="0" indent="0">
              <a:buNone/>
              <a:defRPr sz="1200" cap="all" baseline="0">
                <a:solidFill>
                  <a:schemeClr val="accent2"/>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1" y="2063750"/>
            <a:ext cx="3378200" cy="42052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9" name="Group 8">
            <a:extLst>
              <a:ext uri="{FF2B5EF4-FFF2-40B4-BE49-F238E27FC236}">
                <a16:creationId xmlns:a16="http://schemas.microsoft.com/office/drawing/2014/main" id="{C502BB36-D16D-52BC-AF02-0BE11206951E}"/>
              </a:ext>
            </a:extLst>
          </p:cNvPr>
          <p:cNvGrpSpPr/>
          <p:nvPr userDrawn="1"/>
        </p:nvGrpSpPr>
        <p:grpSpPr>
          <a:xfrm>
            <a:off x="10794205" y="6423682"/>
            <a:ext cx="1397795" cy="434250"/>
            <a:chOff x="10794205" y="6423682"/>
            <a:chExt cx="1397795" cy="434250"/>
          </a:xfrm>
        </p:grpSpPr>
        <p:sp>
          <p:nvSpPr>
            <p:cNvPr id="10" name="Rectangle: Single Corner Rounded 9">
              <a:extLst>
                <a:ext uri="{FF2B5EF4-FFF2-40B4-BE49-F238E27FC236}">
                  <a16:creationId xmlns:a16="http://schemas.microsoft.com/office/drawing/2014/main" id="{DD795FA7-BE29-0654-08E3-D138BCFE03BD}"/>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11" name="Straight Connector 10">
              <a:extLst>
                <a:ext uri="{FF2B5EF4-FFF2-40B4-BE49-F238E27FC236}">
                  <a16:creationId xmlns:a16="http://schemas.microsoft.com/office/drawing/2014/main" id="{852DA06E-4C5D-6D9B-3126-CF1E2D1BA7A2}"/>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2" name="Isosceles Triangle 11">
              <a:hlinkClick r:id="" action="ppaction://hlinkshowjump?jump=previousslide"/>
              <a:extLst>
                <a:ext uri="{FF2B5EF4-FFF2-40B4-BE49-F238E27FC236}">
                  <a16:creationId xmlns:a16="http://schemas.microsoft.com/office/drawing/2014/main" id="{AB2192AC-9997-27A4-AAF5-462602F137BE}"/>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3" name="Isosceles Triangle 12">
              <a:hlinkClick r:id="" action="ppaction://hlinkshowjump?jump=nextslide"/>
              <a:extLst>
                <a:ext uri="{FF2B5EF4-FFF2-40B4-BE49-F238E27FC236}">
                  <a16:creationId xmlns:a16="http://schemas.microsoft.com/office/drawing/2014/main" id="{7FF37E53-4D52-57A4-B3BD-61094CEB604E}"/>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4" name="Graphic 13" descr="Home outline">
              <a:hlinkClick r:id="" action="ppaction://noaction"/>
              <a:extLst>
                <a:ext uri="{FF2B5EF4-FFF2-40B4-BE49-F238E27FC236}">
                  <a16:creationId xmlns:a16="http://schemas.microsoft.com/office/drawing/2014/main" id="{069C0D11-739D-F151-FFE5-3C1349AA3EF1}"/>
                </a:ext>
              </a:extLst>
            </p:cNvPr>
            <p:cNvPicPr>
              <a:picLocks noChangeAspect="1"/>
            </p:cNvPicPr>
            <p:nvPr userDrawn="1"/>
          </p:nvPicPr>
          <p:blipFill>
            <a:blip r:embed="rId3">
              <a:extLst>
                <a:ext uri="{96DAC541-7B7A-43D3-8B79-37D633B846F1}">
                  <asvg:svgBlip xmlns:asvg="http://schemas.microsoft.com/office/drawing/2016/SVG/main" r:embed="rId4"/>
                </a:ext>
              </a:extLst>
            </a:blip>
            <a:srcRect l="69" r="69"/>
            <a:stretch/>
          </p:blipFill>
          <p:spPr>
            <a:xfrm>
              <a:off x="10995722" y="6495372"/>
              <a:ext cx="290467" cy="290871"/>
            </a:xfrm>
            <a:prstGeom prst="rect">
              <a:avLst/>
            </a:prstGeom>
          </p:spPr>
        </p:pic>
      </p:grpSp>
    </p:spTree>
    <p:extLst>
      <p:ext uri="{BB962C8B-B14F-4D97-AF65-F5344CB8AC3E}">
        <p14:creationId xmlns:p14="http://schemas.microsoft.com/office/powerpoint/2010/main" val="1717785300"/>
      </p:ext>
    </p:extLst>
  </p:cSld>
  <p:clrMapOvr>
    <a:masterClrMapping/>
  </p:clrMapOvr>
  <p:transition>
    <p:fade/>
  </p:transition>
  <p:extLst>
    <p:ext uri="{DCECCB84-F9BA-43D5-87BE-67443E8EF086}">
      <p15:sldGuideLst xmlns:p15="http://schemas.microsoft.com/office/powerpoint/2012/main">
        <p15:guide id="1" orient="horz" pos="312">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314.xml><?xml version="1.0" encoding="utf-8"?>
<p:sldLayout xmlns:a="http://schemas.openxmlformats.org/drawingml/2006/main" xmlns:r="http://schemas.openxmlformats.org/officeDocument/2006/relationships" xmlns:p="http://schemas.openxmlformats.org/presentationml/2006/main" preserve="1" userDrawn="1">
  <p:cSld name="Third content with ghosted ribbon over blue gradien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0E45F2B-FBCB-1B84-28EE-496686F1B43B}"/>
              </a:ext>
              <a:ext uri="{C183D7F6-B498-43B3-948B-1728B52AA6E4}">
                <adec:decorative xmlns:adec="http://schemas.microsoft.com/office/drawing/2017/decorative" val="1"/>
              </a:ext>
            </a:extLst>
          </p:cNvPr>
          <p:cNvPicPr>
            <a:picLocks noChangeAspect="1"/>
          </p:cNvPicPr>
          <p:nvPr userDrawn="1"/>
        </p:nvPicPr>
        <p:blipFill>
          <a:blip r:embed="rId2"/>
          <a:srcRect/>
          <a:stretch/>
        </p:blipFill>
        <p:spPr>
          <a:xfrm>
            <a:off x="0" y="0"/>
            <a:ext cx="12191999" cy="6857999"/>
          </a:xfrm>
          <a:prstGeom prst="rect">
            <a:avLst/>
          </a:prstGeom>
        </p:spPr>
      </p:pic>
      <p:sp>
        <p:nvSpPr>
          <p:cNvPr id="3" name="Rectangle 2">
            <a:extLst>
              <a:ext uri="{FF2B5EF4-FFF2-40B4-BE49-F238E27FC236}">
                <a16:creationId xmlns:a16="http://schemas.microsoft.com/office/drawing/2014/main" id="{40251FF2-9BAA-90D6-CB54-C5329CC65C30}"/>
              </a:ext>
            </a:extLst>
          </p:cNvPr>
          <p:cNvSpPr/>
          <p:nvPr userDrawn="1"/>
        </p:nvSpPr>
        <p:spPr bwMode="auto">
          <a:xfrm>
            <a:off x="0" y="0"/>
            <a:ext cx="4267200"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grpSp>
        <p:nvGrpSpPr>
          <p:cNvPr id="6" name="Group 5">
            <a:extLst>
              <a:ext uri="{FF2B5EF4-FFF2-40B4-BE49-F238E27FC236}">
                <a16:creationId xmlns:a16="http://schemas.microsoft.com/office/drawing/2014/main" id="{F329A3AC-5CEF-25BE-B13B-7D727898D002}"/>
              </a:ext>
              <a:ext uri="{C183D7F6-B498-43B3-948B-1728B52AA6E4}">
                <adec:decorative xmlns:adec="http://schemas.microsoft.com/office/drawing/2017/decorative" val="1"/>
              </a:ext>
            </a:extLst>
          </p:cNvPr>
          <p:cNvGrpSpPr/>
          <p:nvPr userDrawn="1"/>
        </p:nvGrpSpPr>
        <p:grpSpPr>
          <a:xfrm>
            <a:off x="0" y="0"/>
            <a:ext cx="4319992" cy="6858000"/>
            <a:chOff x="0" y="0"/>
            <a:chExt cx="4319992" cy="6858000"/>
          </a:xfrm>
        </p:grpSpPr>
        <p:grpSp>
          <p:nvGrpSpPr>
            <p:cNvPr id="15" name="Group 14">
              <a:extLst>
                <a:ext uri="{FF2B5EF4-FFF2-40B4-BE49-F238E27FC236}">
                  <a16:creationId xmlns:a16="http://schemas.microsoft.com/office/drawing/2014/main" id="{22D60F67-30E9-F886-ED8B-249EEAAA6ED5}"/>
                </a:ext>
                <a:ext uri="{C183D7F6-B498-43B3-948B-1728B52AA6E4}">
                  <adec:decorative xmlns:adec="http://schemas.microsoft.com/office/drawing/2017/decorative" val="1"/>
                </a:ext>
              </a:extLst>
            </p:cNvPr>
            <p:cNvGrpSpPr/>
            <p:nvPr/>
          </p:nvGrpSpPr>
          <p:grpSpPr>
            <a:xfrm>
              <a:off x="0" y="3384912"/>
              <a:ext cx="4265959" cy="3473020"/>
              <a:chOff x="1828800" y="3384912"/>
              <a:chExt cx="4265959" cy="3473020"/>
            </a:xfrm>
          </p:grpSpPr>
          <p:pic>
            <p:nvPicPr>
              <p:cNvPr id="17" name="Picture 16" descr="A close-up of a colorful spiral&#10;&#10;Description automatically generated">
                <a:extLst>
                  <a:ext uri="{FF2B5EF4-FFF2-40B4-BE49-F238E27FC236}">
                    <a16:creationId xmlns:a16="http://schemas.microsoft.com/office/drawing/2014/main" id="{C2525AD2-C126-4128-3E78-021B840345B2}"/>
                  </a:ext>
                </a:extLst>
              </p:cNvPr>
              <p:cNvPicPr>
                <a:picLocks noChangeAspect="1"/>
              </p:cNvPicPr>
              <p:nvPr/>
            </p:nvPicPr>
            <p:blipFill>
              <a:blip r:embed="rId3">
                <a:alphaModFix amt="70000"/>
              </a:blip>
              <a:srcRect l="10267" r="13378" b="10287"/>
              <a:stretch/>
            </p:blipFill>
            <p:spPr>
              <a:xfrm>
                <a:off x="1828800" y="4038532"/>
                <a:ext cx="4265959" cy="2819400"/>
              </a:xfrm>
              <a:prstGeom prst="rect">
                <a:avLst/>
              </a:prstGeom>
            </p:spPr>
          </p:pic>
          <p:sp>
            <p:nvSpPr>
              <p:cNvPr id="18" name="Rectangle 17">
                <a:extLst>
                  <a:ext uri="{FF2B5EF4-FFF2-40B4-BE49-F238E27FC236}">
                    <a16:creationId xmlns:a16="http://schemas.microsoft.com/office/drawing/2014/main" id="{23075077-CD57-1D28-C750-FA8D8A5B81E1}"/>
                  </a:ext>
                </a:extLst>
              </p:cNvPr>
              <p:cNvSpPr/>
              <p:nvPr/>
            </p:nvSpPr>
            <p:spPr bwMode="auto">
              <a:xfrm>
                <a:off x="1828800" y="3384912"/>
                <a:ext cx="4264717" cy="1464824"/>
              </a:xfrm>
              <a:prstGeom prst="rect">
                <a:avLst/>
              </a:prstGeom>
              <a:gradFill flip="none" rotWithShape="1">
                <a:gsLst>
                  <a:gs pos="0">
                    <a:srgbClr val="FFF8F3"/>
                  </a:gs>
                  <a:gs pos="97899">
                    <a:srgbClr val="FEFAF8">
                      <a:alpha val="0"/>
                    </a:srgbClr>
                  </a:gs>
                  <a:gs pos="52000">
                    <a:srgbClr val="FEFAF8">
                      <a:alpha val="50000"/>
                    </a:srgbClr>
                  </a:gs>
                </a:gsLst>
                <a:lin ang="54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grpSp>
        <p:sp>
          <p:nvSpPr>
            <p:cNvPr id="16" name="Rectangle 15">
              <a:extLst>
                <a:ext uri="{FF2B5EF4-FFF2-40B4-BE49-F238E27FC236}">
                  <a16:creationId xmlns:a16="http://schemas.microsoft.com/office/drawing/2014/main" id="{2EFE65EB-4F82-8126-1DDF-BF597C33A39A}"/>
                </a:ext>
                <a:ext uri="{C183D7F6-B498-43B3-948B-1728B52AA6E4}">
                  <adec:decorative xmlns:adec="http://schemas.microsoft.com/office/drawing/2017/decorative" val="1"/>
                </a:ext>
              </a:extLst>
            </p:cNvPr>
            <p:cNvSpPr/>
            <p:nvPr/>
          </p:nvSpPr>
          <p:spPr bwMode="auto">
            <a:xfrm>
              <a:off x="0" y="0"/>
              <a:ext cx="4319992" cy="6858000"/>
            </a:xfrm>
            <a:prstGeom prst="rect">
              <a:avLst/>
            </a:prstGeom>
            <a:gradFill>
              <a:gsLst>
                <a:gs pos="0">
                  <a:srgbClr val="FFF8F3"/>
                </a:gs>
                <a:gs pos="100000">
                  <a:srgbClr val="FFF8F3">
                    <a:alpha val="0"/>
                  </a:srgbClr>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grpSp>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a:xfrm>
            <a:off x="576073" y="512064"/>
            <a:ext cx="3383468" cy="430887"/>
          </a:xfrm>
        </p:spPr>
        <p:txBody>
          <a:bodyPr/>
          <a:lstStyle/>
          <a:p>
            <a:r>
              <a:rPr lang="en-US"/>
              <a:t>Click to edit Master title style</a:t>
            </a:r>
          </a:p>
        </p:txBody>
      </p:sp>
      <p:sp>
        <p:nvSpPr>
          <p:cNvPr id="4" name="Text Placeholder 4">
            <a:extLst>
              <a:ext uri="{FF2B5EF4-FFF2-40B4-BE49-F238E27FC236}">
                <a16:creationId xmlns:a16="http://schemas.microsoft.com/office/drawing/2014/main" id="{CE607471-1714-DF09-D946-DE3D04781CEF}"/>
              </a:ext>
            </a:extLst>
          </p:cNvPr>
          <p:cNvSpPr>
            <a:spLocks noGrp="1"/>
          </p:cNvSpPr>
          <p:nvPr>
            <p:ph type="body" sz="quarter" idx="11" hasCustomPrompt="1"/>
          </p:nvPr>
        </p:nvSpPr>
        <p:spPr>
          <a:xfrm>
            <a:off x="576073" y="342645"/>
            <a:ext cx="3383468" cy="184666"/>
          </a:xfrm>
        </p:spPr>
        <p:txBody>
          <a:bodyPr/>
          <a:lstStyle>
            <a:lvl1pPr marL="0" indent="0">
              <a:buNone/>
              <a:defRPr sz="1200" cap="all" baseline="0">
                <a:solidFill>
                  <a:schemeClr val="accent2"/>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1" y="1539260"/>
            <a:ext cx="3378200" cy="42052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9" name="Group 8">
            <a:extLst>
              <a:ext uri="{FF2B5EF4-FFF2-40B4-BE49-F238E27FC236}">
                <a16:creationId xmlns:a16="http://schemas.microsoft.com/office/drawing/2014/main" id="{E4FDF6FC-FE63-721F-1FB8-C74EA4158457}"/>
              </a:ext>
              <a:ext uri="{C183D7F6-B498-43B3-948B-1728B52AA6E4}">
                <adec:decorative xmlns:adec="http://schemas.microsoft.com/office/drawing/2017/decorative" val="1"/>
              </a:ext>
            </a:extLst>
          </p:cNvPr>
          <p:cNvGrpSpPr/>
          <p:nvPr userDrawn="1"/>
        </p:nvGrpSpPr>
        <p:grpSpPr>
          <a:xfrm>
            <a:off x="0" y="6423682"/>
            <a:ext cx="12192000" cy="434250"/>
            <a:chOff x="0" y="6423682"/>
            <a:chExt cx="12192000" cy="434250"/>
          </a:xfrm>
        </p:grpSpPr>
        <p:pic>
          <p:nvPicPr>
            <p:cNvPr id="10" name="Picture 9" descr="A colorful gradient going from darker blue on the left side to light blue to magenta to orange on the right side">
              <a:extLst>
                <a:ext uri="{FF2B5EF4-FFF2-40B4-BE49-F238E27FC236}">
                  <a16:creationId xmlns:a16="http://schemas.microsoft.com/office/drawing/2014/main" id="{FBF9CC62-B64D-CB52-B6A4-C0A30E71F4C5}"/>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grpSp>
          <p:nvGrpSpPr>
            <p:cNvPr id="11" name="Group 10">
              <a:extLst>
                <a:ext uri="{FF2B5EF4-FFF2-40B4-BE49-F238E27FC236}">
                  <a16:creationId xmlns:a16="http://schemas.microsoft.com/office/drawing/2014/main" id="{744AE002-B497-E409-80B1-CD9C3447148C}"/>
                </a:ext>
              </a:extLst>
            </p:cNvPr>
            <p:cNvGrpSpPr/>
            <p:nvPr userDrawn="1"/>
          </p:nvGrpSpPr>
          <p:grpSpPr>
            <a:xfrm>
              <a:off x="10794205" y="6423682"/>
              <a:ext cx="1397795" cy="434250"/>
              <a:chOff x="10794205" y="6423682"/>
              <a:chExt cx="1397795" cy="434250"/>
            </a:xfrm>
          </p:grpSpPr>
          <p:sp>
            <p:nvSpPr>
              <p:cNvPr id="12" name="Rectangle: Single Corner Rounded 11">
                <a:extLst>
                  <a:ext uri="{FF2B5EF4-FFF2-40B4-BE49-F238E27FC236}">
                    <a16:creationId xmlns:a16="http://schemas.microsoft.com/office/drawing/2014/main" id="{38AE289D-5EC0-DEBC-D259-02271B9346D6}"/>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13" name="Straight Connector 12">
                <a:extLst>
                  <a:ext uri="{FF2B5EF4-FFF2-40B4-BE49-F238E27FC236}">
                    <a16:creationId xmlns:a16="http://schemas.microsoft.com/office/drawing/2014/main" id="{6C0DBFAF-20D1-9824-0230-FFD33B831438}"/>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Isosceles Triangle 13">
                <a:hlinkClick r:id="" action="ppaction://hlinkshowjump?jump=previousslide"/>
                <a:extLst>
                  <a:ext uri="{FF2B5EF4-FFF2-40B4-BE49-F238E27FC236}">
                    <a16:creationId xmlns:a16="http://schemas.microsoft.com/office/drawing/2014/main" id="{0EC88C8B-C0B9-34B2-014D-0B8DF9E64AFA}"/>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9" name="Isosceles Triangle 18">
                <a:hlinkClick r:id="" action="ppaction://hlinkshowjump?jump=nextslide"/>
                <a:extLst>
                  <a:ext uri="{FF2B5EF4-FFF2-40B4-BE49-F238E27FC236}">
                    <a16:creationId xmlns:a16="http://schemas.microsoft.com/office/drawing/2014/main" id="{E9315D03-2A06-40A1-083C-B59E04147FDC}"/>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20" name="Graphic 19" descr="Home outline">
                <a:hlinkClick r:id="" action="ppaction://noaction"/>
                <a:extLst>
                  <a:ext uri="{FF2B5EF4-FFF2-40B4-BE49-F238E27FC236}">
                    <a16:creationId xmlns:a16="http://schemas.microsoft.com/office/drawing/2014/main" id="{80B726D5-DF31-E14C-4F11-CC78EB5636F7}"/>
                  </a:ext>
                </a:extLst>
              </p:cNvPr>
              <p:cNvPicPr>
                <a:picLocks noChangeAspect="1"/>
              </p:cNvPicPr>
              <p:nvPr userDrawn="1"/>
            </p:nvPicPr>
            <p:blipFill>
              <a:blip r:embed="rId5">
                <a:extLst>
                  <a:ext uri="{96DAC541-7B7A-43D3-8B79-37D633B846F1}">
                    <asvg:svgBlip xmlns:asvg="http://schemas.microsoft.com/office/drawing/2016/SVG/main" r:embed="rId6"/>
                  </a:ext>
                </a:extLst>
              </a:blip>
              <a:srcRect l="69" r="69"/>
              <a:stretch/>
            </p:blipFill>
            <p:spPr>
              <a:xfrm>
                <a:off x="10995722" y="6495372"/>
                <a:ext cx="290467" cy="290871"/>
              </a:xfrm>
              <a:prstGeom prst="rect">
                <a:avLst/>
              </a:prstGeom>
            </p:spPr>
          </p:pic>
        </p:grpSp>
      </p:grpSp>
    </p:spTree>
    <p:extLst>
      <p:ext uri="{BB962C8B-B14F-4D97-AF65-F5344CB8AC3E}">
        <p14:creationId xmlns:p14="http://schemas.microsoft.com/office/powerpoint/2010/main" val="1287291785"/>
      </p:ext>
    </p:extLst>
  </p:cSld>
  <p:clrMapOvr>
    <a:masterClrMapping/>
  </p:clrMapOvr>
  <p:transition>
    <p:fade/>
  </p:transition>
  <p:extLst>
    <p:ext uri="{DCECCB84-F9BA-43D5-87BE-67443E8EF086}">
      <p15:sldGuideLst xmlns:p15="http://schemas.microsoft.com/office/powerpoint/2012/main">
        <p15:guide id="1" orient="horz" pos="312">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315.xml><?xml version="1.0" encoding="utf-8"?>
<p:sldLayout xmlns:a="http://schemas.openxmlformats.org/drawingml/2006/main" xmlns:r="http://schemas.openxmlformats.org/officeDocument/2006/relationships" xmlns:p="http://schemas.openxmlformats.org/presentationml/2006/main" preserve="1" userDrawn="1">
  <p:cSld name="Half content beige and blue gradien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0E45F2B-FBCB-1B84-28EE-496686F1B43B}"/>
              </a:ext>
              <a:ext uri="{C183D7F6-B498-43B3-948B-1728B52AA6E4}">
                <adec:decorative xmlns:adec="http://schemas.microsoft.com/office/drawing/2017/decorative" val="1"/>
              </a:ext>
            </a:extLst>
          </p:cNvPr>
          <p:cNvPicPr>
            <a:picLocks noChangeAspect="1"/>
          </p:cNvPicPr>
          <p:nvPr userDrawn="1"/>
        </p:nvPicPr>
        <p:blipFill>
          <a:blip r:embed="rId2"/>
          <a:srcRect/>
          <a:stretch/>
        </p:blipFill>
        <p:spPr>
          <a:xfrm>
            <a:off x="0" y="0"/>
            <a:ext cx="12191999" cy="6857999"/>
          </a:xfrm>
          <a:prstGeom prst="rect">
            <a:avLst/>
          </a:prstGeom>
        </p:spPr>
      </p:pic>
      <p:sp>
        <p:nvSpPr>
          <p:cNvPr id="3" name="Rectangle 2">
            <a:extLst>
              <a:ext uri="{FF2B5EF4-FFF2-40B4-BE49-F238E27FC236}">
                <a16:creationId xmlns:a16="http://schemas.microsoft.com/office/drawing/2014/main" id="{40251FF2-9BAA-90D6-CB54-C5329CC65C30}"/>
              </a:ext>
            </a:extLst>
          </p:cNvPr>
          <p:cNvSpPr/>
          <p:nvPr userDrawn="1"/>
        </p:nvSpPr>
        <p:spPr bwMode="auto">
          <a:xfrm>
            <a:off x="0" y="0"/>
            <a:ext cx="565958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a:xfrm>
            <a:off x="576073" y="512064"/>
            <a:ext cx="4757206" cy="430887"/>
          </a:xfrm>
        </p:spPr>
        <p:txBody>
          <a:bodyPr/>
          <a:lstStyle/>
          <a:p>
            <a:r>
              <a:rPr lang="en-US"/>
              <a:t>Click to edit Master title style</a:t>
            </a:r>
          </a:p>
        </p:txBody>
      </p:sp>
      <p:sp>
        <p:nvSpPr>
          <p:cNvPr id="4" name="Text Placeholder 4">
            <a:extLst>
              <a:ext uri="{FF2B5EF4-FFF2-40B4-BE49-F238E27FC236}">
                <a16:creationId xmlns:a16="http://schemas.microsoft.com/office/drawing/2014/main" id="{CE607471-1714-DF09-D946-DE3D04781CEF}"/>
              </a:ext>
            </a:extLst>
          </p:cNvPr>
          <p:cNvSpPr>
            <a:spLocks noGrp="1"/>
          </p:cNvSpPr>
          <p:nvPr>
            <p:ph type="body" sz="quarter" idx="11" hasCustomPrompt="1"/>
          </p:nvPr>
        </p:nvSpPr>
        <p:spPr>
          <a:xfrm>
            <a:off x="576073" y="342645"/>
            <a:ext cx="4757206" cy="184666"/>
          </a:xfrm>
        </p:spPr>
        <p:txBody>
          <a:bodyPr/>
          <a:lstStyle>
            <a:lvl1pPr marL="0" indent="0">
              <a:buNone/>
              <a:defRPr sz="1200" cap="all" baseline="0">
                <a:solidFill>
                  <a:schemeClr val="accent2"/>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2063750"/>
            <a:ext cx="4749799" cy="42052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9" name="Group 8">
            <a:extLst>
              <a:ext uri="{FF2B5EF4-FFF2-40B4-BE49-F238E27FC236}">
                <a16:creationId xmlns:a16="http://schemas.microsoft.com/office/drawing/2014/main" id="{C502BB36-D16D-52BC-AF02-0BE11206951E}"/>
              </a:ext>
            </a:extLst>
          </p:cNvPr>
          <p:cNvGrpSpPr/>
          <p:nvPr userDrawn="1"/>
        </p:nvGrpSpPr>
        <p:grpSpPr>
          <a:xfrm>
            <a:off x="10794205" y="6423682"/>
            <a:ext cx="1397795" cy="434250"/>
            <a:chOff x="10794205" y="6423682"/>
            <a:chExt cx="1397795" cy="434250"/>
          </a:xfrm>
        </p:grpSpPr>
        <p:sp>
          <p:nvSpPr>
            <p:cNvPr id="10" name="Rectangle: Single Corner Rounded 9">
              <a:extLst>
                <a:ext uri="{FF2B5EF4-FFF2-40B4-BE49-F238E27FC236}">
                  <a16:creationId xmlns:a16="http://schemas.microsoft.com/office/drawing/2014/main" id="{DD795FA7-BE29-0654-08E3-D138BCFE03BD}"/>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11" name="Straight Connector 10">
              <a:extLst>
                <a:ext uri="{FF2B5EF4-FFF2-40B4-BE49-F238E27FC236}">
                  <a16:creationId xmlns:a16="http://schemas.microsoft.com/office/drawing/2014/main" id="{852DA06E-4C5D-6D9B-3126-CF1E2D1BA7A2}"/>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2" name="Isosceles Triangle 11">
              <a:hlinkClick r:id="" action="ppaction://hlinkshowjump?jump=previousslide"/>
              <a:extLst>
                <a:ext uri="{FF2B5EF4-FFF2-40B4-BE49-F238E27FC236}">
                  <a16:creationId xmlns:a16="http://schemas.microsoft.com/office/drawing/2014/main" id="{AB2192AC-9997-27A4-AAF5-462602F137BE}"/>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3" name="Isosceles Triangle 12">
              <a:hlinkClick r:id="" action="ppaction://hlinkshowjump?jump=nextslide"/>
              <a:extLst>
                <a:ext uri="{FF2B5EF4-FFF2-40B4-BE49-F238E27FC236}">
                  <a16:creationId xmlns:a16="http://schemas.microsoft.com/office/drawing/2014/main" id="{7FF37E53-4D52-57A4-B3BD-61094CEB604E}"/>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4" name="Graphic 13" descr="Home outline">
              <a:hlinkClick r:id="" action="ppaction://noaction"/>
              <a:extLst>
                <a:ext uri="{FF2B5EF4-FFF2-40B4-BE49-F238E27FC236}">
                  <a16:creationId xmlns:a16="http://schemas.microsoft.com/office/drawing/2014/main" id="{069C0D11-739D-F151-FFE5-3C1349AA3EF1}"/>
                </a:ext>
              </a:extLst>
            </p:cNvPr>
            <p:cNvPicPr>
              <a:picLocks noChangeAspect="1"/>
            </p:cNvPicPr>
            <p:nvPr userDrawn="1"/>
          </p:nvPicPr>
          <p:blipFill>
            <a:blip r:embed="rId3">
              <a:extLst>
                <a:ext uri="{96DAC541-7B7A-43D3-8B79-37D633B846F1}">
                  <asvg:svgBlip xmlns:asvg="http://schemas.microsoft.com/office/drawing/2016/SVG/main" r:embed="rId4"/>
                </a:ext>
              </a:extLst>
            </a:blip>
            <a:srcRect l="69" r="69"/>
            <a:stretch/>
          </p:blipFill>
          <p:spPr>
            <a:xfrm>
              <a:off x="10995722" y="6495372"/>
              <a:ext cx="290467" cy="290871"/>
            </a:xfrm>
            <a:prstGeom prst="rect">
              <a:avLst/>
            </a:prstGeom>
          </p:spPr>
        </p:pic>
      </p:grpSp>
    </p:spTree>
    <p:extLst>
      <p:ext uri="{BB962C8B-B14F-4D97-AF65-F5344CB8AC3E}">
        <p14:creationId xmlns:p14="http://schemas.microsoft.com/office/powerpoint/2010/main" val="1384041979"/>
      </p:ext>
    </p:extLst>
  </p:cSld>
  <p:clrMapOvr>
    <a:masterClrMapping/>
  </p:clrMapOvr>
  <p:transition>
    <p:fade/>
  </p:transition>
  <p:extLst>
    <p:ext uri="{DCECCB84-F9BA-43D5-87BE-67443E8EF086}">
      <p15:sldGuideLst xmlns:p15="http://schemas.microsoft.com/office/powerpoint/2012/main">
        <p15:guide id="1" orient="horz" pos="312">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316.xml><?xml version="1.0" encoding="utf-8"?>
<p:sldLayout xmlns:a="http://schemas.openxmlformats.org/drawingml/2006/main" xmlns:r="http://schemas.openxmlformats.org/officeDocument/2006/relationships" xmlns:p="http://schemas.openxmlformats.org/presentationml/2006/main" preserve="1" userDrawn="1">
  <p:cSld name="Wider half content beige and blue gradien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0E45F2B-FBCB-1B84-28EE-496686F1B43B}"/>
              </a:ext>
              <a:ext uri="{C183D7F6-B498-43B3-948B-1728B52AA6E4}">
                <adec:decorative xmlns:adec="http://schemas.microsoft.com/office/drawing/2017/decorative" val="1"/>
              </a:ext>
            </a:extLst>
          </p:cNvPr>
          <p:cNvPicPr>
            <a:picLocks noChangeAspect="1"/>
          </p:cNvPicPr>
          <p:nvPr userDrawn="1"/>
        </p:nvPicPr>
        <p:blipFill>
          <a:blip r:embed="rId2"/>
          <a:srcRect/>
          <a:stretch/>
        </p:blipFill>
        <p:spPr>
          <a:xfrm>
            <a:off x="0" y="0"/>
            <a:ext cx="12191999" cy="6857999"/>
          </a:xfrm>
          <a:prstGeom prst="rect">
            <a:avLst/>
          </a:prstGeom>
        </p:spPr>
      </p:pic>
      <p:sp>
        <p:nvSpPr>
          <p:cNvPr id="6" name="Rectangle 5">
            <a:extLst>
              <a:ext uri="{FF2B5EF4-FFF2-40B4-BE49-F238E27FC236}">
                <a16:creationId xmlns:a16="http://schemas.microsoft.com/office/drawing/2014/main" id="{EFC373D7-4179-185C-38E4-71040A4839E9}"/>
              </a:ext>
              <a:ext uri="{C183D7F6-B498-43B3-948B-1728B52AA6E4}">
                <adec:decorative xmlns:adec="http://schemas.microsoft.com/office/drawing/2017/decorative" val="1"/>
              </a:ext>
            </a:extLst>
          </p:cNvPr>
          <p:cNvSpPr/>
          <p:nvPr userDrawn="1"/>
        </p:nvSpPr>
        <p:spPr bwMode="auto">
          <a:xfrm>
            <a:off x="0" y="0"/>
            <a:ext cx="5931226" cy="6857932"/>
          </a:xfrm>
          <a:prstGeom prst="rect">
            <a:avLst/>
          </a:pr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3" name="Rectangle 2">
            <a:extLst>
              <a:ext uri="{FF2B5EF4-FFF2-40B4-BE49-F238E27FC236}">
                <a16:creationId xmlns:a16="http://schemas.microsoft.com/office/drawing/2014/main" id="{40251FF2-9BAA-90D6-CB54-C5329CC65C30}"/>
              </a:ext>
            </a:extLst>
          </p:cNvPr>
          <p:cNvSpPr/>
          <p:nvPr userDrawn="1"/>
        </p:nvSpPr>
        <p:spPr bwMode="auto">
          <a:xfrm>
            <a:off x="0" y="0"/>
            <a:ext cx="565958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a:xfrm>
            <a:off x="576073" y="512064"/>
            <a:ext cx="4757206" cy="430887"/>
          </a:xfrm>
        </p:spPr>
        <p:txBody>
          <a:bodyPr/>
          <a:lstStyle/>
          <a:p>
            <a:r>
              <a:rPr lang="en-US"/>
              <a:t>Click to edit Master title style</a:t>
            </a:r>
          </a:p>
        </p:txBody>
      </p:sp>
      <p:sp>
        <p:nvSpPr>
          <p:cNvPr id="4" name="Text Placeholder 4">
            <a:extLst>
              <a:ext uri="{FF2B5EF4-FFF2-40B4-BE49-F238E27FC236}">
                <a16:creationId xmlns:a16="http://schemas.microsoft.com/office/drawing/2014/main" id="{CE607471-1714-DF09-D946-DE3D04781CEF}"/>
              </a:ext>
            </a:extLst>
          </p:cNvPr>
          <p:cNvSpPr>
            <a:spLocks noGrp="1"/>
          </p:cNvSpPr>
          <p:nvPr>
            <p:ph type="body" sz="quarter" idx="11" hasCustomPrompt="1"/>
          </p:nvPr>
        </p:nvSpPr>
        <p:spPr>
          <a:xfrm>
            <a:off x="576073" y="342645"/>
            <a:ext cx="4757206" cy="184666"/>
          </a:xfrm>
        </p:spPr>
        <p:txBody>
          <a:bodyPr/>
          <a:lstStyle>
            <a:lvl1pPr marL="0" indent="0">
              <a:buNone/>
              <a:defRPr sz="1200" cap="all" baseline="0">
                <a:solidFill>
                  <a:schemeClr val="accent2"/>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2063750"/>
            <a:ext cx="4991100" cy="42052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9" name="Group 8">
            <a:extLst>
              <a:ext uri="{FF2B5EF4-FFF2-40B4-BE49-F238E27FC236}">
                <a16:creationId xmlns:a16="http://schemas.microsoft.com/office/drawing/2014/main" id="{C502BB36-D16D-52BC-AF02-0BE11206951E}"/>
              </a:ext>
            </a:extLst>
          </p:cNvPr>
          <p:cNvGrpSpPr/>
          <p:nvPr userDrawn="1"/>
        </p:nvGrpSpPr>
        <p:grpSpPr>
          <a:xfrm>
            <a:off x="10794205" y="6423682"/>
            <a:ext cx="1397795" cy="434250"/>
            <a:chOff x="10794205" y="6423682"/>
            <a:chExt cx="1397795" cy="434250"/>
          </a:xfrm>
        </p:grpSpPr>
        <p:sp>
          <p:nvSpPr>
            <p:cNvPr id="10" name="Rectangle: Single Corner Rounded 9">
              <a:extLst>
                <a:ext uri="{FF2B5EF4-FFF2-40B4-BE49-F238E27FC236}">
                  <a16:creationId xmlns:a16="http://schemas.microsoft.com/office/drawing/2014/main" id="{DD795FA7-BE29-0654-08E3-D138BCFE03BD}"/>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11" name="Straight Connector 10">
              <a:extLst>
                <a:ext uri="{FF2B5EF4-FFF2-40B4-BE49-F238E27FC236}">
                  <a16:creationId xmlns:a16="http://schemas.microsoft.com/office/drawing/2014/main" id="{852DA06E-4C5D-6D9B-3126-CF1E2D1BA7A2}"/>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2" name="Isosceles Triangle 11">
              <a:hlinkClick r:id="" action="ppaction://hlinkshowjump?jump=previousslide"/>
              <a:extLst>
                <a:ext uri="{FF2B5EF4-FFF2-40B4-BE49-F238E27FC236}">
                  <a16:creationId xmlns:a16="http://schemas.microsoft.com/office/drawing/2014/main" id="{AB2192AC-9997-27A4-AAF5-462602F137BE}"/>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3" name="Isosceles Triangle 12">
              <a:hlinkClick r:id="" action="ppaction://hlinkshowjump?jump=nextslide"/>
              <a:extLst>
                <a:ext uri="{FF2B5EF4-FFF2-40B4-BE49-F238E27FC236}">
                  <a16:creationId xmlns:a16="http://schemas.microsoft.com/office/drawing/2014/main" id="{7FF37E53-4D52-57A4-B3BD-61094CEB604E}"/>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4" name="Graphic 13" descr="Home outline">
              <a:hlinkClick r:id="" action="ppaction://noaction"/>
              <a:extLst>
                <a:ext uri="{FF2B5EF4-FFF2-40B4-BE49-F238E27FC236}">
                  <a16:creationId xmlns:a16="http://schemas.microsoft.com/office/drawing/2014/main" id="{069C0D11-739D-F151-FFE5-3C1349AA3EF1}"/>
                </a:ext>
              </a:extLst>
            </p:cNvPr>
            <p:cNvPicPr>
              <a:picLocks noChangeAspect="1"/>
            </p:cNvPicPr>
            <p:nvPr userDrawn="1"/>
          </p:nvPicPr>
          <p:blipFill>
            <a:blip r:embed="rId3">
              <a:extLst>
                <a:ext uri="{96DAC541-7B7A-43D3-8B79-37D633B846F1}">
                  <asvg:svgBlip xmlns:asvg="http://schemas.microsoft.com/office/drawing/2016/SVG/main" r:embed="rId4"/>
                </a:ext>
              </a:extLst>
            </a:blip>
            <a:srcRect l="69" r="69"/>
            <a:stretch/>
          </p:blipFill>
          <p:spPr>
            <a:xfrm>
              <a:off x="10995722" y="6495372"/>
              <a:ext cx="290467" cy="290871"/>
            </a:xfrm>
            <a:prstGeom prst="rect">
              <a:avLst/>
            </a:prstGeom>
          </p:spPr>
        </p:pic>
      </p:grpSp>
    </p:spTree>
    <p:extLst>
      <p:ext uri="{BB962C8B-B14F-4D97-AF65-F5344CB8AC3E}">
        <p14:creationId xmlns:p14="http://schemas.microsoft.com/office/powerpoint/2010/main" val="649975471"/>
      </p:ext>
    </p:extLst>
  </p:cSld>
  <p:clrMapOvr>
    <a:masterClrMapping/>
  </p:clrMapOvr>
  <p:transition>
    <p:fade/>
  </p:transition>
  <p:extLst>
    <p:ext uri="{DCECCB84-F9BA-43D5-87BE-67443E8EF086}">
      <p15:sldGuideLst xmlns:p15="http://schemas.microsoft.com/office/powerpoint/2012/main">
        <p15:guide id="1" orient="horz" pos="312">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317.xml><?xml version="1.0" encoding="utf-8"?>
<p:sldLayout xmlns:a="http://schemas.openxmlformats.org/drawingml/2006/main" xmlns:r="http://schemas.openxmlformats.org/officeDocument/2006/relationships" xmlns:p="http://schemas.openxmlformats.org/presentationml/2006/main" preserve="1" userDrawn="1">
  <p:cSld name="Title with 3 column campion roles">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18939FF-95FE-75CB-F489-D4BC74F1F5E2}"/>
              </a:ext>
            </a:extLst>
          </p:cNvPr>
          <p:cNvSpPr/>
          <p:nvPr userDrawn="1"/>
        </p:nvSpPr>
        <p:spPr bwMode="auto">
          <a:xfrm>
            <a:off x="0"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3" name="Rectangle: Rounded Corners 12">
            <a:extLst>
              <a:ext uri="{FF2B5EF4-FFF2-40B4-BE49-F238E27FC236}">
                <a16:creationId xmlns:a16="http://schemas.microsoft.com/office/drawing/2014/main" id="{2DA8776D-5FDE-520C-3728-BC0EF2250115}"/>
              </a:ext>
            </a:extLst>
          </p:cNvPr>
          <p:cNvSpPr/>
          <p:nvPr userDrawn="1"/>
        </p:nvSpPr>
        <p:spPr>
          <a:xfrm>
            <a:off x="4288854" y="1271832"/>
            <a:ext cx="3566160" cy="4900363"/>
          </a:xfrm>
          <a:prstGeom prst="roundRect">
            <a:avLst>
              <a:gd name="adj" fmla="val 3435"/>
            </a:avLst>
          </a:prstGeom>
          <a:solidFill>
            <a:schemeClr val="accent3">
              <a:lumMod val="20000"/>
              <a:lumOff val="80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solidFill>
                <a:prstClr val="white"/>
              </a:solidFill>
              <a:latin typeface="Segoe Sans Display" pitchFamily="2" charset="0"/>
            </a:endParaRPr>
          </a:p>
        </p:txBody>
      </p:sp>
      <p:sp>
        <p:nvSpPr>
          <p:cNvPr id="12" name="Rectangle: Rounded Corners 11">
            <a:extLst>
              <a:ext uri="{FF2B5EF4-FFF2-40B4-BE49-F238E27FC236}">
                <a16:creationId xmlns:a16="http://schemas.microsoft.com/office/drawing/2014/main" id="{ACB68627-6F34-E3B1-FFDB-3A2662E90477}"/>
              </a:ext>
            </a:extLst>
          </p:cNvPr>
          <p:cNvSpPr/>
          <p:nvPr userDrawn="1"/>
        </p:nvSpPr>
        <p:spPr>
          <a:xfrm>
            <a:off x="549275" y="1271831"/>
            <a:ext cx="3566160" cy="4900363"/>
          </a:xfrm>
          <a:prstGeom prst="roundRect">
            <a:avLst>
              <a:gd name="adj" fmla="val 3450"/>
            </a:avLst>
          </a:prstGeom>
          <a:solidFill>
            <a:schemeClr val="bg1">
              <a:alpha val="80000"/>
            </a:schemeClr>
          </a:solidFill>
          <a:ln w="12700">
            <a:solidFill>
              <a:schemeClr val="accent4"/>
            </a:solidFill>
            <a:headEnd type="none" w="med" len="med"/>
            <a:tailEnd type="none" w="med" len="med"/>
          </a:ln>
          <a:effectLst>
            <a:outerShdw blurRad="285750" dist="95250" dir="3180000" algn="ctr" rotWithShape="0">
              <a:srgbClr val="000000">
                <a:alpha val="16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lvl="0" defTabSz="914400">
              <a:lnSpc>
                <a:spcPct val="90000"/>
              </a:lnSpc>
              <a:spcBef>
                <a:spcPts val="600"/>
              </a:spcBef>
              <a:spcAft>
                <a:spcPts val="600"/>
              </a:spcAft>
              <a:buClr>
                <a:srgbClr val="243A5E"/>
              </a:buClr>
              <a:buSzPct val="110000"/>
            </a:pPr>
            <a:endParaRPr lang="en-US" sz="1200">
              <a:solidFill>
                <a:srgbClr val="000000"/>
              </a:solidFill>
              <a:latin typeface="Segoe Sans Display" pitchFamily="2" charset="0"/>
              <a:cs typeface="Segoe Sans Display Semibold" pitchFamily="2" charset="0"/>
            </a:endParaRPr>
          </a:p>
        </p:txBody>
      </p:sp>
      <p:sp>
        <p:nvSpPr>
          <p:cNvPr id="15" name="Rectangle: Rounded Corners 14">
            <a:extLst>
              <a:ext uri="{FF2B5EF4-FFF2-40B4-BE49-F238E27FC236}">
                <a16:creationId xmlns:a16="http://schemas.microsoft.com/office/drawing/2014/main" id="{3BAA2EC5-18B2-B6D1-49E2-46B90C899EE3}"/>
              </a:ext>
            </a:extLst>
          </p:cNvPr>
          <p:cNvSpPr/>
          <p:nvPr userDrawn="1"/>
        </p:nvSpPr>
        <p:spPr>
          <a:xfrm>
            <a:off x="8028432" y="1271832"/>
            <a:ext cx="3566160" cy="4900363"/>
          </a:xfrm>
          <a:prstGeom prst="roundRect">
            <a:avLst>
              <a:gd name="adj" fmla="val 3435"/>
            </a:avLst>
          </a:prstGeom>
          <a:solidFill>
            <a:schemeClr val="accent3">
              <a:lumMod val="20000"/>
              <a:lumOff val="80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solidFill>
                <a:prstClr val="white"/>
              </a:solidFill>
              <a:latin typeface="Segoe Sans Display" pitchFamily="2" charset="0"/>
            </a:endParaRPr>
          </a:p>
        </p:txBody>
      </p:sp>
      <p:pic>
        <p:nvPicPr>
          <p:cNvPr id="6" name="Picture 5" descr="A colorful gradient going from darker blue on the left side to light blue to magenta to orange on the right side">
            <a:extLst>
              <a:ext uri="{FF2B5EF4-FFF2-40B4-BE49-F238E27FC236}">
                <a16:creationId xmlns:a16="http://schemas.microsoft.com/office/drawing/2014/main" id="{CC99E8CB-8095-F5BB-9985-F31C4460798E}"/>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sp>
        <p:nvSpPr>
          <p:cNvPr id="2" name="Title 1">
            <a:extLst>
              <a:ext uri="{FF2B5EF4-FFF2-40B4-BE49-F238E27FC236}">
                <a16:creationId xmlns:a16="http://schemas.microsoft.com/office/drawing/2014/main" id="{21DD7956-443E-F5C1-6303-7AD831D7A0C6}"/>
              </a:ext>
            </a:extLst>
          </p:cNvPr>
          <p:cNvSpPr>
            <a:spLocks noGrp="1"/>
          </p:cNvSpPr>
          <p:nvPr>
            <p:ph type="title"/>
          </p:nvPr>
        </p:nvSpPr>
        <p:spPr>
          <a:xfrm>
            <a:off x="576072" y="512064"/>
            <a:ext cx="11018520" cy="430887"/>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82EC56D0-8F4A-7DC2-7ACA-D873C5875A74}"/>
              </a:ext>
            </a:extLst>
          </p:cNvPr>
          <p:cNvSpPr>
            <a:spLocks noGrp="1"/>
          </p:cNvSpPr>
          <p:nvPr>
            <p:ph sz="quarter" idx="13"/>
          </p:nvPr>
        </p:nvSpPr>
        <p:spPr>
          <a:xfrm>
            <a:off x="549272" y="1271765"/>
            <a:ext cx="3566160" cy="4700772"/>
          </a:xfrm>
          <a:prstGeom prst="rect">
            <a:avLst/>
          </a:prstGeom>
        </p:spPr>
        <p:txBody>
          <a:bodyPr lIns="182880" tIns="182880" rIns="182880" bIns="182880">
            <a:noAutofit/>
          </a:bodyPr>
          <a:lstStyle>
            <a:lvl1pPr>
              <a:defRPr sz="1600"/>
            </a:lvl1pPr>
            <a:lvl2pPr>
              <a:defRPr sz="1200"/>
            </a:lvl2pPr>
            <a:lvl3pPr marL="201168" indent="-201168">
              <a:buFont typeface="Arial" panose="020B0604020202020204" pitchFamily="34" charset="0"/>
              <a:buChar char="•"/>
              <a:defRPr sz="1200"/>
            </a:lvl3pPr>
            <a:lvl4pPr marL="402336" indent="-201168">
              <a:buFont typeface="Arial" panose="020B0604020202020204" pitchFamily="34" charset="0"/>
              <a:buChar char="•"/>
              <a:defRPr sz="1100"/>
            </a:lvl4pPr>
            <a:lvl5pPr marL="603504" indent="-201168">
              <a:spcAft>
                <a:spcPts val="300"/>
              </a:spcAft>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BAD520BF-9D63-2920-37CE-85C32918A2FA}"/>
              </a:ext>
            </a:extLst>
          </p:cNvPr>
          <p:cNvSpPr>
            <a:spLocks noGrp="1"/>
          </p:cNvSpPr>
          <p:nvPr>
            <p:ph sz="quarter" idx="14"/>
          </p:nvPr>
        </p:nvSpPr>
        <p:spPr>
          <a:xfrm>
            <a:off x="4288854" y="1271765"/>
            <a:ext cx="3566160" cy="4700772"/>
          </a:xfrm>
          <a:prstGeom prst="rect">
            <a:avLst/>
          </a:prstGeom>
          <a:noFill/>
          <a:ln w="12700">
            <a:noFill/>
          </a:ln>
          <a:effectLst>
            <a:outerShdw blurRad="285750" dist="95250" dir="3240000" algn="ctr" rotWithShape="0">
              <a:schemeClr val="accent3">
                <a:alpha val="15000"/>
              </a:schemeClr>
            </a:outerShdw>
          </a:effectLst>
        </p:spPr>
        <p:txBody>
          <a:bodyPr lIns="182880" tIns="182880" rIns="182880" bIns="182880" numCol="1">
            <a:noAutofit/>
          </a:bodyPr>
          <a:lstStyle>
            <a:lvl1pPr>
              <a:defRPr sz="1600"/>
            </a:lvl1pPr>
            <a:lvl2pPr>
              <a:defRPr sz="1200"/>
            </a:lvl2pPr>
            <a:lvl3pPr marL="201168" indent="-201168">
              <a:buFont typeface="Arial" panose="020B0604020202020204" pitchFamily="34" charset="0"/>
              <a:buChar char="•"/>
              <a:defRPr sz="1200"/>
            </a:lvl3pPr>
            <a:lvl4pPr marL="402336" indent="-201168">
              <a:buFont typeface="Arial" panose="020B0604020202020204" pitchFamily="34" charset="0"/>
              <a:buChar char="•"/>
              <a:defRPr sz="1100"/>
            </a:lvl4pPr>
            <a:lvl5pPr marL="603504" indent="-201168">
              <a:spcAft>
                <a:spcPts val="300"/>
              </a:spcAft>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8">
            <a:extLst>
              <a:ext uri="{FF2B5EF4-FFF2-40B4-BE49-F238E27FC236}">
                <a16:creationId xmlns:a16="http://schemas.microsoft.com/office/drawing/2014/main" id="{DA9461E6-CB69-F6EE-E673-FB175343ED55}"/>
              </a:ext>
            </a:extLst>
          </p:cNvPr>
          <p:cNvSpPr>
            <a:spLocks noGrp="1"/>
          </p:cNvSpPr>
          <p:nvPr>
            <p:ph sz="quarter" idx="15"/>
          </p:nvPr>
        </p:nvSpPr>
        <p:spPr>
          <a:xfrm>
            <a:off x="8028430" y="1271765"/>
            <a:ext cx="3566159" cy="4700772"/>
          </a:xfrm>
          <a:prstGeom prst="rect">
            <a:avLst/>
          </a:prstGeom>
          <a:noFill/>
          <a:ln w="12700">
            <a:noFill/>
          </a:ln>
          <a:effectLst>
            <a:outerShdw blurRad="285750" dist="95250" dir="3240000" algn="ctr" rotWithShape="0">
              <a:schemeClr val="accent3">
                <a:alpha val="15000"/>
              </a:schemeClr>
            </a:outerShdw>
          </a:effectLst>
        </p:spPr>
        <p:txBody>
          <a:bodyPr lIns="182880" tIns="182880" rIns="182880" bIns="182880" numCol="1">
            <a:noAutofit/>
          </a:bodyPr>
          <a:lstStyle>
            <a:lvl1pPr>
              <a:defRPr sz="1600"/>
            </a:lvl1pPr>
            <a:lvl2pPr>
              <a:defRPr sz="1200"/>
            </a:lvl2pPr>
            <a:lvl3pPr marL="201168" indent="-201168">
              <a:buFont typeface="Arial" panose="020B0604020202020204" pitchFamily="34" charset="0"/>
              <a:buChar char="•"/>
              <a:defRPr sz="1200"/>
            </a:lvl3pPr>
            <a:lvl4pPr marL="402336" indent="-201168">
              <a:buFont typeface="Arial" panose="020B0604020202020204" pitchFamily="34" charset="0"/>
              <a:buChar char="•"/>
              <a:defRPr sz="1100"/>
            </a:lvl4pPr>
            <a:lvl5pPr marL="603504" indent="-201168">
              <a:spcAft>
                <a:spcPts val="300"/>
              </a:spcAft>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8" name="Group 7">
            <a:extLst>
              <a:ext uri="{FF2B5EF4-FFF2-40B4-BE49-F238E27FC236}">
                <a16:creationId xmlns:a16="http://schemas.microsoft.com/office/drawing/2014/main" id="{0FEE2528-1BB5-7363-4513-60A6F5782BAB}"/>
              </a:ext>
            </a:extLst>
          </p:cNvPr>
          <p:cNvGrpSpPr/>
          <p:nvPr userDrawn="1"/>
        </p:nvGrpSpPr>
        <p:grpSpPr>
          <a:xfrm>
            <a:off x="10794205" y="6423682"/>
            <a:ext cx="1397795" cy="434250"/>
            <a:chOff x="10794205" y="6423682"/>
            <a:chExt cx="1397795" cy="434250"/>
          </a:xfrm>
        </p:grpSpPr>
        <p:sp>
          <p:nvSpPr>
            <p:cNvPr id="10" name="Rectangle: Single Corner Rounded 9">
              <a:extLst>
                <a:ext uri="{FF2B5EF4-FFF2-40B4-BE49-F238E27FC236}">
                  <a16:creationId xmlns:a16="http://schemas.microsoft.com/office/drawing/2014/main" id="{22FEA24C-0A7C-B558-57B1-572652AC80B1}"/>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11" name="Straight Connector 10">
              <a:extLst>
                <a:ext uri="{FF2B5EF4-FFF2-40B4-BE49-F238E27FC236}">
                  <a16:creationId xmlns:a16="http://schemas.microsoft.com/office/drawing/2014/main" id="{CD5FA60D-5238-AC3A-CE2A-689BB65C1501}"/>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Isosceles Triangle 15">
              <a:hlinkClick r:id="" action="ppaction://hlinkshowjump?jump=previousslide"/>
              <a:extLst>
                <a:ext uri="{FF2B5EF4-FFF2-40B4-BE49-F238E27FC236}">
                  <a16:creationId xmlns:a16="http://schemas.microsoft.com/office/drawing/2014/main" id="{28328A33-29BD-B138-457A-C50B57DEBC84}"/>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7" name="Isosceles Triangle 16">
              <a:hlinkClick r:id="" action="ppaction://hlinkshowjump?jump=nextslide"/>
              <a:extLst>
                <a:ext uri="{FF2B5EF4-FFF2-40B4-BE49-F238E27FC236}">
                  <a16:creationId xmlns:a16="http://schemas.microsoft.com/office/drawing/2014/main" id="{161B9642-3B12-8075-10CD-C2397A02E432}"/>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8" name="Graphic 17" descr="Home outline">
              <a:hlinkClick r:id="" action="ppaction://noaction"/>
              <a:extLst>
                <a:ext uri="{FF2B5EF4-FFF2-40B4-BE49-F238E27FC236}">
                  <a16:creationId xmlns:a16="http://schemas.microsoft.com/office/drawing/2014/main" id="{7235C981-C5BB-F57A-2D57-69019182021F}"/>
                </a:ext>
              </a:extLst>
            </p:cNvPr>
            <p:cNvPicPr>
              <a:picLocks noChangeAspect="1"/>
            </p:cNvPicPr>
            <p:nvPr userDrawn="1"/>
          </p:nvPicPr>
          <p:blipFill>
            <a:blip r:embed="rId3">
              <a:extLst>
                <a:ext uri="{96DAC541-7B7A-43D3-8B79-37D633B846F1}">
                  <asvg:svgBlip xmlns:asvg="http://schemas.microsoft.com/office/drawing/2016/SVG/main" r:embed="rId4"/>
                </a:ext>
              </a:extLst>
            </a:blip>
            <a:srcRect l="69" r="69"/>
            <a:stretch/>
          </p:blipFill>
          <p:spPr>
            <a:xfrm>
              <a:off x="10995722" y="6495372"/>
              <a:ext cx="290467" cy="290871"/>
            </a:xfrm>
            <a:prstGeom prst="rect">
              <a:avLst/>
            </a:prstGeom>
          </p:spPr>
        </p:pic>
      </p:grpSp>
    </p:spTree>
    <p:extLst>
      <p:ext uri="{BB962C8B-B14F-4D97-AF65-F5344CB8AC3E}">
        <p14:creationId xmlns:p14="http://schemas.microsoft.com/office/powerpoint/2010/main" val="4151976748"/>
      </p:ext>
    </p:extLst>
  </p:cSld>
  <p:clrMapOvr>
    <a:masterClrMapping/>
  </p:clrMapOvr>
  <p:transition>
    <p:fade/>
  </p:transition>
</p:sldLayout>
</file>

<file path=ppt/slideLayouts/slideLayout318.xml><?xml version="1.0" encoding="utf-8"?>
<p:sldLayout xmlns:a="http://schemas.openxmlformats.org/drawingml/2006/main" xmlns:r="http://schemas.openxmlformats.org/officeDocument/2006/relationships" xmlns:p="http://schemas.openxmlformats.org/presentationml/2006/main" preserve="1" userDrawn="1">
  <p:cSld name="Session Case Study with corner ribbon">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95FE0D29-0398-FECD-00AE-5D59AF674FAA}"/>
              </a:ext>
              <a:ext uri="{C183D7F6-B498-43B3-948B-1728B52AA6E4}">
                <adec:decorative xmlns:adec="http://schemas.microsoft.com/office/drawing/2017/decorative" val="1"/>
              </a:ext>
            </a:extLst>
          </p:cNvPr>
          <p:cNvPicPr>
            <a:picLocks noChangeAspect="1"/>
          </p:cNvPicPr>
          <p:nvPr userDrawn="1"/>
        </p:nvPicPr>
        <p:blipFill>
          <a:blip r:embed="rId2"/>
          <a:srcRect/>
          <a:stretch/>
        </p:blipFill>
        <p:spPr>
          <a:xfrm flipH="1">
            <a:off x="0" y="0"/>
            <a:ext cx="12191999" cy="6857999"/>
          </a:xfrm>
          <a:prstGeom prst="rect">
            <a:avLst/>
          </a:prstGeom>
        </p:spPr>
      </p:pic>
      <p:sp>
        <p:nvSpPr>
          <p:cNvPr id="15" name="Rectangle 14">
            <a:extLst>
              <a:ext uri="{FF2B5EF4-FFF2-40B4-BE49-F238E27FC236}">
                <a16:creationId xmlns:a16="http://schemas.microsoft.com/office/drawing/2014/main" id="{D3D3FF86-8B4C-BF42-921D-2525CFEB1071}"/>
              </a:ext>
            </a:extLst>
          </p:cNvPr>
          <p:cNvSpPr/>
          <p:nvPr userDrawn="1"/>
        </p:nvSpPr>
        <p:spPr bwMode="auto">
          <a:xfrm>
            <a:off x="0" y="0"/>
            <a:ext cx="4267200"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Sans Display" pitchFamily="2" charset="0"/>
            </a:endParaRPr>
          </a:p>
        </p:txBody>
      </p:sp>
      <p:sp>
        <p:nvSpPr>
          <p:cNvPr id="4" name="Rectangle: Rounded Corners 30">
            <a:extLst>
              <a:ext uri="{FF2B5EF4-FFF2-40B4-BE49-F238E27FC236}">
                <a16:creationId xmlns:a16="http://schemas.microsoft.com/office/drawing/2014/main" id="{EF2D0231-F003-E2C8-4E38-4B20209B3F0C}"/>
              </a:ext>
              <a:ext uri="{C183D7F6-B498-43B3-948B-1728B52AA6E4}">
                <adec:decorative xmlns:adec="http://schemas.microsoft.com/office/drawing/2017/decorative" val="1"/>
              </a:ext>
            </a:extLst>
          </p:cNvPr>
          <p:cNvSpPr/>
          <p:nvPr userDrawn="1"/>
        </p:nvSpPr>
        <p:spPr bwMode="auto">
          <a:xfrm>
            <a:off x="4688586" y="505875"/>
            <a:ext cx="7078980" cy="5805714"/>
          </a:xfrm>
          <a:prstGeom prst="roundRect">
            <a:avLst>
              <a:gd name="adj" fmla="val 3388"/>
            </a:avLst>
          </a:prstGeom>
          <a:solidFill>
            <a:schemeClr val="bg1">
              <a:alpha val="65000"/>
            </a:schemeClr>
          </a:solidFill>
          <a:ln w="12700">
            <a:noFill/>
            <a:headEnd type="none" w="med" len="med"/>
            <a:tailEnd type="none" w="med" len="med"/>
          </a:ln>
          <a:effectLst>
            <a:outerShdw blurRad="285750" dist="95250" dir="3180000" algn="ctr" rotWithShape="0">
              <a:srgbClr val="000000">
                <a:alpha val="16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400">
              <a:lnSpc>
                <a:spcPct val="90000"/>
              </a:lnSpc>
              <a:spcBef>
                <a:spcPts val="600"/>
              </a:spcBef>
              <a:spcAft>
                <a:spcPts val="600"/>
              </a:spcAft>
              <a:buClr>
                <a:srgbClr val="243A5E"/>
              </a:buClr>
              <a:buSzPct val="110000"/>
            </a:pPr>
            <a:endParaRPr lang="en-US" sz="1200">
              <a:solidFill>
                <a:srgbClr val="000000"/>
              </a:solidFill>
              <a:latin typeface="Segoe Sans Display" pitchFamily="2" charset="0"/>
              <a:cs typeface="Segoe Sans Display Semibold" pitchFamily="2" charset="0"/>
            </a:endParaRPr>
          </a:p>
        </p:txBody>
      </p:sp>
      <p:sp>
        <p:nvSpPr>
          <p:cNvPr id="26" name="Title 25">
            <a:extLst>
              <a:ext uri="{FF2B5EF4-FFF2-40B4-BE49-F238E27FC236}">
                <a16:creationId xmlns:a16="http://schemas.microsoft.com/office/drawing/2014/main" id="{36BA4A26-76EC-BFFD-623A-5C1B12145C83}"/>
              </a:ext>
            </a:extLst>
          </p:cNvPr>
          <p:cNvSpPr>
            <a:spLocks noGrp="1"/>
          </p:cNvSpPr>
          <p:nvPr>
            <p:ph type="title"/>
          </p:nvPr>
        </p:nvSpPr>
        <p:spPr>
          <a:xfrm>
            <a:off x="576073" y="503840"/>
            <a:ext cx="3481578" cy="1310412"/>
          </a:xfrm>
        </p:spPr>
        <p:txBody>
          <a:bodyPr>
            <a:noAutofit/>
          </a:bodyPr>
          <a:lstStyle>
            <a:lvl1pPr>
              <a:defRPr sz="2800" spc="-50" baseline="0"/>
            </a:lvl1pPr>
          </a:lstStyle>
          <a:p>
            <a:r>
              <a:rPr lang="en-US"/>
              <a:t>Click to edit Master title style</a:t>
            </a:r>
          </a:p>
        </p:txBody>
      </p:sp>
      <p:sp>
        <p:nvSpPr>
          <p:cNvPr id="21" name="TextBox 20">
            <a:extLst>
              <a:ext uri="{FF2B5EF4-FFF2-40B4-BE49-F238E27FC236}">
                <a16:creationId xmlns:a16="http://schemas.microsoft.com/office/drawing/2014/main" id="{58D9E3DC-DBB3-E783-66C6-1CE56D439EF2}"/>
              </a:ext>
            </a:extLst>
          </p:cNvPr>
          <p:cNvSpPr txBox="1"/>
          <p:nvPr userDrawn="1"/>
        </p:nvSpPr>
        <p:spPr>
          <a:xfrm>
            <a:off x="556419" y="2018854"/>
            <a:ext cx="852093" cy="184666"/>
          </a:xfrm>
          <a:prstGeom prst="rect">
            <a:avLst/>
          </a:prstGeom>
          <a:noFill/>
        </p:spPr>
        <p:txBody>
          <a:bodyPr wrap="none" lIns="0" tIns="0" rIns="0" bIns="0" anchor="ctr" anchorCtr="0">
            <a:spAutoFit/>
          </a:bodyPr>
          <a:lstStyle/>
          <a:p>
            <a:r>
              <a:rPr lang="en-GB" sz="1200" b="0" baseline="0">
                <a:solidFill>
                  <a:schemeClr val="accent4">
                    <a:lumMod val="75000"/>
                  </a:schemeClr>
                </a:solidFill>
                <a:latin typeface="Segoe Sans Display Semibold" pitchFamily="2" charset="0"/>
              </a:rPr>
              <a:t>Preparation:</a:t>
            </a:r>
          </a:p>
        </p:txBody>
      </p:sp>
      <p:sp>
        <p:nvSpPr>
          <p:cNvPr id="8" name="Text Placeholder 3">
            <a:extLst>
              <a:ext uri="{FF2B5EF4-FFF2-40B4-BE49-F238E27FC236}">
                <a16:creationId xmlns:a16="http://schemas.microsoft.com/office/drawing/2014/main" id="{48E6EA0C-C6EA-88A6-62F6-49213F1DEA6A}"/>
              </a:ext>
            </a:extLst>
          </p:cNvPr>
          <p:cNvSpPr>
            <a:spLocks noGrp="1"/>
          </p:cNvSpPr>
          <p:nvPr>
            <p:ph type="body" sz="quarter" idx="15"/>
          </p:nvPr>
        </p:nvSpPr>
        <p:spPr>
          <a:xfrm>
            <a:off x="1645444" y="2018854"/>
            <a:ext cx="2412208" cy="184666"/>
          </a:xfrm>
        </p:spPr>
        <p:txBody>
          <a:bodyPr wrap="square" tIns="0" rIns="0" bIns="0" anchor="ctr" anchorCtr="0">
            <a:noAutofit/>
          </a:bodyPr>
          <a:lstStyle>
            <a:lvl1pPr marL="0" indent="0">
              <a:lnSpc>
                <a:spcPct val="100000"/>
              </a:lnSpc>
              <a:spcBef>
                <a:spcPts val="1224"/>
              </a:spcBef>
              <a:buClr>
                <a:schemeClr val="tx1"/>
              </a:buClr>
              <a:buFont typeface="Wingdings" panose="05000000000000000000" pitchFamily="2" charset="2"/>
              <a:buNone/>
              <a:defRPr sz="1200" b="0" spc="0" baseline="0">
                <a:solidFill>
                  <a:schemeClr val="tx1"/>
                </a:solidFill>
                <a:latin typeface="Segoe Sans Display" pitchFamily="2" charset="0"/>
                <a:cs typeface="Segoe Pro" panose="020B0604020202020204" pitchFamily="34" charset="0"/>
              </a:defRPr>
            </a:lvl1pPr>
            <a:lvl2pPr marL="427038" indent="-171450">
              <a:buFont typeface="Wingdings" panose="05000000000000000000" pitchFamily="2" charset="2"/>
              <a:buNone/>
              <a:defRPr sz="1400" b="0">
                <a:solidFill>
                  <a:schemeClr val="bg1"/>
                </a:solidFill>
              </a:defRPr>
            </a:lvl2pPr>
            <a:lvl3pPr marL="639763" indent="-188913">
              <a:buFont typeface="Wingdings" panose="05000000000000000000" pitchFamily="2" charset="2"/>
              <a:buNone/>
              <a:tabLst/>
              <a:defRPr sz="1400" b="0">
                <a:solidFill>
                  <a:schemeClr val="bg1"/>
                </a:solidFill>
              </a:defRPr>
            </a:lvl3pPr>
            <a:lvl4pPr marL="828675" indent="-176213">
              <a:buFont typeface="Wingdings" panose="05000000000000000000" pitchFamily="2" charset="2"/>
              <a:buNone/>
              <a:defRPr sz="1400" b="0">
                <a:solidFill>
                  <a:schemeClr val="bg1"/>
                </a:solidFill>
              </a:defRPr>
            </a:lvl4pPr>
            <a:lvl5pPr marL="1023938" indent="-169863">
              <a:buFont typeface="Wingdings" panose="05000000000000000000" pitchFamily="2" charset="2"/>
              <a:buNone/>
              <a:tabLst/>
              <a:defRPr sz="1400" b="0">
                <a:solidFill>
                  <a:schemeClr val="bg1"/>
                </a:solidFill>
              </a:defRPr>
            </a:lvl5pPr>
          </a:lstStyle>
          <a:p>
            <a:pPr lvl="0"/>
            <a:r>
              <a:rPr lang="en-US"/>
              <a:t>Click to edit Master text styles</a:t>
            </a:r>
          </a:p>
        </p:txBody>
      </p:sp>
      <p:sp>
        <p:nvSpPr>
          <p:cNvPr id="22" name="TextBox 21">
            <a:extLst>
              <a:ext uri="{FF2B5EF4-FFF2-40B4-BE49-F238E27FC236}">
                <a16:creationId xmlns:a16="http://schemas.microsoft.com/office/drawing/2014/main" id="{28E29651-B3B9-0C23-E2DC-24A48A17C929}"/>
              </a:ext>
            </a:extLst>
          </p:cNvPr>
          <p:cNvSpPr txBox="1"/>
          <p:nvPr userDrawn="1"/>
        </p:nvSpPr>
        <p:spPr>
          <a:xfrm>
            <a:off x="556419" y="2334828"/>
            <a:ext cx="608949" cy="184666"/>
          </a:xfrm>
          <a:prstGeom prst="rect">
            <a:avLst/>
          </a:prstGeom>
          <a:noFill/>
        </p:spPr>
        <p:txBody>
          <a:bodyPr wrap="none" lIns="0" tIns="0" rIns="0" bIns="0" anchor="ctr" anchorCtr="0">
            <a:spAutoFit/>
          </a:bodyPr>
          <a:lstStyle/>
          <a:p>
            <a:r>
              <a:rPr lang="en-GB" sz="1200" b="0" baseline="0">
                <a:solidFill>
                  <a:schemeClr val="accent4">
                    <a:lumMod val="75000"/>
                  </a:schemeClr>
                </a:solidFill>
                <a:latin typeface="Segoe Sans Display Semibold" pitchFamily="2" charset="0"/>
              </a:rPr>
              <a:t>Delivery:</a:t>
            </a:r>
          </a:p>
        </p:txBody>
      </p:sp>
      <p:sp>
        <p:nvSpPr>
          <p:cNvPr id="11" name="Text Placeholder 3">
            <a:extLst>
              <a:ext uri="{FF2B5EF4-FFF2-40B4-BE49-F238E27FC236}">
                <a16:creationId xmlns:a16="http://schemas.microsoft.com/office/drawing/2014/main" id="{2971A7EC-2A4A-4884-EEF4-5CE98EAB8128}"/>
              </a:ext>
            </a:extLst>
          </p:cNvPr>
          <p:cNvSpPr>
            <a:spLocks noGrp="1"/>
          </p:cNvSpPr>
          <p:nvPr>
            <p:ph type="body" sz="quarter" idx="16"/>
          </p:nvPr>
        </p:nvSpPr>
        <p:spPr>
          <a:xfrm>
            <a:off x="1645444" y="2334828"/>
            <a:ext cx="2412207" cy="184666"/>
          </a:xfrm>
        </p:spPr>
        <p:txBody>
          <a:bodyPr wrap="square" tIns="0" rIns="0" bIns="0" anchor="ctr" anchorCtr="0">
            <a:noAutofit/>
          </a:bodyPr>
          <a:lstStyle>
            <a:lvl1pPr marL="0" indent="0">
              <a:lnSpc>
                <a:spcPct val="100000"/>
              </a:lnSpc>
              <a:spcBef>
                <a:spcPts val="1224"/>
              </a:spcBef>
              <a:buClr>
                <a:schemeClr val="tx1"/>
              </a:buClr>
              <a:buFont typeface="Wingdings" panose="05000000000000000000" pitchFamily="2" charset="2"/>
              <a:buNone/>
              <a:defRPr sz="1200" b="0" spc="0" baseline="0">
                <a:solidFill>
                  <a:schemeClr val="tx1"/>
                </a:solidFill>
                <a:latin typeface="Segoe Sans Display" pitchFamily="2" charset="0"/>
                <a:cs typeface="Segoe Pro" panose="020B0604020202020204" pitchFamily="34" charset="0"/>
              </a:defRPr>
            </a:lvl1pPr>
            <a:lvl2pPr marL="427038" indent="-171450">
              <a:buFont typeface="Wingdings" panose="05000000000000000000" pitchFamily="2" charset="2"/>
              <a:buNone/>
              <a:defRPr sz="1400" b="0">
                <a:solidFill>
                  <a:schemeClr val="bg1"/>
                </a:solidFill>
              </a:defRPr>
            </a:lvl2pPr>
            <a:lvl3pPr marL="639763" indent="-188913">
              <a:buFont typeface="Wingdings" panose="05000000000000000000" pitchFamily="2" charset="2"/>
              <a:buNone/>
              <a:tabLst/>
              <a:defRPr sz="1400" b="0">
                <a:solidFill>
                  <a:schemeClr val="bg1"/>
                </a:solidFill>
              </a:defRPr>
            </a:lvl3pPr>
            <a:lvl4pPr marL="828675" indent="-176213">
              <a:buFont typeface="Wingdings" panose="05000000000000000000" pitchFamily="2" charset="2"/>
              <a:buNone/>
              <a:defRPr sz="1400" b="0">
                <a:solidFill>
                  <a:schemeClr val="bg1"/>
                </a:solidFill>
              </a:defRPr>
            </a:lvl4pPr>
            <a:lvl5pPr marL="1023938" indent="-169863">
              <a:buFont typeface="Wingdings" panose="05000000000000000000" pitchFamily="2" charset="2"/>
              <a:buNone/>
              <a:tabLst/>
              <a:defRPr sz="1400" b="0">
                <a:solidFill>
                  <a:schemeClr val="bg1"/>
                </a:solidFill>
              </a:defRPr>
            </a:lvl5pPr>
          </a:lstStyle>
          <a:p>
            <a:pPr lvl="0"/>
            <a:r>
              <a:rPr lang="en-US"/>
              <a:t>Click to edit Master text styles</a:t>
            </a:r>
          </a:p>
        </p:txBody>
      </p:sp>
      <p:sp>
        <p:nvSpPr>
          <p:cNvPr id="25" name="TextBox 24">
            <a:extLst>
              <a:ext uri="{FF2B5EF4-FFF2-40B4-BE49-F238E27FC236}">
                <a16:creationId xmlns:a16="http://schemas.microsoft.com/office/drawing/2014/main" id="{1F89F22E-B799-0FF5-458E-E50FA6349F4A}"/>
              </a:ext>
            </a:extLst>
          </p:cNvPr>
          <p:cNvSpPr txBox="1"/>
          <p:nvPr userDrawn="1"/>
        </p:nvSpPr>
        <p:spPr>
          <a:xfrm>
            <a:off x="556419" y="2650802"/>
            <a:ext cx="705834" cy="184666"/>
          </a:xfrm>
          <a:prstGeom prst="rect">
            <a:avLst/>
          </a:prstGeom>
          <a:noFill/>
        </p:spPr>
        <p:txBody>
          <a:bodyPr wrap="none" lIns="0" tIns="0" rIns="0" bIns="0" anchor="ctr" anchorCtr="0">
            <a:spAutoFit/>
          </a:bodyPr>
          <a:lstStyle/>
          <a:p>
            <a:r>
              <a:rPr lang="en-GB" sz="1200" b="0" baseline="0">
                <a:solidFill>
                  <a:schemeClr val="accent4">
                    <a:lumMod val="75000"/>
                  </a:schemeClr>
                </a:solidFill>
                <a:latin typeface="Segoe Sans Display Semibold" pitchFamily="2" charset="0"/>
              </a:rPr>
              <a:t>Summary:</a:t>
            </a:r>
          </a:p>
        </p:txBody>
      </p:sp>
      <p:sp>
        <p:nvSpPr>
          <p:cNvPr id="7" name="Text Placeholder 3">
            <a:extLst>
              <a:ext uri="{FF2B5EF4-FFF2-40B4-BE49-F238E27FC236}">
                <a16:creationId xmlns:a16="http://schemas.microsoft.com/office/drawing/2014/main" id="{522E7AA6-4819-8A02-C48C-29D6E3AD72D5}"/>
              </a:ext>
            </a:extLst>
          </p:cNvPr>
          <p:cNvSpPr>
            <a:spLocks noGrp="1"/>
          </p:cNvSpPr>
          <p:nvPr>
            <p:ph type="body" sz="quarter" idx="10"/>
          </p:nvPr>
        </p:nvSpPr>
        <p:spPr>
          <a:xfrm>
            <a:off x="556421" y="2890447"/>
            <a:ext cx="3501230" cy="323165"/>
          </a:xfrm>
        </p:spPr>
        <p:txBody>
          <a:bodyPr vert="horz" wrap="square" lIns="0" tIns="0" rIns="0" bIns="0" rtlCol="0">
            <a:noAutofit/>
          </a:bodyPr>
          <a:lstStyle>
            <a:lvl1pPr>
              <a:defRPr lang="en-US" sz="1200" dirty="0">
                <a:latin typeface="+mn-lt"/>
              </a:defRPr>
            </a:lvl1pPr>
          </a:lstStyle>
          <a:p>
            <a:pPr lvl="0">
              <a:spcBef>
                <a:spcPts val="0"/>
              </a:spcBef>
              <a:buClr>
                <a:schemeClr val="tx1"/>
              </a:buClr>
            </a:pPr>
            <a:r>
              <a:rPr lang="en-US"/>
              <a:t>Click to edit Master text styles</a:t>
            </a:r>
          </a:p>
        </p:txBody>
      </p:sp>
      <p:sp>
        <p:nvSpPr>
          <p:cNvPr id="18" name="TextBox 17">
            <a:extLst>
              <a:ext uri="{FF2B5EF4-FFF2-40B4-BE49-F238E27FC236}">
                <a16:creationId xmlns:a16="http://schemas.microsoft.com/office/drawing/2014/main" id="{B8A0FA93-18B9-BD01-8981-46D51869E49A}"/>
              </a:ext>
            </a:extLst>
          </p:cNvPr>
          <p:cNvSpPr txBox="1"/>
          <p:nvPr userDrawn="1"/>
        </p:nvSpPr>
        <p:spPr>
          <a:xfrm>
            <a:off x="549275" y="4780981"/>
            <a:ext cx="1714499" cy="276999"/>
          </a:xfrm>
          <a:prstGeom prst="rect">
            <a:avLst/>
          </a:prstGeom>
          <a:noFill/>
        </p:spPr>
        <p:txBody>
          <a:bodyPr wrap="square" lIns="0" anchor="ctr" anchorCtr="0">
            <a:spAutoFit/>
          </a:bodyPr>
          <a:lstStyle/>
          <a:p>
            <a:r>
              <a:rPr lang="en-GB" sz="1200" b="0" baseline="0">
                <a:solidFill>
                  <a:schemeClr val="accent4">
                    <a:lumMod val="75000"/>
                  </a:schemeClr>
                </a:solidFill>
                <a:latin typeface="Segoe Sans Display Semibold" pitchFamily="2" charset="0"/>
              </a:rPr>
              <a:t>Customer resources</a:t>
            </a:r>
          </a:p>
        </p:txBody>
      </p:sp>
      <p:sp>
        <p:nvSpPr>
          <p:cNvPr id="10" name="Text Placeholder 9">
            <a:extLst>
              <a:ext uri="{FF2B5EF4-FFF2-40B4-BE49-F238E27FC236}">
                <a16:creationId xmlns:a16="http://schemas.microsoft.com/office/drawing/2014/main" id="{C996942E-E982-4695-91C8-296676E06061}"/>
              </a:ext>
            </a:extLst>
          </p:cNvPr>
          <p:cNvSpPr>
            <a:spLocks noGrp="1"/>
          </p:cNvSpPr>
          <p:nvPr>
            <p:ph type="body" sz="quarter" idx="13"/>
          </p:nvPr>
        </p:nvSpPr>
        <p:spPr>
          <a:xfrm>
            <a:off x="549274" y="5051202"/>
            <a:ext cx="1638302" cy="332399"/>
          </a:xfrm>
        </p:spPr>
        <p:txBody>
          <a:bodyPr>
            <a:noAutofit/>
          </a:bodyPr>
          <a:lstStyle>
            <a:lvl1pPr marL="137160" indent="-137160">
              <a:lnSpc>
                <a:spcPct val="100000"/>
              </a:lnSpc>
              <a:spcBef>
                <a:spcPts val="0"/>
              </a:spcBef>
              <a:spcAft>
                <a:spcPts val="200"/>
              </a:spcAft>
              <a:buFont typeface="Arial" panose="020B0604020202020204" pitchFamily="34" charset="0"/>
              <a:buChar char="•"/>
              <a:defRPr sz="1100" spc="0" baseline="0">
                <a:solidFill>
                  <a:schemeClr val="tx1"/>
                </a:solidFill>
                <a:latin typeface="Segoe Sans Display" pitchFamily="2" charset="0"/>
              </a:defRPr>
            </a:lvl1pPr>
            <a:lvl2pPr marL="228600" indent="0">
              <a:lnSpc>
                <a:spcPct val="90000"/>
              </a:lnSpc>
              <a:spcBef>
                <a:spcPts val="600"/>
              </a:spcBef>
              <a:buNone/>
              <a:defRPr sz="1400">
                <a:solidFill>
                  <a:schemeClr val="bg1"/>
                </a:solidFill>
              </a:defRPr>
            </a:lvl2pPr>
            <a:lvl3pPr marL="457200" indent="0">
              <a:lnSpc>
                <a:spcPct val="90000"/>
              </a:lnSpc>
              <a:spcBef>
                <a:spcPts val="600"/>
              </a:spcBef>
              <a:buNone/>
              <a:defRPr sz="1400">
                <a:solidFill>
                  <a:schemeClr val="bg1"/>
                </a:solidFill>
              </a:defRPr>
            </a:lvl3pPr>
            <a:lvl4pPr marL="661988" indent="0">
              <a:lnSpc>
                <a:spcPct val="90000"/>
              </a:lnSpc>
              <a:spcBef>
                <a:spcPts val="600"/>
              </a:spcBef>
              <a:buNone/>
              <a:defRPr sz="1400">
                <a:solidFill>
                  <a:schemeClr val="bg1"/>
                </a:solidFill>
              </a:defRPr>
            </a:lvl4pPr>
            <a:lvl5pPr marL="855663" indent="0">
              <a:lnSpc>
                <a:spcPct val="90000"/>
              </a:lnSpc>
              <a:spcBef>
                <a:spcPts val="600"/>
              </a:spcBef>
              <a:buNone/>
              <a:defRPr sz="1400">
                <a:solidFill>
                  <a:schemeClr val="bg1"/>
                </a:solidFill>
              </a:defRPr>
            </a:lvl5pPr>
          </a:lstStyle>
          <a:p>
            <a:pPr lvl="0"/>
            <a:r>
              <a:rPr lang="en-US"/>
              <a:t>Click to edit Master text styles</a:t>
            </a:r>
          </a:p>
        </p:txBody>
      </p:sp>
      <p:sp>
        <p:nvSpPr>
          <p:cNvPr id="19" name="TextBox 18">
            <a:extLst>
              <a:ext uri="{FF2B5EF4-FFF2-40B4-BE49-F238E27FC236}">
                <a16:creationId xmlns:a16="http://schemas.microsoft.com/office/drawing/2014/main" id="{5074AE67-07F7-ED0E-CC1D-F592BD9B98FE}"/>
              </a:ext>
            </a:extLst>
          </p:cNvPr>
          <p:cNvSpPr txBox="1"/>
          <p:nvPr userDrawn="1"/>
        </p:nvSpPr>
        <p:spPr>
          <a:xfrm>
            <a:off x="2419351" y="4780981"/>
            <a:ext cx="1560877" cy="276999"/>
          </a:xfrm>
          <a:prstGeom prst="rect">
            <a:avLst/>
          </a:prstGeom>
          <a:noFill/>
        </p:spPr>
        <p:txBody>
          <a:bodyPr wrap="square" lIns="0" anchor="ctr" anchorCtr="0">
            <a:spAutoFit/>
          </a:bodyPr>
          <a:lstStyle/>
          <a:p>
            <a:r>
              <a:rPr lang="en-GB" sz="1200" b="0" baseline="0">
                <a:solidFill>
                  <a:schemeClr val="accent4">
                    <a:lumMod val="75000"/>
                  </a:schemeClr>
                </a:solidFill>
                <a:latin typeface="Segoe Sans Display Semibold" pitchFamily="2" charset="0"/>
              </a:rPr>
              <a:t>Partner resources</a:t>
            </a:r>
          </a:p>
        </p:txBody>
      </p:sp>
      <p:sp>
        <p:nvSpPr>
          <p:cNvPr id="13" name="Text Placeholder 9">
            <a:extLst>
              <a:ext uri="{FF2B5EF4-FFF2-40B4-BE49-F238E27FC236}">
                <a16:creationId xmlns:a16="http://schemas.microsoft.com/office/drawing/2014/main" id="{D2F6B756-204A-4346-90B3-21CCEA788C54}"/>
              </a:ext>
            </a:extLst>
          </p:cNvPr>
          <p:cNvSpPr>
            <a:spLocks noGrp="1"/>
          </p:cNvSpPr>
          <p:nvPr>
            <p:ph type="body" sz="quarter" idx="14"/>
          </p:nvPr>
        </p:nvSpPr>
        <p:spPr>
          <a:xfrm>
            <a:off x="2419350" y="5051202"/>
            <a:ext cx="1638302" cy="332399"/>
          </a:xfrm>
        </p:spPr>
        <p:txBody>
          <a:bodyPr>
            <a:noAutofit/>
          </a:bodyPr>
          <a:lstStyle>
            <a:lvl1pPr marL="137160" indent="-137160">
              <a:lnSpc>
                <a:spcPct val="100000"/>
              </a:lnSpc>
              <a:spcBef>
                <a:spcPts val="0"/>
              </a:spcBef>
              <a:spcAft>
                <a:spcPts val="200"/>
              </a:spcAft>
              <a:buFont typeface="Arial" panose="020B0604020202020204" pitchFamily="34" charset="0"/>
              <a:buChar char="•"/>
              <a:defRPr sz="1100" spc="0" baseline="0">
                <a:solidFill>
                  <a:schemeClr val="tx1"/>
                </a:solidFill>
                <a:latin typeface="Segoe Sans Display" pitchFamily="2" charset="0"/>
              </a:defRPr>
            </a:lvl1pPr>
            <a:lvl2pPr marL="228600" indent="0">
              <a:lnSpc>
                <a:spcPct val="90000"/>
              </a:lnSpc>
              <a:spcBef>
                <a:spcPts val="600"/>
              </a:spcBef>
              <a:buNone/>
              <a:defRPr sz="1400">
                <a:solidFill>
                  <a:schemeClr val="bg1"/>
                </a:solidFill>
              </a:defRPr>
            </a:lvl2pPr>
            <a:lvl3pPr marL="457200" indent="0">
              <a:lnSpc>
                <a:spcPct val="90000"/>
              </a:lnSpc>
              <a:spcBef>
                <a:spcPts val="600"/>
              </a:spcBef>
              <a:buNone/>
              <a:defRPr sz="1400">
                <a:solidFill>
                  <a:schemeClr val="bg1"/>
                </a:solidFill>
              </a:defRPr>
            </a:lvl3pPr>
            <a:lvl4pPr marL="661988" indent="0">
              <a:lnSpc>
                <a:spcPct val="90000"/>
              </a:lnSpc>
              <a:spcBef>
                <a:spcPts val="600"/>
              </a:spcBef>
              <a:buNone/>
              <a:defRPr sz="1400">
                <a:solidFill>
                  <a:schemeClr val="bg1"/>
                </a:solidFill>
              </a:defRPr>
            </a:lvl4pPr>
            <a:lvl5pPr marL="855663" indent="0">
              <a:lnSpc>
                <a:spcPct val="90000"/>
              </a:lnSpc>
              <a:spcBef>
                <a:spcPts val="600"/>
              </a:spcBef>
              <a:buNone/>
              <a:defRPr sz="1400">
                <a:solidFill>
                  <a:schemeClr val="bg1"/>
                </a:solidFill>
              </a:defRPr>
            </a:lvl5pPr>
          </a:lstStyle>
          <a:p>
            <a:pPr lvl="0"/>
            <a:r>
              <a:rPr lang="en-US"/>
              <a:t>Click to edit Master text styles</a:t>
            </a:r>
          </a:p>
        </p:txBody>
      </p:sp>
      <p:sp>
        <p:nvSpPr>
          <p:cNvPr id="5" name="Text Placeholder 6">
            <a:extLst>
              <a:ext uri="{FF2B5EF4-FFF2-40B4-BE49-F238E27FC236}">
                <a16:creationId xmlns:a16="http://schemas.microsoft.com/office/drawing/2014/main" id="{041F96D3-6920-47ED-9D36-1E9A814A58C9}"/>
              </a:ext>
            </a:extLst>
          </p:cNvPr>
          <p:cNvSpPr>
            <a:spLocks noGrp="1"/>
          </p:cNvSpPr>
          <p:nvPr>
            <p:ph type="body" sz="quarter" idx="17"/>
          </p:nvPr>
        </p:nvSpPr>
        <p:spPr>
          <a:xfrm>
            <a:off x="4688586" y="505876"/>
            <a:ext cx="7078980" cy="5805714"/>
          </a:xfrm>
        </p:spPr>
        <p:txBody>
          <a:bodyPr lIns="274320" tIns="274320" rIns="274320" bIns="274320" anchor="t" anchorCtr="0">
            <a:noAutofit/>
          </a:bodyPr>
          <a:lstStyle>
            <a:lvl1pPr marL="0" indent="0">
              <a:lnSpc>
                <a:spcPct val="90000"/>
              </a:lnSpc>
              <a:spcBef>
                <a:spcPts val="0"/>
              </a:spcBef>
              <a:spcAft>
                <a:spcPts val="600"/>
              </a:spcAft>
              <a:buNone/>
              <a:defRPr sz="1400" spc="0">
                <a:solidFill>
                  <a:schemeClr val="accent4">
                    <a:lumMod val="75000"/>
                  </a:schemeClr>
                </a:solidFill>
                <a:latin typeface="Segoe Sans Display Semibold" pitchFamily="2" charset="0"/>
              </a:defRPr>
            </a:lvl1pPr>
            <a:lvl2pPr marL="0" indent="0">
              <a:lnSpc>
                <a:spcPct val="90000"/>
              </a:lnSpc>
              <a:spcBef>
                <a:spcPts val="0"/>
              </a:spcBef>
              <a:spcAft>
                <a:spcPts val="600"/>
              </a:spcAft>
              <a:buNone/>
              <a:defRPr sz="1200" spc="0">
                <a:latin typeface="Segoe Sans Display Semibold" pitchFamily="2" charset="0"/>
              </a:defRPr>
            </a:lvl2pPr>
            <a:lvl3pPr marL="0" indent="0">
              <a:lnSpc>
                <a:spcPct val="90000"/>
              </a:lnSpc>
              <a:spcBef>
                <a:spcPts val="0"/>
              </a:spcBef>
              <a:spcAft>
                <a:spcPts val="600"/>
              </a:spcAft>
              <a:buFontTx/>
              <a:buNone/>
              <a:defRPr lang="en-US" sz="1200" kern="1200" spc="0" baseline="0" dirty="0">
                <a:solidFill>
                  <a:schemeClr val="tx1"/>
                </a:solidFill>
                <a:latin typeface="Segoe Sans Display" pitchFamily="2" charset="0"/>
                <a:ea typeface="+mn-ea"/>
                <a:cs typeface="+mn-cs"/>
              </a:defRPr>
            </a:lvl3pPr>
            <a:lvl4pPr marL="137160" indent="-137160">
              <a:spcBef>
                <a:spcPts val="0"/>
              </a:spcBef>
              <a:spcAft>
                <a:spcPts val="600"/>
              </a:spcAft>
              <a:defRPr sz="1200" spc="0"/>
            </a:lvl4pPr>
            <a:lvl5pPr marL="274320" indent="-137160">
              <a:lnSpc>
                <a:spcPct val="90000"/>
              </a:lnSpc>
              <a:spcBef>
                <a:spcPts val="0"/>
              </a:spcBef>
              <a:spcAft>
                <a:spcPts val="600"/>
              </a:spcAft>
              <a:defRPr sz="1200" spc="0"/>
            </a:lvl5pPr>
          </a:lstStyle>
          <a:p>
            <a:pPr lvl="0"/>
            <a:r>
              <a:rPr lang="en-US"/>
              <a:t>Click to edit Master text styles</a:t>
            </a:r>
          </a:p>
          <a:p>
            <a:pPr lvl="1"/>
            <a:r>
              <a:rPr lang="en-US"/>
              <a:t>Second level</a:t>
            </a:r>
          </a:p>
          <a:p>
            <a:pPr lvl="2"/>
            <a:r>
              <a:rPr lang="en-US"/>
              <a:t>Third level</a:t>
            </a:r>
          </a:p>
          <a:p>
            <a:pPr marL="137160" lvl="2" indent="-137160" algn="l" defTabSz="914400" rtl="0" eaLnBrk="1" latinLnBrk="0" hangingPunct="1">
              <a:lnSpc>
                <a:spcPct val="100000"/>
              </a:lnSpc>
              <a:spcBef>
                <a:spcPts val="0"/>
              </a:spcBef>
              <a:spcAft>
                <a:spcPts val="600"/>
              </a:spcAft>
              <a:buFont typeface="Arial" panose="020B0604020202020204" pitchFamily="34" charset="0"/>
              <a:buChar char="•"/>
            </a:pPr>
            <a:r>
              <a:rPr lang="en-US"/>
              <a:t>Fourth level</a:t>
            </a:r>
          </a:p>
          <a:p>
            <a:pPr lvl="4"/>
            <a:r>
              <a:rPr lang="en-US"/>
              <a:t>Fifth level</a:t>
            </a:r>
          </a:p>
        </p:txBody>
      </p:sp>
      <p:sp>
        <p:nvSpPr>
          <p:cNvPr id="16" name="Diagonal Stripe 10">
            <a:extLst>
              <a:ext uri="{FF2B5EF4-FFF2-40B4-BE49-F238E27FC236}">
                <a16:creationId xmlns:a16="http://schemas.microsoft.com/office/drawing/2014/main" id="{39F31FDD-DE45-C499-E791-BFFB7B25E3D2}"/>
              </a:ext>
              <a:ext uri="{C183D7F6-B498-43B3-948B-1728B52AA6E4}">
                <adec:decorative xmlns:adec="http://schemas.microsoft.com/office/drawing/2017/decorative" val="1"/>
              </a:ext>
            </a:extLst>
          </p:cNvPr>
          <p:cNvSpPr/>
          <p:nvPr userDrawn="1"/>
        </p:nvSpPr>
        <p:spPr bwMode="auto">
          <a:xfrm rot="5400000">
            <a:off x="10893594" y="-79215"/>
            <a:ext cx="1219186" cy="1377615"/>
          </a:xfrm>
          <a:prstGeom prst="diagStripe">
            <a:avLst/>
          </a:prstGeom>
          <a:solidFill>
            <a:schemeClr val="bg1"/>
          </a:solidFill>
          <a:ln w="10795" cap="flat" cmpd="sng" algn="ctr">
            <a:noFill/>
            <a:prstDash val="solid"/>
          </a:ln>
          <a:effectLst>
            <a:outerShdw blurRad="152400" sx="101000" sy="101000" algn="tl" rotWithShape="0">
              <a:prstClr val="black">
                <a:alpha val="29000"/>
              </a:prstClr>
            </a:outerShdw>
          </a:effectLst>
        </p:spPr>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de-AT" sz="2000">
              <a:solidFill>
                <a:schemeClr val="accent1"/>
              </a:solidFill>
              <a:latin typeface="Segoe Sans Display" pitchFamily="2" charset="0"/>
              <a:cs typeface="Segoe Sans Display" pitchFamily="2" charset="0"/>
            </a:endParaRPr>
          </a:p>
        </p:txBody>
      </p:sp>
      <p:sp>
        <p:nvSpPr>
          <p:cNvPr id="17" name="Text Placeholder 21">
            <a:extLst>
              <a:ext uri="{FF2B5EF4-FFF2-40B4-BE49-F238E27FC236}">
                <a16:creationId xmlns:a16="http://schemas.microsoft.com/office/drawing/2014/main" id="{3583A746-C378-E8CD-C0A9-6610C5DB699A}"/>
              </a:ext>
              <a:ext uri="{C183D7F6-B498-43B3-948B-1728B52AA6E4}">
                <adec:decorative xmlns:adec="http://schemas.microsoft.com/office/drawing/2017/decorative" val="1"/>
              </a:ext>
            </a:extLst>
          </p:cNvPr>
          <p:cNvSpPr>
            <a:spLocks noGrp="1"/>
          </p:cNvSpPr>
          <p:nvPr>
            <p:ph type="body" sz="quarter" idx="24"/>
          </p:nvPr>
        </p:nvSpPr>
        <p:spPr>
          <a:xfrm rot="2510061">
            <a:off x="11110196" y="198567"/>
            <a:ext cx="1143000" cy="553998"/>
          </a:xfrm>
        </p:spPr>
        <p:txBody>
          <a:bodyPr anchor="ctr" anchorCtr="0"/>
          <a:lstStyle>
            <a:lvl1pPr algn="ctr">
              <a:spcBef>
                <a:spcPts val="0"/>
              </a:spcBef>
              <a:buNone/>
              <a:defRPr sz="1200" spc="0" baseline="0">
                <a:solidFill>
                  <a:schemeClr val="accent4">
                    <a:lumMod val="75000"/>
                  </a:schemeClr>
                </a:solidFill>
              </a:defRPr>
            </a:lvl1pPr>
          </a:lstStyle>
          <a:p>
            <a:pPr lvl="0"/>
            <a:r>
              <a:rPr lang="en-US"/>
              <a:t>Click to edit Master text styles</a:t>
            </a:r>
          </a:p>
        </p:txBody>
      </p:sp>
      <p:pic>
        <p:nvPicPr>
          <p:cNvPr id="24" name="Picture 23" descr="A colorful gradient going from darker blue on the left side to light blue to magenta to orange on the right side">
            <a:extLst>
              <a:ext uri="{FF2B5EF4-FFF2-40B4-BE49-F238E27FC236}">
                <a16:creationId xmlns:a16="http://schemas.microsoft.com/office/drawing/2014/main" id="{0BDE085C-238C-0836-125B-931750D73EF9}"/>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sp>
        <p:nvSpPr>
          <p:cNvPr id="2" name="TextBox 1">
            <a:extLst>
              <a:ext uri="{FF2B5EF4-FFF2-40B4-BE49-F238E27FC236}">
                <a16:creationId xmlns:a16="http://schemas.microsoft.com/office/drawing/2014/main" id="{8038C89A-245F-D3DA-118C-31EF51F56E4F}"/>
              </a:ext>
            </a:extLst>
          </p:cNvPr>
          <p:cNvSpPr txBox="1"/>
          <p:nvPr userDrawn="1"/>
        </p:nvSpPr>
        <p:spPr>
          <a:xfrm>
            <a:off x="556419" y="3708145"/>
            <a:ext cx="613245" cy="184666"/>
          </a:xfrm>
          <a:prstGeom prst="rect">
            <a:avLst/>
          </a:prstGeom>
          <a:noFill/>
        </p:spPr>
        <p:txBody>
          <a:bodyPr wrap="none" lIns="0" tIns="0" rIns="0" bIns="0" anchor="ctr" anchorCtr="0">
            <a:spAutoFit/>
          </a:bodyPr>
          <a:lstStyle/>
          <a:p>
            <a:r>
              <a:rPr lang="en-GB" sz="1200" b="0" baseline="0">
                <a:solidFill>
                  <a:schemeClr val="accent4">
                    <a:lumMod val="75000"/>
                  </a:schemeClr>
                </a:solidFill>
                <a:latin typeface="Segoe Sans Display Semibold" pitchFamily="2" charset="0"/>
              </a:rPr>
              <a:t>Content:</a:t>
            </a:r>
          </a:p>
        </p:txBody>
      </p:sp>
      <p:sp>
        <p:nvSpPr>
          <p:cNvPr id="3" name="Text Placeholder 3">
            <a:extLst>
              <a:ext uri="{FF2B5EF4-FFF2-40B4-BE49-F238E27FC236}">
                <a16:creationId xmlns:a16="http://schemas.microsoft.com/office/drawing/2014/main" id="{A4173B7E-1461-655F-38E1-48A42EC1B8DC}"/>
              </a:ext>
            </a:extLst>
          </p:cNvPr>
          <p:cNvSpPr>
            <a:spLocks noGrp="1"/>
          </p:cNvSpPr>
          <p:nvPr>
            <p:ph type="body" sz="quarter" idx="25"/>
          </p:nvPr>
        </p:nvSpPr>
        <p:spPr>
          <a:xfrm>
            <a:off x="556421" y="3936217"/>
            <a:ext cx="3501230" cy="323165"/>
          </a:xfrm>
        </p:spPr>
        <p:txBody>
          <a:bodyPr vert="horz" wrap="square" lIns="0" tIns="0" rIns="0" bIns="0" rtlCol="0">
            <a:noAutofit/>
          </a:bodyPr>
          <a:lstStyle>
            <a:lvl1pPr>
              <a:defRPr lang="en-US" sz="1200" dirty="0">
                <a:latin typeface="+mn-lt"/>
              </a:defRPr>
            </a:lvl1pPr>
          </a:lstStyle>
          <a:p>
            <a:pPr lvl="0">
              <a:spcBef>
                <a:spcPts val="0"/>
              </a:spcBef>
              <a:buClr>
                <a:schemeClr val="tx1"/>
              </a:buClr>
            </a:pPr>
            <a:r>
              <a:rPr lang="en-US"/>
              <a:t>Click to edit Master text styles</a:t>
            </a:r>
          </a:p>
        </p:txBody>
      </p:sp>
      <p:grpSp>
        <p:nvGrpSpPr>
          <p:cNvPr id="6" name="Group 5">
            <a:extLst>
              <a:ext uri="{FF2B5EF4-FFF2-40B4-BE49-F238E27FC236}">
                <a16:creationId xmlns:a16="http://schemas.microsoft.com/office/drawing/2014/main" id="{7DCCFEB3-8803-9E5E-00A5-81C945AD2607}"/>
              </a:ext>
            </a:extLst>
          </p:cNvPr>
          <p:cNvGrpSpPr/>
          <p:nvPr userDrawn="1"/>
        </p:nvGrpSpPr>
        <p:grpSpPr>
          <a:xfrm>
            <a:off x="10794205" y="6423682"/>
            <a:ext cx="1397795" cy="434250"/>
            <a:chOff x="10794205" y="6423682"/>
            <a:chExt cx="1397795" cy="434250"/>
          </a:xfrm>
        </p:grpSpPr>
        <p:sp>
          <p:nvSpPr>
            <p:cNvPr id="12" name="Rectangle: Single Corner Rounded 11">
              <a:extLst>
                <a:ext uri="{FF2B5EF4-FFF2-40B4-BE49-F238E27FC236}">
                  <a16:creationId xmlns:a16="http://schemas.microsoft.com/office/drawing/2014/main" id="{98849B1D-025B-E189-03D2-5323EF683AC7}"/>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14" name="Straight Connector 13">
              <a:extLst>
                <a:ext uri="{FF2B5EF4-FFF2-40B4-BE49-F238E27FC236}">
                  <a16:creationId xmlns:a16="http://schemas.microsoft.com/office/drawing/2014/main" id="{1D8878D6-CB0B-3A66-2F4C-AA59A32E8D4B}"/>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20" name="Isosceles Triangle 19">
              <a:hlinkClick r:id="" action="ppaction://hlinkshowjump?jump=previousslide"/>
              <a:extLst>
                <a:ext uri="{FF2B5EF4-FFF2-40B4-BE49-F238E27FC236}">
                  <a16:creationId xmlns:a16="http://schemas.microsoft.com/office/drawing/2014/main" id="{E2C6C14B-2EAB-40D5-0C32-722204632233}"/>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23" name="Isosceles Triangle 22">
              <a:hlinkClick r:id="" action="ppaction://hlinkshowjump?jump=nextslide"/>
              <a:extLst>
                <a:ext uri="{FF2B5EF4-FFF2-40B4-BE49-F238E27FC236}">
                  <a16:creationId xmlns:a16="http://schemas.microsoft.com/office/drawing/2014/main" id="{A20F3F2A-9E20-3D02-FC09-F012B8900AA2}"/>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27" name="Graphic 26" descr="Home outline">
              <a:hlinkClick r:id="" action="ppaction://noaction"/>
              <a:extLst>
                <a:ext uri="{FF2B5EF4-FFF2-40B4-BE49-F238E27FC236}">
                  <a16:creationId xmlns:a16="http://schemas.microsoft.com/office/drawing/2014/main" id="{EAB177E0-53DF-87E7-0D89-0EBCA59B2CD9}"/>
                </a:ext>
              </a:extLst>
            </p:cNvPr>
            <p:cNvPicPr>
              <a:picLocks noChangeAspect="1"/>
            </p:cNvPicPr>
            <p:nvPr userDrawn="1"/>
          </p:nvPicPr>
          <p:blipFill>
            <a:blip r:embed="rId4">
              <a:extLst>
                <a:ext uri="{96DAC541-7B7A-43D3-8B79-37D633B846F1}">
                  <asvg:svgBlip xmlns:asvg="http://schemas.microsoft.com/office/drawing/2016/SVG/main" r:embed="rId5"/>
                </a:ext>
              </a:extLst>
            </a:blip>
            <a:srcRect l="69" r="69"/>
            <a:stretch/>
          </p:blipFill>
          <p:spPr>
            <a:xfrm>
              <a:off x="10995722" y="6495372"/>
              <a:ext cx="290467" cy="290871"/>
            </a:xfrm>
            <a:prstGeom prst="rect">
              <a:avLst/>
            </a:prstGeom>
          </p:spPr>
        </p:pic>
      </p:grpSp>
    </p:spTree>
    <p:extLst>
      <p:ext uri="{BB962C8B-B14F-4D97-AF65-F5344CB8AC3E}">
        <p14:creationId xmlns:p14="http://schemas.microsoft.com/office/powerpoint/2010/main" val="2289713622"/>
      </p:ext>
    </p:extLst>
  </p:cSld>
  <p:clrMapOvr>
    <a:masterClrMapping/>
  </p:clrMapOvr>
  <p:transition>
    <p:fade/>
  </p:transition>
</p:sldLayout>
</file>

<file path=ppt/slideLayouts/slideLayout319.xml><?xml version="1.0" encoding="utf-8"?>
<p:sldLayout xmlns:a="http://schemas.openxmlformats.org/drawingml/2006/main" xmlns:r="http://schemas.openxmlformats.org/officeDocument/2006/relationships" xmlns:p="http://schemas.openxmlformats.org/presentationml/2006/main" preserve="1" userDrawn="1">
  <p:cSld name="Session Case Study w/o corner ribbon">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95FE0D29-0398-FECD-00AE-5D59AF674FAA}"/>
              </a:ext>
              <a:ext uri="{C183D7F6-B498-43B3-948B-1728B52AA6E4}">
                <adec:decorative xmlns:adec="http://schemas.microsoft.com/office/drawing/2017/decorative" val="1"/>
              </a:ext>
            </a:extLst>
          </p:cNvPr>
          <p:cNvPicPr>
            <a:picLocks noChangeAspect="1"/>
          </p:cNvPicPr>
          <p:nvPr userDrawn="1"/>
        </p:nvPicPr>
        <p:blipFill>
          <a:blip r:embed="rId2"/>
          <a:srcRect/>
          <a:stretch/>
        </p:blipFill>
        <p:spPr>
          <a:xfrm flipH="1">
            <a:off x="0" y="0"/>
            <a:ext cx="12191999" cy="6857999"/>
          </a:xfrm>
          <a:prstGeom prst="rect">
            <a:avLst/>
          </a:prstGeom>
        </p:spPr>
      </p:pic>
      <p:sp>
        <p:nvSpPr>
          <p:cNvPr id="15" name="Rectangle 14">
            <a:extLst>
              <a:ext uri="{FF2B5EF4-FFF2-40B4-BE49-F238E27FC236}">
                <a16:creationId xmlns:a16="http://schemas.microsoft.com/office/drawing/2014/main" id="{D3D3FF86-8B4C-BF42-921D-2525CFEB1071}"/>
              </a:ext>
            </a:extLst>
          </p:cNvPr>
          <p:cNvSpPr/>
          <p:nvPr userDrawn="1"/>
        </p:nvSpPr>
        <p:spPr bwMode="auto">
          <a:xfrm>
            <a:off x="0" y="0"/>
            <a:ext cx="4267200"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Sans Display" pitchFamily="2" charset="0"/>
            </a:endParaRPr>
          </a:p>
        </p:txBody>
      </p:sp>
      <p:sp>
        <p:nvSpPr>
          <p:cNvPr id="4" name="Rectangle: Rounded Corners 30">
            <a:extLst>
              <a:ext uri="{FF2B5EF4-FFF2-40B4-BE49-F238E27FC236}">
                <a16:creationId xmlns:a16="http://schemas.microsoft.com/office/drawing/2014/main" id="{EF2D0231-F003-E2C8-4E38-4B20209B3F0C}"/>
              </a:ext>
              <a:ext uri="{C183D7F6-B498-43B3-948B-1728B52AA6E4}">
                <adec:decorative xmlns:adec="http://schemas.microsoft.com/office/drawing/2017/decorative" val="1"/>
              </a:ext>
            </a:extLst>
          </p:cNvPr>
          <p:cNvSpPr/>
          <p:nvPr userDrawn="1"/>
        </p:nvSpPr>
        <p:spPr bwMode="auto">
          <a:xfrm>
            <a:off x="4688586" y="505875"/>
            <a:ext cx="7078980" cy="5805714"/>
          </a:xfrm>
          <a:prstGeom prst="roundRect">
            <a:avLst>
              <a:gd name="adj" fmla="val 3388"/>
            </a:avLst>
          </a:prstGeom>
          <a:solidFill>
            <a:schemeClr val="bg1">
              <a:alpha val="65000"/>
            </a:schemeClr>
          </a:solidFill>
          <a:ln w="12700">
            <a:noFill/>
            <a:headEnd type="none" w="med" len="med"/>
            <a:tailEnd type="none" w="med" len="med"/>
          </a:ln>
          <a:effectLst>
            <a:outerShdw blurRad="285750" dist="95250" dir="3180000" algn="ctr" rotWithShape="0">
              <a:srgbClr val="000000">
                <a:alpha val="16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400">
              <a:lnSpc>
                <a:spcPct val="90000"/>
              </a:lnSpc>
              <a:spcBef>
                <a:spcPts val="600"/>
              </a:spcBef>
              <a:spcAft>
                <a:spcPts val="600"/>
              </a:spcAft>
              <a:buClr>
                <a:srgbClr val="243A5E"/>
              </a:buClr>
              <a:buSzPct val="110000"/>
            </a:pPr>
            <a:endParaRPr lang="en-US" sz="1200">
              <a:solidFill>
                <a:srgbClr val="000000"/>
              </a:solidFill>
              <a:latin typeface="Segoe Sans Display" pitchFamily="2" charset="0"/>
              <a:cs typeface="Segoe Sans Display Semibold" pitchFamily="2" charset="0"/>
            </a:endParaRPr>
          </a:p>
        </p:txBody>
      </p:sp>
      <p:sp>
        <p:nvSpPr>
          <p:cNvPr id="26" name="Title 25">
            <a:extLst>
              <a:ext uri="{FF2B5EF4-FFF2-40B4-BE49-F238E27FC236}">
                <a16:creationId xmlns:a16="http://schemas.microsoft.com/office/drawing/2014/main" id="{36BA4A26-76EC-BFFD-623A-5C1B12145C83}"/>
              </a:ext>
            </a:extLst>
          </p:cNvPr>
          <p:cNvSpPr>
            <a:spLocks noGrp="1"/>
          </p:cNvSpPr>
          <p:nvPr>
            <p:ph type="title"/>
          </p:nvPr>
        </p:nvSpPr>
        <p:spPr>
          <a:xfrm>
            <a:off x="576073" y="503840"/>
            <a:ext cx="3481578" cy="1310412"/>
          </a:xfrm>
        </p:spPr>
        <p:txBody>
          <a:bodyPr>
            <a:noAutofit/>
          </a:bodyPr>
          <a:lstStyle>
            <a:lvl1pPr>
              <a:defRPr sz="2800" spc="-50" baseline="0"/>
            </a:lvl1pPr>
          </a:lstStyle>
          <a:p>
            <a:r>
              <a:rPr lang="en-US"/>
              <a:t>Click to edit Master title style</a:t>
            </a:r>
          </a:p>
        </p:txBody>
      </p:sp>
      <p:sp>
        <p:nvSpPr>
          <p:cNvPr id="21" name="TextBox 20">
            <a:extLst>
              <a:ext uri="{FF2B5EF4-FFF2-40B4-BE49-F238E27FC236}">
                <a16:creationId xmlns:a16="http://schemas.microsoft.com/office/drawing/2014/main" id="{58D9E3DC-DBB3-E783-66C6-1CE56D439EF2}"/>
              </a:ext>
            </a:extLst>
          </p:cNvPr>
          <p:cNvSpPr txBox="1"/>
          <p:nvPr userDrawn="1"/>
        </p:nvSpPr>
        <p:spPr>
          <a:xfrm>
            <a:off x="556419" y="2018854"/>
            <a:ext cx="852093" cy="184666"/>
          </a:xfrm>
          <a:prstGeom prst="rect">
            <a:avLst/>
          </a:prstGeom>
          <a:noFill/>
        </p:spPr>
        <p:txBody>
          <a:bodyPr wrap="none" lIns="0" tIns="0" rIns="0" bIns="0" anchor="ctr" anchorCtr="0">
            <a:spAutoFit/>
          </a:bodyPr>
          <a:lstStyle/>
          <a:p>
            <a:r>
              <a:rPr lang="en-GB" sz="1200" b="0" baseline="0">
                <a:solidFill>
                  <a:schemeClr val="accent4">
                    <a:lumMod val="75000"/>
                  </a:schemeClr>
                </a:solidFill>
                <a:latin typeface="Segoe Sans Display Semibold" pitchFamily="2" charset="0"/>
              </a:rPr>
              <a:t>Preparation:</a:t>
            </a:r>
          </a:p>
        </p:txBody>
      </p:sp>
      <p:sp>
        <p:nvSpPr>
          <p:cNvPr id="8" name="Text Placeholder 3">
            <a:extLst>
              <a:ext uri="{FF2B5EF4-FFF2-40B4-BE49-F238E27FC236}">
                <a16:creationId xmlns:a16="http://schemas.microsoft.com/office/drawing/2014/main" id="{48E6EA0C-C6EA-88A6-62F6-49213F1DEA6A}"/>
              </a:ext>
            </a:extLst>
          </p:cNvPr>
          <p:cNvSpPr>
            <a:spLocks noGrp="1"/>
          </p:cNvSpPr>
          <p:nvPr>
            <p:ph type="body" sz="quarter" idx="15"/>
          </p:nvPr>
        </p:nvSpPr>
        <p:spPr>
          <a:xfrm>
            <a:off x="1645444" y="2018854"/>
            <a:ext cx="2412208" cy="184666"/>
          </a:xfrm>
        </p:spPr>
        <p:txBody>
          <a:bodyPr wrap="square" tIns="0" rIns="0" bIns="0" anchor="ctr" anchorCtr="0">
            <a:noAutofit/>
          </a:bodyPr>
          <a:lstStyle>
            <a:lvl1pPr marL="0" indent="0">
              <a:lnSpc>
                <a:spcPct val="100000"/>
              </a:lnSpc>
              <a:spcBef>
                <a:spcPts val="1224"/>
              </a:spcBef>
              <a:buClr>
                <a:schemeClr val="tx1"/>
              </a:buClr>
              <a:buFont typeface="Wingdings" panose="05000000000000000000" pitchFamily="2" charset="2"/>
              <a:buNone/>
              <a:defRPr sz="1200" b="0" spc="0" baseline="0">
                <a:solidFill>
                  <a:schemeClr val="tx1"/>
                </a:solidFill>
                <a:latin typeface="Segoe Sans Display" pitchFamily="2" charset="0"/>
                <a:cs typeface="Segoe Pro" panose="020B0604020202020204" pitchFamily="34" charset="0"/>
              </a:defRPr>
            </a:lvl1pPr>
            <a:lvl2pPr marL="427038" indent="-171450">
              <a:buFont typeface="Wingdings" panose="05000000000000000000" pitchFamily="2" charset="2"/>
              <a:buNone/>
              <a:defRPr sz="1400" b="0">
                <a:solidFill>
                  <a:schemeClr val="bg1"/>
                </a:solidFill>
              </a:defRPr>
            </a:lvl2pPr>
            <a:lvl3pPr marL="639763" indent="-188913">
              <a:buFont typeface="Wingdings" panose="05000000000000000000" pitchFamily="2" charset="2"/>
              <a:buNone/>
              <a:tabLst/>
              <a:defRPr sz="1400" b="0">
                <a:solidFill>
                  <a:schemeClr val="bg1"/>
                </a:solidFill>
              </a:defRPr>
            </a:lvl3pPr>
            <a:lvl4pPr marL="828675" indent="-176213">
              <a:buFont typeface="Wingdings" panose="05000000000000000000" pitchFamily="2" charset="2"/>
              <a:buNone/>
              <a:defRPr sz="1400" b="0">
                <a:solidFill>
                  <a:schemeClr val="bg1"/>
                </a:solidFill>
              </a:defRPr>
            </a:lvl4pPr>
            <a:lvl5pPr marL="1023938" indent="-169863">
              <a:buFont typeface="Wingdings" panose="05000000000000000000" pitchFamily="2" charset="2"/>
              <a:buNone/>
              <a:tabLst/>
              <a:defRPr sz="1400" b="0">
                <a:solidFill>
                  <a:schemeClr val="bg1"/>
                </a:solidFill>
              </a:defRPr>
            </a:lvl5pPr>
          </a:lstStyle>
          <a:p>
            <a:pPr lvl="0"/>
            <a:r>
              <a:rPr lang="en-US"/>
              <a:t>Click to edit Master text styles</a:t>
            </a:r>
          </a:p>
        </p:txBody>
      </p:sp>
      <p:sp>
        <p:nvSpPr>
          <p:cNvPr id="22" name="TextBox 21">
            <a:extLst>
              <a:ext uri="{FF2B5EF4-FFF2-40B4-BE49-F238E27FC236}">
                <a16:creationId xmlns:a16="http://schemas.microsoft.com/office/drawing/2014/main" id="{28E29651-B3B9-0C23-E2DC-24A48A17C929}"/>
              </a:ext>
            </a:extLst>
          </p:cNvPr>
          <p:cNvSpPr txBox="1"/>
          <p:nvPr userDrawn="1"/>
        </p:nvSpPr>
        <p:spPr>
          <a:xfrm>
            <a:off x="556419" y="2334828"/>
            <a:ext cx="608949" cy="184666"/>
          </a:xfrm>
          <a:prstGeom prst="rect">
            <a:avLst/>
          </a:prstGeom>
          <a:noFill/>
        </p:spPr>
        <p:txBody>
          <a:bodyPr wrap="none" lIns="0" tIns="0" rIns="0" bIns="0" anchor="ctr" anchorCtr="0">
            <a:spAutoFit/>
          </a:bodyPr>
          <a:lstStyle/>
          <a:p>
            <a:r>
              <a:rPr lang="en-GB" sz="1200" b="0" baseline="0">
                <a:solidFill>
                  <a:schemeClr val="accent4">
                    <a:lumMod val="75000"/>
                  </a:schemeClr>
                </a:solidFill>
                <a:latin typeface="Segoe Sans Display Semibold" pitchFamily="2" charset="0"/>
              </a:rPr>
              <a:t>Delivery:</a:t>
            </a:r>
          </a:p>
        </p:txBody>
      </p:sp>
      <p:sp>
        <p:nvSpPr>
          <p:cNvPr id="11" name="Text Placeholder 3">
            <a:extLst>
              <a:ext uri="{FF2B5EF4-FFF2-40B4-BE49-F238E27FC236}">
                <a16:creationId xmlns:a16="http://schemas.microsoft.com/office/drawing/2014/main" id="{2971A7EC-2A4A-4884-EEF4-5CE98EAB8128}"/>
              </a:ext>
            </a:extLst>
          </p:cNvPr>
          <p:cNvSpPr>
            <a:spLocks noGrp="1"/>
          </p:cNvSpPr>
          <p:nvPr>
            <p:ph type="body" sz="quarter" idx="16"/>
          </p:nvPr>
        </p:nvSpPr>
        <p:spPr>
          <a:xfrm>
            <a:off x="1645444" y="2334828"/>
            <a:ext cx="2412207" cy="184666"/>
          </a:xfrm>
        </p:spPr>
        <p:txBody>
          <a:bodyPr wrap="square" tIns="0" rIns="0" bIns="0" anchor="ctr" anchorCtr="0">
            <a:noAutofit/>
          </a:bodyPr>
          <a:lstStyle>
            <a:lvl1pPr marL="0" indent="0">
              <a:lnSpc>
                <a:spcPct val="100000"/>
              </a:lnSpc>
              <a:spcBef>
                <a:spcPts val="1224"/>
              </a:spcBef>
              <a:buClr>
                <a:schemeClr val="tx1"/>
              </a:buClr>
              <a:buFont typeface="Wingdings" panose="05000000000000000000" pitchFamily="2" charset="2"/>
              <a:buNone/>
              <a:defRPr sz="1200" b="0" spc="0" baseline="0">
                <a:solidFill>
                  <a:schemeClr val="tx1"/>
                </a:solidFill>
                <a:latin typeface="Segoe Sans Display" pitchFamily="2" charset="0"/>
                <a:cs typeface="Segoe Pro" panose="020B0604020202020204" pitchFamily="34" charset="0"/>
              </a:defRPr>
            </a:lvl1pPr>
            <a:lvl2pPr marL="427038" indent="-171450">
              <a:buFont typeface="Wingdings" panose="05000000000000000000" pitchFamily="2" charset="2"/>
              <a:buNone/>
              <a:defRPr sz="1400" b="0">
                <a:solidFill>
                  <a:schemeClr val="bg1"/>
                </a:solidFill>
              </a:defRPr>
            </a:lvl2pPr>
            <a:lvl3pPr marL="639763" indent="-188913">
              <a:buFont typeface="Wingdings" panose="05000000000000000000" pitchFamily="2" charset="2"/>
              <a:buNone/>
              <a:tabLst/>
              <a:defRPr sz="1400" b="0">
                <a:solidFill>
                  <a:schemeClr val="bg1"/>
                </a:solidFill>
              </a:defRPr>
            </a:lvl3pPr>
            <a:lvl4pPr marL="828675" indent="-176213">
              <a:buFont typeface="Wingdings" panose="05000000000000000000" pitchFamily="2" charset="2"/>
              <a:buNone/>
              <a:defRPr sz="1400" b="0">
                <a:solidFill>
                  <a:schemeClr val="bg1"/>
                </a:solidFill>
              </a:defRPr>
            </a:lvl4pPr>
            <a:lvl5pPr marL="1023938" indent="-169863">
              <a:buFont typeface="Wingdings" panose="05000000000000000000" pitchFamily="2" charset="2"/>
              <a:buNone/>
              <a:tabLst/>
              <a:defRPr sz="1400" b="0">
                <a:solidFill>
                  <a:schemeClr val="bg1"/>
                </a:solidFill>
              </a:defRPr>
            </a:lvl5pPr>
          </a:lstStyle>
          <a:p>
            <a:pPr lvl="0"/>
            <a:r>
              <a:rPr lang="en-US"/>
              <a:t>Click to edit Master text styles</a:t>
            </a:r>
          </a:p>
        </p:txBody>
      </p:sp>
      <p:sp>
        <p:nvSpPr>
          <p:cNvPr id="25" name="TextBox 24">
            <a:extLst>
              <a:ext uri="{FF2B5EF4-FFF2-40B4-BE49-F238E27FC236}">
                <a16:creationId xmlns:a16="http://schemas.microsoft.com/office/drawing/2014/main" id="{1F89F22E-B799-0FF5-458E-E50FA6349F4A}"/>
              </a:ext>
            </a:extLst>
          </p:cNvPr>
          <p:cNvSpPr txBox="1"/>
          <p:nvPr userDrawn="1"/>
        </p:nvSpPr>
        <p:spPr>
          <a:xfrm>
            <a:off x="556419" y="2650802"/>
            <a:ext cx="705834" cy="184666"/>
          </a:xfrm>
          <a:prstGeom prst="rect">
            <a:avLst/>
          </a:prstGeom>
          <a:noFill/>
        </p:spPr>
        <p:txBody>
          <a:bodyPr wrap="none" lIns="0" tIns="0" rIns="0" bIns="0" anchor="ctr" anchorCtr="0">
            <a:spAutoFit/>
          </a:bodyPr>
          <a:lstStyle/>
          <a:p>
            <a:r>
              <a:rPr lang="en-GB" sz="1200" b="0" baseline="0">
                <a:solidFill>
                  <a:schemeClr val="accent4">
                    <a:lumMod val="75000"/>
                  </a:schemeClr>
                </a:solidFill>
                <a:latin typeface="Segoe Sans Display Semibold" pitchFamily="2" charset="0"/>
              </a:rPr>
              <a:t>Summary:</a:t>
            </a:r>
          </a:p>
        </p:txBody>
      </p:sp>
      <p:sp>
        <p:nvSpPr>
          <p:cNvPr id="7" name="Text Placeholder 3">
            <a:extLst>
              <a:ext uri="{FF2B5EF4-FFF2-40B4-BE49-F238E27FC236}">
                <a16:creationId xmlns:a16="http://schemas.microsoft.com/office/drawing/2014/main" id="{522E7AA6-4819-8A02-C48C-29D6E3AD72D5}"/>
              </a:ext>
            </a:extLst>
          </p:cNvPr>
          <p:cNvSpPr>
            <a:spLocks noGrp="1"/>
          </p:cNvSpPr>
          <p:nvPr>
            <p:ph type="body" sz="quarter" idx="10"/>
          </p:nvPr>
        </p:nvSpPr>
        <p:spPr>
          <a:xfrm>
            <a:off x="556421" y="2890447"/>
            <a:ext cx="3501230" cy="323165"/>
          </a:xfrm>
        </p:spPr>
        <p:txBody>
          <a:bodyPr vert="horz" wrap="square" lIns="0" tIns="0" rIns="0" bIns="0" rtlCol="0">
            <a:noAutofit/>
          </a:bodyPr>
          <a:lstStyle>
            <a:lvl1pPr>
              <a:defRPr lang="en-US" sz="1200" dirty="0">
                <a:latin typeface="+mn-lt"/>
              </a:defRPr>
            </a:lvl1pPr>
          </a:lstStyle>
          <a:p>
            <a:pPr lvl="0">
              <a:spcBef>
                <a:spcPts val="0"/>
              </a:spcBef>
              <a:buClr>
                <a:schemeClr val="tx1"/>
              </a:buClr>
            </a:pPr>
            <a:r>
              <a:rPr lang="en-US"/>
              <a:t>Click to edit Master text styles</a:t>
            </a:r>
          </a:p>
        </p:txBody>
      </p:sp>
      <p:sp>
        <p:nvSpPr>
          <p:cNvPr id="18" name="TextBox 17">
            <a:extLst>
              <a:ext uri="{FF2B5EF4-FFF2-40B4-BE49-F238E27FC236}">
                <a16:creationId xmlns:a16="http://schemas.microsoft.com/office/drawing/2014/main" id="{B8A0FA93-18B9-BD01-8981-46D51869E49A}"/>
              </a:ext>
            </a:extLst>
          </p:cNvPr>
          <p:cNvSpPr txBox="1"/>
          <p:nvPr userDrawn="1"/>
        </p:nvSpPr>
        <p:spPr>
          <a:xfrm>
            <a:off x="549275" y="4780981"/>
            <a:ext cx="1714499" cy="276999"/>
          </a:xfrm>
          <a:prstGeom prst="rect">
            <a:avLst/>
          </a:prstGeom>
          <a:noFill/>
        </p:spPr>
        <p:txBody>
          <a:bodyPr wrap="square" lIns="0" anchor="ctr" anchorCtr="0">
            <a:spAutoFit/>
          </a:bodyPr>
          <a:lstStyle/>
          <a:p>
            <a:r>
              <a:rPr lang="en-GB" sz="1200" b="0" baseline="0">
                <a:solidFill>
                  <a:schemeClr val="accent4">
                    <a:lumMod val="75000"/>
                  </a:schemeClr>
                </a:solidFill>
                <a:latin typeface="Segoe Sans Display Semibold" pitchFamily="2" charset="0"/>
              </a:rPr>
              <a:t>Customer resources</a:t>
            </a:r>
          </a:p>
        </p:txBody>
      </p:sp>
      <p:sp>
        <p:nvSpPr>
          <p:cNvPr id="10" name="Text Placeholder 9">
            <a:extLst>
              <a:ext uri="{FF2B5EF4-FFF2-40B4-BE49-F238E27FC236}">
                <a16:creationId xmlns:a16="http://schemas.microsoft.com/office/drawing/2014/main" id="{C996942E-E982-4695-91C8-296676E06061}"/>
              </a:ext>
            </a:extLst>
          </p:cNvPr>
          <p:cNvSpPr>
            <a:spLocks noGrp="1"/>
          </p:cNvSpPr>
          <p:nvPr>
            <p:ph type="body" sz="quarter" idx="13"/>
          </p:nvPr>
        </p:nvSpPr>
        <p:spPr>
          <a:xfrm>
            <a:off x="549274" y="5051202"/>
            <a:ext cx="1638302" cy="332399"/>
          </a:xfrm>
        </p:spPr>
        <p:txBody>
          <a:bodyPr>
            <a:noAutofit/>
          </a:bodyPr>
          <a:lstStyle>
            <a:lvl1pPr marL="137160" indent="-137160">
              <a:lnSpc>
                <a:spcPct val="100000"/>
              </a:lnSpc>
              <a:spcBef>
                <a:spcPts val="0"/>
              </a:spcBef>
              <a:spcAft>
                <a:spcPts val="200"/>
              </a:spcAft>
              <a:buFont typeface="Arial" panose="020B0604020202020204" pitchFamily="34" charset="0"/>
              <a:buChar char="•"/>
              <a:defRPr sz="1100" spc="0" baseline="0">
                <a:solidFill>
                  <a:schemeClr val="tx1"/>
                </a:solidFill>
                <a:latin typeface="Segoe Sans Display" pitchFamily="2" charset="0"/>
              </a:defRPr>
            </a:lvl1pPr>
            <a:lvl2pPr marL="228600" indent="0">
              <a:lnSpc>
                <a:spcPct val="90000"/>
              </a:lnSpc>
              <a:spcBef>
                <a:spcPts val="600"/>
              </a:spcBef>
              <a:buNone/>
              <a:defRPr sz="1400">
                <a:solidFill>
                  <a:schemeClr val="bg1"/>
                </a:solidFill>
              </a:defRPr>
            </a:lvl2pPr>
            <a:lvl3pPr marL="457200" indent="0">
              <a:lnSpc>
                <a:spcPct val="90000"/>
              </a:lnSpc>
              <a:spcBef>
                <a:spcPts val="600"/>
              </a:spcBef>
              <a:buNone/>
              <a:defRPr sz="1400">
                <a:solidFill>
                  <a:schemeClr val="bg1"/>
                </a:solidFill>
              </a:defRPr>
            </a:lvl3pPr>
            <a:lvl4pPr marL="661988" indent="0">
              <a:lnSpc>
                <a:spcPct val="90000"/>
              </a:lnSpc>
              <a:spcBef>
                <a:spcPts val="600"/>
              </a:spcBef>
              <a:buNone/>
              <a:defRPr sz="1400">
                <a:solidFill>
                  <a:schemeClr val="bg1"/>
                </a:solidFill>
              </a:defRPr>
            </a:lvl4pPr>
            <a:lvl5pPr marL="855663" indent="0">
              <a:lnSpc>
                <a:spcPct val="90000"/>
              </a:lnSpc>
              <a:spcBef>
                <a:spcPts val="600"/>
              </a:spcBef>
              <a:buNone/>
              <a:defRPr sz="1400">
                <a:solidFill>
                  <a:schemeClr val="bg1"/>
                </a:solidFill>
              </a:defRPr>
            </a:lvl5pPr>
          </a:lstStyle>
          <a:p>
            <a:pPr lvl="0"/>
            <a:r>
              <a:rPr lang="en-US"/>
              <a:t>Click to edit Master text styles</a:t>
            </a:r>
          </a:p>
        </p:txBody>
      </p:sp>
      <p:sp>
        <p:nvSpPr>
          <p:cNvPr id="19" name="TextBox 18">
            <a:extLst>
              <a:ext uri="{FF2B5EF4-FFF2-40B4-BE49-F238E27FC236}">
                <a16:creationId xmlns:a16="http://schemas.microsoft.com/office/drawing/2014/main" id="{5074AE67-07F7-ED0E-CC1D-F592BD9B98FE}"/>
              </a:ext>
            </a:extLst>
          </p:cNvPr>
          <p:cNvSpPr txBox="1"/>
          <p:nvPr userDrawn="1"/>
        </p:nvSpPr>
        <p:spPr>
          <a:xfrm>
            <a:off x="2419351" y="4780981"/>
            <a:ext cx="1560877" cy="276999"/>
          </a:xfrm>
          <a:prstGeom prst="rect">
            <a:avLst/>
          </a:prstGeom>
          <a:noFill/>
        </p:spPr>
        <p:txBody>
          <a:bodyPr wrap="square" lIns="0" anchor="ctr" anchorCtr="0">
            <a:spAutoFit/>
          </a:bodyPr>
          <a:lstStyle/>
          <a:p>
            <a:r>
              <a:rPr lang="en-GB" sz="1200" b="0" baseline="0">
                <a:solidFill>
                  <a:schemeClr val="accent4">
                    <a:lumMod val="75000"/>
                  </a:schemeClr>
                </a:solidFill>
                <a:latin typeface="Segoe Sans Display Semibold" pitchFamily="2" charset="0"/>
              </a:rPr>
              <a:t>Partner resources</a:t>
            </a:r>
          </a:p>
        </p:txBody>
      </p:sp>
      <p:sp>
        <p:nvSpPr>
          <p:cNvPr id="13" name="Text Placeholder 9">
            <a:extLst>
              <a:ext uri="{FF2B5EF4-FFF2-40B4-BE49-F238E27FC236}">
                <a16:creationId xmlns:a16="http://schemas.microsoft.com/office/drawing/2014/main" id="{D2F6B756-204A-4346-90B3-21CCEA788C54}"/>
              </a:ext>
            </a:extLst>
          </p:cNvPr>
          <p:cNvSpPr>
            <a:spLocks noGrp="1"/>
          </p:cNvSpPr>
          <p:nvPr>
            <p:ph type="body" sz="quarter" idx="14"/>
          </p:nvPr>
        </p:nvSpPr>
        <p:spPr>
          <a:xfrm>
            <a:off x="2419350" y="5051202"/>
            <a:ext cx="1638302" cy="332399"/>
          </a:xfrm>
        </p:spPr>
        <p:txBody>
          <a:bodyPr>
            <a:noAutofit/>
          </a:bodyPr>
          <a:lstStyle>
            <a:lvl1pPr marL="137160" indent="-137160">
              <a:lnSpc>
                <a:spcPct val="100000"/>
              </a:lnSpc>
              <a:spcBef>
                <a:spcPts val="0"/>
              </a:spcBef>
              <a:spcAft>
                <a:spcPts val="200"/>
              </a:spcAft>
              <a:buFont typeface="Arial" panose="020B0604020202020204" pitchFamily="34" charset="0"/>
              <a:buChar char="•"/>
              <a:defRPr sz="1100" spc="0" baseline="0">
                <a:solidFill>
                  <a:schemeClr val="tx1"/>
                </a:solidFill>
                <a:latin typeface="Segoe Sans Display" pitchFamily="2" charset="0"/>
              </a:defRPr>
            </a:lvl1pPr>
            <a:lvl2pPr marL="228600" indent="0">
              <a:lnSpc>
                <a:spcPct val="90000"/>
              </a:lnSpc>
              <a:spcBef>
                <a:spcPts val="600"/>
              </a:spcBef>
              <a:buNone/>
              <a:defRPr sz="1400">
                <a:solidFill>
                  <a:schemeClr val="bg1"/>
                </a:solidFill>
              </a:defRPr>
            </a:lvl2pPr>
            <a:lvl3pPr marL="457200" indent="0">
              <a:lnSpc>
                <a:spcPct val="90000"/>
              </a:lnSpc>
              <a:spcBef>
                <a:spcPts val="600"/>
              </a:spcBef>
              <a:buNone/>
              <a:defRPr sz="1400">
                <a:solidFill>
                  <a:schemeClr val="bg1"/>
                </a:solidFill>
              </a:defRPr>
            </a:lvl3pPr>
            <a:lvl4pPr marL="661988" indent="0">
              <a:lnSpc>
                <a:spcPct val="90000"/>
              </a:lnSpc>
              <a:spcBef>
                <a:spcPts val="600"/>
              </a:spcBef>
              <a:buNone/>
              <a:defRPr sz="1400">
                <a:solidFill>
                  <a:schemeClr val="bg1"/>
                </a:solidFill>
              </a:defRPr>
            </a:lvl4pPr>
            <a:lvl5pPr marL="855663" indent="0">
              <a:lnSpc>
                <a:spcPct val="90000"/>
              </a:lnSpc>
              <a:spcBef>
                <a:spcPts val="600"/>
              </a:spcBef>
              <a:buNone/>
              <a:defRPr sz="1400">
                <a:solidFill>
                  <a:schemeClr val="bg1"/>
                </a:solidFill>
              </a:defRPr>
            </a:lvl5pPr>
          </a:lstStyle>
          <a:p>
            <a:pPr lvl="0"/>
            <a:r>
              <a:rPr lang="en-US"/>
              <a:t>Click to edit Master text styles</a:t>
            </a:r>
          </a:p>
        </p:txBody>
      </p:sp>
      <p:sp>
        <p:nvSpPr>
          <p:cNvPr id="5" name="Text Placeholder 6">
            <a:extLst>
              <a:ext uri="{FF2B5EF4-FFF2-40B4-BE49-F238E27FC236}">
                <a16:creationId xmlns:a16="http://schemas.microsoft.com/office/drawing/2014/main" id="{041F96D3-6920-47ED-9D36-1E9A814A58C9}"/>
              </a:ext>
            </a:extLst>
          </p:cNvPr>
          <p:cNvSpPr>
            <a:spLocks noGrp="1"/>
          </p:cNvSpPr>
          <p:nvPr>
            <p:ph type="body" sz="quarter" idx="17"/>
          </p:nvPr>
        </p:nvSpPr>
        <p:spPr>
          <a:xfrm>
            <a:off x="4688586" y="505876"/>
            <a:ext cx="7078980" cy="5805714"/>
          </a:xfrm>
        </p:spPr>
        <p:txBody>
          <a:bodyPr lIns="274320" tIns="274320" rIns="274320" bIns="274320" anchor="t" anchorCtr="0">
            <a:noAutofit/>
          </a:bodyPr>
          <a:lstStyle>
            <a:lvl1pPr marL="0" indent="0">
              <a:lnSpc>
                <a:spcPct val="90000"/>
              </a:lnSpc>
              <a:spcBef>
                <a:spcPts val="0"/>
              </a:spcBef>
              <a:spcAft>
                <a:spcPts val="600"/>
              </a:spcAft>
              <a:buNone/>
              <a:defRPr sz="1400" spc="0">
                <a:solidFill>
                  <a:schemeClr val="accent4">
                    <a:lumMod val="75000"/>
                  </a:schemeClr>
                </a:solidFill>
                <a:latin typeface="Segoe Sans Display Semibold" pitchFamily="2" charset="0"/>
              </a:defRPr>
            </a:lvl1pPr>
            <a:lvl2pPr marL="0" indent="0">
              <a:lnSpc>
                <a:spcPct val="90000"/>
              </a:lnSpc>
              <a:spcBef>
                <a:spcPts val="0"/>
              </a:spcBef>
              <a:spcAft>
                <a:spcPts val="600"/>
              </a:spcAft>
              <a:buNone/>
              <a:defRPr sz="1200" spc="0">
                <a:latin typeface="Segoe Sans Display Semibold" pitchFamily="2" charset="0"/>
              </a:defRPr>
            </a:lvl2pPr>
            <a:lvl3pPr marL="0" indent="0">
              <a:lnSpc>
                <a:spcPct val="90000"/>
              </a:lnSpc>
              <a:spcBef>
                <a:spcPts val="0"/>
              </a:spcBef>
              <a:spcAft>
                <a:spcPts val="600"/>
              </a:spcAft>
              <a:buFontTx/>
              <a:buNone/>
              <a:defRPr lang="en-US" sz="1200" kern="1200" spc="0" baseline="0" dirty="0">
                <a:solidFill>
                  <a:schemeClr val="tx1"/>
                </a:solidFill>
                <a:latin typeface="Segoe Sans Display" pitchFamily="2" charset="0"/>
                <a:ea typeface="+mn-ea"/>
                <a:cs typeface="+mn-cs"/>
              </a:defRPr>
            </a:lvl3pPr>
            <a:lvl4pPr marL="137160" indent="-137160">
              <a:spcBef>
                <a:spcPts val="0"/>
              </a:spcBef>
              <a:spcAft>
                <a:spcPts val="600"/>
              </a:spcAft>
              <a:defRPr sz="1200" spc="0"/>
            </a:lvl4pPr>
            <a:lvl5pPr marL="274320" indent="-137160">
              <a:lnSpc>
                <a:spcPct val="90000"/>
              </a:lnSpc>
              <a:spcBef>
                <a:spcPts val="0"/>
              </a:spcBef>
              <a:spcAft>
                <a:spcPts val="600"/>
              </a:spcAft>
              <a:defRPr sz="1200" spc="0"/>
            </a:lvl5pPr>
          </a:lstStyle>
          <a:p>
            <a:pPr lvl="0"/>
            <a:r>
              <a:rPr lang="en-US"/>
              <a:t>Click to edit Master text styles</a:t>
            </a:r>
          </a:p>
          <a:p>
            <a:pPr lvl="1"/>
            <a:r>
              <a:rPr lang="en-US"/>
              <a:t>Second level</a:t>
            </a:r>
          </a:p>
          <a:p>
            <a:pPr lvl="2"/>
            <a:r>
              <a:rPr lang="en-US"/>
              <a:t>Third level</a:t>
            </a:r>
          </a:p>
          <a:p>
            <a:pPr marL="137160" lvl="2" indent="-137160" algn="l" defTabSz="914400" rtl="0" eaLnBrk="1" latinLnBrk="0" hangingPunct="1">
              <a:lnSpc>
                <a:spcPct val="100000"/>
              </a:lnSpc>
              <a:spcBef>
                <a:spcPts val="0"/>
              </a:spcBef>
              <a:spcAft>
                <a:spcPts val="600"/>
              </a:spcAft>
              <a:buFont typeface="Arial" panose="020B0604020202020204" pitchFamily="34" charset="0"/>
              <a:buChar char="•"/>
            </a:pPr>
            <a:r>
              <a:rPr lang="en-US"/>
              <a:t>Fourth level</a:t>
            </a:r>
          </a:p>
          <a:p>
            <a:pPr lvl="4"/>
            <a:r>
              <a:rPr lang="en-US"/>
              <a:t>Fifth level</a:t>
            </a:r>
          </a:p>
        </p:txBody>
      </p:sp>
      <p:pic>
        <p:nvPicPr>
          <p:cNvPr id="24" name="Picture 23" descr="A colorful gradient going from darker blue on the left side to light blue to magenta to orange on the right side">
            <a:extLst>
              <a:ext uri="{FF2B5EF4-FFF2-40B4-BE49-F238E27FC236}">
                <a16:creationId xmlns:a16="http://schemas.microsoft.com/office/drawing/2014/main" id="{0BDE085C-238C-0836-125B-931750D73EF9}"/>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sp>
        <p:nvSpPr>
          <p:cNvPr id="2" name="TextBox 1">
            <a:extLst>
              <a:ext uri="{FF2B5EF4-FFF2-40B4-BE49-F238E27FC236}">
                <a16:creationId xmlns:a16="http://schemas.microsoft.com/office/drawing/2014/main" id="{8038C89A-245F-D3DA-118C-31EF51F56E4F}"/>
              </a:ext>
            </a:extLst>
          </p:cNvPr>
          <p:cNvSpPr txBox="1"/>
          <p:nvPr userDrawn="1"/>
        </p:nvSpPr>
        <p:spPr>
          <a:xfrm>
            <a:off x="556419" y="3708145"/>
            <a:ext cx="613245" cy="184666"/>
          </a:xfrm>
          <a:prstGeom prst="rect">
            <a:avLst/>
          </a:prstGeom>
          <a:noFill/>
        </p:spPr>
        <p:txBody>
          <a:bodyPr wrap="none" lIns="0" tIns="0" rIns="0" bIns="0" anchor="ctr" anchorCtr="0">
            <a:spAutoFit/>
          </a:bodyPr>
          <a:lstStyle/>
          <a:p>
            <a:r>
              <a:rPr lang="en-GB" sz="1200" b="0" baseline="0">
                <a:solidFill>
                  <a:schemeClr val="accent4">
                    <a:lumMod val="75000"/>
                  </a:schemeClr>
                </a:solidFill>
                <a:latin typeface="Segoe Sans Display Semibold" pitchFamily="2" charset="0"/>
              </a:rPr>
              <a:t>Content:</a:t>
            </a:r>
          </a:p>
        </p:txBody>
      </p:sp>
      <p:sp>
        <p:nvSpPr>
          <p:cNvPr id="3" name="Text Placeholder 3">
            <a:extLst>
              <a:ext uri="{FF2B5EF4-FFF2-40B4-BE49-F238E27FC236}">
                <a16:creationId xmlns:a16="http://schemas.microsoft.com/office/drawing/2014/main" id="{A4173B7E-1461-655F-38E1-48A42EC1B8DC}"/>
              </a:ext>
            </a:extLst>
          </p:cNvPr>
          <p:cNvSpPr>
            <a:spLocks noGrp="1"/>
          </p:cNvSpPr>
          <p:nvPr>
            <p:ph type="body" sz="quarter" idx="25"/>
          </p:nvPr>
        </p:nvSpPr>
        <p:spPr>
          <a:xfrm>
            <a:off x="556421" y="3936217"/>
            <a:ext cx="3501230" cy="323165"/>
          </a:xfrm>
        </p:spPr>
        <p:txBody>
          <a:bodyPr vert="horz" wrap="square" lIns="0" tIns="0" rIns="0" bIns="0" rtlCol="0">
            <a:noAutofit/>
          </a:bodyPr>
          <a:lstStyle>
            <a:lvl1pPr>
              <a:defRPr lang="en-US" sz="1200" dirty="0">
                <a:latin typeface="+mn-lt"/>
              </a:defRPr>
            </a:lvl1pPr>
          </a:lstStyle>
          <a:p>
            <a:pPr lvl="0">
              <a:spcBef>
                <a:spcPts val="0"/>
              </a:spcBef>
              <a:buClr>
                <a:schemeClr val="tx1"/>
              </a:buClr>
            </a:pPr>
            <a:r>
              <a:rPr lang="en-US"/>
              <a:t>Click to edit Master text styles</a:t>
            </a:r>
          </a:p>
        </p:txBody>
      </p:sp>
      <p:grpSp>
        <p:nvGrpSpPr>
          <p:cNvPr id="6" name="Group 5">
            <a:extLst>
              <a:ext uri="{FF2B5EF4-FFF2-40B4-BE49-F238E27FC236}">
                <a16:creationId xmlns:a16="http://schemas.microsoft.com/office/drawing/2014/main" id="{8F3C7697-CAB8-6D03-D85A-CF52F14533C8}"/>
              </a:ext>
            </a:extLst>
          </p:cNvPr>
          <p:cNvGrpSpPr/>
          <p:nvPr userDrawn="1"/>
        </p:nvGrpSpPr>
        <p:grpSpPr>
          <a:xfrm>
            <a:off x="10794205" y="6423682"/>
            <a:ext cx="1397795" cy="434250"/>
            <a:chOff x="10794205" y="6423682"/>
            <a:chExt cx="1397795" cy="434250"/>
          </a:xfrm>
        </p:grpSpPr>
        <p:sp>
          <p:nvSpPr>
            <p:cNvPr id="12" name="Rectangle: Single Corner Rounded 11">
              <a:extLst>
                <a:ext uri="{FF2B5EF4-FFF2-40B4-BE49-F238E27FC236}">
                  <a16:creationId xmlns:a16="http://schemas.microsoft.com/office/drawing/2014/main" id="{E94669DC-537B-F78C-96D4-5641D8FEE3E0}"/>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14" name="Straight Connector 13">
              <a:extLst>
                <a:ext uri="{FF2B5EF4-FFF2-40B4-BE49-F238E27FC236}">
                  <a16:creationId xmlns:a16="http://schemas.microsoft.com/office/drawing/2014/main" id="{6DD653B3-9F31-836C-F3B9-C44036D2E068}"/>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Isosceles Triangle 15">
              <a:hlinkClick r:id="" action="ppaction://hlinkshowjump?jump=previousslide"/>
              <a:extLst>
                <a:ext uri="{FF2B5EF4-FFF2-40B4-BE49-F238E27FC236}">
                  <a16:creationId xmlns:a16="http://schemas.microsoft.com/office/drawing/2014/main" id="{741841A6-6820-357A-EF51-D6C7A6DD0EAC}"/>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7" name="Isosceles Triangle 16">
              <a:hlinkClick r:id="" action="ppaction://hlinkshowjump?jump=nextslide"/>
              <a:extLst>
                <a:ext uri="{FF2B5EF4-FFF2-40B4-BE49-F238E27FC236}">
                  <a16:creationId xmlns:a16="http://schemas.microsoft.com/office/drawing/2014/main" id="{9E0E9690-B740-B9B7-695E-98E541EA7CA6}"/>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20" name="Graphic 19" descr="Home outline">
              <a:hlinkClick r:id="" action="ppaction://noaction"/>
              <a:extLst>
                <a:ext uri="{FF2B5EF4-FFF2-40B4-BE49-F238E27FC236}">
                  <a16:creationId xmlns:a16="http://schemas.microsoft.com/office/drawing/2014/main" id="{16F53053-0421-304E-84F0-74E99B1047DE}"/>
                </a:ext>
              </a:extLst>
            </p:cNvPr>
            <p:cNvPicPr>
              <a:picLocks noChangeAspect="1"/>
            </p:cNvPicPr>
            <p:nvPr userDrawn="1"/>
          </p:nvPicPr>
          <p:blipFill>
            <a:blip r:embed="rId4">
              <a:extLst>
                <a:ext uri="{96DAC541-7B7A-43D3-8B79-37D633B846F1}">
                  <asvg:svgBlip xmlns:asvg="http://schemas.microsoft.com/office/drawing/2016/SVG/main" r:embed="rId5"/>
                </a:ext>
              </a:extLst>
            </a:blip>
            <a:srcRect l="69" r="69"/>
            <a:stretch/>
          </p:blipFill>
          <p:spPr>
            <a:xfrm>
              <a:off x="10995722" y="6495372"/>
              <a:ext cx="290467" cy="290871"/>
            </a:xfrm>
            <a:prstGeom prst="rect">
              <a:avLst/>
            </a:prstGeom>
          </p:spPr>
        </p:pic>
      </p:grpSp>
    </p:spTree>
    <p:extLst>
      <p:ext uri="{BB962C8B-B14F-4D97-AF65-F5344CB8AC3E}">
        <p14:creationId xmlns:p14="http://schemas.microsoft.com/office/powerpoint/2010/main" val="1294494164"/>
      </p:ext>
    </p:extLst>
  </p:cSld>
  <p:clrMapOvr>
    <a:masterClrMapping/>
  </p:clrMapOvr>
  <p:transition>
    <p:fade/>
  </p:transition>
</p:sldLayout>
</file>

<file path=ppt/slideLayouts/slideLayout320.xml><?xml version="1.0" encoding="utf-8"?>
<p:sldLayout xmlns:a="http://schemas.openxmlformats.org/drawingml/2006/main" xmlns:r="http://schemas.openxmlformats.org/officeDocument/2006/relationships" xmlns:p="http://schemas.openxmlformats.org/presentationml/2006/main" preserve="1" userDrawn="1">
  <p:cSld name="Small title - half pag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8035226-A8D0-F028-FCD3-95C53D3D7B69}"/>
              </a:ext>
            </a:extLst>
          </p:cNvPr>
          <p:cNvSpPr>
            <a:spLocks noGrp="1"/>
          </p:cNvSpPr>
          <p:nvPr>
            <p:ph type="title"/>
          </p:nvPr>
        </p:nvSpPr>
        <p:spPr>
          <a:xfrm>
            <a:off x="576072" y="512064"/>
            <a:ext cx="5375466" cy="430887"/>
          </a:xfrm>
        </p:spPr>
        <p:txBody>
          <a:bodyPr/>
          <a:lstStyle/>
          <a:p>
            <a:r>
              <a:rPr lang="en-US"/>
              <a:t>Click to edit Master title style</a:t>
            </a:r>
          </a:p>
        </p:txBody>
      </p:sp>
      <p:grpSp>
        <p:nvGrpSpPr>
          <p:cNvPr id="2" name="Group 1">
            <a:extLst>
              <a:ext uri="{FF2B5EF4-FFF2-40B4-BE49-F238E27FC236}">
                <a16:creationId xmlns:a16="http://schemas.microsoft.com/office/drawing/2014/main" id="{6B98FA9D-2722-64B3-A67C-3956847A818F}"/>
              </a:ext>
            </a:extLst>
          </p:cNvPr>
          <p:cNvGrpSpPr/>
          <p:nvPr userDrawn="1"/>
        </p:nvGrpSpPr>
        <p:grpSpPr>
          <a:xfrm>
            <a:off x="10794205" y="6423682"/>
            <a:ext cx="1397795" cy="434250"/>
            <a:chOff x="10794205" y="6423682"/>
            <a:chExt cx="1397795" cy="434250"/>
          </a:xfrm>
        </p:grpSpPr>
        <p:sp>
          <p:nvSpPr>
            <p:cNvPr id="4" name="Rectangle: Single Corner Rounded 3">
              <a:extLst>
                <a:ext uri="{FF2B5EF4-FFF2-40B4-BE49-F238E27FC236}">
                  <a16:creationId xmlns:a16="http://schemas.microsoft.com/office/drawing/2014/main" id="{BDFC5C30-A2C1-FA72-8D95-768D20C8ECE7}"/>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5" name="Straight Connector 4">
              <a:extLst>
                <a:ext uri="{FF2B5EF4-FFF2-40B4-BE49-F238E27FC236}">
                  <a16:creationId xmlns:a16="http://schemas.microsoft.com/office/drawing/2014/main" id="{B5D69A67-BC18-4D8D-5561-3D9C3687CABF}"/>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Isosceles Triangle 5">
              <a:hlinkClick r:id="" action="ppaction://hlinkshowjump?jump=previousslide"/>
              <a:extLst>
                <a:ext uri="{FF2B5EF4-FFF2-40B4-BE49-F238E27FC236}">
                  <a16:creationId xmlns:a16="http://schemas.microsoft.com/office/drawing/2014/main" id="{02ECE903-EDE6-4A07-8078-631B217F3BDA}"/>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7" name="Isosceles Triangle 6">
              <a:hlinkClick r:id="" action="ppaction://hlinkshowjump?jump=nextslide"/>
              <a:extLst>
                <a:ext uri="{FF2B5EF4-FFF2-40B4-BE49-F238E27FC236}">
                  <a16:creationId xmlns:a16="http://schemas.microsoft.com/office/drawing/2014/main" id="{0ABC013A-C1E7-EA6B-E6D7-1525562C7032}"/>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8" name="Graphic 7" descr="Home outline">
              <a:hlinkClick r:id="" action="ppaction://noaction"/>
              <a:extLst>
                <a:ext uri="{FF2B5EF4-FFF2-40B4-BE49-F238E27FC236}">
                  <a16:creationId xmlns:a16="http://schemas.microsoft.com/office/drawing/2014/main" id="{855011F9-65AA-93FC-FDB7-0F9A77A98AA6}"/>
                </a:ext>
              </a:extLst>
            </p:cNvPr>
            <p:cNvPicPr>
              <a:picLocks noChangeAspect="1"/>
            </p:cNvPicPr>
            <p:nvPr userDrawn="1"/>
          </p:nvPicPr>
          <p:blipFill>
            <a:blip r:embed="rId2">
              <a:extLst>
                <a:ext uri="{96DAC541-7B7A-43D3-8B79-37D633B846F1}">
                  <asvg:svgBlip xmlns:asvg="http://schemas.microsoft.com/office/drawing/2016/SVG/main" r:embed="rId3"/>
                </a:ext>
              </a:extLst>
            </a:blip>
            <a:srcRect l="69" r="69"/>
            <a:stretch/>
          </p:blipFill>
          <p:spPr>
            <a:xfrm>
              <a:off x="10995722" y="6495372"/>
              <a:ext cx="290467" cy="290871"/>
            </a:xfrm>
            <a:prstGeom prst="rect">
              <a:avLst/>
            </a:prstGeom>
          </p:spPr>
        </p:pic>
      </p:grpSp>
    </p:spTree>
    <p:extLst>
      <p:ext uri="{BB962C8B-B14F-4D97-AF65-F5344CB8AC3E}">
        <p14:creationId xmlns:p14="http://schemas.microsoft.com/office/powerpoint/2010/main" val="278813366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Layouts/slideLayout321.xml><?xml version="1.0" encoding="utf-8"?>
<p:sldLayout xmlns:a="http://schemas.openxmlformats.org/drawingml/2006/main" xmlns:r="http://schemas.openxmlformats.org/officeDocument/2006/relationships" xmlns:p="http://schemas.openxmlformats.org/presentationml/2006/main" preserve="1" userDrawn="1">
  <p:cSld name="Device">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8A483F09-0A00-576B-D6FE-D03764398B89}"/>
              </a:ext>
            </a:extLst>
          </p:cNvPr>
          <p:cNvSpPr>
            <a:spLocks noGrp="1"/>
          </p:cNvSpPr>
          <p:nvPr>
            <p:ph type="title"/>
          </p:nvPr>
        </p:nvSpPr>
        <p:spPr>
          <a:xfrm>
            <a:off x="576072" y="512064"/>
            <a:ext cx="10580878" cy="430887"/>
          </a:xfrm>
        </p:spPr>
        <p:txBody>
          <a:bodyPr/>
          <a:lstStyle/>
          <a:p>
            <a:r>
              <a:rPr lang="en-US"/>
              <a:t>Click to edit Master title style</a:t>
            </a:r>
          </a:p>
        </p:txBody>
      </p:sp>
      <p:sp>
        <p:nvSpPr>
          <p:cNvPr id="9" name="Text Placeholder 4">
            <a:extLst>
              <a:ext uri="{FF2B5EF4-FFF2-40B4-BE49-F238E27FC236}">
                <a16:creationId xmlns:a16="http://schemas.microsoft.com/office/drawing/2014/main" id="{DA0D1C17-0CB4-AE09-C86F-B5B3C030BDB3}"/>
              </a:ext>
            </a:extLst>
          </p:cNvPr>
          <p:cNvSpPr>
            <a:spLocks noGrp="1"/>
          </p:cNvSpPr>
          <p:nvPr>
            <p:ph type="body" sz="quarter" idx="11" hasCustomPrompt="1"/>
          </p:nvPr>
        </p:nvSpPr>
        <p:spPr>
          <a:xfrm>
            <a:off x="576072" y="342645"/>
            <a:ext cx="10607040" cy="184666"/>
          </a:xfr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5394960"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3" name="Picture 2">
            <a:extLst>
              <a:ext uri="{FF2B5EF4-FFF2-40B4-BE49-F238E27FC236}">
                <a16:creationId xmlns:a16="http://schemas.microsoft.com/office/drawing/2014/main" id="{B2CFD743-438B-21E8-B2BA-FF8644B73E5E}"/>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rot="16200000">
            <a:off x="8402320" y="3068320"/>
            <a:ext cx="6858000" cy="721360"/>
          </a:xfrm>
          <a:prstGeom prst="roundRect">
            <a:avLst>
              <a:gd name="adj" fmla="val 0"/>
            </a:avLst>
          </a:prstGeom>
        </p:spPr>
      </p:pic>
      <p:sp>
        <p:nvSpPr>
          <p:cNvPr id="7" name="Picture Placeholder 15">
            <a:extLst>
              <a:ext uri="{FF2B5EF4-FFF2-40B4-BE49-F238E27FC236}">
                <a16:creationId xmlns:a16="http://schemas.microsoft.com/office/drawing/2014/main" id="{D4F7535E-BABE-1B76-52D3-D100205F62BD}"/>
              </a:ext>
            </a:extLst>
          </p:cNvPr>
          <p:cNvSpPr>
            <a:spLocks noGrp="1"/>
          </p:cNvSpPr>
          <p:nvPr>
            <p:ph type="pic" sz="quarter" idx="12" hasCustomPrompt="1"/>
          </p:nvPr>
        </p:nvSpPr>
        <p:spPr>
          <a:xfrm>
            <a:off x="6343080" y="1866864"/>
            <a:ext cx="5544120" cy="3124272"/>
          </a:xfrm>
          <a:blipFill>
            <a:blip r:embed="rId3" cstate="email">
              <a:extLst>
                <a:ext uri="{28A0092B-C50C-407E-A947-70E740481C1C}">
                  <a14:useLocalDpi xmlns:a14="http://schemas.microsoft.com/office/drawing/2010/main"/>
                </a:ext>
              </a:extLst>
            </a:blip>
            <a:stretch>
              <a:fillRect/>
            </a:stretch>
          </a:blipFill>
          <a:effectLst>
            <a:outerShdw blurRad="241300" dist="304800" dir="2700000" sx="101000" sy="101000" algn="ctr" rotWithShape="0">
              <a:srgbClr val="000000">
                <a:alpha val="17000"/>
              </a:srgbClr>
            </a:outerShdw>
          </a:effectLst>
        </p:spPr>
        <p:txBody>
          <a:bodyPr lIns="731520" rIns="731520" bIns="1097280" anchor="ctr" anchorCtr="0">
            <a:normAutofit/>
          </a:bodyPr>
          <a:lstStyle>
            <a:lvl1pPr marL="0" indent="0" algn="ctr">
              <a:buFont typeface="Arial" panose="020B0604020202020204" pitchFamily="34" charset="0"/>
              <a:buNone/>
              <a:defRPr sz="2000" b="1">
                <a:solidFill>
                  <a:schemeClr val="tx1"/>
                </a:solidFill>
              </a:defRPr>
            </a:lvl1pPr>
          </a:lstStyle>
          <a:p>
            <a:r>
              <a:rPr lang="en-US"/>
              <a:t>Drag &amp; drop your photo here or click or tap icon below to insert</a:t>
            </a:r>
          </a:p>
        </p:txBody>
      </p:sp>
      <p:grpSp>
        <p:nvGrpSpPr>
          <p:cNvPr id="2" name="Group 1">
            <a:extLst>
              <a:ext uri="{FF2B5EF4-FFF2-40B4-BE49-F238E27FC236}">
                <a16:creationId xmlns:a16="http://schemas.microsoft.com/office/drawing/2014/main" id="{B1AF7C46-4C48-5E56-C65C-B99CB562A824}"/>
              </a:ext>
            </a:extLst>
          </p:cNvPr>
          <p:cNvGrpSpPr/>
          <p:nvPr userDrawn="1"/>
        </p:nvGrpSpPr>
        <p:grpSpPr>
          <a:xfrm>
            <a:off x="10794205" y="6423682"/>
            <a:ext cx="1397795" cy="434250"/>
            <a:chOff x="10794205" y="6423682"/>
            <a:chExt cx="1397795" cy="434250"/>
          </a:xfrm>
        </p:grpSpPr>
        <p:sp>
          <p:nvSpPr>
            <p:cNvPr id="5" name="Rectangle: Single Corner Rounded 4">
              <a:extLst>
                <a:ext uri="{FF2B5EF4-FFF2-40B4-BE49-F238E27FC236}">
                  <a16:creationId xmlns:a16="http://schemas.microsoft.com/office/drawing/2014/main" id="{5432491E-C95F-1A54-F370-2A1EC81FA67C}"/>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6" name="Straight Connector 5">
              <a:extLst>
                <a:ext uri="{FF2B5EF4-FFF2-40B4-BE49-F238E27FC236}">
                  <a16:creationId xmlns:a16="http://schemas.microsoft.com/office/drawing/2014/main" id="{A22E58E0-A03C-B430-7CDA-D9DDDE1890F8}"/>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Isosceles Triangle 9">
              <a:hlinkClick r:id="" action="ppaction://hlinkshowjump?jump=previousslide"/>
              <a:extLst>
                <a:ext uri="{FF2B5EF4-FFF2-40B4-BE49-F238E27FC236}">
                  <a16:creationId xmlns:a16="http://schemas.microsoft.com/office/drawing/2014/main" id="{A58F4921-BB30-4C99-A991-3E1DCB376C9A}"/>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1" name="Isosceles Triangle 10">
              <a:hlinkClick r:id="" action="ppaction://hlinkshowjump?jump=nextslide"/>
              <a:extLst>
                <a:ext uri="{FF2B5EF4-FFF2-40B4-BE49-F238E27FC236}">
                  <a16:creationId xmlns:a16="http://schemas.microsoft.com/office/drawing/2014/main" id="{DC8086D9-2AA0-9D47-DFF6-3D8E833BEAD0}"/>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2" name="Graphic 11" descr="Home outline">
              <a:hlinkClick r:id="" action="ppaction://noaction"/>
              <a:extLst>
                <a:ext uri="{FF2B5EF4-FFF2-40B4-BE49-F238E27FC236}">
                  <a16:creationId xmlns:a16="http://schemas.microsoft.com/office/drawing/2014/main" id="{26675508-58A1-5E1A-B662-F4E0665E2313}"/>
                </a:ext>
              </a:extLst>
            </p:cNvPr>
            <p:cNvPicPr>
              <a:picLocks noChangeAspect="1"/>
            </p:cNvPicPr>
            <p:nvPr userDrawn="1"/>
          </p:nvPicPr>
          <p:blipFill>
            <a:blip r:embed="rId4">
              <a:extLst>
                <a:ext uri="{96DAC541-7B7A-43D3-8B79-37D633B846F1}">
                  <asvg:svgBlip xmlns:asvg="http://schemas.microsoft.com/office/drawing/2016/SVG/main" r:embed="rId5"/>
                </a:ext>
              </a:extLst>
            </a:blip>
            <a:srcRect l="69" r="69"/>
            <a:stretch/>
          </p:blipFill>
          <p:spPr>
            <a:xfrm>
              <a:off x="10995722" y="6495372"/>
              <a:ext cx="290467" cy="290871"/>
            </a:xfrm>
            <a:prstGeom prst="rect">
              <a:avLst/>
            </a:prstGeom>
          </p:spPr>
        </p:pic>
      </p:grpSp>
    </p:spTree>
    <p:extLst>
      <p:ext uri="{BB962C8B-B14F-4D97-AF65-F5344CB8AC3E}">
        <p14:creationId xmlns:p14="http://schemas.microsoft.com/office/powerpoint/2010/main" val="2403986868"/>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888">
          <p15:clr>
            <a:srgbClr val="5ACBF0"/>
          </p15:clr>
        </p15:guide>
      </p15:sldGuideLst>
    </p:ext>
  </p:extLst>
</p:sldLayout>
</file>

<file path=ppt/slideLayouts/slideLayout322.xml><?xml version="1.0" encoding="utf-8"?>
<p:sldLayout xmlns:a="http://schemas.openxmlformats.org/drawingml/2006/main" xmlns:r="http://schemas.openxmlformats.org/officeDocument/2006/relationships" xmlns:p="http://schemas.openxmlformats.org/presentationml/2006/main" preserve="1" userDrawn="1">
  <p:cSld name="Devic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a:xfrm>
            <a:off x="576072" y="2875002"/>
            <a:ext cx="3840862" cy="1107996"/>
          </a:xfrm>
        </p:spPr>
        <p:txBody>
          <a:bodyPr anchor="ctr" anchorCtr="0"/>
          <a:lstStyle>
            <a:lvl1pPr>
              <a:defRPr>
                <a:solidFill>
                  <a:schemeClr val="tx1"/>
                </a:solidFill>
              </a:defRPr>
            </a:lvl1pPr>
          </a:lstStyle>
          <a:p>
            <a:r>
              <a:rPr lang="en-US"/>
              <a:t>Click to edit Master title style</a:t>
            </a:r>
          </a:p>
        </p:txBody>
      </p:sp>
      <p:pic>
        <p:nvPicPr>
          <p:cNvPr id="3" name="Picture 2" descr="A colorful gradient going from darker blue on the left side to light blue to magenta to orange on the right side">
            <a:extLst>
              <a:ext uri="{FF2B5EF4-FFF2-40B4-BE49-F238E27FC236}">
                <a16:creationId xmlns:a16="http://schemas.microsoft.com/office/drawing/2014/main" id="{453295D4-3AEF-C922-4A3C-5C3DBD4757AD}"/>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rot="16200000">
            <a:off x="8402320" y="3068320"/>
            <a:ext cx="6858000" cy="721360"/>
          </a:xfrm>
          <a:prstGeom prst="roundRect">
            <a:avLst>
              <a:gd name="adj" fmla="val 0"/>
            </a:avLst>
          </a:prstGeom>
        </p:spPr>
      </p:pic>
      <p:sp>
        <p:nvSpPr>
          <p:cNvPr id="7" name="Picture Placeholder 15">
            <a:extLst>
              <a:ext uri="{FF2B5EF4-FFF2-40B4-BE49-F238E27FC236}">
                <a16:creationId xmlns:a16="http://schemas.microsoft.com/office/drawing/2014/main" id="{D4F7535E-BABE-1B76-52D3-D100205F62BD}"/>
              </a:ext>
            </a:extLst>
          </p:cNvPr>
          <p:cNvSpPr>
            <a:spLocks noGrp="1"/>
          </p:cNvSpPr>
          <p:nvPr>
            <p:ph type="pic" sz="quarter" idx="12" hasCustomPrompt="1"/>
          </p:nvPr>
        </p:nvSpPr>
        <p:spPr>
          <a:xfrm>
            <a:off x="5191125" y="1542284"/>
            <a:ext cx="6696075" cy="3773432"/>
          </a:xfrm>
          <a:blipFill>
            <a:blip r:embed="rId4" cstate="email">
              <a:extLst>
                <a:ext uri="{28A0092B-C50C-407E-A947-70E740481C1C}">
                  <a14:useLocalDpi xmlns:a14="http://schemas.microsoft.com/office/drawing/2010/main"/>
                </a:ext>
              </a:extLst>
            </a:blip>
            <a:stretch>
              <a:fillRect/>
            </a:stretch>
          </a:blipFill>
          <a:effectLst>
            <a:outerShdw blurRad="241300" dist="304800" dir="2700000" sx="101000" sy="101000" algn="ctr" rotWithShape="0">
              <a:srgbClr val="000000">
                <a:alpha val="17000"/>
              </a:srgbClr>
            </a:outerShdw>
          </a:effectLst>
        </p:spPr>
        <p:txBody>
          <a:bodyPr lIns="731520" rIns="731520" bIns="1097280" anchor="ctr" anchorCtr="0">
            <a:normAutofit/>
          </a:bodyPr>
          <a:lstStyle>
            <a:lvl1pPr marL="0" indent="0" algn="ctr">
              <a:buFont typeface="Arial" panose="020B0604020202020204" pitchFamily="34" charset="0"/>
              <a:buNone/>
              <a:defRPr sz="2000" b="1">
                <a:solidFill>
                  <a:schemeClr val="tx1"/>
                </a:solidFill>
              </a:defRPr>
            </a:lvl1pPr>
          </a:lstStyle>
          <a:p>
            <a:r>
              <a:rPr lang="en-US"/>
              <a:t>Drag &amp; drop your photo here or click or tap icon below to insert</a:t>
            </a:r>
          </a:p>
        </p:txBody>
      </p:sp>
      <p:grpSp>
        <p:nvGrpSpPr>
          <p:cNvPr id="4" name="Group 3">
            <a:extLst>
              <a:ext uri="{FF2B5EF4-FFF2-40B4-BE49-F238E27FC236}">
                <a16:creationId xmlns:a16="http://schemas.microsoft.com/office/drawing/2014/main" id="{7D55BD55-CED9-85BB-BED0-6B98170D71AB}"/>
              </a:ext>
            </a:extLst>
          </p:cNvPr>
          <p:cNvGrpSpPr/>
          <p:nvPr userDrawn="1"/>
        </p:nvGrpSpPr>
        <p:grpSpPr>
          <a:xfrm>
            <a:off x="10794205" y="6423682"/>
            <a:ext cx="1397795" cy="434250"/>
            <a:chOff x="10794205" y="6423682"/>
            <a:chExt cx="1397795" cy="434250"/>
          </a:xfrm>
        </p:grpSpPr>
        <p:sp>
          <p:nvSpPr>
            <p:cNvPr id="5" name="Rectangle: Single Corner Rounded 4">
              <a:extLst>
                <a:ext uri="{FF2B5EF4-FFF2-40B4-BE49-F238E27FC236}">
                  <a16:creationId xmlns:a16="http://schemas.microsoft.com/office/drawing/2014/main" id="{009675A9-11DA-8015-8DA8-699F0C8DD6AF}"/>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6" name="Straight Connector 5">
              <a:extLst>
                <a:ext uri="{FF2B5EF4-FFF2-40B4-BE49-F238E27FC236}">
                  <a16:creationId xmlns:a16="http://schemas.microsoft.com/office/drawing/2014/main" id="{43D3483D-8DC4-B6F9-F5CA-F4F1188C06CA}"/>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Isosceles Triangle 7">
              <a:hlinkClick r:id="" action="ppaction://hlinkshowjump?jump=previousslide"/>
              <a:extLst>
                <a:ext uri="{FF2B5EF4-FFF2-40B4-BE49-F238E27FC236}">
                  <a16:creationId xmlns:a16="http://schemas.microsoft.com/office/drawing/2014/main" id="{BE896C35-C98F-2C39-3892-A8A614E06DE8}"/>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9" name="Isosceles Triangle 8">
              <a:hlinkClick r:id="" action="ppaction://hlinkshowjump?jump=nextslide"/>
              <a:extLst>
                <a:ext uri="{FF2B5EF4-FFF2-40B4-BE49-F238E27FC236}">
                  <a16:creationId xmlns:a16="http://schemas.microsoft.com/office/drawing/2014/main" id="{280FEB2B-9BC5-38D8-22FD-DFFAC8432A60}"/>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0" name="Graphic 9" descr="Home outline">
              <a:hlinkClick r:id="" action="ppaction://noaction"/>
              <a:extLst>
                <a:ext uri="{FF2B5EF4-FFF2-40B4-BE49-F238E27FC236}">
                  <a16:creationId xmlns:a16="http://schemas.microsoft.com/office/drawing/2014/main" id="{3E7AFECC-0E70-F198-D674-D561BBD33006}"/>
                </a:ext>
              </a:extLst>
            </p:cNvPr>
            <p:cNvPicPr>
              <a:picLocks noChangeAspect="1"/>
            </p:cNvPicPr>
            <p:nvPr userDrawn="1"/>
          </p:nvPicPr>
          <p:blipFill>
            <a:blip r:embed="rId5">
              <a:extLst>
                <a:ext uri="{96DAC541-7B7A-43D3-8B79-37D633B846F1}">
                  <asvg:svgBlip xmlns:asvg="http://schemas.microsoft.com/office/drawing/2016/SVG/main" r:embed="rId6"/>
                </a:ext>
              </a:extLst>
            </a:blip>
            <a:srcRect l="69" r="69"/>
            <a:stretch/>
          </p:blipFill>
          <p:spPr>
            <a:xfrm>
              <a:off x="10995722" y="6495372"/>
              <a:ext cx="290467" cy="290871"/>
            </a:xfrm>
            <a:prstGeom prst="rect">
              <a:avLst/>
            </a:prstGeom>
          </p:spPr>
        </p:pic>
      </p:grpSp>
    </p:spTree>
    <p:extLst>
      <p:ext uri="{BB962C8B-B14F-4D97-AF65-F5344CB8AC3E}">
        <p14:creationId xmlns:p14="http://schemas.microsoft.com/office/powerpoint/2010/main" val="1812226155"/>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323.xml><?xml version="1.0" encoding="utf-8"?>
<p:sldLayout xmlns:a="http://schemas.openxmlformats.org/drawingml/2006/main" xmlns:r="http://schemas.openxmlformats.org/officeDocument/2006/relationships" xmlns:p="http://schemas.openxmlformats.org/presentationml/2006/main" preserve="1" userDrawn="1">
  <p:cSld name="Square Photo Graphic">
    <p:bg>
      <p:bgPr>
        <a:solidFill>
          <a:srgbClr val="FFF8F3"/>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6834586-5E35-30D9-D8B4-75A164A4F9C0}"/>
              </a:ext>
            </a:extLst>
          </p:cNvPr>
          <p:cNvSpPr/>
          <p:nvPr userDrawn="1"/>
        </p:nvSpPr>
        <p:spPr bwMode="auto">
          <a:xfrm>
            <a:off x="0" y="2438400"/>
            <a:ext cx="12192000" cy="4419600"/>
          </a:xfrm>
          <a:prstGeom prst="rect">
            <a:avLst/>
          </a:prstGeom>
          <a:solidFill>
            <a:srgbClr val="E1D3C7"/>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err="1">
              <a:solidFill>
                <a:schemeClr val="tx1"/>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76072" y="588963"/>
            <a:ext cx="4745164" cy="1514157"/>
          </a:xfrm>
        </p:spPr>
        <p:txBody>
          <a:bodyPr anchor="b"/>
          <a:lstStyle>
            <a:lvl1pPr>
              <a:defRPr/>
            </a:lvl1pPr>
          </a:lstStyle>
          <a:p>
            <a:r>
              <a:rPr lang="en-US"/>
              <a:t>Title square photo layout </a:t>
            </a:r>
          </a:p>
        </p:txBody>
      </p:sp>
      <p:sp>
        <p:nvSpPr>
          <p:cNvPr id="10" name="Text Placeholder 9">
            <a:extLst>
              <a:ext uri="{FF2B5EF4-FFF2-40B4-BE49-F238E27FC236}">
                <a16:creationId xmlns:a16="http://schemas.microsoft.com/office/drawing/2014/main" id="{93DC828C-6415-94AB-ED16-5F15E2D8994D}"/>
              </a:ext>
              <a:ext uri="{C183D7F6-B498-43B3-948B-1728B52AA6E4}">
                <adec:decorative xmlns:adec="http://schemas.microsoft.com/office/drawing/2017/decorative" val="0"/>
              </a:ext>
            </a:extLst>
          </p:cNvPr>
          <p:cNvSpPr>
            <a:spLocks noGrp="1"/>
          </p:cNvSpPr>
          <p:nvPr>
            <p:ph type="body" sz="quarter" idx="12"/>
          </p:nvPr>
        </p:nvSpPr>
        <p:spPr>
          <a:xfrm>
            <a:off x="576263" y="2743200"/>
            <a:ext cx="4745037" cy="35258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918200" y="1155700"/>
            <a:ext cx="5702300" cy="5465928"/>
          </a:xfrm>
          <a:prstGeom prst="round2SameRect">
            <a:avLst>
              <a:gd name="adj1" fmla="val 2235"/>
              <a:gd name="adj2" fmla="val 0"/>
            </a:avLst>
          </a:prstGeom>
          <a:blipFill>
            <a:blip r:embed="rId2" cstate="email">
              <a:extLst>
                <a:ext uri="{28A0092B-C50C-407E-A947-70E740481C1C}">
                  <a14:useLocalDpi xmlns:a14="http://schemas.microsoft.com/office/drawing/2010/main"/>
                </a:ext>
              </a:extLst>
            </a:blip>
            <a:stretch>
              <a:fillRect b="-4324"/>
            </a:stretch>
          </a:blipFill>
        </p:spPr>
        <p:txBody>
          <a:bodyPr lIns="0" tIns="914400" rIns="0" anchor="t" anchorCtr="0">
            <a:noAutofit/>
          </a:bodyPr>
          <a:lstStyle>
            <a:lvl1pPr marL="0" indent="0" algn="ctr">
              <a:lnSpc>
                <a:spcPct val="100000"/>
              </a:lnSpc>
              <a:buNone/>
              <a:defRPr sz="11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pic>
        <p:nvPicPr>
          <p:cNvPr id="8" name="Picture 7">
            <a:extLst>
              <a:ext uri="{FF2B5EF4-FFF2-40B4-BE49-F238E27FC236}">
                <a16:creationId xmlns:a16="http://schemas.microsoft.com/office/drawing/2014/main" id="{E25C000A-8BFF-12E7-7DFB-FF34728592C6}"/>
              </a:ext>
            </a:extLst>
          </p:cNvPr>
          <p:cNvPicPr>
            <a:picLocks noChangeAspect="1"/>
          </p:cNvPicPr>
          <p:nvPr userDrawn="1"/>
        </p:nvPicPr>
        <p:blipFill>
          <a:blip r:embed="rId3" cstate="email">
            <a:extLst>
              <a:ext uri="{28A0092B-C50C-407E-A947-70E740481C1C}">
                <a14:useLocalDpi xmlns:a14="http://schemas.microsoft.com/office/drawing/2010/main"/>
              </a:ext>
            </a:extLst>
          </a:blip>
          <a:srcRect b="93678"/>
          <a:stretch/>
        </p:blipFill>
        <p:spPr>
          <a:xfrm flipV="1">
            <a:off x="5918200" y="6621628"/>
            <a:ext cx="5702300" cy="236372"/>
          </a:xfrm>
          <a:prstGeom prst="round2SameRect">
            <a:avLst>
              <a:gd name="adj1" fmla="val 0"/>
              <a:gd name="adj2" fmla="val 0"/>
            </a:avLst>
          </a:prstGeom>
        </p:spPr>
      </p:pic>
      <p:grpSp>
        <p:nvGrpSpPr>
          <p:cNvPr id="4" name="Group 3">
            <a:extLst>
              <a:ext uri="{FF2B5EF4-FFF2-40B4-BE49-F238E27FC236}">
                <a16:creationId xmlns:a16="http://schemas.microsoft.com/office/drawing/2014/main" id="{C573C28D-7375-683E-C1EB-E713EBE34A71}"/>
              </a:ext>
            </a:extLst>
          </p:cNvPr>
          <p:cNvGrpSpPr/>
          <p:nvPr userDrawn="1"/>
        </p:nvGrpSpPr>
        <p:grpSpPr>
          <a:xfrm>
            <a:off x="10794205" y="6423682"/>
            <a:ext cx="1397795" cy="434250"/>
            <a:chOff x="10794205" y="6423682"/>
            <a:chExt cx="1397795" cy="434250"/>
          </a:xfrm>
        </p:grpSpPr>
        <p:sp>
          <p:nvSpPr>
            <p:cNvPr id="6" name="Rectangle: Single Corner Rounded 5">
              <a:extLst>
                <a:ext uri="{FF2B5EF4-FFF2-40B4-BE49-F238E27FC236}">
                  <a16:creationId xmlns:a16="http://schemas.microsoft.com/office/drawing/2014/main" id="{9EE54193-EC3E-15AB-4E98-CBA593A684FD}"/>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7" name="Straight Connector 6">
              <a:extLst>
                <a:ext uri="{FF2B5EF4-FFF2-40B4-BE49-F238E27FC236}">
                  <a16:creationId xmlns:a16="http://schemas.microsoft.com/office/drawing/2014/main" id="{253107B4-59A1-177D-4CE9-419A06769FB9}"/>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9" name="Isosceles Triangle 8">
              <a:hlinkClick r:id="" action="ppaction://hlinkshowjump?jump=previousslide"/>
              <a:extLst>
                <a:ext uri="{FF2B5EF4-FFF2-40B4-BE49-F238E27FC236}">
                  <a16:creationId xmlns:a16="http://schemas.microsoft.com/office/drawing/2014/main" id="{C7CA0399-26A5-9860-F647-A58AD17EA5DA}"/>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1" name="Isosceles Triangle 10">
              <a:hlinkClick r:id="" action="ppaction://hlinkshowjump?jump=nextslide"/>
              <a:extLst>
                <a:ext uri="{FF2B5EF4-FFF2-40B4-BE49-F238E27FC236}">
                  <a16:creationId xmlns:a16="http://schemas.microsoft.com/office/drawing/2014/main" id="{52E846BC-D6D6-7B18-FD08-9FC199548089}"/>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2" name="Graphic 11" descr="Home outline">
              <a:hlinkClick r:id="" action="ppaction://noaction"/>
              <a:extLst>
                <a:ext uri="{FF2B5EF4-FFF2-40B4-BE49-F238E27FC236}">
                  <a16:creationId xmlns:a16="http://schemas.microsoft.com/office/drawing/2014/main" id="{AF52B4F7-4C2C-196B-4D7A-97C4F5AC5962}"/>
                </a:ext>
              </a:extLst>
            </p:cNvPr>
            <p:cNvPicPr>
              <a:picLocks noChangeAspect="1"/>
            </p:cNvPicPr>
            <p:nvPr userDrawn="1"/>
          </p:nvPicPr>
          <p:blipFill>
            <a:blip r:embed="rId4">
              <a:extLst>
                <a:ext uri="{96DAC541-7B7A-43D3-8B79-37D633B846F1}">
                  <asvg:svgBlip xmlns:asvg="http://schemas.microsoft.com/office/drawing/2016/SVG/main" r:embed="rId5"/>
                </a:ext>
              </a:extLst>
            </a:blip>
            <a:srcRect l="69" r="69"/>
            <a:stretch/>
          </p:blipFill>
          <p:spPr>
            <a:xfrm>
              <a:off x="10995722" y="6495372"/>
              <a:ext cx="290467" cy="290871"/>
            </a:xfrm>
            <a:prstGeom prst="rect">
              <a:avLst/>
            </a:prstGeom>
          </p:spPr>
        </p:pic>
      </p:grpSp>
    </p:spTree>
    <p:extLst>
      <p:ext uri="{BB962C8B-B14F-4D97-AF65-F5344CB8AC3E}">
        <p14:creationId xmlns:p14="http://schemas.microsoft.com/office/powerpoint/2010/main" val="2676307686"/>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32">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324.xml><?xml version="1.0" encoding="utf-8"?>
<p:sldLayout xmlns:a="http://schemas.openxmlformats.org/drawingml/2006/main" xmlns:r="http://schemas.openxmlformats.org/officeDocument/2006/relationships" xmlns:p="http://schemas.openxmlformats.org/presentationml/2006/main" preserve="1" userDrawn="1">
  <p:cSld name="1_Square Photo Graphic">
    <p:bg>
      <p:bgPr>
        <a:solidFill>
          <a:srgbClr val="FFF8F3"/>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6834586-5E35-30D9-D8B4-75A164A4F9C0}"/>
              </a:ext>
            </a:extLst>
          </p:cNvPr>
          <p:cNvSpPr/>
          <p:nvPr userDrawn="1"/>
        </p:nvSpPr>
        <p:spPr bwMode="auto">
          <a:xfrm>
            <a:off x="0" y="2438400"/>
            <a:ext cx="12192000" cy="4419600"/>
          </a:xfrm>
          <a:prstGeom prst="rect">
            <a:avLst/>
          </a:prstGeom>
          <a:gradFill flip="none" rotWithShape="1">
            <a:gsLst>
              <a:gs pos="0">
                <a:schemeClr val="accent6">
                  <a:lumMod val="20000"/>
                  <a:lumOff val="80000"/>
                </a:schemeClr>
              </a:gs>
              <a:gs pos="100000">
                <a:schemeClr val="bg2">
                  <a:lumMod val="90000"/>
                </a:schemeClr>
              </a:gs>
              <a:gs pos="69000">
                <a:srgbClr val="F9F2ED"/>
              </a:gs>
            </a:gsLst>
            <a:lin ang="1800000" scaled="0"/>
            <a:tileRect/>
          </a:gra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err="1">
              <a:solidFill>
                <a:prstClr val="white"/>
              </a:solidFill>
              <a:latin typeface="Segoe Sans Display" pitchFamily="2" charset="0"/>
            </a:endParaRPr>
          </a:p>
        </p:txBody>
      </p:sp>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76072" y="588963"/>
            <a:ext cx="4745164" cy="1514157"/>
          </a:xfrm>
        </p:spPr>
        <p:txBody>
          <a:bodyPr anchor="b"/>
          <a:lstStyle>
            <a:lvl1pPr>
              <a:defRPr/>
            </a:lvl1pPr>
          </a:lstStyle>
          <a:p>
            <a:r>
              <a:rPr lang="en-US"/>
              <a:t>Title square photo layout </a:t>
            </a:r>
          </a:p>
        </p:txBody>
      </p:sp>
      <p:sp>
        <p:nvSpPr>
          <p:cNvPr id="10" name="Text Placeholder 9">
            <a:extLst>
              <a:ext uri="{FF2B5EF4-FFF2-40B4-BE49-F238E27FC236}">
                <a16:creationId xmlns:a16="http://schemas.microsoft.com/office/drawing/2014/main" id="{93DC828C-6415-94AB-ED16-5F15E2D8994D}"/>
              </a:ext>
              <a:ext uri="{C183D7F6-B498-43B3-948B-1728B52AA6E4}">
                <adec:decorative xmlns:adec="http://schemas.microsoft.com/office/drawing/2017/decorative" val="0"/>
              </a:ext>
            </a:extLst>
          </p:cNvPr>
          <p:cNvSpPr>
            <a:spLocks noGrp="1"/>
          </p:cNvSpPr>
          <p:nvPr>
            <p:ph type="body" sz="quarter" idx="12"/>
          </p:nvPr>
        </p:nvSpPr>
        <p:spPr>
          <a:xfrm>
            <a:off x="576263" y="2743200"/>
            <a:ext cx="4745037" cy="35258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8" name="Picture 7">
            <a:extLst>
              <a:ext uri="{FF2B5EF4-FFF2-40B4-BE49-F238E27FC236}">
                <a16:creationId xmlns:a16="http://schemas.microsoft.com/office/drawing/2014/main" id="{E25C000A-8BFF-12E7-7DFB-FF34728592C6}"/>
              </a:ext>
            </a:extLst>
          </p:cNvPr>
          <p:cNvPicPr>
            <a:picLocks noChangeAspect="1"/>
          </p:cNvPicPr>
          <p:nvPr userDrawn="1"/>
        </p:nvPicPr>
        <p:blipFill>
          <a:blip r:embed="rId2" cstate="email">
            <a:extLst>
              <a:ext uri="{28A0092B-C50C-407E-A947-70E740481C1C}">
                <a14:useLocalDpi xmlns:a14="http://schemas.microsoft.com/office/drawing/2010/main"/>
              </a:ext>
            </a:extLst>
          </a:blip>
          <a:srcRect b="93678"/>
          <a:stretch/>
        </p:blipFill>
        <p:spPr>
          <a:xfrm flipV="1">
            <a:off x="5918200" y="6621628"/>
            <a:ext cx="5702300" cy="236372"/>
          </a:xfrm>
          <a:prstGeom prst="round2SameRect">
            <a:avLst>
              <a:gd name="adj1" fmla="val 0"/>
              <a:gd name="adj2" fmla="val 0"/>
            </a:avLst>
          </a:prstGeom>
        </p:spPr>
      </p:pic>
      <p:sp>
        <p:nvSpPr>
          <p:cNvPr id="6" name="Picture Placeholder 5">
            <a:extLst>
              <a:ext uri="{FF2B5EF4-FFF2-40B4-BE49-F238E27FC236}">
                <a16:creationId xmlns:a16="http://schemas.microsoft.com/office/drawing/2014/main" id="{F78AD535-FDDD-DD1F-6E1A-FD27892FE27B}"/>
              </a:ext>
            </a:extLst>
          </p:cNvPr>
          <p:cNvSpPr>
            <a:spLocks noGrp="1"/>
          </p:cNvSpPr>
          <p:nvPr>
            <p:ph type="pic" sz="quarter" idx="13"/>
          </p:nvPr>
        </p:nvSpPr>
        <p:spPr>
          <a:xfrm>
            <a:off x="5918200" y="1168400"/>
            <a:ext cx="5697538" cy="5453063"/>
          </a:xfrm>
          <a:prstGeom prst="round2SameRect">
            <a:avLst>
              <a:gd name="adj1" fmla="val 2693"/>
              <a:gd name="adj2" fmla="val 0"/>
            </a:avLst>
          </a:prstGeom>
        </p:spPr>
        <p:txBody>
          <a:bodyPr>
            <a:noAutofit/>
          </a:bodyPr>
          <a:lstStyle/>
          <a:p>
            <a:endParaRPr lang="en-US"/>
          </a:p>
        </p:txBody>
      </p:sp>
      <p:grpSp>
        <p:nvGrpSpPr>
          <p:cNvPr id="4" name="Group 3">
            <a:extLst>
              <a:ext uri="{FF2B5EF4-FFF2-40B4-BE49-F238E27FC236}">
                <a16:creationId xmlns:a16="http://schemas.microsoft.com/office/drawing/2014/main" id="{841F68C3-3B0C-8671-69AE-97EA901CC684}"/>
              </a:ext>
            </a:extLst>
          </p:cNvPr>
          <p:cNvGrpSpPr/>
          <p:nvPr userDrawn="1"/>
        </p:nvGrpSpPr>
        <p:grpSpPr>
          <a:xfrm>
            <a:off x="10794205" y="6423682"/>
            <a:ext cx="1397795" cy="434250"/>
            <a:chOff x="10794205" y="6423682"/>
            <a:chExt cx="1397795" cy="434250"/>
          </a:xfrm>
        </p:grpSpPr>
        <p:sp>
          <p:nvSpPr>
            <p:cNvPr id="5" name="Rectangle: Single Corner Rounded 4">
              <a:extLst>
                <a:ext uri="{FF2B5EF4-FFF2-40B4-BE49-F238E27FC236}">
                  <a16:creationId xmlns:a16="http://schemas.microsoft.com/office/drawing/2014/main" id="{A58AADBC-33BB-E7A5-7BA7-EB9B9EACF527}"/>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7" name="Straight Connector 6">
              <a:extLst>
                <a:ext uri="{FF2B5EF4-FFF2-40B4-BE49-F238E27FC236}">
                  <a16:creationId xmlns:a16="http://schemas.microsoft.com/office/drawing/2014/main" id="{7E65EA2E-6A78-9186-949E-05D477E79D9B}"/>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9" name="Isosceles Triangle 8">
              <a:hlinkClick r:id="" action="ppaction://hlinkshowjump?jump=previousslide"/>
              <a:extLst>
                <a:ext uri="{FF2B5EF4-FFF2-40B4-BE49-F238E27FC236}">
                  <a16:creationId xmlns:a16="http://schemas.microsoft.com/office/drawing/2014/main" id="{38215585-E721-6D57-6424-07CC97A3C7DA}"/>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1" name="Isosceles Triangle 10">
              <a:hlinkClick r:id="" action="ppaction://hlinkshowjump?jump=nextslide"/>
              <a:extLst>
                <a:ext uri="{FF2B5EF4-FFF2-40B4-BE49-F238E27FC236}">
                  <a16:creationId xmlns:a16="http://schemas.microsoft.com/office/drawing/2014/main" id="{92BB9F12-25D4-56EC-1E06-B445C2A1B8FB}"/>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2" name="Graphic 11" descr="Home outline">
              <a:hlinkClick r:id="" action="ppaction://noaction"/>
              <a:extLst>
                <a:ext uri="{FF2B5EF4-FFF2-40B4-BE49-F238E27FC236}">
                  <a16:creationId xmlns:a16="http://schemas.microsoft.com/office/drawing/2014/main" id="{AFF0E928-9C31-EE00-0156-AAE0ED8020C8}"/>
                </a:ext>
              </a:extLst>
            </p:cNvPr>
            <p:cNvPicPr>
              <a:picLocks noChangeAspect="1"/>
            </p:cNvPicPr>
            <p:nvPr userDrawn="1"/>
          </p:nvPicPr>
          <p:blipFill>
            <a:blip r:embed="rId3">
              <a:extLst>
                <a:ext uri="{96DAC541-7B7A-43D3-8B79-37D633B846F1}">
                  <asvg:svgBlip xmlns:asvg="http://schemas.microsoft.com/office/drawing/2016/SVG/main" r:embed="rId4"/>
                </a:ext>
              </a:extLst>
            </a:blip>
            <a:srcRect l="69" r="69"/>
            <a:stretch/>
          </p:blipFill>
          <p:spPr>
            <a:xfrm>
              <a:off x="10995722" y="6495372"/>
              <a:ext cx="290467" cy="290871"/>
            </a:xfrm>
            <a:prstGeom prst="rect">
              <a:avLst/>
            </a:prstGeom>
          </p:spPr>
        </p:pic>
      </p:grpSp>
    </p:spTree>
    <p:extLst>
      <p:ext uri="{BB962C8B-B14F-4D97-AF65-F5344CB8AC3E}">
        <p14:creationId xmlns:p14="http://schemas.microsoft.com/office/powerpoint/2010/main" val="1004491193"/>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32">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325.xml><?xml version="1.0" encoding="utf-8"?>
<p:sldLayout xmlns:a="http://schemas.openxmlformats.org/drawingml/2006/main" xmlns:r="http://schemas.openxmlformats.org/officeDocument/2006/relationships" xmlns:p="http://schemas.openxmlformats.org/presentationml/2006/main" preserve="1" userDrawn="1">
  <p:cSld name="Square Photo Graphic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76072" y="588963"/>
            <a:ext cx="4158362" cy="2535236"/>
          </a:xfrm>
        </p:spPr>
        <p:txBody>
          <a:bodyPr anchor="b"/>
          <a:lstStyle>
            <a:lvl1pPr>
              <a:defRPr/>
            </a:lvl1pPr>
          </a:lstStyle>
          <a:p>
            <a:r>
              <a:rPr lang="en-US"/>
              <a:t>Title square photo layout </a:t>
            </a:r>
          </a:p>
        </p:txBody>
      </p:sp>
      <p:sp>
        <p:nvSpPr>
          <p:cNvPr id="5" name="Picture Placeholder">
            <a:extLst>
              <a:ext uri="{FF2B5EF4-FFF2-40B4-BE49-F238E27FC236}">
                <a16:creationId xmlns:a16="http://schemas.microsoft.com/office/drawing/2014/main" id="{2E18FD0C-FA99-4937-92CD-5CF7F279CD8E}"/>
              </a:ext>
              <a:ext uri="{C183D7F6-B498-43B3-948B-1728B52AA6E4}">
                <adec:decorative xmlns:adec="http://schemas.microsoft.com/office/drawing/2017/decorative" val="1"/>
              </a:ext>
            </a:extLst>
          </p:cNvPr>
          <p:cNvSpPr>
            <a:spLocks noGrp="1"/>
          </p:cNvSpPr>
          <p:nvPr>
            <p:ph type="pic" sz="quarter" idx="11" hasCustomPrompt="1"/>
          </p:nvPr>
        </p:nvSpPr>
        <p:spPr bwMode="ltGray">
          <a:xfrm>
            <a:off x="5624513" y="585788"/>
            <a:ext cx="5683249" cy="5683249"/>
          </a:xfrm>
          <a:prstGeom prst="roundRect">
            <a:avLst>
              <a:gd name="adj" fmla="val 3259"/>
            </a:avLst>
          </a:prstGeom>
          <a:blipFill>
            <a:blip r:embed="rId3" cstate="email">
              <a:extLst>
                <a:ext uri="{28A0092B-C50C-407E-A947-70E740481C1C}">
                  <a14:useLocalDpi xmlns:a14="http://schemas.microsoft.com/office/drawing/2010/main"/>
                </a:ext>
              </a:extLst>
            </a:blip>
            <a:stretch>
              <a:fillRect/>
            </a:stretch>
          </a:blipFill>
        </p:spPr>
        <p:txBody>
          <a:bodyPr lIns="0" tIns="914400" rIns="0" anchor="t" anchorCtr="0">
            <a:noAutofit/>
          </a:bodyPr>
          <a:lstStyle>
            <a:lvl1pPr marL="0" indent="0" algn="ctr">
              <a:lnSpc>
                <a:spcPct val="100000"/>
              </a:lnSpc>
              <a:buNone/>
              <a:defRPr sz="12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pic>
        <p:nvPicPr>
          <p:cNvPr id="2" name="Picture 1">
            <a:extLst>
              <a:ext uri="{FF2B5EF4-FFF2-40B4-BE49-F238E27FC236}">
                <a16:creationId xmlns:a16="http://schemas.microsoft.com/office/drawing/2014/main" id="{4E2E619B-2D74-9B55-98E1-9E6126DE0DB1}"/>
              </a:ext>
              <a:ext uri="{C183D7F6-B498-43B3-948B-1728B52AA6E4}">
                <adec:decorative xmlns:adec="http://schemas.microsoft.com/office/drawing/2017/decorative" val="1"/>
              </a:ext>
            </a:extLst>
          </p:cNvPr>
          <p:cNvPicPr>
            <a:picLocks noChangeAspect="1"/>
          </p:cNvPicPr>
          <p:nvPr userDrawn="1"/>
        </p:nvPicPr>
        <p:blipFill>
          <a:blip r:embed="rId4" cstate="email">
            <a:extLst>
              <a:ext uri="{28A0092B-C50C-407E-A947-70E740481C1C}">
                <a14:useLocalDpi xmlns:a14="http://schemas.microsoft.com/office/drawing/2010/main"/>
              </a:ext>
            </a:extLst>
          </a:blip>
          <a:srcRect b="93678"/>
          <a:stretch/>
        </p:blipFill>
        <p:spPr>
          <a:xfrm flipV="1">
            <a:off x="5614987" y="6032665"/>
            <a:ext cx="5702300" cy="236372"/>
          </a:xfrm>
          <a:prstGeom prst="round2SameRect">
            <a:avLst>
              <a:gd name="adj1" fmla="val 50000"/>
              <a:gd name="adj2" fmla="val 0"/>
            </a:avLst>
          </a:prstGeom>
        </p:spPr>
      </p:pic>
      <p:sp>
        <p:nvSpPr>
          <p:cNvPr id="6" name="Text Placeholder 9">
            <a:extLst>
              <a:ext uri="{FF2B5EF4-FFF2-40B4-BE49-F238E27FC236}">
                <a16:creationId xmlns:a16="http://schemas.microsoft.com/office/drawing/2014/main" id="{27E1A4E4-65BC-180B-5815-78F17BD7D02D}"/>
              </a:ext>
              <a:ext uri="{C183D7F6-B498-43B3-948B-1728B52AA6E4}">
                <adec:decorative xmlns:adec="http://schemas.microsoft.com/office/drawing/2017/decorative" val="0"/>
              </a:ext>
            </a:extLst>
          </p:cNvPr>
          <p:cNvSpPr>
            <a:spLocks noGrp="1"/>
          </p:cNvSpPr>
          <p:nvPr>
            <p:ph type="body" sz="quarter" idx="12"/>
          </p:nvPr>
        </p:nvSpPr>
        <p:spPr>
          <a:xfrm>
            <a:off x="576263" y="3535540"/>
            <a:ext cx="4158171" cy="27334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 name="Group 3">
            <a:extLst>
              <a:ext uri="{FF2B5EF4-FFF2-40B4-BE49-F238E27FC236}">
                <a16:creationId xmlns:a16="http://schemas.microsoft.com/office/drawing/2014/main" id="{8726F65A-D060-8FE1-E70D-BBA747C70420}"/>
              </a:ext>
            </a:extLst>
          </p:cNvPr>
          <p:cNvGrpSpPr/>
          <p:nvPr userDrawn="1"/>
        </p:nvGrpSpPr>
        <p:grpSpPr>
          <a:xfrm>
            <a:off x="10794205" y="6423682"/>
            <a:ext cx="1397795" cy="434250"/>
            <a:chOff x="10794205" y="6423682"/>
            <a:chExt cx="1397795" cy="434250"/>
          </a:xfrm>
        </p:grpSpPr>
        <p:sp>
          <p:nvSpPr>
            <p:cNvPr id="7" name="Rectangle: Single Corner Rounded 6">
              <a:extLst>
                <a:ext uri="{FF2B5EF4-FFF2-40B4-BE49-F238E27FC236}">
                  <a16:creationId xmlns:a16="http://schemas.microsoft.com/office/drawing/2014/main" id="{45EC8750-97F8-8C3E-C09C-E714A3A8ED6D}"/>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8" name="Straight Connector 7">
              <a:extLst>
                <a:ext uri="{FF2B5EF4-FFF2-40B4-BE49-F238E27FC236}">
                  <a16:creationId xmlns:a16="http://schemas.microsoft.com/office/drawing/2014/main" id="{6ECD626B-A457-0252-D54B-3174FC7CA201}"/>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9" name="Isosceles Triangle 8">
              <a:hlinkClick r:id="" action="ppaction://hlinkshowjump?jump=previousslide"/>
              <a:extLst>
                <a:ext uri="{FF2B5EF4-FFF2-40B4-BE49-F238E27FC236}">
                  <a16:creationId xmlns:a16="http://schemas.microsoft.com/office/drawing/2014/main" id="{277ADC5D-8B15-49F7-E487-57A8DD5D1612}"/>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0" name="Isosceles Triangle 9">
              <a:hlinkClick r:id="" action="ppaction://hlinkshowjump?jump=nextslide"/>
              <a:extLst>
                <a:ext uri="{FF2B5EF4-FFF2-40B4-BE49-F238E27FC236}">
                  <a16:creationId xmlns:a16="http://schemas.microsoft.com/office/drawing/2014/main" id="{7586A5DA-7DF5-B0CC-BC6C-01980892B66B}"/>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1" name="Graphic 10" descr="Home outline">
              <a:hlinkClick r:id="" action="ppaction://noaction"/>
              <a:extLst>
                <a:ext uri="{FF2B5EF4-FFF2-40B4-BE49-F238E27FC236}">
                  <a16:creationId xmlns:a16="http://schemas.microsoft.com/office/drawing/2014/main" id="{8878EE6C-002B-D27E-E3FD-12B679DEA76E}"/>
                </a:ext>
              </a:extLst>
            </p:cNvPr>
            <p:cNvPicPr>
              <a:picLocks noChangeAspect="1"/>
            </p:cNvPicPr>
            <p:nvPr userDrawn="1"/>
          </p:nvPicPr>
          <p:blipFill>
            <a:blip r:embed="rId5">
              <a:extLst>
                <a:ext uri="{96DAC541-7B7A-43D3-8B79-37D633B846F1}">
                  <asvg:svgBlip xmlns:asvg="http://schemas.microsoft.com/office/drawing/2016/SVG/main" r:embed="rId6"/>
                </a:ext>
              </a:extLst>
            </a:blip>
            <a:srcRect l="69" r="69"/>
            <a:stretch/>
          </p:blipFill>
          <p:spPr>
            <a:xfrm>
              <a:off x="10995722" y="6495372"/>
              <a:ext cx="290467" cy="290871"/>
            </a:xfrm>
            <a:prstGeom prst="rect">
              <a:avLst/>
            </a:prstGeom>
          </p:spPr>
        </p:pic>
      </p:grpSp>
    </p:spTree>
    <p:extLst>
      <p:ext uri="{BB962C8B-B14F-4D97-AF65-F5344CB8AC3E}">
        <p14:creationId xmlns:p14="http://schemas.microsoft.com/office/powerpoint/2010/main" val="1798669794"/>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32">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326.xml><?xml version="1.0" encoding="utf-8"?>
<p:sldLayout xmlns:a="http://schemas.openxmlformats.org/drawingml/2006/main" xmlns:r="http://schemas.openxmlformats.org/officeDocument/2006/relationships" xmlns:p="http://schemas.openxmlformats.org/presentationml/2006/main" preserve="1" userDrawn="1">
  <p:cSld name="Square Photo Graphic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76072" y="588963"/>
            <a:ext cx="4158362" cy="2535236"/>
          </a:xfrm>
        </p:spPr>
        <p:txBody>
          <a:bodyPr anchor="b"/>
          <a:lstStyle>
            <a:lvl1pPr>
              <a:defRPr/>
            </a:lvl1pPr>
          </a:lstStyle>
          <a:p>
            <a:r>
              <a:rPr lang="en-US"/>
              <a:t>Title square photo layout </a:t>
            </a:r>
          </a:p>
        </p:txBody>
      </p:sp>
      <p:pic>
        <p:nvPicPr>
          <p:cNvPr id="10" name="Picture 9" descr="A close-up of a colorful object&#10;&#10;Description automatically generated">
            <a:extLst>
              <a:ext uri="{FF2B5EF4-FFF2-40B4-BE49-F238E27FC236}">
                <a16:creationId xmlns:a16="http://schemas.microsoft.com/office/drawing/2014/main" id="{89A104E1-D13F-B13B-BB5D-930C8205C897}"/>
              </a:ext>
            </a:extLst>
          </p:cNvPr>
          <p:cNvPicPr>
            <a:picLocks noChangeAspect="1"/>
          </p:cNvPicPr>
          <p:nvPr userDrawn="1"/>
        </p:nvPicPr>
        <p:blipFill>
          <a:blip r:embed="rId3" cstate="email">
            <a:extLst>
              <a:ext uri="{BEBA8EAE-BF5A-486C-A8C5-ECC9F3942E4B}">
                <a14:imgProps xmlns:a14="http://schemas.microsoft.com/office/drawing/2010/main">
                  <a14:imgLayer r:embed="rId4">
                    <a14:imgEffect>
                      <a14:sharpenSoften amount="-65000"/>
                    </a14:imgEffect>
                  </a14:imgLayer>
                </a14:imgProps>
              </a:ext>
              <a:ext uri="{28A0092B-C50C-407E-A947-70E740481C1C}">
                <a14:useLocalDpi xmlns:a14="http://schemas.microsoft.com/office/drawing/2010/main"/>
              </a:ext>
            </a:extLst>
          </a:blip>
          <a:srcRect/>
          <a:stretch/>
        </p:blipFill>
        <p:spPr>
          <a:xfrm>
            <a:off x="5333999" y="0"/>
            <a:ext cx="6858001" cy="6858000"/>
          </a:xfrm>
          <a:prstGeom prst="rect">
            <a:avLst/>
          </a:prstGeom>
          <a:solidFill>
            <a:schemeClr val="bg1"/>
          </a:solidFill>
        </p:spPr>
      </p:pic>
      <p:pic>
        <p:nvPicPr>
          <p:cNvPr id="8" name="Picture 7" descr="A colorful gradient going from darker blue on the left side to light blue to magenta to orange on the right side">
            <a:extLst>
              <a:ext uri="{FF2B5EF4-FFF2-40B4-BE49-F238E27FC236}">
                <a16:creationId xmlns:a16="http://schemas.microsoft.com/office/drawing/2014/main" id="{69B64261-FB99-ADE9-26E4-3ECE1E68CF38}"/>
              </a:ext>
            </a:extLst>
          </p:cNvPr>
          <p:cNvPicPr>
            <a:picLocks noChangeAspect="1"/>
          </p:cNvPicPr>
          <p:nvPr userDrawn="1"/>
        </p:nvPicPr>
        <p:blipFill rotWithShape="1">
          <a:blip r:embed="rId5" cstate="email">
            <a:alphaModFix amt="50000"/>
            <a:extLst>
              <a:ext uri="{28A0092B-C50C-407E-A947-70E740481C1C}">
                <a14:useLocalDpi xmlns:a14="http://schemas.microsoft.com/office/drawing/2010/main"/>
              </a:ext>
            </a:extLst>
          </a:blip>
          <a:srcRect t="160" b="160"/>
          <a:stretch/>
        </p:blipFill>
        <p:spPr>
          <a:xfrm rot="16200000">
            <a:off x="6205856" y="868680"/>
            <a:ext cx="5120640" cy="5120640"/>
          </a:xfrm>
          <a:prstGeom prst="roundRect">
            <a:avLst>
              <a:gd name="adj" fmla="val 2716"/>
            </a:avLst>
          </a:prstGeom>
        </p:spPr>
      </p:pic>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6705600" y="1371600"/>
            <a:ext cx="4114800" cy="4114800"/>
          </a:xfrm>
          <a:prstGeom prst="roundRect">
            <a:avLst>
              <a:gd name="adj" fmla="val 2346"/>
            </a:avLst>
          </a:prstGeom>
          <a:blipFill>
            <a:blip r:embed="rId6" cstate="email">
              <a:extLst>
                <a:ext uri="{28A0092B-C50C-407E-A947-70E740481C1C}">
                  <a14:useLocalDpi xmlns:a14="http://schemas.microsoft.com/office/drawing/2010/main"/>
                </a:ext>
              </a:extLst>
            </a:blip>
            <a:stretch>
              <a:fillRect/>
            </a:stretch>
          </a:blipFill>
        </p:spPr>
        <p:txBody>
          <a:bodyPr lIns="0" tIns="1188720" rIns="0" anchor="t" anchorCtr="0">
            <a:noAutofit/>
          </a:bodyPr>
          <a:lstStyle>
            <a:lvl1pPr marL="0" indent="0" algn="ctr">
              <a:lnSpc>
                <a:spcPct val="100000"/>
              </a:lnSpc>
              <a:buNone/>
              <a:defRPr sz="12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2" name="Text Placeholder 9">
            <a:extLst>
              <a:ext uri="{FF2B5EF4-FFF2-40B4-BE49-F238E27FC236}">
                <a16:creationId xmlns:a16="http://schemas.microsoft.com/office/drawing/2014/main" id="{2F3C68D3-53C2-F075-B146-D6A5B9E72C4E}"/>
              </a:ext>
              <a:ext uri="{C183D7F6-B498-43B3-948B-1728B52AA6E4}">
                <adec:decorative xmlns:adec="http://schemas.microsoft.com/office/drawing/2017/decorative" val="0"/>
              </a:ext>
            </a:extLst>
          </p:cNvPr>
          <p:cNvSpPr>
            <a:spLocks noGrp="1"/>
          </p:cNvSpPr>
          <p:nvPr>
            <p:ph type="body" sz="quarter" idx="12"/>
          </p:nvPr>
        </p:nvSpPr>
        <p:spPr>
          <a:xfrm>
            <a:off x="576263" y="3535540"/>
            <a:ext cx="4158171" cy="27334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 name="Group 3">
            <a:extLst>
              <a:ext uri="{FF2B5EF4-FFF2-40B4-BE49-F238E27FC236}">
                <a16:creationId xmlns:a16="http://schemas.microsoft.com/office/drawing/2014/main" id="{F42DF81B-6DFA-9E68-78A8-C8D84F547FB7}"/>
              </a:ext>
            </a:extLst>
          </p:cNvPr>
          <p:cNvGrpSpPr/>
          <p:nvPr userDrawn="1"/>
        </p:nvGrpSpPr>
        <p:grpSpPr>
          <a:xfrm>
            <a:off x="10794205" y="6423682"/>
            <a:ext cx="1397795" cy="434250"/>
            <a:chOff x="10794205" y="6423682"/>
            <a:chExt cx="1397795" cy="434250"/>
          </a:xfrm>
        </p:grpSpPr>
        <p:sp>
          <p:nvSpPr>
            <p:cNvPr id="6" name="Rectangle: Single Corner Rounded 5">
              <a:extLst>
                <a:ext uri="{FF2B5EF4-FFF2-40B4-BE49-F238E27FC236}">
                  <a16:creationId xmlns:a16="http://schemas.microsoft.com/office/drawing/2014/main" id="{5CA15A49-8B6C-CAF3-A86D-9FDC1EE31188}"/>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7" name="Straight Connector 6">
              <a:extLst>
                <a:ext uri="{FF2B5EF4-FFF2-40B4-BE49-F238E27FC236}">
                  <a16:creationId xmlns:a16="http://schemas.microsoft.com/office/drawing/2014/main" id="{716123F8-242B-58C3-BA67-7A93F2CE4EB3}"/>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9" name="Isosceles Triangle 8">
              <a:hlinkClick r:id="" action="ppaction://hlinkshowjump?jump=previousslide"/>
              <a:extLst>
                <a:ext uri="{FF2B5EF4-FFF2-40B4-BE49-F238E27FC236}">
                  <a16:creationId xmlns:a16="http://schemas.microsoft.com/office/drawing/2014/main" id="{812AD813-E6CE-4FD1-DCCE-8A00E163AD7C}"/>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1" name="Isosceles Triangle 10">
              <a:hlinkClick r:id="" action="ppaction://hlinkshowjump?jump=nextslide"/>
              <a:extLst>
                <a:ext uri="{FF2B5EF4-FFF2-40B4-BE49-F238E27FC236}">
                  <a16:creationId xmlns:a16="http://schemas.microsoft.com/office/drawing/2014/main" id="{53462077-C4CE-E234-A566-647233336B90}"/>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2" name="Graphic 11" descr="Home outline">
              <a:hlinkClick r:id="" action="ppaction://noaction"/>
              <a:extLst>
                <a:ext uri="{FF2B5EF4-FFF2-40B4-BE49-F238E27FC236}">
                  <a16:creationId xmlns:a16="http://schemas.microsoft.com/office/drawing/2014/main" id="{58491F32-17FA-CB07-2F20-E0C3B4941DE4}"/>
                </a:ext>
              </a:extLst>
            </p:cNvPr>
            <p:cNvPicPr>
              <a:picLocks noChangeAspect="1"/>
            </p:cNvPicPr>
            <p:nvPr userDrawn="1"/>
          </p:nvPicPr>
          <p:blipFill>
            <a:blip r:embed="rId7">
              <a:extLst>
                <a:ext uri="{96DAC541-7B7A-43D3-8B79-37D633B846F1}">
                  <asvg:svgBlip xmlns:asvg="http://schemas.microsoft.com/office/drawing/2016/SVG/main" r:embed="rId8"/>
                </a:ext>
              </a:extLst>
            </a:blip>
            <a:srcRect l="69" r="69"/>
            <a:stretch/>
          </p:blipFill>
          <p:spPr>
            <a:xfrm>
              <a:off x="10995722" y="6495372"/>
              <a:ext cx="290467" cy="290871"/>
            </a:xfrm>
            <a:prstGeom prst="rect">
              <a:avLst/>
            </a:prstGeom>
          </p:spPr>
        </p:pic>
      </p:grpSp>
    </p:spTree>
    <p:extLst>
      <p:ext uri="{BB962C8B-B14F-4D97-AF65-F5344CB8AC3E}">
        <p14:creationId xmlns:p14="http://schemas.microsoft.com/office/powerpoint/2010/main" val="185645154"/>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32">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327.xml><?xml version="1.0" encoding="utf-8"?>
<p:sldLayout xmlns:a="http://schemas.openxmlformats.org/drawingml/2006/main" xmlns:r="http://schemas.openxmlformats.org/officeDocument/2006/relationships" xmlns:p="http://schemas.openxmlformats.org/presentationml/2006/main" preserve="1" userDrawn="1">
  <p:cSld name="Square Photo Graphic 4">
    <p:bg>
      <p:bgPr>
        <a:solidFill>
          <a:srgbClr val="FFF8F3"/>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76072" y="588963"/>
            <a:ext cx="4158362" cy="2535236"/>
          </a:xfrm>
        </p:spPr>
        <p:txBody>
          <a:bodyPr anchor="b"/>
          <a:lstStyle>
            <a:lvl1pPr>
              <a:defRPr/>
            </a:lvl1pPr>
          </a:lstStyle>
          <a:p>
            <a:r>
              <a:rPr lang="en-US"/>
              <a:t>Title square photo layout </a:t>
            </a:r>
          </a:p>
        </p:txBody>
      </p:sp>
      <p:sp>
        <p:nvSpPr>
          <p:cNvPr id="2" name="Text Placeholder 9">
            <a:extLst>
              <a:ext uri="{FF2B5EF4-FFF2-40B4-BE49-F238E27FC236}">
                <a16:creationId xmlns:a16="http://schemas.microsoft.com/office/drawing/2014/main" id="{D6C0C056-1013-470D-75D7-E28A834B1CF9}"/>
              </a:ext>
              <a:ext uri="{C183D7F6-B498-43B3-948B-1728B52AA6E4}">
                <adec:decorative xmlns:adec="http://schemas.microsoft.com/office/drawing/2017/decorative" val="0"/>
              </a:ext>
            </a:extLst>
          </p:cNvPr>
          <p:cNvSpPr>
            <a:spLocks noGrp="1"/>
          </p:cNvSpPr>
          <p:nvPr>
            <p:ph type="body" sz="quarter" idx="12"/>
          </p:nvPr>
        </p:nvSpPr>
        <p:spPr>
          <a:xfrm>
            <a:off x="576263" y="3535540"/>
            <a:ext cx="4158171" cy="27334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Picture 8">
            <a:extLst>
              <a:ext uri="{FF2B5EF4-FFF2-40B4-BE49-F238E27FC236}">
                <a16:creationId xmlns:a16="http://schemas.microsoft.com/office/drawing/2014/main" id="{B58AEFBE-EE1F-0FBF-5C84-1DF6EC17775A}"/>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5334000" y="0"/>
            <a:ext cx="6858000" cy="6858000"/>
          </a:xfrm>
          <a:prstGeom prst="rect">
            <a:avLst/>
          </a:prstGeom>
        </p:spPr>
      </p:pic>
      <p:sp>
        <p:nvSpPr>
          <p:cNvPr id="5" name="Picture Placeholder">
            <a:extLst>
              <a:ext uri="{FF2B5EF4-FFF2-40B4-BE49-F238E27FC236}">
                <a16:creationId xmlns:a16="http://schemas.microsoft.com/office/drawing/2014/main" id="{2E18FD0C-FA99-4937-92CD-5CF7F279CD8E}"/>
              </a:ext>
              <a:ext uri="{C183D7F6-B498-43B3-948B-1728B52AA6E4}">
                <adec:decorative xmlns:adec="http://schemas.microsoft.com/office/drawing/2017/decorative" val="1"/>
              </a:ext>
            </a:extLst>
          </p:cNvPr>
          <p:cNvSpPr>
            <a:spLocks noGrp="1"/>
          </p:cNvSpPr>
          <p:nvPr>
            <p:ph type="pic" sz="quarter" idx="11" hasCustomPrompt="1"/>
          </p:nvPr>
        </p:nvSpPr>
        <p:spPr bwMode="ltGray">
          <a:xfrm>
            <a:off x="6705600" y="1371600"/>
            <a:ext cx="4114800" cy="4114800"/>
          </a:xfrm>
          <a:prstGeom prst="roundRect">
            <a:avLst>
              <a:gd name="adj" fmla="val 2602"/>
            </a:avLst>
          </a:prstGeom>
          <a:blipFill>
            <a:blip r:embed="rId3" cstate="email">
              <a:extLst>
                <a:ext uri="{28A0092B-C50C-407E-A947-70E740481C1C}">
                  <a14:useLocalDpi xmlns:a14="http://schemas.microsoft.com/office/drawing/2010/main"/>
                </a:ext>
              </a:extLst>
            </a:blip>
            <a:stretch>
              <a:fillRect/>
            </a:stretch>
          </a:blipFill>
        </p:spPr>
        <p:txBody>
          <a:bodyPr lIns="0" tIns="1188720" rIns="0" anchor="t" anchorCtr="0">
            <a:noAutofit/>
          </a:bodyPr>
          <a:lstStyle>
            <a:lvl1pPr marL="0" indent="0" algn="ctr">
              <a:lnSpc>
                <a:spcPct val="100000"/>
              </a:lnSpc>
              <a:buNone/>
              <a:defRPr sz="12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grpSp>
        <p:nvGrpSpPr>
          <p:cNvPr id="4" name="Group 3">
            <a:extLst>
              <a:ext uri="{FF2B5EF4-FFF2-40B4-BE49-F238E27FC236}">
                <a16:creationId xmlns:a16="http://schemas.microsoft.com/office/drawing/2014/main" id="{F8ACE2BE-0586-226C-B7C9-D56051AC8412}"/>
              </a:ext>
            </a:extLst>
          </p:cNvPr>
          <p:cNvGrpSpPr/>
          <p:nvPr userDrawn="1"/>
        </p:nvGrpSpPr>
        <p:grpSpPr>
          <a:xfrm>
            <a:off x="10794205" y="6423682"/>
            <a:ext cx="1397795" cy="434250"/>
            <a:chOff x="10794205" y="6423682"/>
            <a:chExt cx="1397795" cy="434250"/>
          </a:xfrm>
        </p:grpSpPr>
        <p:sp>
          <p:nvSpPr>
            <p:cNvPr id="6" name="Rectangle: Single Corner Rounded 5">
              <a:extLst>
                <a:ext uri="{FF2B5EF4-FFF2-40B4-BE49-F238E27FC236}">
                  <a16:creationId xmlns:a16="http://schemas.microsoft.com/office/drawing/2014/main" id="{4EE000B4-2CCE-DDC1-78A8-C22175D439DF}"/>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7" name="Straight Connector 6">
              <a:extLst>
                <a:ext uri="{FF2B5EF4-FFF2-40B4-BE49-F238E27FC236}">
                  <a16:creationId xmlns:a16="http://schemas.microsoft.com/office/drawing/2014/main" id="{930710F3-A181-5726-05BC-050F2D8AED79}"/>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Isosceles Triangle 7">
              <a:hlinkClick r:id="" action="ppaction://hlinkshowjump?jump=previousslide"/>
              <a:extLst>
                <a:ext uri="{FF2B5EF4-FFF2-40B4-BE49-F238E27FC236}">
                  <a16:creationId xmlns:a16="http://schemas.microsoft.com/office/drawing/2014/main" id="{0BEC8F0D-4D2F-ACAB-B48B-E898316BD651}"/>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0" name="Isosceles Triangle 9">
              <a:hlinkClick r:id="" action="ppaction://hlinkshowjump?jump=nextslide"/>
              <a:extLst>
                <a:ext uri="{FF2B5EF4-FFF2-40B4-BE49-F238E27FC236}">
                  <a16:creationId xmlns:a16="http://schemas.microsoft.com/office/drawing/2014/main" id="{A874516B-2329-9CE4-48CB-0DC54745889C}"/>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1" name="Graphic 10" descr="Home outline">
              <a:hlinkClick r:id="" action="ppaction://noaction"/>
              <a:extLst>
                <a:ext uri="{FF2B5EF4-FFF2-40B4-BE49-F238E27FC236}">
                  <a16:creationId xmlns:a16="http://schemas.microsoft.com/office/drawing/2014/main" id="{A82D3B8C-E6D8-1D81-26D6-40E312F51292}"/>
                </a:ext>
              </a:extLst>
            </p:cNvPr>
            <p:cNvPicPr>
              <a:picLocks noChangeAspect="1"/>
            </p:cNvPicPr>
            <p:nvPr userDrawn="1"/>
          </p:nvPicPr>
          <p:blipFill>
            <a:blip r:embed="rId4">
              <a:extLst>
                <a:ext uri="{96DAC541-7B7A-43D3-8B79-37D633B846F1}">
                  <asvg:svgBlip xmlns:asvg="http://schemas.microsoft.com/office/drawing/2016/SVG/main" r:embed="rId5"/>
                </a:ext>
              </a:extLst>
            </a:blip>
            <a:srcRect l="69" r="69"/>
            <a:stretch/>
          </p:blipFill>
          <p:spPr>
            <a:xfrm>
              <a:off x="10995722" y="6495372"/>
              <a:ext cx="290467" cy="290871"/>
            </a:xfrm>
            <a:prstGeom prst="rect">
              <a:avLst/>
            </a:prstGeom>
          </p:spPr>
        </p:pic>
      </p:grpSp>
    </p:spTree>
    <p:extLst>
      <p:ext uri="{BB962C8B-B14F-4D97-AF65-F5344CB8AC3E}">
        <p14:creationId xmlns:p14="http://schemas.microsoft.com/office/powerpoint/2010/main" val="3049160592"/>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32">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328.xml><?xml version="1.0" encoding="utf-8"?>
<p:sldLayout xmlns:a="http://schemas.openxmlformats.org/drawingml/2006/main" xmlns:r="http://schemas.openxmlformats.org/officeDocument/2006/relationships" xmlns:p="http://schemas.openxmlformats.org/presentationml/2006/main" preserve="1" userDrawn="1">
  <p:cSld name="Title - Square Photo ">
    <p:spTree>
      <p:nvGrpSpPr>
        <p:cNvPr id="1" name=""/>
        <p:cNvGrpSpPr/>
        <p:nvPr/>
      </p:nvGrpSpPr>
      <p:grpSpPr>
        <a:xfrm>
          <a:off x="0" y="0"/>
          <a:ext cx="0" cy="0"/>
          <a:chOff x="0" y="0"/>
          <a:chExt cx="0" cy="0"/>
        </a:xfrm>
      </p:grpSpPr>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334000" y="0"/>
            <a:ext cx="6858000" cy="6858000"/>
          </a:xfrm>
          <a:blipFill dpi="0" rotWithShape="1">
            <a:blip r:embed="rId2" cstate="email">
              <a:extLst>
                <a:ext uri="{28A0092B-C50C-407E-A947-70E740481C1C}">
                  <a14:useLocalDpi xmlns:a14="http://schemas.microsoft.com/office/drawing/2010/main"/>
                </a:ext>
              </a:extLst>
            </a:blip>
            <a:srcRect/>
            <a:stretch>
              <a:fillRect/>
            </a:stretch>
          </a:blipFill>
        </p:spPr>
        <p:txBody>
          <a:bodyPr lIns="0" tIns="2377440" rIns="0" anchor="t" anchorCtr="0">
            <a:noAutofit/>
          </a:bodyPr>
          <a:lstStyle>
            <a:lvl1pPr marL="0" indent="0" algn="ctr">
              <a:lnSpc>
                <a:spcPct val="100000"/>
              </a:lnSpc>
              <a:buNone/>
              <a:defRPr sz="14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76072" y="588963"/>
            <a:ext cx="4158362" cy="2535236"/>
          </a:xfrm>
        </p:spPr>
        <p:txBody>
          <a:bodyPr anchor="b"/>
          <a:lstStyle>
            <a:lvl1pPr>
              <a:defRPr/>
            </a:lvl1pPr>
          </a:lstStyle>
          <a:p>
            <a:r>
              <a:rPr lang="en-US"/>
              <a:t>Title square photo layout </a:t>
            </a:r>
          </a:p>
        </p:txBody>
      </p:sp>
      <p:sp>
        <p:nvSpPr>
          <p:cNvPr id="6" name="Text Placeholder 5">
            <a:extLst>
              <a:ext uri="{FF2B5EF4-FFF2-40B4-BE49-F238E27FC236}">
                <a16:creationId xmlns:a16="http://schemas.microsoft.com/office/drawing/2014/main" id="{58B03B89-65B4-0499-6718-2A7C471F6CD3}"/>
              </a:ext>
            </a:extLst>
          </p:cNvPr>
          <p:cNvSpPr>
            <a:spLocks noGrp="1"/>
          </p:cNvSpPr>
          <p:nvPr>
            <p:ph type="body" sz="quarter" idx="12"/>
          </p:nvPr>
        </p:nvSpPr>
        <p:spPr>
          <a:xfrm>
            <a:off x="576263" y="3535363"/>
            <a:ext cx="4157662" cy="27336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48412346"/>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329.xml><?xml version="1.0" encoding="utf-8"?>
<p:sldLayout xmlns:a="http://schemas.openxmlformats.org/drawingml/2006/main" xmlns:r="http://schemas.openxmlformats.org/officeDocument/2006/relationships" xmlns:p="http://schemas.openxmlformats.org/presentationml/2006/main" preserve="1" userDrawn="1">
  <p:cSld name="Square Photo ">
    <p:bg>
      <p:bgPr>
        <a:solidFill>
          <a:srgbClr val="E8E6DF"/>
        </a:solidFill>
        <a:effectLst/>
      </p:bgPr>
    </p:bg>
    <p:spTree>
      <p:nvGrpSpPr>
        <p:cNvPr id="1" name=""/>
        <p:cNvGrpSpPr/>
        <p:nvPr/>
      </p:nvGrpSpPr>
      <p:grpSpPr>
        <a:xfrm>
          <a:off x="0" y="0"/>
          <a:ext cx="0" cy="0"/>
          <a:chOff x="0" y="0"/>
          <a:chExt cx="0" cy="0"/>
        </a:xfrm>
      </p:grpSpPr>
      <p:sp>
        <p:nvSpPr>
          <p:cNvPr id="2" name="Picture Placeholder" descr="This photo is a 'placeholder' only. Drag or drop your photo here, or click and tap the center to insert a photo.">
            <a:extLst>
              <a:ext uri="{FF2B5EF4-FFF2-40B4-BE49-F238E27FC236}">
                <a16:creationId xmlns:a16="http://schemas.microsoft.com/office/drawing/2014/main" id="{F7F87341-ECEA-3B94-51B2-A9E24914685F}"/>
              </a:ext>
            </a:extLst>
          </p:cNvPr>
          <p:cNvSpPr>
            <a:spLocks noGrp="1"/>
          </p:cNvSpPr>
          <p:nvPr>
            <p:ph type="pic" sz="quarter" idx="11" hasCustomPrompt="1"/>
          </p:nvPr>
        </p:nvSpPr>
        <p:spPr bwMode="ltGray">
          <a:xfrm>
            <a:off x="5334000" y="0"/>
            <a:ext cx="6858000" cy="6858000"/>
          </a:xfrm>
          <a:blipFill dpi="0" rotWithShape="1">
            <a:blip r:embed="rId2"/>
            <a:srcRect/>
            <a:stretch>
              <a:fillRect/>
            </a:stretch>
          </a:blipFill>
        </p:spPr>
        <p:txBody>
          <a:bodyPr lIns="0" tIns="2377440" rIns="0" anchor="t" anchorCtr="0">
            <a:noAutofit/>
          </a:bodyPr>
          <a:lstStyle>
            <a:lvl1pPr marL="0" indent="0" algn="ctr">
              <a:lnSpc>
                <a:spcPct val="100000"/>
              </a:lnSpc>
              <a:buNone/>
              <a:defRPr sz="14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6" name="Rectangle 5">
            <a:extLst>
              <a:ext uri="{FF2B5EF4-FFF2-40B4-BE49-F238E27FC236}">
                <a16:creationId xmlns:a16="http://schemas.microsoft.com/office/drawing/2014/main" id="{3DED39DE-8DED-DC59-2BDA-C621877CF646}"/>
              </a:ext>
            </a:extLst>
          </p:cNvPr>
          <p:cNvSpPr/>
          <p:nvPr userDrawn="1"/>
        </p:nvSpPr>
        <p:spPr bwMode="auto">
          <a:xfrm>
            <a:off x="0" y="-1"/>
            <a:ext cx="5334000" cy="6857999"/>
          </a:xfrm>
          <a:prstGeom prst="rect">
            <a:avLst/>
          </a:prstGeom>
          <a:gradFill flip="none" rotWithShape="1">
            <a:gsLst>
              <a:gs pos="100000">
                <a:schemeClr val="bg1">
                  <a:alpha val="0"/>
                </a:schemeClr>
              </a:gs>
              <a:gs pos="0">
                <a:schemeClr val="bg1">
                  <a:shade val="100000"/>
                  <a:satMod val="115000"/>
                  <a:alpha val="22143"/>
                </a:schemeClr>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chemeClr val="tx1"/>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576072" y="585788"/>
            <a:ext cx="4159950" cy="5683249"/>
          </a:xfrm>
        </p:spPr>
        <p:txBody>
          <a:bodyPr anchor="ctr"/>
          <a:lstStyle/>
          <a:p>
            <a:r>
              <a:rPr lang="en-US"/>
              <a:t>Click to edit Master title style</a:t>
            </a:r>
          </a:p>
        </p:txBody>
      </p:sp>
    </p:spTree>
    <p:extLst>
      <p:ext uri="{BB962C8B-B14F-4D97-AF65-F5344CB8AC3E}">
        <p14:creationId xmlns:p14="http://schemas.microsoft.com/office/powerpoint/2010/main" val="4183311689"/>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5" orient="horz" pos="2160">
          <p15:clr>
            <a:srgbClr val="5ACBF0"/>
          </p15:clr>
        </p15:guide>
        <p15:guide id="6" pos="2991">
          <p15:clr>
            <a:srgbClr val="5ACBF0"/>
          </p15:clr>
        </p15:guide>
        <p15:guide id="7" pos="3728">
          <p15:clr>
            <a:srgbClr val="C35EA4"/>
          </p15:clr>
        </p15:guide>
        <p15:guide id="8" pos="3544">
          <p15:clr>
            <a:srgbClr val="A4A3A4"/>
          </p15:clr>
        </p15:guide>
      </p15:sldGuideLst>
    </p:ext>
  </p:extLst>
</p:sldLayout>
</file>

<file path=ppt/slideLayouts/slideLayout330.xml><?xml version="1.0" encoding="utf-8"?>
<p:sldLayout xmlns:a="http://schemas.openxmlformats.org/drawingml/2006/main" xmlns:r="http://schemas.openxmlformats.org/officeDocument/2006/relationships" xmlns:p="http://schemas.openxmlformats.org/presentationml/2006/main" preserve="1" userDrawn="1">
  <p:cSld name="Square Photo 2">
    <p:spTree>
      <p:nvGrpSpPr>
        <p:cNvPr id="1" name=""/>
        <p:cNvGrpSpPr/>
        <p:nvPr/>
      </p:nvGrpSpPr>
      <p:grpSpPr>
        <a:xfrm>
          <a:off x="0" y="0"/>
          <a:ext cx="0" cy="0"/>
          <a:chOff x="0" y="0"/>
          <a:chExt cx="0" cy="0"/>
        </a:xfrm>
      </p:grpSpPr>
      <p:sp>
        <p:nvSpPr>
          <p:cNvPr id="2" name="Picture Placeholder">
            <a:extLst>
              <a:ext uri="{FF2B5EF4-FFF2-40B4-BE49-F238E27FC236}">
                <a16:creationId xmlns:a16="http://schemas.microsoft.com/office/drawing/2014/main" id="{3D4BC3CE-C968-246E-EAC3-B829FDF59F19}"/>
              </a:ext>
              <a:ext uri="{C183D7F6-B498-43B3-948B-1728B52AA6E4}">
                <adec:decorative xmlns:adec="http://schemas.microsoft.com/office/drawing/2017/decorative" val="1"/>
              </a:ext>
            </a:extLst>
          </p:cNvPr>
          <p:cNvSpPr>
            <a:spLocks noGrp="1"/>
          </p:cNvSpPr>
          <p:nvPr>
            <p:ph type="pic" sz="quarter" idx="11" hasCustomPrompt="1"/>
          </p:nvPr>
        </p:nvSpPr>
        <p:spPr bwMode="ltGray">
          <a:xfrm>
            <a:off x="5334000" y="0"/>
            <a:ext cx="6858000" cy="6858000"/>
          </a:xfrm>
          <a:blipFill dpi="0" rotWithShape="1">
            <a:blip r:embed="rId2" cstate="email">
              <a:extLst>
                <a:ext uri="{28A0092B-C50C-407E-A947-70E740481C1C}">
                  <a14:useLocalDpi xmlns:a14="http://schemas.microsoft.com/office/drawing/2010/main"/>
                </a:ext>
              </a:extLst>
            </a:blip>
            <a:srcRect/>
            <a:stretch>
              <a:fillRect/>
            </a:stretch>
          </a:blipFill>
        </p:spPr>
        <p:txBody>
          <a:bodyPr lIns="0" tIns="2377440" rIns="0" anchor="t" anchorCtr="0">
            <a:noAutofit/>
          </a:bodyPr>
          <a:lstStyle>
            <a:lvl1pPr marL="0" indent="0" algn="ctr">
              <a:lnSpc>
                <a:spcPct val="100000"/>
              </a:lnSpc>
              <a:buNone/>
              <a:defRPr sz="14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5" name="Text Placeholder 4">
            <a:extLst>
              <a:ext uri="{FF2B5EF4-FFF2-40B4-BE49-F238E27FC236}">
                <a16:creationId xmlns:a16="http://schemas.microsoft.com/office/drawing/2014/main" id="{7BE7730F-1274-832F-885C-F261B2BF8DD4}"/>
              </a:ext>
            </a:extLst>
          </p:cNvPr>
          <p:cNvSpPr>
            <a:spLocks noGrp="1"/>
          </p:cNvSpPr>
          <p:nvPr>
            <p:ph type="body" sz="quarter" idx="12" hasCustomPrompt="1"/>
          </p:nvPr>
        </p:nvSpPr>
        <p:spPr>
          <a:xfrm>
            <a:off x="576072" y="2976563"/>
            <a:ext cx="4163125" cy="1508105"/>
          </a:xfrm>
        </p:spPr>
        <p:txBody>
          <a:bodyPr/>
          <a:lstStyle/>
          <a:p>
            <a:pPr lvl="0"/>
            <a:r>
              <a:rPr lang="en-US"/>
              <a:t>Square photo layout with smaller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61304870"/>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331.xml><?xml version="1.0" encoding="utf-8"?>
<p:sldLayout xmlns:a="http://schemas.openxmlformats.org/drawingml/2006/main" xmlns:r="http://schemas.openxmlformats.org/officeDocument/2006/relationships" xmlns:p="http://schemas.openxmlformats.org/presentationml/2006/main" preserve="1">
  <p:cSld name="Top horizontal photo and title">
    <p:spTree>
      <p:nvGrpSpPr>
        <p:cNvPr id="1" name=""/>
        <p:cNvGrpSpPr/>
        <p:nvPr/>
      </p:nvGrpSpPr>
      <p:grpSpPr>
        <a:xfrm>
          <a:off x="0" y="0"/>
          <a:ext cx="0" cy="0"/>
          <a:chOff x="0" y="0"/>
          <a:chExt cx="0" cy="0"/>
        </a:xfrm>
      </p:grpSpPr>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0" y="0"/>
            <a:ext cx="12192000" cy="4572000"/>
          </a:xfrm>
          <a:blipFill dpi="0" rotWithShape="1">
            <a:blip r:embed="rId2" cstate="email">
              <a:extLst>
                <a:ext uri="{28A0092B-C50C-407E-A947-70E740481C1C}">
                  <a14:useLocalDpi xmlns:a14="http://schemas.microsoft.com/office/drawing/2010/main"/>
                </a:ext>
              </a:extLst>
            </a:blip>
            <a:srcRect/>
            <a:stretch>
              <a:fillRect/>
            </a:stretch>
          </a:blipFill>
        </p:spPr>
        <p:txBody>
          <a:bodyPr vert="horz" wrap="square" lIns="0" tIns="1280160" rIns="0" bIns="0" rtlCol="0" anchor="t" anchorCtr="0">
            <a:noAutofit/>
          </a:bodyPr>
          <a:lstStyle>
            <a:lvl1pPr marL="0" indent="0" algn="ctr">
              <a:buNone/>
              <a:defRPr lang="en-US" sz="1400" b="1" dirty="0">
                <a:solidFill>
                  <a:schemeClr val="tx1"/>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76072" y="5157216"/>
            <a:ext cx="11018520" cy="1111822"/>
          </a:xfrm>
        </p:spPr>
        <p:txBody>
          <a:bodyPr anchor="ctr"/>
          <a:lstStyle>
            <a:lvl1pPr algn="ctr">
              <a:defRPr/>
            </a:lvl1pPr>
          </a:lstStyle>
          <a:p>
            <a:r>
              <a:rPr lang="en-US"/>
              <a:t>Click to edit Master title style</a:t>
            </a:r>
          </a:p>
        </p:txBody>
      </p:sp>
    </p:spTree>
    <p:extLst>
      <p:ext uri="{BB962C8B-B14F-4D97-AF65-F5344CB8AC3E}">
        <p14:creationId xmlns:p14="http://schemas.microsoft.com/office/powerpoint/2010/main" val="1735570894"/>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92">
          <p15:clr>
            <a:srgbClr val="5ACBF0"/>
          </p15:clr>
        </p15:guide>
      </p15:sldGuideLst>
    </p:ext>
  </p:extLst>
</p:sldLayout>
</file>

<file path=ppt/slideLayouts/slideLayout332.xml><?xml version="1.0" encoding="utf-8"?>
<p:sldLayout xmlns:a="http://schemas.openxmlformats.org/drawingml/2006/main" xmlns:r="http://schemas.openxmlformats.org/officeDocument/2006/relationships" xmlns:p="http://schemas.openxmlformats.org/presentationml/2006/main" preserve="1" userDrawn="1">
  <p:cSld name="Bottom horizontal photo and title">
    <p:spTree>
      <p:nvGrpSpPr>
        <p:cNvPr id="1" name=""/>
        <p:cNvGrpSpPr/>
        <p:nvPr/>
      </p:nvGrpSpPr>
      <p:grpSpPr>
        <a:xfrm>
          <a:off x="0" y="0"/>
          <a:ext cx="0" cy="0"/>
          <a:chOff x="0" y="0"/>
          <a:chExt cx="0" cy="0"/>
        </a:xfrm>
      </p:grpSpPr>
      <p:sp>
        <p:nvSpPr>
          <p:cNvPr id="3" name="Picture Placeholder" descr="This photo is a 'placeholder' only. Drag or drop your photo here, or click and tap the center to insert a photo.">
            <a:extLst>
              <a:ext uri="{FF2B5EF4-FFF2-40B4-BE49-F238E27FC236}">
                <a16:creationId xmlns:a16="http://schemas.microsoft.com/office/drawing/2014/main" id="{84EB85E8-62D6-9C5F-D48A-055FCADA251A}"/>
              </a:ext>
            </a:extLst>
          </p:cNvPr>
          <p:cNvSpPr>
            <a:spLocks noGrp="1"/>
          </p:cNvSpPr>
          <p:nvPr>
            <p:ph type="pic" sz="quarter" idx="11" hasCustomPrompt="1"/>
          </p:nvPr>
        </p:nvSpPr>
        <p:spPr bwMode="ltGray">
          <a:xfrm>
            <a:off x="0" y="2286000"/>
            <a:ext cx="12192000" cy="4572000"/>
          </a:xfrm>
          <a:blipFill dpi="0" rotWithShape="1">
            <a:blip r:embed="rId2" cstate="email">
              <a:extLst>
                <a:ext uri="{28A0092B-C50C-407E-A947-70E740481C1C}">
                  <a14:useLocalDpi xmlns:a14="http://schemas.microsoft.com/office/drawing/2010/main"/>
                </a:ext>
              </a:extLst>
            </a:blip>
            <a:srcRect/>
            <a:stretch>
              <a:fillRect/>
            </a:stretch>
          </a:blipFill>
        </p:spPr>
        <p:txBody>
          <a:bodyPr vert="horz" wrap="square" lIns="0" tIns="1280160" rIns="0" bIns="0" rtlCol="0" anchor="t" anchorCtr="0">
            <a:noAutofit/>
          </a:bodyPr>
          <a:lstStyle>
            <a:lvl1pPr marL="0" indent="0" algn="ctr">
              <a:buNone/>
              <a:defRPr lang="en-US" sz="1400" b="1" dirty="0">
                <a:solidFill>
                  <a:schemeClr val="tx1"/>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76072" y="585788"/>
            <a:ext cx="11018520" cy="1114996"/>
          </a:xfrm>
        </p:spPr>
        <p:txBody>
          <a:bodyPr anchor="ctr"/>
          <a:lstStyle>
            <a:lvl1pPr algn="ctr">
              <a:defRPr/>
            </a:lvl1pPr>
          </a:lstStyle>
          <a:p>
            <a:r>
              <a:rPr lang="en-US"/>
              <a:t>Click to edit Master title style</a:t>
            </a:r>
          </a:p>
        </p:txBody>
      </p:sp>
    </p:spTree>
    <p:extLst>
      <p:ext uri="{BB962C8B-B14F-4D97-AF65-F5344CB8AC3E}">
        <p14:creationId xmlns:p14="http://schemas.microsoft.com/office/powerpoint/2010/main" val="2844780291"/>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guide id="6" orient="horz" pos="720">
          <p15:clr>
            <a:srgbClr val="5ACBF0"/>
          </p15:clr>
        </p15:guide>
      </p15:sldGuideLst>
    </p:ext>
  </p:extLst>
</p:sldLayout>
</file>

<file path=ppt/slideLayouts/slideLayout333.xml><?xml version="1.0" encoding="utf-8"?>
<p:sldLayout xmlns:a="http://schemas.openxmlformats.org/drawingml/2006/main" xmlns:r="http://schemas.openxmlformats.org/officeDocument/2006/relationships" xmlns:p="http://schemas.openxmlformats.org/presentationml/2006/main" preserve="1" userDrawn="1">
  <p:cSld name="Two pictur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082C3B-7067-5E64-5ECC-D15BE3E1F5CF}"/>
              </a:ext>
            </a:extLst>
          </p:cNvPr>
          <p:cNvSpPr>
            <a:spLocks noGrp="1"/>
          </p:cNvSpPr>
          <p:nvPr>
            <p:ph type="title"/>
          </p:nvPr>
        </p:nvSpPr>
        <p:spPr>
          <a:xfrm>
            <a:off x="576072" y="512064"/>
            <a:ext cx="11018520" cy="430887"/>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76072"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a:extLst>
              <a:ext uri="{FF2B5EF4-FFF2-40B4-BE49-F238E27FC236}">
                <a16:creationId xmlns:a16="http://schemas.microsoft.com/office/drawing/2014/main" id="{1231301F-62BD-4CF6-8990-CDF00AFC8CCF}"/>
              </a:ext>
              <a:ext uri="{C183D7F6-B498-43B3-948B-1728B52AA6E4}">
                <adec:decorative xmlns:adec="http://schemas.microsoft.com/office/drawing/2017/decorative" val="1"/>
              </a:ext>
            </a:extLst>
          </p:cNvPr>
          <p:cNvSpPr>
            <a:spLocks noGrp="1"/>
          </p:cNvSpPr>
          <p:nvPr>
            <p:ph type="pic" sz="quarter" idx="13" hasCustomPrompt="1"/>
          </p:nvPr>
        </p:nvSpPr>
        <p:spPr bwMode="ltGray">
          <a:xfrm>
            <a:off x="576072" y="2025650"/>
            <a:ext cx="5367528" cy="3474720"/>
          </a:xfrm>
          <a:blipFill>
            <a:blip r:embed="rId2" cstate="email">
              <a:extLst>
                <a:ext uri="{28A0092B-C50C-407E-A947-70E740481C1C}">
                  <a14:useLocalDpi xmlns:a14="http://schemas.microsoft.com/office/drawing/2010/main"/>
                </a:ext>
              </a:extLst>
            </a:blip>
            <a:stretch>
              <a:fillRect/>
            </a:stretch>
          </a:blipFill>
        </p:spPr>
        <p:txBody>
          <a:bodyPr vert="horz" wrap="square" lIns="0" tIns="0" rIns="0" bIns="1005840" rtlCol="0" anchor="ctr" anchorCtr="0">
            <a:noAutofit/>
          </a:bodyPr>
          <a:lstStyle>
            <a:lvl1pPr marL="0" indent="0" algn="ctr">
              <a:buNone/>
              <a:defRPr lang="en-US" sz="1000" b="1" dirty="0">
                <a:solidFill>
                  <a:schemeClr val="tx1"/>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a:extLst>
              <a:ext uri="{FF2B5EF4-FFF2-40B4-BE49-F238E27FC236}">
                <a16:creationId xmlns:a16="http://schemas.microsoft.com/office/drawing/2014/main" id="{7223C820-5673-4288-A9D6-185A95066B1E}"/>
              </a:ext>
              <a:ext uri="{C183D7F6-B498-43B3-948B-1728B52AA6E4}">
                <adec:decorative xmlns:adec="http://schemas.microsoft.com/office/drawing/2017/decorative" val="1"/>
              </a:ext>
            </a:extLst>
          </p:cNvPr>
          <p:cNvSpPr>
            <a:spLocks noGrp="1"/>
          </p:cNvSpPr>
          <p:nvPr>
            <p:ph type="pic" sz="quarter" idx="15" hasCustomPrompt="1"/>
          </p:nvPr>
        </p:nvSpPr>
        <p:spPr bwMode="ltGray">
          <a:xfrm>
            <a:off x="6239255" y="2025650"/>
            <a:ext cx="5367528" cy="3474720"/>
          </a:xfrm>
          <a:blipFill>
            <a:blip r:embed="rId3" cstate="email">
              <a:extLst>
                <a:ext uri="{28A0092B-C50C-407E-A947-70E740481C1C}">
                  <a14:useLocalDpi xmlns:a14="http://schemas.microsoft.com/office/drawing/2010/main"/>
                </a:ext>
              </a:extLst>
            </a:blip>
            <a:stretch>
              <a:fillRect/>
            </a:stretch>
          </a:blipFill>
        </p:spPr>
        <p:txBody>
          <a:bodyPr vert="horz" wrap="square" lIns="0" tIns="0" rIns="0" bIns="1005840" rtlCol="0" anchor="ctr" anchorCtr="0">
            <a:noAutofit/>
          </a:bodyPr>
          <a:lstStyle>
            <a:lvl1pPr marL="0" indent="0" algn="ctr">
              <a:buNone/>
              <a:defRPr lang="en-US" sz="1000" b="1" dirty="0">
                <a:solidFill>
                  <a:schemeClr val="bg1"/>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1871046819"/>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3749">
          <p15:clr>
            <a:srgbClr val="5ACBF0"/>
          </p15:clr>
        </p15:guide>
        <p15:guide id="7" pos="3931">
          <p15:clr>
            <a:srgbClr val="5ACBF0"/>
          </p15:clr>
        </p15:guide>
        <p15:guide id="8" orient="horz" pos="3464">
          <p15:clr>
            <a:srgbClr val="5ACBF0"/>
          </p15:clr>
        </p15:guide>
      </p15:sldGuideLst>
    </p:ext>
  </p:extLst>
</p:sldLayout>
</file>

<file path=ppt/slideLayouts/slideLayout334.xml><?xml version="1.0" encoding="utf-8"?>
<p:sldLayout xmlns:a="http://schemas.openxmlformats.org/drawingml/2006/main" xmlns:r="http://schemas.openxmlformats.org/officeDocument/2006/relationships" xmlns:p="http://schemas.openxmlformats.org/presentationml/2006/main" preserve="1" userDrawn="1">
  <p:cSld name="Three picture content">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DF1897E-2255-3566-2EBC-1100994EE516}"/>
              </a:ext>
            </a:extLst>
          </p:cNvPr>
          <p:cNvSpPr>
            <a:spLocks noGrp="1"/>
          </p:cNvSpPr>
          <p:nvPr>
            <p:ph type="title"/>
          </p:nvPr>
        </p:nvSpPr>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76072"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76072" y="2025650"/>
            <a:ext cx="3474720" cy="3474720"/>
          </a:xfrm>
          <a:blipFill>
            <a:blip r:embed="rId2" cstate="email">
              <a:extLst>
                <a:ext uri="{28A0092B-C50C-407E-A947-70E740481C1C}">
                  <a14:useLocalDpi xmlns:a14="http://schemas.microsoft.com/office/drawing/2010/main"/>
                </a:ext>
              </a:extLst>
            </a:blip>
            <a:stretch>
              <a:fillRect/>
            </a:stretch>
          </a:blipFill>
        </p:spPr>
        <p:txBody>
          <a:bodyPr lIns="0" tIns="0" rIns="0" bIns="1005840" anchor="ctr" anchorCtr="0">
            <a:noAutofit/>
          </a:bodyPr>
          <a:lstStyle>
            <a:lvl1pPr marL="0" indent="0" algn="ctr">
              <a:lnSpc>
                <a:spcPct val="100000"/>
              </a:lnSpc>
              <a:buNone/>
              <a:defRPr sz="8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4358640"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4358640" y="2025650"/>
            <a:ext cx="3474720" cy="3474720"/>
          </a:xfrm>
          <a:blipFill>
            <a:blip r:embed="rId3" cstate="email">
              <a:extLst>
                <a:ext uri="{28A0092B-C50C-407E-A947-70E740481C1C}">
                  <a14:useLocalDpi xmlns:a14="http://schemas.microsoft.com/office/drawing/2010/main"/>
                </a:ext>
              </a:extLst>
            </a:blip>
            <a:stretch>
              <a:fillRect/>
            </a:stretch>
          </a:blipFill>
        </p:spPr>
        <p:txBody>
          <a:bodyPr lIns="0" tIns="0" rIns="0" bIns="1005840" anchor="ctr" anchorCtr="0">
            <a:noAutofit/>
          </a:bodyPr>
          <a:lstStyle>
            <a:lvl1pPr marL="0" indent="0" algn="ctr">
              <a:lnSpc>
                <a:spcPct val="100000"/>
              </a:lnSpc>
              <a:buNone/>
              <a:defRPr sz="800" b="1">
                <a:solidFill>
                  <a:schemeClr val="bg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8134351"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8132063" y="2025650"/>
            <a:ext cx="3474720" cy="3474720"/>
          </a:xfrm>
          <a:blipFill>
            <a:blip r:embed="rId4" cstate="email">
              <a:extLst>
                <a:ext uri="{28A0092B-C50C-407E-A947-70E740481C1C}">
                  <a14:useLocalDpi xmlns:a14="http://schemas.microsoft.com/office/drawing/2010/main"/>
                </a:ext>
              </a:extLst>
            </a:blip>
            <a:stretch>
              <a:fillRect/>
            </a:stretch>
          </a:blipFill>
        </p:spPr>
        <p:txBody>
          <a:bodyPr lIns="0" tIns="0" rIns="0" bIns="1005840" anchor="ctr" anchorCtr="0">
            <a:noAutofit/>
          </a:bodyPr>
          <a:lstStyle>
            <a:lvl1pPr marL="0" indent="0" algn="ctr">
              <a:lnSpc>
                <a:spcPct val="100000"/>
              </a:lnSpc>
              <a:buNone/>
              <a:defRPr sz="800" b="1">
                <a:solidFill>
                  <a:schemeClr val="bg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1218077265"/>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3465">
          <p15:clr>
            <a:srgbClr val="5ACBF0"/>
          </p15:clr>
        </p15:guide>
      </p15:sldGuideLst>
    </p:ext>
  </p:extLst>
</p:sldLayout>
</file>

<file path=ppt/slideLayouts/slideLayout335.xml><?xml version="1.0" encoding="utf-8"?>
<p:sldLayout xmlns:a="http://schemas.openxmlformats.org/drawingml/2006/main" xmlns:r="http://schemas.openxmlformats.org/officeDocument/2006/relationships" xmlns:p="http://schemas.openxmlformats.org/presentationml/2006/main" preserve="1" userDrawn="1">
  <p:cSld name="Four picture conten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76072"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76072" y="2025650"/>
            <a:ext cx="2532888" cy="2532888"/>
          </a:xfrm>
          <a:blipFill>
            <a:blip r:embed="rId2"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600" b="1" dirty="0">
                <a:solidFill>
                  <a:schemeClr val="tx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13908"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3413908" y="2025650"/>
            <a:ext cx="2532888" cy="2532888"/>
          </a:xfrm>
          <a:blipFill>
            <a:blip r:embed="rId3"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6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5204"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45204" y="2025650"/>
            <a:ext cx="2532888" cy="2532888"/>
          </a:xfrm>
          <a:blipFill>
            <a:blip r:embed="rId4"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6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76500"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ltGray">
          <a:xfrm>
            <a:off x="9073895" y="2025650"/>
            <a:ext cx="2532888" cy="2532888"/>
          </a:xfrm>
          <a:blipFill>
            <a:blip r:embed="rId5"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600" b="1" dirty="0">
                <a:solidFill>
                  <a:schemeClr val="tx1"/>
                </a:solidFill>
              </a:defRPr>
            </a:lvl1pPr>
          </a:lstStyle>
          <a:p>
            <a:pPr marL="0" lvl="0" indent="0" algn="ctr">
              <a:buNone/>
            </a:pPr>
            <a:r>
              <a:rPr lang="en-US"/>
              <a:t>Dag &amp; drop your photo here </a:t>
            </a:r>
            <a:br>
              <a:rPr lang="en-US"/>
            </a:br>
            <a:r>
              <a:rPr lang="en-US"/>
              <a:t>or click or tap icon below </a:t>
            </a:r>
            <a:br>
              <a:rPr lang="en-US"/>
            </a:br>
            <a:r>
              <a:rPr lang="en-US"/>
              <a:t>to insert</a:t>
            </a:r>
          </a:p>
        </p:txBody>
      </p:sp>
      <p:sp>
        <p:nvSpPr>
          <p:cNvPr id="2" name="Title 1">
            <a:extLst>
              <a:ext uri="{FF2B5EF4-FFF2-40B4-BE49-F238E27FC236}">
                <a16:creationId xmlns:a16="http://schemas.microsoft.com/office/drawing/2014/main" id="{64B45CC4-5C54-98DD-713E-0A9CBC1B931D}"/>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895277152"/>
      </p:ext>
    </p:extLst>
  </p:cSld>
  <p:clrMapOvr>
    <a:masterClrMapping/>
  </p:clrMapOvr>
  <p:transition>
    <p:fade/>
  </p:transition>
  <p:extLst>
    <p:ext uri="{DCECCB84-F9BA-43D5-87BE-67443E8EF086}">
      <p15:sldGuideLst xmlns:p15="http://schemas.microsoft.com/office/powerpoint/2012/main">
        <p15:guide id="3" orient="horz" pos="2993">
          <p15:clr>
            <a:srgbClr val="5ACBF0"/>
          </p15:clr>
        </p15:guide>
        <p15:guide id="4" orient="horz" pos="127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2870">
          <p15:clr>
            <a:srgbClr val="5ACBF0"/>
          </p15:clr>
        </p15:guide>
      </p15:sldGuideLst>
    </p:ext>
  </p:extLst>
</p:sldLayout>
</file>

<file path=ppt/slideLayouts/slideLayout336.xml><?xml version="1.0" encoding="utf-8"?>
<p:sldLayout xmlns:a="http://schemas.openxmlformats.org/drawingml/2006/main" xmlns:r="http://schemas.openxmlformats.org/officeDocument/2006/relationships" xmlns:p="http://schemas.openxmlformats.org/presentationml/2006/main" preserve="1">
  <p:cSld name="Two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76072"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76072" y="5334000"/>
            <a:ext cx="4892040" cy="9350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6062472" cy="2807208"/>
          </a:xfrm>
          <a:blipFill>
            <a:blip r:embed="rId2"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lgn="ctr">
              <a:defRPr lang="en-US" sz="1000" b="1" dirty="0">
                <a:solidFill>
                  <a:schemeClr val="tx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6714744" y="5334000"/>
            <a:ext cx="4892040" cy="938212"/>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6129528" y="2286000"/>
            <a:ext cx="6062472" cy="2807208"/>
          </a:xfrm>
          <a:blipFill>
            <a:blip r:embed="rId3"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lgn="ctr">
              <a:defRPr lang="en-US" sz="10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3257404073"/>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4" orient="horz" pos="3209">
          <p15:clr>
            <a:srgbClr val="5ACBF0"/>
          </p15:clr>
        </p15:guide>
        <p15:guide id="5" pos="3826">
          <p15:clr>
            <a:srgbClr val="5ACBF0"/>
          </p15:clr>
        </p15:guide>
        <p15:guide id="6" pos="3859">
          <p15:clr>
            <a:srgbClr val="5ACBF0"/>
          </p15:clr>
        </p15:guide>
        <p15:guide id="11" pos="1910">
          <p15:clr>
            <a:srgbClr val="5ACBF0"/>
          </p15:clr>
        </p15:guide>
        <p15:guide id="12" pos="5770">
          <p15:clr>
            <a:srgbClr val="5ACBF0"/>
          </p15:clr>
        </p15:guide>
        <p15:guide id="13" orient="horz" pos="3360">
          <p15:clr>
            <a:srgbClr val="5ACBF0"/>
          </p15:clr>
        </p15:guide>
        <p15:guide id="14" orient="horz">
          <p15:clr>
            <a:srgbClr val="5ACBF0"/>
          </p15:clr>
        </p15:guide>
        <p15:guide id="15" pos="3451">
          <p15:clr>
            <a:srgbClr val="5ACBF0"/>
          </p15:clr>
        </p15:guide>
        <p15:guide id="16" pos="4229">
          <p15:clr>
            <a:srgbClr val="5ACBF0"/>
          </p15:clr>
        </p15:guide>
      </p15:sldGuideLst>
    </p:ext>
  </p:extLst>
</p:sldLayout>
</file>

<file path=ppt/slideLayouts/slideLayout337.xml><?xml version="1.0" encoding="utf-8"?>
<p:sldLayout xmlns:a="http://schemas.openxmlformats.org/drawingml/2006/main" xmlns:r="http://schemas.openxmlformats.org/officeDocument/2006/relationships" xmlns:p="http://schemas.openxmlformats.org/presentationml/2006/main" preserve="1">
  <p:cSld name="Thre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76072" y="585787"/>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76072" y="4800600"/>
            <a:ext cx="2852928" cy="246221"/>
          </a:xfrm>
        </p:spPr>
        <p:txBody>
          <a:bodyPr/>
          <a:lstStyle>
            <a:lvl1pPr marL="0" indent="0" algn="ctr">
              <a:spcBef>
                <a:spcPts val="0"/>
              </a:spcBef>
              <a:buNone/>
              <a:defRPr sz="16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4023360" cy="2286000"/>
          </a:xfrm>
          <a:blipFill>
            <a:blip r:embed="rId2"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1000" b="1" dirty="0">
                <a:solidFill>
                  <a:schemeClr val="tx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4669536" y="4799409"/>
            <a:ext cx="2852928" cy="246221"/>
          </a:xfrm>
        </p:spPr>
        <p:txBody>
          <a:bodyPr/>
          <a:lstStyle>
            <a:lvl1pPr marL="0" indent="0" algn="ctr">
              <a:spcBef>
                <a:spcPts val="0"/>
              </a:spcBef>
              <a:buNone/>
              <a:defRPr sz="16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4084320" y="2286000"/>
            <a:ext cx="4023360" cy="2286000"/>
          </a:xfrm>
          <a:blipFill>
            <a:blip r:embed="rId3"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10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8753856" y="4799410"/>
            <a:ext cx="2852928" cy="246221"/>
          </a:xfrm>
        </p:spPr>
        <p:txBody>
          <a:bodyPr/>
          <a:lstStyle>
            <a:lvl1pPr marL="0" indent="0" algn="ctr">
              <a:spcBef>
                <a:spcPts val="0"/>
              </a:spcBef>
              <a:buNone/>
              <a:defRPr sz="16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8168640" y="2286000"/>
            <a:ext cx="4023360" cy="2286000"/>
          </a:xfrm>
          <a:blipFill>
            <a:blip r:embed="rId4"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10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2891223823"/>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2534">
          <p15:clr>
            <a:srgbClr val="5ACBF0"/>
          </p15:clr>
        </p15:guide>
        <p15:guide id="6" pos="2573">
          <p15:clr>
            <a:srgbClr val="5ACBF0"/>
          </p15:clr>
        </p15:guide>
        <p15:guide id="8" pos="5109">
          <p15:clr>
            <a:srgbClr val="5ACBF0"/>
          </p15:clr>
        </p15:guide>
        <p15:guide id="9" pos="5145">
          <p15:clr>
            <a:srgbClr val="5ACBF0"/>
          </p15:clr>
        </p15:guide>
        <p15:guide id="11" pos="1266">
          <p15:clr>
            <a:srgbClr val="5ACBF0"/>
          </p15:clr>
        </p15:guide>
        <p15:guide id="12" pos="3840">
          <p15:clr>
            <a:srgbClr val="5ACBF0"/>
          </p15:clr>
        </p15:guide>
        <p15:guide id="13" pos="6414">
          <p15:clr>
            <a:srgbClr val="5ACBF0"/>
          </p15:clr>
        </p15:guide>
        <p15:guide id="14" orient="horz" pos="1074">
          <p15:clr>
            <a:srgbClr val="5ACBF0"/>
          </p15:clr>
        </p15:guide>
        <p15:guide id="15" pos="2168">
          <p15:clr>
            <a:srgbClr val="5ACBF0"/>
          </p15:clr>
        </p15:guide>
        <p15:guide id="16" pos="2944">
          <p15:clr>
            <a:srgbClr val="5ACBF0"/>
          </p15:clr>
        </p15:guide>
        <p15:guide id="17" pos="4738">
          <p15:clr>
            <a:srgbClr val="5ACBF0"/>
          </p15:clr>
        </p15:guide>
        <p15:guide id="18" pos="5514">
          <p15:clr>
            <a:srgbClr val="5ACBF0"/>
          </p15:clr>
        </p15:guide>
      </p15:sldGuideLst>
    </p:ext>
  </p:extLst>
</p:sldLayout>
</file>

<file path=ppt/slideLayouts/slideLayout338.xml><?xml version="1.0" encoding="utf-8"?>
<p:sldLayout xmlns:a="http://schemas.openxmlformats.org/drawingml/2006/main" xmlns:r="http://schemas.openxmlformats.org/officeDocument/2006/relationships" xmlns:p="http://schemas.openxmlformats.org/presentationml/2006/main" preserve="1">
  <p:cSld name="Four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76072"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76072" y="4800600"/>
            <a:ext cx="1828800" cy="492443"/>
          </a:xfrm>
        </p:spPr>
        <p:txBody>
          <a:bodyPr/>
          <a:lstStyle>
            <a:lvl1pPr marL="0" indent="0" algn="ctr">
              <a:spcBef>
                <a:spcPts val="0"/>
              </a:spcBef>
              <a:buNone/>
              <a:defRPr sz="16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999232" cy="2286000"/>
          </a:xfrm>
          <a:blipFill>
            <a:blip r:embed="rId2"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1000" b="1" dirty="0">
                <a:solidFill>
                  <a:schemeClr val="tx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3649472" y="4799409"/>
            <a:ext cx="1828800" cy="492443"/>
          </a:xfrm>
        </p:spPr>
        <p:txBody>
          <a:bodyPr/>
          <a:lstStyle>
            <a:lvl1pPr marL="0" indent="0" algn="ctr">
              <a:spcBef>
                <a:spcPts val="0"/>
              </a:spcBef>
              <a:buNone/>
              <a:defRPr sz="16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3064256" y="2286000"/>
            <a:ext cx="2999232" cy="2286000"/>
          </a:xfrm>
          <a:blipFill>
            <a:blip r:embed="rId3"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10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6713728" y="4799410"/>
            <a:ext cx="1828800" cy="492443"/>
          </a:xfrm>
        </p:spPr>
        <p:txBody>
          <a:bodyPr/>
          <a:lstStyle>
            <a:lvl1pPr marL="0" indent="0" algn="ctr">
              <a:spcBef>
                <a:spcPts val="0"/>
              </a:spcBef>
              <a:buNone/>
              <a:defRPr sz="16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6128512" y="2286000"/>
            <a:ext cx="2999232" cy="2286000"/>
          </a:xfrm>
          <a:blipFill>
            <a:blip r:embed="rId4"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10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9777984" y="4799409"/>
            <a:ext cx="1828800" cy="492443"/>
          </a:xfrm>
        </p:spPr>
        <p:txBody>
          <a:bodyPr/>
          <a:lstStyle>
            <a:lvl1pPr marL="0" indent="0" algn="ctr">
              <a:spcBef>
                <a:spcPts val="0"/>
              </a:spcBef>
              <a:buNone/>
              <a:defRPr sz="16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9192768" y="2286000"/>
            <a:ext cx="2999232" cy="2286000"/>
          </a:xfrm>
          <a:blipFill>
            <a:blip r:embed="rId5"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1000" b="1" dirty="0">
                <a:solidFill>
                  <a:schemeClr val="tx1"/>
                </a:solidFill>
              </a:defRPr>
            </a:lvl1pPr>
          </a:lstStyle>
          <a:p>
            <a:pPr marL="0" lvl="0" indent="0" algn="ctr">
              <a:buNone/>
            </a:pPr>
            <a:r>
              <a:rPr lang="en-US"/>
              <a:t>Dag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3619799994"/>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1890">
          <p15:clr>
            <a:srgbClr val="5ACBF0"/>
          </p15:clr>
        </p15:guide>
        <p15:guide id="6" pos="1930">
          <p15:clr>
            <a:srgbClr val="5ACBF0"/>
          </p15:clr>
        </p15:guide>
        <p15:guide id="7" pos="5749">
          <p15:clr>
            <a:srgbClr val="5ACBF0"/>
          </p15:clr>
        </p15:guide>
        <p15:guide id="8" pos="3820">
          <p15:clr>
            <a:srgbClr val="5ACBF0"/>
          </p15:clr>
        </p15:guide>
        <p15:guide id="9" pos="3860">
          <p15:clr>
            <a:srgbClr val="5ACBF0"/>
          </p15:clr>
        </p15:guide>
        <p15:guide id="10" pos="5789">
          <p15:clr>
            <a:srgbClr val="5ACBF0"/>
          </p15:clr>
        </p15:guide>
        <p15:guide id="11" pos="944">
          <p15:clr>
            <a:srgbClr val="5ACBF0"/>
          </p15:clr>
        </p15:guide>
        <p15:guide id="12" pos="2876">
          <p15:clr>
            <a:srgbClr val="5ACBF0"/>
          </p15:clr>
        </p15:guide>
        <p15:guide id="13" pos="4807">
          <p15:clr>
            <a:srgbClr val="5ACBF0"/>
          </p15:clr>
        </p15:guide>
        <p15:guide id="14" pos="6736">
          <p15:clr>
            <a:srgbClr val="5ACBF0"/>
          </p15:clr>
        </p15:guide>
        <p15:guide id="15" orient="horz">
          <p15:clr>
            <a:srgbClr val="5ACBF0"/>
          </p15:clr>
        </p15:guide>
        <p15:guide id="16" pos="1524">
          <p15:clr>
            <a:srgbClr val="5ACBF0"/>
          </p15:clr>
        </p15:guide>
        <p15:guide id="17" pos="2298">
          <p15:clr>
            <a:srgbClr val="5ACBF0"/>
          </p15:clr>
        </p15:guide>
        <p15:guide id="18" pos="3450">
          <p15:clr>
            <a:srgbClr val="5ACBF0"/>
          </p15:clr>
        </p15:guide>
        <p15:guide id="19" pos="4230">
          <p15:clr>
            <a:srgbClr val="5ACBF0"/>
          </p15:clr>
        </p15:guide>
        <p15:guide id="20" pos="5380">
          <p15:clr>
            <a:srgbClr val="5ACBF0"/>
          </p15:clr>
        </p15:guide>
        <p15:guide id="21" pos="6156">
          <p15:clr>
            <a:srgbClr val="5ACBF0"/>
          </p15:clr>
        </p15:guide>
      </p15:sldGuideLst>
    </p:ext>
  </p:extLst>
</p:sldLayout>
</file>

<file path=ppt/slideLayouts/slideLayout339.xml><?xml version="1.0" encoding="utf-8"?>
<p:sldLayout xmlns:a="http://schemas.openxmlformats.org/drawingml/2006/main" xmlns:r="http://schemas.openxmlformats.org/officeDocument/2006/relationships" xmlns:p="http://schemas.openxmlformats.org/presentationml/2006/main" preserve="1">
  <p:cSld name="Fiv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292608" y="4800600"/>
            <a:ext cx="1801368" cy="492443"/>
          </a:xfrm>
        </p:spPr>
        <p:txBody>
          <a:bodyPr/>
          <a:lstStyle>
            <a:lvl1pPr marL="0" indent="0" algn="ctr">
              <a:spcBef>
                <a:spcPts val="0"/>
              </a:spcBef>
              <a:buNone/>
              <a:defRPr sz="16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386584" cy="2286000"/>
          </a:xfrm>
          <a:blipFill>
            <a:blip r:embed="rId2" cstate="email">
              <a:extLst>
                <a:ext uri="{28A0092B-C50C-407E-A947-70E740481C1C}">
                  <a14:useLocalDpi xmlns:a14="http://schemas.microsoft.com/office/drawing/2010/main"/>
                </a:ext>
              </a:extLst>
            </a:blip>
            <a:stretch>
              <a:fillRect/>
            </a:stretch>
          </a:blipFill>
        </p:spPr>
        <p:txBody>
          <a:bodyPr vert="horz" wrap="square" lIns="0" tIns="0" rIns="0" bIns="731520" rtlCol="0" anchor="ctr" anchorCtr="0">
            <a:noAutofit/>
          </a:bodyPr>
          <a:lstStyle>
            <a:lvl1pPr>
              <a:defRPr lang="en-US" sz="800" b="1" dirty="0">
                <a:solidFill>
                  <a:schemeClr val="tx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2743962" y="4799409"/>
            <a:ext cx="1801368" cy="492443"/>
          </a:xfrm>
        </p:spPr>
        <p:txBody>
          <a:bodyPr/>
          <a:lstStyle>
            <a:lvl1pPr marL="0" indent="0" algn="ctr">
              <a:spcBef>
                <a:spcPts val="0"/>
              </a:spcBef>
              <a:buNone/>
              <a:defRPr sz="16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2451354" y="2286000"/>
            <a:ext cx="2386584" cy="2286000"/>
          </a:xfrm>
          <a:blipFill>
            <a:blip r:embed="rId3" cstate="email">
              <a:extLst>
                <a:ext uri="{28A0092B-C50C-407E-A947-70E740481C1C}">
                  <a14:useLocalDpi xmlns:a14="http://schemas.microsoft.com/office/drawing/2010/main"/>
                </a:ext>
              </a:extLst>
            </a:blip>
            <a:stretch>
              <a:fillRect/>
            </a:stretch>
          </a:blipFill>
        </p:spPr>
        <p:txBody>
          <a:bodyPr vert="horz" wrap="square" lIns="0" tIns="0" rIns="0" bIns="731520" rtlCol="0" anchor="ctr" anchorCtr="0">
            <a:noAutofit/>
          </a:bodyPr>
          <a:lstStyle>
            <a:lvl1pPr>
              <a:defRPr lang="en-US" sz="8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5195316" y="4799410"/>
            <a:ext cx="1801368" cy="492443"/>
          </a:xfrm>
        </p:spPr>
        <p:txBody>
          <a:bodyPr/>
          <a:lstStyle>
            <a:lvl1pPr marL="0" indent="0" algn="ctr">
              <a:spcBef>
                <a:spcPts val="0"/>
              </a:spcBef>
              <a:buNone/>
              <a:defRPr sz="16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4902708" y="2286000"/>
            <a:ext cx="2386584" cy="2286000"/>
          </a:xfrm>
          <a:blipFill>
            <a:blip r:embed="rId4" cstate="email">
              <a:extLst>
                <a:ext uri="{28A0092B-C50C-407E-A947-70E740481C1C}">
                  <a14:useLocalDpi xmlns:a14="http://schemas.microsoft.com/office/drawing/2010/main"/>
                </a:ext>
              </a:extLst>
            </a:blip>
            <a:stretch>
              <a:fillRect/>
            </a:stretch>
          </a:blipFill>
        </p:spPr>
        <p:txBody>
          <a:bodyPr vert="horz" wrap="square" lIns="0" tIns="0" rIns="0" bIns="731520" rtlCol="0" anchor="ctr" anchorCtr="0">
            <a:noAutofit/>
          </a:bodyPr>
          <a:lstStyle>
            <a:lvl1pPr>
              <a:defRPr lang="en-US" sz="8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7646670" y="4799409"/>
            <a:ext cx="1801368" cy="492443"/>
          </a:xfrm>
        </p:spPr>
        <p:txBody>
          <a:bodyPr/>
          <a:lstStyle>
            <a:lvl1pPr marL="0" indent="0" algn="ctr">
              <a:spcBef>
                <a:spcPts val="0"/>
              </a:spcBef>
              <a:buNone/>
              <a:defRPr sz="16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7354062" y="2286000"/>
            <a:ext cx="2386584" cy="2286000"/>
          </a:xfrm>
          <a:blipFill>
            <a:blip r:embed="rId5" cstate="email">
              <a:extLst>
                <a:ext uri="{28A0092B-C50C-407E-A947-70E740481C1C}">
                  <a14:useLocalDpi xmlns:a14="http://schemas.microsoft.com/office/drawing/2010/main"/>
                </a:ext>
              </a:extLst>
            </a:blip>
            <a:stretch>
              <a:fillRect/>
            </a:stretch>
          </a:blipFill>
        </p:spPr>
        <p:txBody>
          <a:bodyPr vert="horz" wrap="square" lIns="0" tIns="0" rIns="0" bIns="731520" rtlCol="0" anchor="ctr" anchorCtr="0">
            <a:noAutofit/>
          </a:bodyPr>
          <a:lstStyle>
            <a:lvl1pPr>
              <a:defRPr lang="en-US" sz="800" b="1" dirty="0">
                <a:solidFill>
                  <a:schemeClr val="tx1"/>
                </a:solidFill>
              </a:defRPr>
            </a:lvl1pPr>
          </a:lstStyle>
          <a:p>
            <a:pPr marL="0" lvl="0" indent="0" algn="ctr">
              <a:buNone/>
            </a:pPr>
            <a:r>
              <a:rPr lang="en-US"/>
              <a:t>Dag &amp; drop your photo here </a:t>
            </a:r>
            <a:br>
              <a:rPr lang="en-US"/>
            </a:br>
            <a:r>
              <a:rPr lang="en-US"/>
              <a:t>or click or tap icon below </a:t>
            </a:r>
            <a:br>
              <a:rPr lang="en-US"/>
            </a:br>
            <a:r>
              <a:rPr lang="en-US"/>
              <a:t>to insert</a:t>
            </a:r>
          </a:p>
        </p:txBody>
      </p:sp>
      <p:sp>
        <p:nvSpPr>
          <p:cNvPr id="21" name="Text Placeholder 3">
            <a:extLst>
              <a:ext uri="{FF2B5EF4-FFF2-40B4-BE49-F238E27FC236}">
                <a16:creationId xmlns:a16="http://schemas.microsoft.com/office/drawing/2014/main" id="{5B1B6F72-F14C-40F1-8B29-8620AA34DC63}"/>
              </a:ext>
            </a:extLst>
          </p:cNvPr>
          <p:cNvSpPr>
            <a:spLocks noGrp="1"/>
          </p:cNvSpPr>
          <p:nvPr>
            <p:ph type="body" sz="quarter" idx="22"/>
          </p:nvPr>
        </p:nvSpPr>
        <p:spPr>
          <a:xfrm>
            <a:off x="10098024" y="4799409"/>
            <a:ext cx="1801368" cy="492443"/>
          </a:xfrm>
        </p:spPr>
        <p:txBody>
          <a:bodyPr/>
          <a:lstStyle>
            <a:lvl1pPr marL="0" indent="0" algn="ctr">
              <a:spcBef>
                <a:spcPts val="0"/>
              </a:spcBef>
              <a:buNone/>
              <a:defRPr sz="1600">
                <a:latin typeface="+mj-lt"/>
              </a:defRPr>
            </a:lvl1pPr>
          </a:lstStyle>
          <a:p>
            <a:pPr lvl="0"/>
            <a:r>
              <a:rPr lang="en-US"/>
              <a:t>Click to edit Master text styles</a:t>
            </a:r>
          </a:p>
        </p:txBody>
      </p:sp>
      <p:sp>
        <p:nvSpPr>
          <p:cNvPr id="20" name="Picture Placeholder" descr="This photo is a 'placeholder' only. Drag or drop your photo here, or click and tap the center to insert a photo.">
            <a:extLst>
              <a:ext uri="{FF2B5EF4-FFF2-40B4-BE49-F238E27FC236}">
                <a16:creationId xmlns:a16="http://schemas.microsoft.com/office/drawing/2014/main" id="{2AD682C7-20D7-4ED0-99A7-C8530DAC8612}"/>
              </a:ext>
            </a:extLst>
          </p:cNvPr>
          <p:cNvSpPr>
            <a:spLocks noGrp="1"/>
          </p:cNvSpPr>
          <p:nvPr>
            <p:ph type="pic" sz="quarter" idx="21" hasCustomPrompt="1"/>
          </p:nvPr>
        </p:nvSpPr>
        <p:spPr bwMode="ltGray">
          <a:xfrm>
            <a:off x="9805416" y="2286000"/>
            <a:ext cx="2386584" cy="2286000"/>
          </a:xfrm>
          <a:blipFill>
            <a:blip r:embed="rId6" cstate="email">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800" b="1">
                <a:solidFill>
                  <a:schemeClr val="tx1"/>
                </a:solidFill>
                <a:latin typeface="+mn-lt"/>
                <a:cs typeface="Segoe Sans Display" pitchFamily="2" charset="0"/>
              </a:defRPr>
            </a:lvl1pPr>
          </a:lstStyle>
          <a:p>
            <a:r>
              <a:rPr lang="en-US"/>
              <a:t>Dag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1988066026"/>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8" pos="4631">
          <p15:clr>
            <a:srgbClr val="5ACBF0"/>
          </p15:clr>
        </p15:guide>
        <p15:guide id="9" pos="4593">
          <p15:clr>
            <a:srgbClr val="5ACBF0"/>
          </p15:clr>
        </p15:guide>
        <p15:guide id="10" pos="6134">
          <p15:clr>
            <a:srgbClr val="5ACBF0"/>
          </p15:clr>
        </p15:guide>
        <p15:guide id="11" pos="1323">
          <p15:clr>
            <a:srgbClr val="5ACBF0"/>
          </p15:clr>
        </p15:guide>
        <p15:guide id="12" pos="2865">
          <p15:clr>
            <a:srgbClr val="5ACBF0"/>
          </p15:clr>
        </p15:guide>
        <p15:guide id="13" pos="4815">
          <p15:clr>
            <a:srgbClr val="5ACBF0"/>
          </p15:clr>
        </p15:guide>
        <p15:guide id="14" pos="6361">
          <p15:clr>
            <a:srgbClr val="5ACBF0"/>
          </p15:clr>
        </p15:guide>
        <p15:guide id="15" orient="horz">
          <p15:clr>
            <a:srgbClr val="5ACBF0"/>
          </p15:clr>
        </p15:guide>
        <p15:guide id="16" pos="1727">
          <p15:clr>
            <a:srgbClr val="5ACBF0"/>
          </p15:clr>
        </p15:guide>
        <p15:guide id="17" pos="2294">
          <p15:clr>
            <a:srgbClr val="5ACBF0"/>
          </p15:clr>
        </p15:guide>
        <p15:guide id="18" pos="3273">
          <p15:clr>
            <a:srgbClr val="5ACBF0"/>
          </p15:clr>
        </p15:guide>
        <p15:guide id="19" pos="4411">
          <p15:clr>
            <a:srgbClr val="5ACBF0"/>
          </p15:clr>
        </p15:guide>
        <p15:guide id="21" pos="6179">
          <p15:clr>
            <a:srgbClr val="5ACBF0"/>
          </p15:clr>
        </p15:guide>
        <p15:guide id="22" pos="1501">
          <p15:clr>
            <a:srgbClr val="5ACBF0"/>
          </p15:clr>
        </p15:guide>
        <p15:guide id="23" pos="1543">
          <p15:clr>
            <a:srgbClr val="5ACBF0"/>
          </p15:clr>
        </p15:guide>
        <p15:guide id="24" pos="3049">
          <p15:clr>
            <a:srgbClr val="5ACBF0"/>
          </p15:clr>
        </p15:guide>
        <p15:guide id="25" pos="3088">
          <p15:clr>
            <a:srgbClr val="5ACBF0"/>
          </p15:clr>
        </p15:guide>
        <p15:guide id="26" pos="5954">
          <p15:clr>
            <a:srgbClr val="5ACBF0"/>
          </p15:clr>
        </p15:guide>
        <p15:guide id="27" pos="3840">
          <p15:clr>
            <a:srgbClr val="5ACBF0"/>
          </p15:clr>
        </p15:guide>
        <p15:guide id="28" pos="5386">
          <p15:clr>
            <a:srgbClr val="5ACBF0"/>
          </p15:clr>
        </p15:guide>
        <p15:guide id="29" pos="753">
          <p15:clr>
            <a:srgbClr val="5ACBF0"/>
          </p15:clr>
        </p15:guide>
        <p15:guide id="30" pos="6927">
          <p15:clr>
            <a:srgbClr val="5ACBF0"/>
          </p15:clr>
        </p15:guide>
      </p15:sldGuideLst>
    </p:ext>
  </p:extLst>
</p:sldLayout>
</file>

<file path=ppt/slideLayouts/slideLayout340.xml><?xml version="1.0" encoding="utf-8"?>
<p:sldLayout xmlns:a="http://schemas.openxmlformats.org/drawingml/2006/main" xmlns:r="http://schemas.openxmlformats.org/officeDocument/2006/relationships" xmlns:p="http://schemas.openxmlformats.org/presentationml/2006/main" preserve="1">
  <p:cSld name="Thre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76072" y="588962"/>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2037906" y="2286000"/>
            <a:ext cx="2313432" cy="2313432"/>
          </a:xfrm>
          <a:prstGeom prst="ellipse">
            <a:avLst/>
          </a:prstGeom>
          <a:blipFill>
            <a:blip r:embed="rId2"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900" b="1">
                <a:solidFill>
                  <a:schemeClr val="tx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2037906" y="4800600"/>
            <a:ext cx="2313432" cy="492443"/>
          </a:xfrm>
        </p:spPr>
        <p:txBody>
          <a:bodyPr/>
          <a:lstStyle>
            <a:lvl1pPr marL="0" indent="0" algn="ctr">
              <a:spcBef>
                <a:spcPts val="0"/>
              </a:spcBef>
              <a:buNone/>
              <a:defRPr sz="16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4939284" y="2286000"/>
            <a:ext cx="2313432" cy="2313432"/>
          </a:xfrm>
          <a:prstGeom prst="ellipse">
            <a:avLst/>
          </a:prstGeom>
          <a:blipFill>
            <a:blip r:embed="rId3"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900" b="1">
                <a:solidFill>
                  <a:schemeClr val="bg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4939284" y="4800600"/>
            <a:ext cx="2313432" cy="492443"/>
          </a:xfrm>
        </p:spPr>
        <p:txBody>
          <a:bodyPr/>
          <a:lstStyle>
            <a:lvl1pPr marL="0" indent="0" algn="ctr">
              <a:spcBef>
                <a:spcPts val="0"/>
              </a:spcBef>
              <a:buNone/>
              <a:defRPr sz="16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7840663" y="2286000"/>
            <a:ext cx="2313432" cy="2313432"/>
          </a:xfrm>
          <a:prstGeom prst="ellipse">
            <a:avLst/>
          </a:prstGeom>
          <a:blipFill>
            <a:blip r:embed="rId4"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900" b="1">
                <a:solidFill>
                  <a:schemeClr val="bg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7840663" y="4800600"/>
            <a:ext cx="2313432" cy="492443"/>
          </a:xfrm>
        </p:spPr>
        <p:txBody>
          <a:bodyPr/>
          <a:lstStyle>
            <a:lvl1pPr marL="0" indent="0" algn="ctr">
              <a:spcBef>
                <a:spcPts val="0"/>
              </a:spcBef>
              <a:buNone/>
              <a:defRPr sz="1600">
                <a:latin typeface="+mj-lt"/>
              </a:defRPr>
            </a:lvl1pPr>
          </a:lstStyle>
          <a:p>
            <a:pPr lvl="0"/>
            <a:r>
              <a:rPr lang="en-US"/>
              <a:t>Click to edit Master text styles</a:t>
            </a:r>
          </a:p>
        </p:txBody>
      </p:sp>
    </p:spTree>
    <p:extLst>
      <p:ext uri="{BB962C8B-B14F-4D97-AF65-F5344CB8AC3E}">
        <p14:creationId xmlns:p14="http://schemas.microsoft.com/office/powerpoint/2010/main" val="43454720"/>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3840">
          <p15:clr>
            <a:srgbClr val="5ACBF0"/>
          </p15:clr>
        </p15:guide>
        <p15:guide id="4" pos="1283">
          <p15:clr>
            <a:srgbClr val="5ACBF0"/>
          </p15:clr>
        </p15:guide>
        <p15:guide id="5" pos="5666">
          <p15:clr>
            <a:srgbClr val="5ACBF0"/>
          </p15:clr>
        </p15:guide>
        <p15:guide id="6" pos="2741">
          <p15:clr>
            <a:srgbClr val="5ACBF0"/>
          </p15:clr>
        </p15:guide>
        <p15:guide id="7" pos="2012">
          <p15:clr>
            <a:srgbClr val="5ACBF0"/>
          </p15:clr>
        </p15:guide>
        <p15:guide id="8" pos="3109">
          <p15:clr>
            <a:srgbClr val="5ACBF0"/>
          </p15:clr>
        </p15:guide>
        <p15:guide id="9" pos="4570">
          <p15:clr>
            <a:srgbClr val="5ACBF0"/>
          </p15:clr>
        </p15:guide>
        <p15:guide id="11" pos="6397">
          <p15:clr>
            <a:srgbClr val="5ACBF0"/>
          </p15:clr>
        </p15:guide>
        <p15:guide id="12" orient="horz" pos="1440">
          <p15:clr>
            <a:srgbClr val="5ACBF0"/>
          </p15:clr>
        </p15:guide>
        <p15:guide id="13" pos="4938">
          <p15:clr>
            <a:srgbClr val="5ACBF0"/>
          </p15:clr>
        </p15:guide>
        <p15:guide id="14" orient="horz" pos="2894">
          <p15:clr>
            <a:srgbClr val="5ACBF0"/>
          </p15:clr>
        </p15:guide>
      </p15:sldGuideLst>
    </p:ext>
  </p:extLst>
</p:sldLayout>
</file>

<file path=ppt/slideLayouts/slideLayout341.xml><?xml version="1.0" encoding="utf-8"?>
<p:sldLayout xmlns:a="http://schemas.openxmlformats.org/drawingml/2006/main" xmlns:r="http://schemas.openxmlformats.org/officeDocument/2006/relationships" xmlns:p="http://schemas.openxmlformats.org/presentationml/2006/main" preserve="1">
  <p:cSld name="Four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76072"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2313432" cy="2313432"/>
          </a:xfrm>
          <a:prstGeom prst="ellipse">
            <a:avLst/>
          </a:prstGeom>
          <a:blipFill>
            <a:blip r:embed="rId2"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lgn="ctr">
              <a:defRPr lang="en-US" sz="900" b="1" dirty="0">
                <a:solidFill>
                  <a:schemeClr val="tx1"/>
                </a:solidFill>
              </a:defRPr>
            </a:lvl1pPr>
          </a:lstStyle>
          <a:p>
            <a:pPr marL="0" lvl="0" indent="0" algn="ctr">
              <a:buNone/>
            </a:pPr>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3487250" y="2286000"/>
            <a:ext cx="2313432" cy="2313432"/>
          </a:xfrm>
          <a:prstGeom prst="ellipse">
            <a:avLst/>
          </a:prstGeom>
          <a:blipFill>
            <a:blip r:embed="rId3"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lgn="ctr">
              <a:defRPr lang="en-US" sz="900" b="1" dirty="0">
                <a:solidFill>
                  <a:schemeClr val="bg1"/>
                </a:solidFill>
              </a:defRPr>
            </a:lvl1pPr>
          </a:lstStyle>
          <a:p>
            <a:pPr marL="0" lvl="0" indent="0" algn="ctr">
              <a:buNone/>
            </a:pPr>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348725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6390300" y="2286000"/>
            <a:ext cx="2313432" cy="2313432"/>
          </a:xfrm>
          <a:prstGeom prst="ellipse">
            <a:avLst/>
          </a:prstGeom>
          <a:blipFill>
            <a:blip r:embed="rId4"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lgn="ctr">
              <a:defRPr lang="en-US" sz="900" b="1" dirty="0">
                <a:solidFill>
                  <a:schemeClr val="bg1"/>
                </a:solidFill>
              </a:defRPr>
            </a:lvl1pPr>
          </a:lstStyle>
          <a:p>
            <a:pPr marL="0" lvl="0" indent="0" algn="ctr">
              <a:buNone/>
            </a:pPr>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63903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9293351" y="2286000"/>
            <a:ext cx="2313432" cy="2313432"/>
          </a:xfrm>
          <a:prstGeom prst="ellipse">
            <a:avLst/>
          </a:prstGeom>
          <a:blipFill>
            <a:blip r:embed="rId5"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lgn="ctr">
              <a:defRPr lang="en-US" sz="900" b="1" dirty="0">
                <a:solidFill>
                  <a:schemeClr val="tx1"/>
                </a:solidFill>
              </a:defRPr>
            </a:lvl1pPr>
          </a:lstStyle>
          <a:p>
            <a:pPr marL="0" lvl="0" indent="0" algn="ctr">
              <a:buNone/>
            </a:pPr>
            <a:r>
              <a:rPr lang="en-US"/>
              <a:t>Drag &amp; drop your photo </a:t>
            </a:r>
            <a:br>
              <a:rPr lang="en-US"/>
            </a:br>
            <a:r>
              <a:rPr lang="en-US"/>
              <a:t>here or click or tap icon </a:t>
            </a:r>
            <a:br>
              <a:rPr lang="en-US"/>
            </a:br>
            <a:r>
              <a:rPr lang="en-US"/>
              <a:t>below to insert</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9293351"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Tree>
    <p:extLst>
      <p:ext uri="{BB962C8B-B14F-4D97-AF65-F5344CB8AC3E}">
        <p14:creationId xmlns:p14="http://schemas.microsoft.com/office/powerpoint/2010/main" val="737724889"/>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4025">
          <p15:clr>
            <a:srgbClr val="5ACBF0"/>
          </p15:clr>
        </p15:guide>
        <p15:guide id="5" pos="5854">
          <p15:clr>
            <a:srgbClr val="5ACBF0"/>
          </p15:clr>
        </p15:guide>
        <p15:guide id="7" pos="3654">
          <p15:clr>
            <a:srgbClr val="5ACBF0"/>
          </p15:clr>
        </p15:guide>
        <p15:guide id="8" pos="2195">
          <p15:clr>
            <a:srgbClr val="5ACBF0"/>
          </p15:clr>
        </p15:guide>
        <p15:guide id="10" pos="2926">
          <p15:clr>
            <a:srgbClr val="5ACBF0"/>
          </p15:clr>
        </p15:guide>
        <p15:guide id="11" pos="4756">
          <p15:clr>
            <a:srgbClr val="5ACBF0"/>
          </p15:clr>
        </p15:guide>
        <p15:guide id="12" pos="6581">
          <p15:clr>
            <a:srgbClr val="5ACBF0"/>
          </p15:clr>
        </p15:guide>
        <p15:guide id="13" pos="1097">
          <p15:clr>
            <a:srgbClr val="5ACBF0"/>
          </p15:clr>
        </p15:guide>
        <p15:guide id="14" orient="horz" pos="1440">
          <p15:clr>
            <a:srgbClr val="5ACBF0"/>
          </p15:clr>
        </p15:guide>
        <p15:guide id="15" pos="1826">
          <p15:clr>
            <a:srgbClr val="5ACBF0"/>
          </p15:clr>
        </p15:guide>
        <p15:guide id="18" pos="5483">
          <p15:clr>
            <a:srgbClr val="5ACBF0"/>
          </p15:clr>
        </p15:guide>
        <p15:guide id="19" orient="horz" pos="2898">
          <p15:clr>
            <a:srgbClr val="5ACBF0"/>
          </p15:clr>
        </p15:guide>
      </p15:sldGuideLst>
    </p:ext>
  </p:extLst>
</p:sldLayout>
</file>

<file path=ppt/slideLayouts/slideLayout342.xml><?xml version="1.0" encoding="utf-8"?>
<p:sldLayout xmlns:a="http://schemas.openxmlformats.org/drawingml/2006/main" xmlns:r="http://schemas.openxmlformats.org/officeDocument/2006/relationships" xmlns:p="http://schemas.openxmlformats.org/presentationml/2006/main" preserve="1">
  <p:cSld name="Fiv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76072"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1737360" cy="1737360"/>
          </a:xfrm>
          <a:prstGeom prst="ellipse">
            <a:avLst/>
          </a:prstGeom>
          <a:blipFill>
            <a:blip r:embed="rId2"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700" b="1">
                <a:solidFill>
                  <a:schemeClr val="tx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76072" y="4235450"/>
            <a:ext cx="1737360" cy="492443"/>
          </a:xfrm>
        </p:spPr>
        <p:txBody>
          <a:bodyPr/>
          <a:lstStyle>
            <a:lvl1pPr marL="0" indent="0" algn="ctr">
              <a:spcBef>
                <a:spcPts val="0"/>
              </a:spcBef>
              <a:buNone/>
              <a:defRPr sz="16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2905506" y="2286000"/>
            <a:ext cx="1737360" cy="1737360"/>
          </a:xfrm>
          <a:prstGeom prst="ellipse">
            <a:avLst/>
          </a:prstGeom>
          <a:blipFill>
            <a:blip r:embed="rId3"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700" b="1">
                <a:solidFill>
                  <a:schemeClr val="bg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2905506" y="4235450"/>
            <a:ext cx="1737360" cy="492443"/>
          </a:xfrm>
        </p:spPr>
        <p:txBody>
          <a:bodyPr/>
          <a:lstStyle>
            <a:lvl1pPr marL="0" indent="0" algn="ctr">
              <a:spcBef>
                <a:spcPts val="0"/>
              </a:spcBef>
              <a:buNone/>
              <a:defRPr sz="16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5227320" y="2286000"/>
            <a:ext cx="1737360" cy="1737360"/>
          </a:xfrm>
          <a:prstGeom prst="ellipse">
            <a:avLst/>
          </a:prstGeom>
          <a:blipFill>
            <a:blip r:embed="rId4"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700" b="1">
                <a:solidFill>
                  <a:schemeClr val="bg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5227320" y="4235451"/>
            <a:ext cx="1737360" cy="492443"/>
          </a:xfrm>
        </p:spPr>
        <p:txBody>
          <a:bodyPr/>
          <a:lstStyle>
            <a:lvl1pPr marL="0" indent="0" algn="ctr">
              <a:spcBef>
                <a:spcPts val="0"/>
              </a:spcBef>
              <a:buNone/>
              <a:defRPr sz="16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7548118" y="2286000"/>
            <a:ext cx="1737360" cy="1737360"/>
          </a:xfrm>
          <a:prstGeom prst="ellipse">
            <a:avLst/>
          </a:prstGeom>
          <a:blipFill>
            <a:blip r:embed="rId5"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700" b="1">
                <a:solidFill>
                  <a:schemeClr val="tx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insert44</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7548118" y="4235450"/>
            <a:ext cx="1737360" cy="492443"/>
          </a:xfrm>
        </p:spPr>
        <p:txBody>
          <a:bodyPr/>
          <a:lstStyle>
            <a:lvl1pPr marL="0" indent="0" algn="ctr">
              <a:spcBef>
                <a:spcPts val="0"/>
              </a:spcBef>
              <a:buNone/>
              <a:defRPr sz="16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E4DC3400-0B11-4EA0-9B8D-6FADE6964F37}"/>
              </a:ext>
            </a:extLst>
          </p:cNvPr>
          <p:cNvSpPr>
            <a:spLocks noGrp="1" noChangeAspect="1"/>
          </p:cNvSpPr>
          <p:nvPr>
            <p:ph type="pic" sz="quarter" idx="23" hasCustomPrompt="1"/>
          </p:nvPr>
        </p:nvSpPr>
        <p:spPr bwMode="ltGray">
          <a:xfrm>
            <a:off x="9869423" y="2286000"/>
            <a:ext cx="1737360" cy="1737360"/>
          </a:xfrm>
          <a:prstGeom prst="ellipse">
            <a:avLst/>
          </a:prstGeom>
          <a:blipFill>
            <a:blip r:embed="rId6"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700" b="1">
                <a:solidFill>
                  <a:schemeClr val="tx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20" name="Text Placeholder 3">
            <a:extLst>
              <a:ext uri="{FF2B5EF4-FFF2-40B4-BE49-F238E27FC236}">
                <a16:creationId xmlns:a16="http://schemas.microsoft.com/office/drawing/2014/main" id="{133C357E-ECC0-485F-9033-5D4DEC8774BB}"/>
              </a:ext>
            </a:extLst>
          </p:cNvPr>
          <p:cNvSpPr>
            <a:spLocks noGrp="1"/>
          </p:cNvSpPr>
          <p:nvPr>
            <p:ph type="body" sz="quarter" idx="24"/>
          </p:nvPr>
        </p:nvSpPr>
        <p:spPr>
          <a:xfrm>
            <a:off x="9869423" y="4235450"/>
            <a:ext cx="1737360" cy="492443"/>
          </a:xfrm>
        </p:spPr>
        <p:txBody>
          <a:bodyPr/>
          <a:lstStyle>
            <a:lvl1pPr marL="0" indent="0" algn="ctr">
              <a:spcBef>
                <a:spcPts val="0"/>
              </a:spcBef>
              <a:buNone/>
              <a:defRPr sz="1600">
                <a:latin typeface="+mj-lt"/>
              </a:defRPr>
            </a:lvl1pPr>
          </a:lstStyle>
          <a:p>
            <a:pPr lvl="0"/>
            <a:r>
              <a:rPr lang="en-US"/>
              <a:t>Click to edit Master text styles</a:t>
            </a:r>
          </a:p>
        </p:txBody>
      </p:sp>
    </p:spTree>
    <p:extLst>
      <p:ext uri="{BB962C8B-B14F-4D97-AF65-F5344CB8AC3E}">
        <p14:creationId xmlns:p14="http://schemas.microsoft.com/office/powerpoint/2010/main" val="4271890029"/>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2664">
          <p15:clr>
            <a:srgbClr val="5ACBF0"/>
          </p15:clr>
        </p15:guide>
        <p15:guide id="3" pos="6216">
          <p15:clr>
            <a:srgbClr val="5ACBF0"/>
          </p15:clr>
        </p15:guide>
        <p15:guide id="5" pos="5850">
          <p15:clr>
            <a:srgbClr val="5ACBF0"/>
          </p15:clr>
        </p15:guide>
        <p15:guide id="7" pos="4392">
          <p15:clr>
            <a:srgbClr val="5ACBF0"/>
          </p15:clr>
        </p15:guide>
        <p15:guide id="8" pos="3292">
          <p15:clr>
            <a:srgbClr val="5ACBF0"/>
          </p15:clr>
        </p15:guide>
        <p15:guide id="10" pos="2926">
          <p15:clr>
            <a:srgbClr val="5ACBF0"/>
          </p15:clr>
        </p15:guide>
        <p15:guide id="11" pos="4754">
          <p15:clr>
            <a:srgbClr val="5ACBF0"/>
          </p15:clr>
        </p15:guide>
        <p15:guide id="13" pos="1464">
          <p15:clr>
            <a:srgbClr val="5ACBF0"/>
          </p15:clr>
        </p15:guide>
        <p15:guide id="14" orient="horz" pos="1440">
          <p15:clr>
            <a:srgbClr val="5ACBF0"/>
          </p15:clr>
        </p15:guide>
        <p15:guide id="15" pos="1830">
          <p15:clr>
            <a:srgbClr val="5ACBF0"/>
          </p15:clr>
        </p15:guide>
        <p15:guide id="16" orient="horz" pos="2533">
          <p15:clr>
            <a:srgbClr val="5ACBF0"/>
          </p15:clr>
        </p15:guide>
      </p15:sldGuideLst>
    </p:ext>
  </p:extLst>
</p:sldLayout>
</file>

<file path=ppt/slideLayouts/slideLayout343.xml><?xml version="1.0" encoding="utf-8"?>
<p:sldLayout xmlns:a="http://schemas.openxmlformats.org/drawingml/2006/main" xmlns:r="http://schemas.openxmlformats.org/officeDocument/2006/relationships" xmlns:p="http://schemas.openxmlformats.org/presentationml/2006/main" preserve="1">
  <p:cSld name="Agenda 1">
    <p:spTree>
      <p:nvGrpSpPr>
        <p:cNvPr id="1" name=""/>
        <p:cNvGrpSpPr/>
        <p:nvPr/>
      </p:nvGrpSpPr>
      <p:grpSpPr>
        <a:xfrm>
          <a:off x="0" y="0"/>
          <a:ext cx="0" cy="0"/>
          <a:chOff x="0" y="0"/>
          <a:chExt cx="0" cy="0"/>
        </a:xfrm>
      </p:grpSpPr>
      <p:pic>
        <p:nvPicPr>
          <p:cNvPr id="4" name="Picture 3" descr="A close up of a toy&#10;&#10;Description automatically generated">
            <a:extLst>
              <a:ext uri="{FF2B5EF4-FFF2-40B4-BE49-F238E27FC236}">
                <a16:creationId xmlns:a16="http://schemas.microsoft.com/office/drawing/2014/main" id="{4DE4BA7E-2310-0E2F-4ED5-4D99F5E9F00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7180"/>
          <a:stretch/>
        </p:blipFill>
        <p:spPr>
          <a:xfrm>
            <a:off x="0" y="0"/>
            <a:ext cx="12192000" cy="6724651"/>
          </a:xfrm>
          <a:prstGeom prst="rect">
            <a:avLst/>
          </a:prstGeom>
          <a:solidFill>
            <a:srgbClr val="EDEBE6"/>
          </a:solidFill>
        </p:spPr>
      </p:pic>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5216" y="1837372"/>
            <a:ext cx="3182027" cy="3959225"/>
          </a:xfrm>
        </p:spPr>
        <p:txBody>
          <a:bodyPr anchor="t"/>
          <a:lstStyle>
            <a:lvl1pPr>
              <a:defRPr>
                <a:solidFill>
                  <a:schemeClr val="tx1"/>
                </a:solidFill>
              </a:defRPr>
            </a:lvl1pPr>
          </a:lstStyle>
          <a:p>
            <a:r>
              <a:rPr lang="en-US"/>
              <a:t>Title</a:t>
            </a:r>
          </a:p>
        </p:txBody>
      </p:sp>
      <p:sp>
        <p:nvSpPr>
          <p:cNvPr id="7" name="Text Placeholder 2">
            <a:extLst>
              <a:ext uri="{FF2B5EF4-FFF2-40B4-BE49-F238E27FC236}">
                <a16:creationId xmlns:a16="http://schemas.microsoft.com/office/drawing/2014/main" id="{7E9DBFD9-3E1E-4F19-AF15-56780F9C7927}"/>
              </a:ext>
            </a:extLst>
          </p:cNvPr>
          <p:cNvSpPr>
            <a:spLocks noGrp="1"/>
          </p:cNvSpPr>
          <p:nvPr>
            <p:ph type="body" sz="quarter" idx="11"/>
          </p:nvPr>
        </p:nvSpPr>
        <p:spPr>
          <a:xfrm>
            <a:off x="4356100" y="1837372"/>
            <a:ext cx="7253288" cy="276999"/>
          </a:xfrm>
        </p:spPr>
        <p:txBody>
          <a:bodyPr anchor="t"/>
          <a:lstStyle>
            <a:lvl1pPr marL="201168" indent="-201168">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a:cxnSpLocks/>
          </p:cNvCxnSpPr>
          <p:nvPr/>
        </p:nvCxnSpPr>
        <p:spPr>
          <a:xfrm>
            <a:off x="585216" y="1546860"/>
            <a:ext cx="3182112" cy="0"/>
          </a:xfrm>
          <a:prstGeom prst="line">
            <a:avLst/>
          </a:prstGeom>
          <a:ln w="28575">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DF1A9F7D-F14E-4BCE-9EB4-D9EF47B67809}"/>
              </a:ext>
              <a:ext uri="{C183D7F6-B498-43B3-948B-1728B52AA6E4}">
                <adec:decorative xmlns:adec="http://schemas.microsoft.com/office/drawing/2017/decorative" val="1"/>
              </a:ext>
            </a:extLst>
          </p:cNvPr>
          <p:cNvCxnSpPr>
            <a:cxnSpLocks/>
          </p:cNvCxnSpPr>
          <p:nvPr/>
        </p:nvCxnSpPr>
        <p:spPr>
          <a:xfrm>
            <a:off x="4354523" y="1546860"/>
            <a:ext cx="7254865" cy="0"/>
          </a:xfrm>
          <a:prstGeom prst="line">
            <a:avLst/>
          </a:prstGeom>
          <a:ln w="19050">
            <a:solidFill>
              <a:schemeClr val="tx1">
                <a:alpha val="3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10" name="Picture 9" descr="A colorful gradient going from darker blue on the left side to light blue to magenta to orange on the right side">
            <a:extLst>
              <a:ext uri="{FF2B5EF4-FFF2-40B4-BE49-F238E27FC236}">
                <a16:creationId xmlns:a16="http://schemas.microsoft.com/office/drawing/2014/main" id="{EA057F72-1B5E-B539-638B-5BB6CF49B3C4}"/>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spTree>
    <p:extLst>
      <p:ext uri="{BB962C8B-B14F-4D97-AF65-F5344CB8AC3E}">
        <p14:creationId xmlns:p14="http://schemas.microsoft.com/office/powerpoint/2010/main" val="3289702740"/>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1272">
          <p15:clr>
            <a:srgbClr val="5ACBF0"/>
          </p15:clr>
        </p15:guide>
        <p15:guide id="30" pos="2376">
          <p15:clr>
            <a:srgbClr val="5ACBF0"/>
          </p15:clr>
        </p15:guide>
        <p15:guide id="32" orient="horz" pos="1455">
          <p15:clr>
            <a:srgbClr val="5ACBF0"/>
          </p15:clr>
        </p15:guide>
      </p15:sldGuideLst>
    </p:ext>
  </p:extLst>
</p:sldLayout>
</file>

<file path=ppt/slideLayouts/slideLayout344.xml><?xml version="1.0" encoding="utf-8"?>
<p:sldLayout xmlns:a="http://schemas.openxmlformats.org/drawingml/2006/main" xmlns:r="http://schemas.openxmlformats.org/officeDocument/2006/relationships" xmlns:p="http://schemas.openxmlformats.org/presentationml/2006/main" preserve="1">
  <p:cSld name="Agenda 2">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197C6A1-3C1C-4308-9B66-830E865118FC}"/>
              </a:ext>
            </a:extLst>
          </p:cNvPr>
          <p:cNvSpPr/>
          <p:nvPr userDrawn="1"/>
        </p:nvSpPr>
        <p:spPr bwMode="auto">
          <a:xfrm>
            <a:off x="0" y="0"/>
            <a:ext cx="12188952" cy="6858000"/>
          </a:xfrm>
          <a:prstGeom prst="rect">
            <a:avLst/>
          </a:prstGeom>
          <a:solidFill>
            <a:srgbClr val="EDEBE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5" name="Picture 4">
            <a:extLst>
              <a:ext uri="{FF2B5EF4-FFF2-40B4-BE49-F238E27FC236}">
                <a16:creationId xmlns:a16="http://schemas.microsoft.com/office/drawing/2014/main" id="{8A6D6908-F16D-6214-2591-6BDE162F04FB}"/>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6527798" y="2641892"/>
            <a:ext cx="5664201" cy="4216108"/>
          </a:xfrm>
          <a:prstGeom prst="rect">
            <a:avLst/>
          </a:prstGeom>
        </p:spPr>
      </p:pic>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3150414"/>
            <a:ext cx="3182027" cy="553998"/>
          </a:xfrm>
        </p:spPr>
        <p:txBody>
          <a:bodyPr anchor="ctr"/>
          <a:lstStyle>
            <a:lvl1pPr algn="l" defTabSz="932742" rtl="0" eaLnBrk="1" latinLnBrk="0" hangingPunct="1">
              <a:lnSpc>
                <a:spcPct val="100000"/>
              </a:lnSpc>
              <a:spcBef>
                <a:spcPct val="0"/>
              </a:spcBef>
              <a:buNone/>
              <a:defRPr lang="en-US" sz="3600" b="0" kern="1200" cap="none" spc="-50" baseline="0" dirty="0">
                <a:ln w="3175">
                  <a:noFill/>
                </a:ln>
                <a:gradFill>
                  <a:gsLst>
                    <a:gs pos="0">
                      <a:srgbClr val="FFFFFF"/>
                    </a:gs>
                    <a:gs pos="0">
                      <a:srgbClr val="C03BC3"/>
                    </a:gs>
                    <a:gs pos="98000">
                      <a:srgbClr val="DD4A84"/>
                    </a:gs>
                  </a:gsLst>
                  <a:lin ang="0" scaled="1"/>
                </a:gradFill>
                <a:effectLst/>
                <a:latin typeface="+mj-lt"/>
                <a:ea typeface="+mn-ea"/>
                <a:cs typeface="Segoe Sans Display" pitchFamily="2" charset="0"/>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3288913"/>
            <a:ext cx="6667500" cy="276999"/>
          </a:xfrm>
        </p:spPr>
        <p:txBody>
          <a:bodyPr anchor="ctr"/>
          <a:lstStyle>
            <a:lvl1pPr marL="201168" indent="-201168">
              <a:spcAft>
                <a:spcPts val="600"/>
              </a:spcAft>
              <a:buFont typeface="Wingdings" panose="05000000000000000000" pitchFamily="2" charset="2"/>
              <a:buChar char=""/>
              <a:defRPr/>
            </a:lvl1pPr>
          </a:lstStyle>
          <a:p>
            <a:pPr lvl="0"/>
            <a:r>
              <a:rPr lang="en-US"/>
              <a:t>Click to edit Master text styles</a:t>
            </a:r>
          </a:p>
        </p:txBody>
      </p:sp>
      <p:sp>
        <p:nvSpPr>
          <p:cNvPr id="4" name="Slide Number Placeholder 7">
            <a:extLst>
              <a:ext uri="{FF2B5EF4-FFF2-40B4-BE49-F238E27FC236}">
                <a16:creationId xmlns:a16="http://schemas.microsoft.com/office/drawing/2014/main" id="{CEEF42C4-B062-EB3B-0A5E-6CE4BB2B5F56}"/>
              </a:ext>
            </a:extLst>
          </p:cNvPr>
          <p:cNvSpPr>
            <a:spLocks noGrp="1"/>
          </p:cNvSpPr>
          <p:nvPr>
            <p:ph type="sldNum" sz="quarter" idx="4"/>
          </p:nvPr>
        </p:nvSpPr>
        <p:spPr>
          <a:xfrm>
            <a:off x="576072" y="6413092"/>
            <a:ext cx="150682" cy="153888"/>
          </a:xfrm>
          <a:prstGeom prst="rect">
            <a:avLst/>
          </a:prstGeom>
        </p:spPr>
        <p:txBody>
          <a:bodyPr vert="horz" wrap="none" lIns="0" tIns="0" rIns="0" bIns="0" rtlCol="0" anchor="b" anchorCtr="0">
            <a:spAutoFit/>
          </a:bodyPr>
          <a:lstStyle>
            <a:lvl1pPr algn="l">
              <a:defRPr sz="1000">
                <a:solidFill>
                  <a:schemeClr val="tx1">
                    <a:tint val="82000"/>
                  </a:schemeClr>
                </a:solidFill>
              </a:defRPr>
            </a:lvl1pPr>
          </a:lstStyle>
          <a:p>
            <a:fld id="{E9AC625C-0623-4FA9-8F8A-4D900326205E}" type="slidenum">
              <a:rPr lang="en-US" smtClean="0"/>
              <a:pPr/>
              <a:t>‹#›</a:t>
            </a:fld>
            <a:endParaRPr lang="en-US"/>
          </a:p>
        </p:txBody>
      </p:sp>
    </p:spTree>
    <p:extLst>
      <p:ext uri="{BB962C8B-B14F-4D97-AF65-F5344CB8AC3E}">
        <p14:creationId xmlns:p14="http://schemas.microsoft.com/office/powerpoint/2010/main" val="3781109119"/>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345.xml><?xml version="1.0" encoding="utf-8"?>
<p:sldLayout xmlns:a="http://schemas.openxmlformats.org/drawingml/2006/main" xmlns:r="http://schemas.openxmlformats.org/officeDocument/2006/relationships" xmlns:p="http://schemas.openxmlformats.org/presentationml/2006/main" preserve="1" userDrawn="1">
  <p:cSld name="Demo slid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6072" y="3033223"/>
            <a:ext cx="4177284"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Demo title</a:t>
            </a:r>
          </a:p>
        </p:txBody>
      </p:sp>
      <p:sp>
        <p:nvSpPr>
          <p:cNvPr id="5" name="Text Placeholder 4"/>
          <p:cNvSpPr>
            <a:spLocks noGrp="1"/>
          </p:cNvSpPr>
          <p:nvPr>
            <p:ph type="body" sz="quarter" idx="12" hasCustomPrompt="1"/>
          </p:nvPr>
        </p:nvSpPr>
        <p:spPr>
          <a:xfrm>
            <a:off x="576072" y="3977319"/>
            <a:ext cx="4177284" cy="246221"/>
          </a:xfrm>
          <a:noFill/>
        </p:spPr>
        <p:txBody>
          <a:bodyPr wrap="square"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5D5F20BF-1B1B-50CA-191C-F2202EAF5B89}"/>
              </a:ext>
            </a:extLst>
          </p:cNvPr>
          <p:cNvSpPr>
            <a:spLocks noGrp="1"/>
          </p:cNvSpPr>
          <p:nvPr>
            <p:ph type="pic" sz="quarter" idx="11" hasCustomPrompt="1"/>
          </p:nvPr>
        </p:nvSpPr>
        <p:spPr bwMode="ltGray">
          <a:xfrm>
            <a:off x="5334000" y="0"/>
            <a:ext cx="6858000" cy="6858000"/>
          </a:xfrm>
          <a:blipFill>
            <a:blip r:embed="rId2" cstate="email">
              <a:extLst>
                <a:ext uri="{28A0092B-C50C-407E-A947-70E740481C1C}">
                  <a14:useLocalDpi xmlns:a14="http://schemas.microsoft.com/office/drawing/2010/main"/>
                </a:ext>
              </a:extLst>
            </a:blip>
            <a:stretch>
              <a:fillRect/>
            </a:stretch>
          </a:blipFill>
        </p:spPr>
        <p:txBody>
          <a:bodyPr lIns="0" tIns="2377440" rIns="0" anchor="t" anchorCtr="0">
            <a:noAutofit/>
          </a:bodyPr>
          <a:lstStyle>
            <a:lvl1pPr marL="0" indent="0" algn="ctr">
              <a:lnSpc>
                <a:spcPct val="100000"/>
              </a:lnSpc>
              <a:buNone/>
              <a:defRPr sz="1400" b="1">
                <a:solidFill>
                  <a:schemeClr val="tx2"/>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312306623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3" orient="horz" pos="1910">
          <p15:clr>
            <a:srgbClr val="5ACBF0"/>
          </p15:clr>
        </p15:guide>
        <p15:guide id="4" orient="horz" pos="2505">
          <p15:clr>
            <a:srgbClr val="5ACBF0"/>
          </p15:clr>
        </p15:guide>
        <p15:guide id="5" pos="3360">
          <p15:clr>
            <a:srgbClr val="5ACBF0"/>
          </p15:clr>
        </p15:guide>
        <p15:guide id="6" pos="3000">
          <p15:clr>
            <a:srgbClr val="5ACBF0"/>
          </p15:clr>
        </p15:guide>
      </p15:sldGuideLst>
    </p:ext>
  </p:extLst>
</p:sldLayout>
</file>

<file path=ppt/slideLayouts/slideLayout346.xml><?xml version="1.0" encoding="utf-8"?>
<p:sldLayout xmlns:a="http://schemas.openxmlformats.org/drawingml/2006/main" xmlns:r="http://schemas.openxmlformats.org/officeDocument/2006/relationships" xmlns:p="http://schemas.openxmlformats.org/presentationml/2006/main" preserve="1" userDrawn="1">
  <p:cSld name="Demo slid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6072" y="3033223"/>
            <a:ext cx="4177284"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Demo title</a:t>
            </a:r>
          </a:p>
        </p:txBody>
      </p:sp>
      <p:sp>
        <p:nvSpPr>
          <p:cNvPr id="5" name="Text Placeholder 4"/>
          <p:cNvSpPr>
            <a:spLocks noGrp="1"/>
          </p:cNvSpPr>
          <p:nvPr>
            <p:ph type="body" sz="quarter" idx="12" hasCustomPrompt="1"/>
          </p:nvPr>
        </p:nvSpPr>
        <p:spPr>
          <a:xfrm>
            <a:off x="576072" y="3977319"/>
            <a:ext cx="4177284" cy="246221"/>
          </a:xfrm>
          <a:noFill/>
        </p:spPr>
        <p:txBody>
          <a:bodyPr wrap="square"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pic>
        <p:nvPicPr>
          <p:cNvPr id="10" name="Picture 9" descr="A person with curly hair standing in brightly illuminating outdoor light and shadows">
            <a:extLst>
              <a:ext uri="{FF2B5EF4-FFF2-40B4-BE49-F238E27FC236}">
                <a16:creationId xmlns:a16="http://schemas.microsoft.com/office/drawing/2014/main" id="{2E82545A-FD52-D775-7812-AC95C1735C22}"/>
              </a:ext>
            </a:extLst>
          </p:cNvPr>
          <p:cNvPicPr>
            <a:picLocks noChangeAspect="1"/>
          </p:cNvPicPr>
          <p:nvPr userDrawn="1"/>
        </p:nvPicPr>
        <p:blipFill>
          <a:blip r:embed="rId3" cstate="screen">
            <a:alphaModFix/>
            <a:extLst>
              <a:ext uri="{28A0092B-C50C-407E-A947-70E740481C1C}">
                <a14:useLocalDpi xmlns:a14="http://schemas.microsoft.com/office/drawing/2010/main"/>
              </a:ext>
            </a:extLst>
          </a:blip>
          <a:srcRect l="17213" r="21311"/>
          <a:stretch/>
        </p:blipFill>
        <p:spPr>
          <a:xfrm>
            <a:off x="5334000" y="0"/>
            <a:ext cx="6858000" cy="6858000"/>
          </a:xfrm>
          <a:prstGeom prst="roundRect">
            <a:avLst>
              <a:gd name="adj" fmla="val 0"/>
            </a:avLst>
          </a:prstGeom>
        </p:spPr>
      </p:pic>
    </p:spTree>
    <p:extLst>
      <p:ext uri="{BB962C8B-B14F-4D97-AF65-F5344CB8AC3E}">
        <p14:creationId xmlns:p14="http://schemas.microsoft.com/office/powerpoint/2010/main" val="30380469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3" orient="horz" pos="1910">
          <p15:clr>
            <a:srgbClr val="5ACBF0"/>
          </p15:clr>
        </p15:guide>
        <p15:guide id="4" orient="horz" pos="2505">
          <p15:clr>
            <a:srgbClr val="5ACBF0"/>
          </p15:clr>
        </p15:guide>
        <p15:guide id="5" pos="3360">
          <p15:clr>
            <a:srgbClr val="5ACBF0"/>
          </p15:clr>
        </p15:guide>
        <p15:guide id="6" pos="3000">
          <p15:clr>
            <a:srgbClr val="5ACBF0"/>
          </p15:clr>
        </p15:guide>
      </p15:sldGuideLst>
    </p:ext>
  </p:extLst>
</p:sldLayout>
</file>

<file path=ppt/slideLayouts/slideLayout347.xml><?xml version="1.0" encoding="utf-8"?>
<p:sldLayout xmlns:a="http://schemas.openxmlformats.org/drawingml/2006/main" xmlns:r="http://schemas.openxmlformats.org/officeDocument/2006/relationships" xmlns:p="http://schemas.openxmlformats.org/presentationml/2006/main" preserve="1" userDrawn="1">
  <p:cSld name="Demo slide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6072" y="3033223"/>
            <a:ext cx="4177284"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Demo title</a:t>
            </a:r>
          </a:p>
        </p:txBody>
      </p:sp>
      <p:sp>
        <p:nvSpPr>
          <p:cNvPr id="5" name="Text Placeholder 4"/>
          <p:cNvSpPr>
            <a:spLocks noGrp="1"/>
          </p:cNvSpPr>
          <p:nvPr>
            <p:ph type="body" sz="quarter" idx="12" hasCustomPrompt="1"/>
          </p:nvPr>
        </p:nvSpPr>
        <p:spPr>
          <a:xfrm>
            <a:off x="576072" y="3977319"/>
            <a:ext cx="4177284" cy="246221"/>
          </a:xfrm>
          <a:noFill/>
        </p:spPr>
        <p:txBody>
          <a:bodyPr wrap="square"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pic>
        <p:nvPicPr>
          <p:cNvPr id="4" name="Picture 3">
            <a:extLst>
              <a:ext uri="{FF2B5EF4-FFF2-40B4-BE49-F238E27FC236}">
                <a16:creationId xmlns:a16="http://schemas.microsoft.com/office/drawing/2014/main" id="{EF270AE3-8618-7645-AE3C-5E57E3BF172C}"/>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5636036" y="302036"/>
            <a:ext cx="6251164" cy="6251164"/>
          </a:xfrm>
          <a:prstGeom prst="roundRect">
            <a:avLst>
              <a:gd name="adj" fmla="val 2595"/>
            </a:avLst>
          </a:prstGeom>
        </p:spPr>
      </p:pic>
    </p:spTree>
    <p:extLst>
      <p:ext uri="{BB962C8B-B14F-4D97-AF65-F5344CB8AC3E}">
        <p14:creationId xmlns:p14="http://schemas.microsoft.com/office/powerpoint/2010/main" val="303465660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3" orient="horz" pos="1910">
          <p15:clr>
            <a:srgbClr val="5ACBF0"/>
          </p15:clr>
        </p15:guide>
        <p15:guide id="4" orient="horz" pos="2505">
          <p15:clr>
            <a:srgbClr val="5ACBF0"/>
          </p15:clr>
        </p15:guide>
        <p15:guide id="5" pos="3360">
          <p15:clr>
            <a:srgbClr val="5ACBF0"/>
          </p15:clr>
        </p15:guide>
        <p15:guide id="6" pos="3000">
          <p15:clr>
            <a:srgbClr val="5ACBF0"/>
          </p15:clr>
        </p15:guide>
      </p15:sldGuideLst>
    </p:ext>
  </p:extLst>
</p:sldLayout>
</file>

<file path=ppt/slideLayouts/slideLayout348.xml><?xml version="1.0" encoding="utf-8"?>
<p:sldLayout xmlns:a="http://schemas.openxmlformats.org/drawingml/2006/main" xmlns:r="http://schemas.openxmlformats.org/officeDocument/2006/relationships" xmlns:p="http://schemas.openxmlformats.org/presentationml/2006/main" preserve="1" userDrawn="1">
  <p:cSld name="Demo slide 4">
    <p:bg>
      <p:bgPr>
        <a:solidFill>
          <a:srgbClr val="E8E6DF"/>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6072" y="3033223"/>
            <a:ext cx="4177284"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Demo title</a:t>
            </a:r>
          </a:p>
        </p:txBody>
      </p:sp>
      <p:sp>
        <p:nvSpPr>
          <p:cNvPr id="5" name="Text Placeholder 4"/>
          <p:cNvSpPr>
            <a:spLocks noGrp="1"/>
          </p:cNvSpPr>
          <p:nvPr>
            <p:ph type="body" sz="quarter" idx="12" hasCustomPrompt="1"/>
          </p:nvPr>
        </p:nvSpPr>
        <p:spPr>
          <a:xfrm>
            <a:off x="576072" y="3977319"/>
            <a:ext cx="4177284" cy="246221"/>
          </a:xfrm>
          <a:noFill/>
        </p:spPr>
        <p:txBody>
          <a:bodyPr wrap="square"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pic>
        <p:nvPicPr>
          <p:cNvPr id="4" name="Picture 3" descr="A person with white beard and hat&#10;&#10;Description automatically generated">
            <a:extLst>
              <a:ext uri="{FF2B5EF4-FFF2-40B4-BE49-F238E27FC236}">
                <a16:creationId xmlns:a16="http://schemas.microsoft.com/office/drawing/2014/main" id="{6114E386-90DD-2D33-E4EE-56C7BEC347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5334000" y="0"/>
            <a:ext cx="6858000" cy="6858000"/>
          </a:xfrm>
          <a:prstGeom prst="rect">
            <a:avLst/>
          </a:prstGeom>
        </p:spPr>
      </p:pic>
      <p:sp>
        <p:nvSpPr>
          <p:cNvPr id="3" name="Rectangle 2">
            <a:extLst>
              <a:ext uri="{FF2B5EF4-FFF2-40B4-BE49-F238E27FC236}">
                <a16:creationId xmlns:a16="http://schemas.microsoft.com/office/drawing/2014/main" id="{232DA8AD-FBCB-B320-7C32-5B6DFD8E5B66}"/>
              </a:ext>
            </a:extLst>
          </p:cNvPr>
          <p:cNvSpPr/>
          <p:nvPr userDrawn="1"/>
        </p:nvSpPr>
        <p:spPr bwMode="auto">
          <a:xfrm>
            <a:off x="0" y="-1"/>
            <a:ext cx="5334000" cy="6857999"/>
          </a:xfrm>
          <a:prstGeom prst="rect">
            <a:avLst/>
          </a:prstGeom>
          <a:gradFill flip="none" rotWithShape="1">
            <a:gsLst>
              <a:gs pos="100000">
                <a:schemeClr val="bg1">
                  <a:alpha val="0"/>
                </a:schemeClr>
              </a:gs>
              <a:gs pos="0">
                <a:schemeClr val="bg1">
                  <a:shade val="100000"/>
                  <a:satMod val="115000"/>
                  <a:alpha val="22143"/>
                </a:schemeClr>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chemeClr val="tx1"/>
              </a:solidFill>
              <a:ea typeface="Segoe UI" pitchFamily="34" charset="0"/>
              <a:cs typeface="Segoe UI" pitchFamily="34" charset="0"/>
            </a:endParaRPr>
          </a:p>
        </p:txBody>
      </p:sp>
    </p:spTree>
    <p:extLst>
      <p:ext uri="{BB962C8B-B14F-4D97-AF65-F5344CB8AC3E}">
        <p14:creationId xmlns:p14="http://schemas.microsoft.com/office/powerpoint/2010/main" val="12922991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3" orient="horz" pos="1910">
          <p15:clr>
            <a:srgbClr val="5ACBF0"/>
          </p15:clr>
        </p15:guide>
        <p15:guide id="4" orient="horz" pos="2505">
          <p15:clr>
            <a:srgbClr val="5ACBF0"/>
          </p15:clr>
        </p15:guide>
        <p15:guide id="5" pos="3360">
          <p15:clr>
            <a:srgbClr val="5ACBF0"/>
          </p15:clr>
        </p15:guide>
        <p15:guide id="6" pos="3000">
          <p15:clr>
            <a:srgbClr val="5ACBF0"/>
          </p15:clr>
        </p15:guide>
      </p15:sldGuideLst>
    </p:ext>
  </p:extLst>
</p:sldLayout>
</file>

<file path=ppt/slideLayouts/slideLayout349.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chemeClr val="bg1"/>
        </a:solidFill>
        <a:effectLst/>
      </p:bgPr>
    </p:bg>
    <p:spTree>
      <p:nvGrpSpPr>
        <p:cNvPr id="1" name=""/>
        <p:cNvGrpSpPr/>
        <p:nvPr/>
      </p:nvGrpSpPr>
      <p:grpSpPr>
        <a:xfrm>
          <a:off x="0" y="0"/>
          <a:ext cx="0" cy="0"/>
          <a:chOff x="0" y="0"/>
          <a:chExt cx="0" cy="0"/>
        </a:xfrm>
      </p:grpSpPr>
      <p:pic>
        <p:nvPicPr>
          <p:cNvPr id="6" name="Picture 5" descr="A close up of a computer&#10;&#10;Description automatically generated">
            <a:extLst>
              <a:ext uri="{FF2B5EF4-FFF2-40B4-BE49-F238E27FC236}">
                <a16:creationId xmlns:a16="http://schemas.microsoft.com/office/drawing/2014/main" id="{F2573D67-F967-CAB5-BC9C-C0C34AE9FA60}"/>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9" name="Title 8">
            <a:extLst>
              <a:ext uri="{FF2B5EF4-FFF2-40B4-BE49-F238E27FC236}">
                <a16:creationId xmlns:a16="http://schemas.microsoft.com/office/drawing/2014/main" id="{CE2AA156-895A-92B1-34CD-015BBFA5A20E}"/>
              </a:ext>
            </a:extLst>
          </p:cNvPr>
          <p:cNvSpPr>
            <a:spLocks noGrp="1"/>
          </p:cNvSpPr>
          <p:nvPr>
            <p:ph type="title"/>
          </p:nvPr>
        </p:nvSpPr>
        <p:spPr>
          <a:xfrm>
            <a:off x="586740" y="2343044"/>
            <a:ext cx="11018520" cy="738664"/>
          </a:xfrm>
        </p:spPr>
        <p:txBody>
          <a:bodyPr/>
          <a:lstStyle>
            <a:lvl1pPr algn="ctr">
              <a:defRPr sz="4800">
                <a:gradFill>
                  <a:gsLst>
                    <a:gs pos="0">
                      <a:srgbClr val="FFFFFF"/>
                    </a:gs>
                    <a:gs pos="0">
                      <a:srgbClr val="C03BC3"/>
                    </a:gs>
                    <a:gs pos="98000">
                      <a:srgbClr val="DD4A84"/>
                    </a:gs>
                  </a:gsLst>
                  <a:lin ang="0" scaled="1"/>
                </a:gradFill>
                <a:latin typeface="+mj-lt"/>
              </a:defRPr>
            </a:lvl1pPr>
          </a:lstStyle>
          <a:p>
            <a:r>
              <a:rPr lang="en-US"/>
              <a:t>Click to edit Master title style</a:t>
            </a:r>
          </a:p>
        </p:txBody>
      </p:sp>
      <p:sp>
        <p:nvSpPr>
          <p:cNvPr id="49" name="Rectangle: Single Corner Rounded 48">
            <a:extLst>
              <a:ext uri="{FF2B5EF4-FFF2-40B4-BE49-F238E27FC236}">
                <a16:creationId xmlns:a16="http://schemas.microsoft.com/office/drawing/2014/main" id="{2D20207B-879D-9168-9F12-9DF6283DE04C}"/>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34" name="Straight Connector 33">
            <a:extLst>
              <a:ext uri="{FF2B5EF4-FFF2-40B4-BE49-F238E27FC236}">
                <a16:creationId xmlns:a16="http://schemas.microsoft.com/office/drawing/2014/main" id="{DDE1DE7A-370A-D238-3A17-891D8007B4F9}"/>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51" name="Isosceles Triangle 50">
            <a:hlinkClick r:id="" action="ppaction://hlinkshowjump?jump=previousslide"/>
            <a:extLst>
              <a:ext uri="{FF2B5EF4-FFF2-40B4-BE49-F238E27FC236}">
                <a16:creationId xmlns:a16="http://schemas.microsoft.com/office/drawing/2014/main" id="{5B39F164-5110-9590-0AAB-B2A5427D3C59}"/>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53" name="Isosceles Triangle 52">
            <a:hlinkClick r:id="" action="ppaction://hlinkshowjump?jump=nextslide"/>
            <a:extLst>
              <a:ext uri="{FF2B5EF4-FFF2-40B4-BE49-F238E27FC236}">
                <a16:creationId xmlns:a16="http://schemas.microsoft.com/office/drawing/2014/main" id="{58D4E3E9-1F52-736A-4103-80DC3219DC79}"/>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55" name="Graphic 54" descr="Home outline">
            <a:hlinkClick r:id="" action="ppaction://noaction"/>
            <a:extLst>
              <a:ext uri="{FF2B5EF4-FFF2-40B4-BE49-F238E27FC236}">
                <a16:creationId xmlns:a16="http://schemas.microsoft.com/office/drawing/2014/main" id="{8FBB6B87-0EC7-0F13-A68B-BB9CC43F3B8A}"/>
              </a:ext>
            </a:extLst>
          </p:cNvPr>
          <p:cNvPicPr>
            <a:picLocks noChangeAspect="1"/>
          </p:cNvPicPr>
          <p:nvPr userDrawn="1"/>
        </p:nvPicPr>
        <p:blipFill>
          <a:blip r:embed="rId3">
            <a:extLst>
              <a:ext uri="{96DAC541-7B7A-43D3-8B79-37D633B846F1}">
                <asvg:svgBlip xmlns:asvg="http://schemas.microsoft.com/office/drawing/2016/SVG/main" r:embed="rId4"/>
              </a:ext>
            </a:extLst>
          </a:blip>
          <a:srcRect l="69" r="69"/>
          <a:stretch/>
        </p:blipFill>
        <p:spPr>
          <a:xfrm>
            <a:off x="10995722" y="6495372"/>
            <a:ext cx="290467" cy="290871"/>
          </a:xfrm>
          <a:prstGeom prst="rect">
            <a:avLst/>
          </a:prstGeom>
        </p:spPr>
      </p:pic>
      <p:sp>
        <p:nvSpPr>
          <p:cNvPr id="2" name="Slide Number Placeholder 7">
            <a:extLst>
              <a:ext uri="{FF2B5EF4-FFF2-40B4-BE49-F238E27FC236}">
                <a16:creationId xmlns:a16="http://schemas.microsoft.com/office/drawing/2014/main" id="{4667A4C1-DA09-F78D-89A6-39E0D02903A5}"/>
              </a:ext>
            </a:extLst>
          </p:cNvPr>
          <p:cNvSpPr>
            <a:spLocks noGrp="1"/>
          </p:cNvSpPr>
          <p:nvPr>
            <p:ph type="sldNum" sz="quarter" idx="4"/>
          </p:nvPr>
        </p:nvSpPr>
        <p:spPr>
          <a:xfrm>
            <a:off x="576072" y="6413092"/>
            <a:ext cx="150682" cy="153888"/>
          </a:xfrm>
          <a:prstGeom prst="rect">
            <a:avLst/>
          </a:prstGeom>
        </p:spPr>
        <p:txBody>
          <a:bodyPr vert="horz" wrap="none" lIns="0" tIns="0" rIns="0" bIns="0" rtlCol="0" anchor="b" anchorCtr="0">
            <a:spAutoFit/>
          </a:bodyPr>
          <a:lstStyle>
            <a:lvl1pPr algn="l">
              <a:defRPr sz="1000">
                <a:solidFill>
                  <a:schemeClr val="tx1">
                    <a:tint val="82000"/>
                  </a:schemeClr>
                </a:solidFill>
              </a:defRPr>
            </a:lvl1pPr>
          </a:lstStyle>
          <a:p>
            <a:fld id="{E9AC625C-0623-4FA9-8F8A-4D900326205E}" type="slidenum">
              <a:rPr lang="en-US" smtClean="0"/>
              <a:pPr/>
              <a:t>‹#›</a:t>
            </a:fld>
            <a:endParaRPr lang="en-US"/>
          </a:p>
        </p:txBody>
      </p:sp>
    </p:spTree>
    <p:extLst>
      <p:ext uri="{BB962C8B-B14F-4D97-AF65-F5344CB8AC3E}">
        <p14:creationId xmlns:p14="http://schemas.microsoft.com/office/powerpoint/2010/main" val="45202352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350.xml><?xml version="1.0" encoding="utf-8"?>
<p:sldLayout xmlns:a="http://schemas.openxmlformats.org/drawingml/2006/main" xmlns:r="http://schemas.openxmlformats.org/officeDocument/2006/relationships" xmlns:p="http://schemas.openxmlformats.org/presentationml/2006/main" preserve="1" userDrawn="1">
  <p:cSld name="Section Title 2">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6072"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pic>
        <p:nvPicPr>
          <p:cNvPr id="7" name="Picture 6">
            <a:extLst>
              <a:ext uri="{FF2B5EF4-FFF2-40B4-BE49-F238E27FC236}">
                <a16:creationId xmlns:a16="http://schemas.microsoft.com/office/drawing/2014/main" id="{8111608B-3482-A33C-BA63-70C5869A2ACA}"/>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5334001" y="0"/>
            <a:ext cx="6858000" cy="6861846"/>
          </a:xfrm>
          <a:prstGeom prst="rect">
            <a:avLst/>
          </a:prstGeom>
        </p:spPr>
      </p:pic>
    </p:spTree>
    <p:extLst>
      <p:ext uri="{BB962C8B-B14F-4D97-AF65-F5344CB8AC3E}">
        <p14:creationId xmlns:p14="http://schemas.microsoft.com/office/powerpoint/2010/main" val="208927915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351.xml><?xml version="1.0" encoding="utf-8"?>
<p:sldLayout xmlns:a="http://schemas.openxmlformats.org/drawingml/2006/main" xmlns:r="http://schemas.openxmlformats.org/officeDocument/2006/relationships" xmlns:p="http://schemas.openxmlformats.org/presentationml/2006/main" preserve="1" userDrawn="1">
  <p:cSld name="Section Title 3">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6072"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pic>
        <p:nvPicPr>
          <p:cNvPr id="8" name="Picture 7">
            <a:extLst>
              <a:ext uri="{FF2B5EF4-FFF2-40B4-BE49-F238E27FC236}">
                <a16:creationId xmlns:a16="http://schemas.microsoft.com/office/drawing/2014/main" id="{27F67BE8-1773-C479-4149-41024CAFA3D9}"/>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5334000" y="0"/>
            <a:ext cx="6858000" cy="6858000"/>
          </a:xfrm>
          <a:prstGeom prst="rect">
            <a:avLst/>
          </a:prstGeom>
        </p:spPr>
      </p:pic>
    </p:spTree>
    <p:extLst>
      <p:ext uri="{BB962C8B-B14F-4D97-AF65-F5344CB8AC3E}">
        <p14:creationId xmlns:p14="http://schemas.microsoft.com/office/powerpoint/2010/main" val="255125987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352.xml><?xml version="1.0" encoding="utf-8"?>
<p:sldLayout xmlns:a="http://schemas.openxmlformats.org/drawingml/2006/main" xmlns:r="http://schemas.openxmlformats.org/officeDocument/2006/relationships" xmlns:p="http://schemas.openxmlformats.org/presentationml/2006/main" preserve="1" userDrawn="1">
  <p:cSld name="Section Title 4">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6072"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pic>
        <p:nvPicPr>
          <p:cNvPr id="4" name="Picture 3" descr="A close-up of a colorful wave&#10;&#10;Description automatically generated">
            <a:extLst>
              <a:ext uri="{FF2B5EF4-FFF2-40B4-BE49-F238E27FC236}">
                <a16:creationId xmlns:a16="http://schemas.microsoft.com/office/drawing/2014/main" id="{7E23DEF3-55CD-9793-23E4-712C6621B71E}"/>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5334000" y="0"/>
            <a:ext cx="6856632" cy="6858000"/>
          </a:xfrm>
          <a:prstGeom prst="rect">
            <a:avLst/>
          </a:prstGeom>
        </p:spPr>
      </p:pic>
    </p:spTree>
    <p:extLst>
      <p:ext uri="{BB962C8B-B14F-4D97-AF65-F5344CB8AC3E}">
        <p14:creationId xmlns:p14="http://schemas.microsoft.com/office/powerpoint/2010/main" val="6236591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353.xml><?xml version="1.0" encoding="utf-8"?>
<p:sldLayout xmlns:a="http://schemas.openxmlformats.org/drawingml/2006/main" xmlns:r="http://schemas.openxmlformats.org/officeDocument/2006/relationships" xmlns:p="http://schemas.openxmlformats.org/presentationml/2006/main" preserve="1" userDrawn="1">
  <p:cSld name="Section Title Full Blue">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3C80F9F-53D7-FD76-F927-4B731F87465C}"/>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0" y="0"/>
            <a:ext cx="12192000" cy="6857999"/>
          </a:xfrm>
          <a:prstGeom prst="rect">
            <a:avLst/>
          </a:prstGeom>
        </p:spPr>
      </p:pic>
      <p:sp>
        <p:nvSpPr>
          <p:cNvPr id="2" name="Title 1"/>
          <p:cNvSpPr>
            <a:spLocks noGrp="1"/>
          </p:cNvSpPr>
          <p:nvPr>
            <p:ph type="title" hasCustomPrompt="1"/>
          </p:nvPr>
        </p:nvSpPr>
        <p:spPr>
          <a:xfrm>
            <a:off x="576072"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spTree>
    <p:extLst>
      <p:ext uri="{BB962C8B-B14F-4D97-AF65-F5344CB8AC3E}">
        <p14:creationId xmlns:p14="http://schemas.microsoft.com/office/powerpoint/2010/main" val="31342646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354.xml><?xml version="1.0" encoding="utf-8"?>
<p:sldLayout xmlns:a="http://schemas.openxmlformats.org/drawingml/2006/main" xmlns:r="http://schemas.openxmlformats.org/officeDocument/2006/relationships" xmlns:p="http://schemas.openxmlformats.org/presentationml/2006/main" preserve="1" userDrawn="1">
  <p:cSld name="Section Title Full Gold">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C22813B-0916-B031-5A6D-6C69C51D405F}"/>
              </a:ext>
              <a:ext uri="{C183D7F6-B498-43B3-948B-1728B52AA6E4}">
                <adec:decorative xmlns:adec="http://schemas.microsoft.com/office/drawing/2017/decorative" val="1"/>
              </a:ext>
            </a:extLst>
          </p:cNvPr>
          <p:cNvPicPr>
            <a:picLocks noChangeAspect="1"/>
          </p:cNvPicPr>
          <p:nvPr userDrawn="1"/>
        </p:nvPicPr>
        <p:blipFill>
          <a:blip r:embed="rId2"/>
          <a:srcRect/>
          <a:stretch/>
        </p:blipFill>
        <p:spPr>
          <a:xfrm>
            <a:off x="0" y="0"/>
            <a:ext cx="12191999" cy="6857998"/>
          </a:xfrm>
          <a:prstGeom prst="rect">
            <a:avLst/>
          </a:prstGeom>
        </p:spPr>
      </p:pic>
      <p:sp>
        <p:nvSpPr>
          <p:cNvPr id="2" name="Title 1"/>
          <p:cNvSpPr>
            <a:spLocks noGrp="1"/>
          </p:cNvSpPr>
          <p:nvPr>
            <p:ph type="title" hasCustomPrompt="1"/>
          </p:nvPr>
        </p:nvSpPr>
        <p:spPr>
          <a:xfrm>
            <a:off x="576072"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spTree>
    <p:extLst>
      <p:ext uri="{BB962C8B-B14F-4D97-AF65-F5344CB8AC3E}">
        <p14:creationId xmlns:p14="http://schemas.microsoft.com/office/powerpoint/2010/main" val="20122109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355.xml><?xml version="1.0" encoding="utf-8"?>
<p:sldLayout xmlns:a="http://schemas.openxmlformats.org/drawingml/2006/main" xmlns:r="http://schemas.openxmlformats.org/officeDocument/2006/relationships" xmlns:p="http://schemas.openxmlformats.org/presentationml/2006/main" preserve="1" userDrawn="1">
  <p:cSld name="Section Title Cream Gradient">
    <p:bg>
      <p:bgPr>
        <a:solidFill>
          <a:schemeClr val="bg1"/>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12F533E-13F8-CA91-8068-2E10F3E01094}"/>
              </a:ext>
            </a:extLst>
          </p:cNvPr>
          <p:cNvSpPr/>
          <p:nvPr userDrawn="1"/>
        </p:nvSpPr>
        <p:spPr bwMode="auto">
          <a:xfrm>
            <a:off x="0" y="0"/>
            <a:ext cx="12188952" cy="6858000"/>
          </a:xfrm>
          <a:prstGeom prst="rect">
            <a:avLst/>
          </a:prstGeom>
          <a:gradFill flip="none" rotWithShape="1">
            <a:gsLst>
              <a:gs pos="100000">
                <a:srgbClr val="F9ECDC"/>
              </a:gs>
              <a:gs pos="0">
                <a:srgbClr val="E5D0B9"/>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2" name="Title 1"/>
          <p:cNvSpPr>
            <a:spLocks noGrp="1"/>
          </p:cNvSpPr>
          <p:nvPr>
            <p:ph type="title" hasCustomPrompt="1"/>
          </p:nvPr>
        </p:nvSpPr>
        <p:spPr>
          <a:xfrm>
            <a:off x="576072"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spTree>
    <p:extLst>
      <p:ext uri="{BB962C8B-B14F-4D97-AF65-F5344CB8AC3E}">
        <p14:creationId xmlns:p14="http://schemas.microsoft.com/office/powerpoint/2010/main" val="64191150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356.xml><?xml version="1.0" encoding="utf-8"?>
<p:sldLayout xmlns:a="http://schemas.openxmlformats.org/drawingml/2006/main" xmlns:r="http://schemas.openxmlformats.org/officeDocument/2006/relationships" xmlns:p="http://schemas.openxmlformats.org/presentationml/2006/main" preserve="1" userDrawn="1">
  <p:cSld name="Section Title 5">
    <p:bg>
      <p:bgPr>
        <a:solidFill>
          <a:schemeClr val="accent1"/>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8B8FDC08-6E01-3B36-160B-ED2547ADFBDE}"/>
              </a:ext>
            </a:extLst>
          </p:cNvPr>
          <p:cNvSpPr>
            <a:spLocks noGrp="1"/>
          </p:cNvSpPr>
          <p:nvPr>
            <p:ph type="title" hasCustomPrompt="1"/>
          </p:nvPr>
        </p:nvSpPr>
        <p:spPr>
          <a:xfrm>
            <a:off x="576072"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spTree>
    <p:extLst>
      <p:ext uri="{BB962C8B-B14F-4D97-AF65-F5344CB8AC3E}">
        <p14:creationId xmlns:p14="http://schemas.microsoft.com/office/powerpoint/2010/main" val="2767567320"/>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357.xml><?xml version="1.0" encoding="utf-8"?>
<p:sldLayout xmlns:a="http://schemas.openxmlformats.org/drawingml/2006/main" xmlns:r="http://schemas.openxmlformats.org/officeDocument/2006/relationships" xmlns:p="http://schemas.openxmlformats.org/presentationml/2006/main" preserve="1" userDrawn="1">
  <p:cSld name="Section Title 6">
    <p:bg>
      <p:bgPr>
        <a:solidFill>
          <a:srgbClr val="2A446F"/>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8B8FDC08-6E01-3B36-160B-ED2547ADFBDE}"/>
              </a:ext>
            </a:extLst>
          </p:cNvPr>
          <p:cNvSpPr>
            <a:spLocks noGrp="1"/>
          </p:cNvSpPr>
          <p:nvPr>
            <p:ph type="title" hasCustomPrompt="1"/>
          </p:nvPr>
        </p:nvSpPr>
        <p:spPr>
          <a:xfrm>
            <a:off x="576072"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spTree>
    <p:extLst>
      <p:ext uri="{BB962C8B-B14F-4D97-AF65-F5344CB8AC3E}">
        <p14:creationId xmlns:p14="http://schemas.microsoft.com/office/powerpoint/2010/main" val="2983000347"/>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358.xml><?xml version="1.0" encoding="utf-8"?>
<p:sldLayout xmlns:a="http://schemas.openxmlformats.org/drawingml/2006/main" xmlns:r="http://schemas.openxmlformats.org/officeDocument/2006/relationships" xmlns:p="http://schemas.openxmlformats.org/presentationml/2006/main" preserve="1" userDrawn="1">
  <p:cSld name="Section Title 7">
    <p:bg>
      <p:bgPr>
        <a:solidFill>
          <a:schemeClr val="accent3"/>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8B8FDC08-6E01-3B36-160B-ED2547ADFBDE}"/>
              </a:ext>
            </a:extLst>
          </p:cNvPr>
          <p:cNvSpPr>
            <a:spLocks noGrp="1"/>
          </p:cNvSpPr>
          <p:nvPr>
            <p:ph type="title" hasCustomPrompt="1"/>
          </p:nvPr>
        </p:nvSpPr>
        <p:spPr>
          <a:xfrm>
            <a:off x="576072"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spTree>
    <p:extLst>
      <p:ext uri="{BB962C8B-B14F-4D97-AF65-F5344CB8AC3E}">
        <p14:creationId xmlns:p14="http://schemas.microsoft.com/office/powerpoint/2010/main" val="1385122990"/>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359.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262EC4-DD39-EB54-3645-F5D77A41AB33}"/>
              </a:ext>
            </a:extLst>
          </p:cNvPr>
          <p:cNvSpPr>
            <a:spLocks noGrp="1"/>
          </p:cNvSpPr>
          <p:nvPr>
            <p:ph type="title"/>
          </p:nvPr>
        </p:nvSpPr>
        <p:spPr>
          <a:xfrm>
            <a:off x="585216" y="-420892"/>
            <a:ext cx="11018520" cy="276999"/>
          </a:xfrm>
        </p:spPr>
        <p:txBody>
          <a:bodyPr vert="horz" wrap="square" lIns="0" tIns="0" rIns="0" bIns="0" rtlCol="0" anchor="t">
            <a:spAutoFit/>
          </a:bodyPr>
          <a:lstStyle>
            <a:lvl1pPr>
              <a:defRPr lang="en-US" sz="1800" dirty="0"/>
            </a:lvl1pPr>
          </a:lstStyle>
          <a:p>
            <a:pPr lvl="0"/>
            <a:r>
              <a:rPr lang="en-US"/>
              <a:t>Click to edit Master title style</a:t>
            </a:r>
          </a:p>
        </p:txBody>
      </p:sp>
    </p:spTree>
    <p:extLst>
      <p:ext uri="{BB962C8B-B14F-4D97-AF65-F5344CB8AC3E}">
        <p14:creationId xmlns:p14="http://schemas.microsoft.com/office/powerpoint/2010/main" val="414005045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60.xml><?xml version="1.0" encoding="utf-8"?>
<p:sldLayout xmlns:a="http://schemas.openxmlformats.org/drawingml/2006/main" xmlns:r="http://schemas.openxmlformats.org/officeDocument/2006/relationships" xmlns:p="http://schemas.openxmlformats.org/presentationml/2006/main" preserve="1">
  <p:cSld name="Blank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6006007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61.xml><?xml version="1.0" encoding="utf-8"?>
<p:sldLayout xmlns:a="http://schemas.openxmlformats.org/drawingml/2006/main" xmlns:r="http://schemas.openxmlformats.org/officeDocument/2006/relationships" xmlns:p="http://schemas.openxmlformats.org/presentationml/2006/main" preserve="1">
  <p:cSld name="Blank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981395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62.xml><?xml version="1.0" encoding="utf-8"?>
<p:sldLayout xmlns:a="http://schemas.openxmlformats.org/drawingml/2006/main" xmlns:r="http://schemas.openxmlformats.org/officeDocument/2006/relationships" xmlns:p="http://schemas.openxmlformats.org/presentationml/2006/main" preserve="1">
  <p:cSld name="Blank 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5855316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63.xml><?xml version="1.0" encoding="utf-8"?>
<p:sldLayout xmlns:a="http://schemas.openxmlformats.org/drawingml/2006/main" xmlns:r="http://schemas.openxmlformats.org/officeDocument/2006/relationships" xmlns:p="http://schemas.openxmlformats.org/presentationml/2006/main" preserve="1" userDrawn="1">
  <p:cSld name="Content Graphic">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BC87E-4CC9-0F44-6DF9-7F6E2A04362F}"/>
              </a:ext>
            </a:extLst>
          </p:cNvPr>
          <p:cNvSpPr>
            <a:spLocks noGrp="1"/>
          </p:cNvSpPr>
          <p:nvPr>
            <p:ph type="title"/>
          </p:nvPr>
        </p:nvSpPr>
        <p:spPr>
          <a:xfrm>
            <a:off x="913532" y="1008742"/>
            <a:ext cx="10363918" cy="430887"/>
          </a:xfrm>
        </p:spPr>
        <p:txBody>
          <a:bodyPr>
            <a:spAutoFit/>
          </a:bodyPr>
          <a:lstStyle>
            <a:lvl1pPr>
              <a:defRPr>
                <a:solidFill>
                  <a:schemeClr val="tx1"/>
                </a:solidFill>
              </a:defRPr>
            </a:lvl1pPr>
          </a:lstStyle>
          <a:p>
            <a:r>
              <a:rPr lang="en-US"/>
              <a:t>Click to edit Master title style</a:t>
            </a:r>
          </a:p>
        </p:txBody>
      </p:sp>
      <p:sp>
        <p:nvSpPr>
          <p:cNvPr id="4" name="Text Placeholder 4">
            <a:extLst>
              <a:ext uri="{FF2B5EF4-FFF2-40B4-BE49-F238E27FC236}">
                <a16:creationId xmlns:a16="http://schemas.microsoft.com/office/drawing/2014/main" id="{49DBCD25-6DFA-052F-4ED9-1E8C8737F934}"/>
              </a:ext>
            </a:extLst>
          </p:cNvPr>
          <p:cNvSpPr>
            <a:spLocks noGrp="1"/>
          </p:cNvSpPr>
          <p:nvPr>
            <p:ph type="body" sz="quarter" idx="11" hasCustomPrompt="1"/>
          </p:nvPr>
        </p:nvSpPr>
        <p:spPr>
          <a:xfrm>
            <a:off x="913532" y="818242"/>
            <a:ext cx="10363918" cy="184666"/>
          </a:xfr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
        <p:nvSpPr>
          <p:cNvPr id="3" name="Content Placeholder 3">
            <a:extLst>
              <a:ext uri="{FF2B5EF4-FFF2-40B4-BE49-F238E27FC236}">
                <a16:creationId xmlns:a16="http://schemas.microsoft.com/office/drawing/2014/main" id="{2155222B-26E4-2F43-D7F5-FC045289128D}"/>
              </a:ext>
            </a:extLst>
          </p:cNvPr>
          <p:cNvSpPr>
            <a:spLocks noGrp="1"/>
          </p:cNvSpPr>
          <p:nvPr>
            <p:ph sz="quarter" idx="10"/>
          </p:nvPr>
        </p:nvSpPr>
        <p:spPr>
          <a:xfrm>
            <a:off x="913382" y="2017712"/>
            <a:ext cx="10364218" cy="425132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6334223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64.xml><?xml version="1.0" encoding="utf-8"?>
<p:sldLayout xmlns:a="http://schemas.openxmlformats.org/drawingml/2006/main" xmlns:r="http://schemas.openxmlformats.org/officeDocument/2006/relationships" xmlns:p="http://schemas.openxmlformats.org/presentationml/2006/main" preserve="1" userDrawn="1">
  <p:cSld name="Content Graphic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96318D53-3286-EAEB-3098-F1081AF276A8}"/>
              </a:ext>
              <a:ext uri="{C183D7F6-B498-43B3-948B-1728B52AA6E4}">
                <adec:decorative xmlns:adec="http://schemas.microsoft.com/office/drawing/2017/decorative" val="1"/>
              </a:ext>
            </a:extLst>
          </p:cNvPr>
          <p:cNvPicPr>
            <a:picLocks noChangeAspect="1"/>
          </p:cNvPicPr>
          <p:nvPr userDrawn="1"/>
        </p:nvPicPr>
        <p:blipFill>
          <a:blip r:embed="rId3">
            <a:extLst>
              <a:ext uri="{BEBA8EAE-BF5A-486C-A8C5-ECC9F3942E4B}">
                <a14:imgProps xmlns:a14="http://schemas.microsoft.com/office/drawing/2010/main">
                  <a14:imgLayer r:embed="rId4">
                    <a14:imgEffect>
                      <a14:brightnessContrast bright="15000"/>
                    </a14:imgEffect>
                  </a14:imgLayer>
                </a14:imgProps>
              </a:ext>
            </a:extLst>
          </a:blip>
          <a:srcRect t="48" b="48"/>
          <a:stretch/>
        </p:blipFill>
        <p:spPr>
          <a:xfrm>
            <a:off x="578642" y="588018"/>
            <a:ext cx="11033446" cy="5681964"/>
          </a:xfrm>
          <a:prstGeom prst="roundRect">
            <a:avLst>
              <a:gd name="adj" fmla="val 2183"/>
            </a:avLst>
          </a:prstGeom>
        </p:spPr>
      </p:pic>
      <p:sp>
        <p:nvSpPr>
          <p:cNvPr id="3" name="Title 1">
            <a:extLst>
              <a:ext uri="{FF2B5EF4-FFF2-40B4-BE49-F238E27FC236}">
                <a16:creationId xmlns:a16="http://schemas.microsoft.com/office/drawing/2014/main" id="{3AD825C2-7FF1-3371-96A7-47B94663743F}"/>
              </a:ext>
            </a:extLst>
          </p:cNvPr>
          <p:cNvSpPr>
            <a:spLocks noGrp="1"/>
          </p:cNvSpPr>
          <p:nvPr>
            <p:ph type="title"/>
          </p:nvPr>
        </p:nvSpPr>
        <p:spPr>
          <a:xfrm>
            <a:off x="913532" y="1008742"/>
            <a:ext cx="10363918" cy="430887"/>
          </a:xfrm>
        </p:spPr>
        <p:txBody>
          <a:bodyPr>
            <a:spAutoFit/>
          </a:bodyPr>
          <a:lstStyle>
            <a:lvl1pPr>
              <a:defRPr>
                <a:solidFill>
                  <a:schemeClr val="tx1"/>
                </a:solidFill>
              </a:defRPr>
            </a:lvl1pPr>
          </a:lstStyle>
          <a:p>
            <a:r>
              <a:rPr lang="en-US"/>
              <a:t>Click to edit Master title style</a:t>
            </a:r>
          </a:p>
        </p:txBody>
      </p:sp>
      <p:sp>
        <p:nvSpPr>
          <p:cNvPr id="2" name="Text Placeholder 4">
            <a:extLst>
              <a:ext uri="{FF2B5EF4-FFF2-40B4-BE49-F238E27FC236}">
                <a16:creationId xmlns:a16="http://schemas.microsoft.com/office/drawing/2014/main" id="{8F683B1D-9A97-8095-D692-BB98BA5D36B9}"/>
              </a:ext>
            </a:extLst>
          </p:cNvPr>
          <p:cNvSpPr>
            <a:spLocks noGrp="1"/>
          </p:cNvSpPr>
          <p:nvPr>
            <p:ph type="body" sz="quarter" idx="11" hasCustomPrompt="1"/>
          </p:nvPr>
        </p:nvSpPr>
        <p:spPr>
          <a:xfrm>
            <a:off x="913532" y="818242"/>
            <a:ext cx="10363918" cy="184666"/>
          </a:xfr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
        <p:nvSpPr>
          <p:cNvPr id="4" name="Content Placeholder 3">
            <a:extLst>
              <a:ext uri="{FF2B5EF4-FFF2-40B4-BE49-F238E27FC236}">
                <a16:creationId xmlns:a16="http://schemas.microsoft.com/office/drawing/2014/main" id="{4DDFB201-BF2E-7E3A-CE08-CB33082FCE63}"/>
              </a:ext>
            </a:extLst>
          </p:cNvPr>
          <p:cNvSpPr>
            <a:spLocks noGrp="1"/>
          </p:cNvSpPr>
          <p:nvPr>
            <p:ph sz="quarter" idx="10"/>
          </p:nvPr>
        </p:nvSpPr>
        <p:spPr>
          <a:xfrm>
            <a:off x="913382" y="3708400"/>
            <a:ext cx="2505456" cy="892552"/>
          </a:xfrm>
        </p:spPr>
        <p:txBody>
          <a:bodyPr/>
          <a:lstStyle>
            <a:lvl1pPr algn="ctr">
              <a:defRPr sz="1600">
                <a:solidFill>
                  <a:schemeClr val="tx1"/>
                </a:solidFill>
                <a:latin typeface="+mn-lt"/>
              </a:defRPr>
            </a:lvl1pPr>
            <a:lvl2pPr algn="ct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p:txBody>
      </p:sp>
      <p:sp>
        <p:nvSpPr>
          <p:cNvPr id="10" name="Content Placeholder 3">
            <a:extLst>
              <a:ext uri="{FF2B5EF4-FFF2-40B4-BE49-F238E27FC236}">
                <a16:creationId xmlns:a16="http://schemas.microsoft.com/office/drawing/2014/main" id="{7FEBBDF5-F084-CF10-5555-E3848FF67896}"/>
              </a:ext>
            </a:extLst>
          </p:cNvPr>
          <p:cNvSpPr>
            <a:spLocks noGrp="1"/>
          </p:cNvSpPr>
          <p:nvPr>
            <p:ph sz="quarter" idx="12"/>
          </p:nvPr>
        </p:nvSpPr>
        <p:spPr>
          <a:xfrm>
            <a:off x="3589909" y="3708400"/>
            <a:ext cx="2505456" cy="892552"/>
          </a:xfrm>
        </p:spPr>
        <p:txBody>
          <a:bodyPr/>
          <a:lstStyle>
            <a:lvl1pPr algn="ctr">
              <a:defRPr sz="1600">
                <a:solidFill>
                  <a:schemeClr val="tx1"/>
                </a:solidFill>
                <a:latin typeface="+mn-lt"/>
              </a:defRPr>
            </a:lvl1pPr>
            <a:lvl2pPr algn="ct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p:txBody>
      </p:sp>
      <p:sp>
        <p:nvSpPr>
          <p:cNvPr id="11" name="Content Placeholder 3">
            <a:extLst>
              <a:ext uri="{FF2B5EF4-FFF2-40B4-BE49-F238E27FC236}">
                <a16:creationId xmlns:a16="http://schemas.microsoft.com/office/drawing/2014/main" id="{6B949797-8726-7778-B26B-C31DBA688882}"/>
              </a:ext>
            </a:extLst>
          </p:cNvPr>
          <p:cNvSpPr>
            <a:spLocks noGrp="1"/>
          </p:cNvSpPr>
          <p:nvPr>
            <p:ph sz="quarter" idx="13"/>
          </p:nvPr>
        </p:nvSpPr>
        <p:spPr>
          <a:xfrm>
            <a:off x="6266436" y="3708400"/>
            <a:ext cx="2505456" cy="892552"/>
          </a:xfrm>
        </p:spPr>
        <p:txBody>
          <a:bodyPr/>
          <a:lstStyle>
            <a:lvl1pPr algn="ctr">
              <a:defRPr sz="1600">
                <a:solidFill>
                  <a:schemeClr val="tx1"/>
                </a:solidFill>
                <a:latin typeface="+mn-lt"/>
              </a:defRPr>
            </a:lvl1pPr>
            <a:lvl2pPr algn="ct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p:txBody>
      </p:sp>
      <p:sp>
        <p:nvSpPr>
          <p:cNvPr id="12" name="Content Placeholder 3">
            <a:extLst>
              <a:ext uri="{FF2B5EF4-FFF2-40B4-BE49-F238E27FC236}">
                <a16:creationId xmlns:a16="http://schemas.microsoft.com/office/drawing/2014/main" id="{C68450D2-B84B-EFE2-F1F2-471B2C05B0F2}"/>
              </a:ext>
            </a:extLst>
          </p:cNvPr>
          <p:cNvSpPr>
            <a:spLocks noGrp="1"/>
          </p:cNvSpPr>
          <p:nvPr>
            <p:ph sz="quarter" idx="14"/>
          </p:nvPr>
        </p:nvSpPr>
        <p:spPr>
          <a:xfrm>
            <a:off x="8885671" y="3708400"/>
            <a:ext cx="2505456" cy="892552"/>
          </a:xfrm>
        </p:spPr>
        <p:txBody>
          <a:bodyPr/>
          <a:lstStyle>
            <a:lvl1pPr algn="ctr">
              <a:defRPr sz="1600">
                <a:solidFill>
                  <a:schemeClr val="tx1"/>
                </a:solidFill>
                <a:latin typeface="+mn-lt"/>
              </a:defRPr>
            </a:lvl1pPr>
            <a:lvl2pPr algn="ct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50534765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65.xml><?xml version="1.0" encoding="utf-8"?>
<p:sldLayout xmlns:a="http://schemas.openxmlformats.org/drawingml/2006/main" xmlns:r="http://schemas.openxmlformats.org/officeDocument/2006/relationships" xmlns:p="http://schemas.openxmlformats.org/presentationml/2006/main" preserve="1" userDrawn="1">
  <p:cSld name="Content Graphic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FB6B235D-925E-935A-C0D1-66A1BCB69698}"/>
              </a:ext>
              <a:ext uri="{C183D7F6-B498-43B3-948B-1728B52AA6E4}">
                <adec:decorative xmlns:adec="http://schemas.microsoft.com/office/drawing/2017/decorative" val="1"/>
              </a:ext>
            </a:extLst>
          </p:cNvPr>
          <p:cNvPicPr>
            <a:picLocks noChangeAspect="1"/>
          </p:cNvPicPr>
          <p:nvPr userDrawn="1"/>
        </p:nvPicPr>
        <p:blipFill>
          <a:blip r:embed="rId3">
            <a:lum bright="10000"/>
            <a:extLst>
              <a:ext uri="{96DAC541-7B7A-43D3-8B79-37D633B846F1}">
                <asvg:svgBlip xmlns:asvg="http://schemas.microsoft.com/office/drawing/2016/SVG/main" r:embed="rId4"/>
              </a:ext>
            </a:extLst>
          </a:blip>
          <a:srcRect l="29" r="29"/>
          <a:stretch/>
        </p:blipFill>
        <p:spPr>
          <a:xfrm>
            <a:off x="578642" y="588018"/>
            <a:ext cx="11033446" cy="5681964"/>
          </a:xfrm>
          <a:prstGeom prst="roundRect">
            <a:avLst>
              <a:gd name="adj" fmla="val 2183"/>
            </a:avLst>
          </a:prstGeom>
        </p:spPr>
      </p:pic>
      <p:sp>
        <p:nvSpPr>
          <p:cNvPr id="3" name="Title 1">
            <a:extLst>
              <a:ext uri="{FF2B5EF4-FFF2-40B4-BE49-F238E27FC236}">
                <a16:creationId xmlns:a16="http://schemas.microsoft.com/office/drawing/2014/main" id="{38A31E95-ADF9-9E3F-1324-0D2A40C31A9D}"/>
              </a:ext>
            </a:extLst>
          </p:cNvPr>
          <p:cNvSpPr>
            <a:spLocks noGrp="1"/>
          </p:cNvSpPr>
          <p:nvPr>
            <p:ph type="title"/>
          </p:nvPr>
        </p:nvSpPr>
        <p:spPr>
          <a:xfrm>
            <a:off x="913532" y="1008742"/>
            <a:ext cx="10363918" cy="430887"/>
          </a:xfrm>
        </p:spPr>
        <p:txBody>
          <a:bodyPr>
            <a:spAutoFit/>
          </a:bodyPr>
          <a:lstStyle>
            <a:lvl1pPr>
              <a:defRPr>
                <a:solidFill>
                  <a:schemeClr val="tx1"/>
                </a:solidFill>
              </a:defRPr>
            </a:lvl1pPr>
          </a:lstStyle>
          <a:p>
            <a:r>
              <a:rPr lang="en-US"/>
              <a:t>Click to edit Master title style</a:t>
            </a:r>
          </a:p>
        </p:txBody>
      </p:sp>
      <p:sp>
        <p:nvSpPr>
          <p:cNvPr id="6" name="Text Placeholder 4">
            <a:extLst>
              <a:ext uri="{FF2B5EF4-FFF2-40B4-BE49-F238E27FC236}">
                <a16:creationId xmlns:a16="http://schemas.microsoft.com/office/drawing/2014/main" id="{BE3AB752-DB9F-C311-68FE-01A729FCF97A}"/>
              </a:ext>
            </a:extLst>
          </p:cNvPr>
          <p:cNvSpPr>
            <a:spLocks noGrp="1"/>
          </p:cNvSpPr>
          <p:nvPr>
            <p:ph type="body" sz="quarter" idx="11" hasCustomPrompt="1"/>
          </p:nvPr>
        </p:nvSpPr>
        <p:spPr>
          <a:xfrm>
            <a:off x="913532" y="818242"/>
            <a:ext cx="10363918" cy="184666"/>
          </a:xfr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
        <p:nvSpPr>
          <p:cNvPr id="4" name="Content Placeholder 3">
            <a:extLst>
              <a:ext uri="{FF2B5EF4-FFF2-40B4-BE49-F238E27FC236}">
                <a16:creationId xmlns:a16="http://schemas.microsoft.com/office/drawing/2014/main" id="{855F23D6-B0F2-95EC-6A60-E33F63B03998}"/>
              </a:ext>
            </a:extLst>
          </p:cNvPr>
          <p:cNvSpPr>
            <a:spLocks noGrp="1"/>
          </p:cNvSpPr>
          <p:nvPr>
            <p:ph sz="quarter" idx="10"/>
          </p:nvPr>
        </p:nvSpPr>
        <p:spPr>
          <a:xfrm>
            <a:off x="913382" y="2017712"/>
            <a:ext cx="10364218" cy="425132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5582831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66.xml><?xml version="1.0" encoding="utf-8"?>
<p:sldLayout xmlns:a="http://schemas.openxmlformats.org/drawingml/2006/main" xmlns:r="http://schemas.openxmlformats.org/officeDocument/2006/relationships" xmlns:p="http://schemas.openxmlformats.org/presentationml/2006/main" preserve="1" userDrawn="1">
  <p:cSld name="Big Numb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E53C62E-72E5-F065-0EA5-5455A61A105D}"/>
              </a:ext>
            </a:extLst>
          </p:cNvPr>
          <p:cNvSpPr>
            <a:spLocks noGrp="1"/>
          </p:cNvSpPr>
          <p:nvPr>
            <p:ph type="title" hasCustomPrompt="1"/>
          </p:nvPr>
        </p:nvSpPr>
        <p:spPr>
          <a:xfrm>
            <a:off x="2147823" y="1778853"/>
            <a:ext cx="7896354" cy="2462213"/>
          </a:xfrm>
        </p:spPr>
        <p:txBody>
          <a:bodyPr/>
          <a:lstStyle>
            <a:lvl1pPr marL="0" indent="0" algn="ctr">
              <a:buFont typeface="Arial" panose="020B0604020202020204" pitchFamily="34" charset="0"/>
              <a:buNone/>
              <a:defRPr sz="16000">
                <a:latin typeface="+mn-lt"/>
              </a:defRPr>
            </a:lvl1pPr>
          </a:lstStyle>
          <a:p>
            <a:r>
              <a:rPr lang="en-US"/>
              <a:t>##</a:t>
            </a:r>
          </a:p>
        </p:txBody>
      </p:sp>
      <p:sp>
        <p:nvSpPr>
          <p:cNvPr id="6" name="Text Placeholder 5">
            <a:extLst>
              <a:ext uri="{FF2B5EF4-FFF2-40B4-BE49-F238E27FC236}">
                <a16:creationId xmlns:a16="http://schemas.microsoft.com/office/drawing/2014/main" id="{E61FDE9D-CE47-EE58-DDEB-A4E2C9956FDB}"/>
              </a:ext>
            </a:extLst>
          </p:cNvPr>
          <p:cNvSpPr>
            <a:spLocks noGrp="1"/>
          </p:cNvSpPr>
          <p:nvPr>
            <p:ph type="body" sz="quarter" idx="10" hasCustomPrompt="1"/>
          </p:nvPr>
        </p:nvSpPr>
        <p:spPr>
          <a:xfrm>
            <a:off x="2146300" y="4253885"/>
            <a:ext cx="7899400" cy="246221"/>
          </a:xfrm>
        </p:spPr>
        <p:txBody>
          <a:bodyPr/>
          <a:lstStyle>
            <a:lvl1pPr marL="0" indent="0" algn="ctr">
              <a:buNone/>
              <a:defRPr sz="1600"/>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subtext style</a:t>
            </a:r>
          </a:p>
        </p:txBody>
      </p:sp>
      <p:sp>
        <p:nvSpPr>
          <p:cNvPr id="7" name="Text Placeholder 5">
            <a:extLst>
              <a:ext uri="{FF2B5EF4-FFF2-40B4-BE49-F238E27FC236}">
                <a16:creationId xmlns:a16="http://schemas.microsoft.com/office/drawing/2014/main" id="{483921F1-D334-EC88-D639-C6492418B9DD}"/>
              </a:ext>
            </a:extLst>
          </p:cNvPr>
          <p:cNvSpPr>
            <a:spLocks noGrp="1"/>
          </p:cNvSpPr>
          <p:nvPr>
            <p:ph type="body" sz="quarter" idx="11" hasCustomPrompt="1"/>
          </p:nvPr>
        </p:nvSpPr>
        <p:spPr>
          <a:xfrm>
            <a:off x="2146300" y="5384185"/>
            <a:ext cx="7899400" cy="153888"/>
          </a:xfrm>
        </p:spPr>
        <p:txBody>
          <a:bodyPr/>
          <a:lstStyle>
            <a:lvl1pPr marL="0" indent="0" algn="ctr">
              <a:buNone/>
              <a:defRPr sz="1000"/>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footer style</a:t>
            </a:r>
          </a:p>
        </p:txBody>
      </p:sp>
    </p:spTree>
    <p:extLst>
      <p:ext uri="{BB962C8B-B14F-4D97-AF65-F5344CB8AC3E}">
        <p14:creationId xmlns:p14="http://schemas.microsoft.com/office/powerpoint/2010/main" val="217700845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2">
          <p15:clr>
            <a:srgbClr val="A4A3A4"/>
          </p15:clr>
        </p15:guide>
        <p15:guide id="24" pos="6120">
          <p15:clr>
            <a:srgbClr val="A4A3A4"/>
          </p15:clr>
        </p15:guide>
        <p15:guide id="25" pos="6308">
          <p15:clr>
            <a:srgbClr val="A4A3A4"/>
          </p15:clr>
        </p15:guide>
        <p15:guide id="26" pos="6717">
          <p15:clr>
            <a:srgbClr val="A4A3A4"/>
          </p15:clr>
        </p15:guide>
        <p15:guide id="27" pos="6900">
          <p15:clr>
            <a:srgbClr val="A4A3A4"/>
          </p15:clr>
        </p15:guide>
        <p15:guide id="28" orient="horz" pos="888">
          <p15:clr>
            <a:srgbClr val="5ACBF0"/>
          </p15:clr>
        </p15:guide>
        <p15:guide id="29" orient="horz" pos="1271">
          <p15:clr>
            <a:srgbClr val="5ACBF0"/>
          </p15:clr>
        </p15:guide>
        <p15:guide id="30" orient="horz" pos="288">
          <p15:clr>
            <a:srgbClr val="5ACBF0"/>
          </p15:clr>
        </p15:guide>
      </p15:sldGuideLst>
    </p:ext>
  </p:extLst>
</p:sldLayout>
</file>

<file path=ppt/slideLayouts/slideLayout367.xml><?xml version="1.0" encoding="utf-8"?>
<p:sldLayout xmlns:a="http://schemas.openxmlformats.org/drawingml/2006/main" xmlns:r="http://schemas.openxmlformats.org/officeDocument/2006/relationships" xmlns:p="http://schemas.openxmlformats.org/presentationml/2006/main" preserve="1" userDrawn="1">
  <p:cSld name="Big Number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3">
            <a:extLst>
              <a:ext uri="{FF2B5EF4-FFF2-40B4-BE49-F238E27FC236}">
                <a16:creationId xmlns:a16="http://schemas.microsoft.com/office/drawing/2014/main" id="{4CD05008-D889-2657-9E64-AE1A68432B3A}"/>
              </a:ext>
            </a:extLst>
          </p:cNvPr>
          <p:cNvSpPr>
            <a:spLocks noGrp="1"/>
          </p:cNvSpPr>
          <p:nvPr>
            <p:ph type="title" hasCustomPrompt="1"/>
          </p:nvPr>
        </p:nvSpPr>
        <p:spPr>
          <a:xfrm>
            <a:off x="2147823" y="1778853"/>
            <a:ext cx="7896354" cy="2462213"/>
          </a:xfrm>
        </p:spPr>
        <p:txBody>
          <a:bodyPr/>
          <a:lstStyle>
            <a:lvl1pPr marL="0" indent="0" algn="ctr">
              <a:buFont typeface="Arial" panose="020B0604020202020204" pitchFamily="34" charset="0"/>
              <a:buNone/>
              <a:defRPr sz="16000">
                <a:latin typeface="+mn-lt"/>
              </a:defRPr>
            </a:lvl1pPr>
          </a:lstStyle>
          <a:p>
            <a:r>
              <a:rPr lang="en-US"/>
              <a:t>##</a:t>
            </a:r>
          </a:p>
        </p:txBody>
      </p:sp>
      <p:sp>
        <p:nvSpPr>
          <p:cNvPr id="4" name="Text Placeholder 5">
            <a:extLst>
              <a:ext uri="{FF2B5EF4-FFF2-40B4-BE49-F238E27FC236}">
                <a16:creationId xmlns:a16="http://schemas.microsoft.com/office/drawing/2014/main" id="{B90B9417-A140-ED0E-9B15-EC46E435206D}"/>
              </a:ext>
            </a:extLst>
          </p:cNvPr>
          <p:cNvSpPr>
            <a:spLocks noGrp="1"/>
          </p:cNvSpPr>
          <p:nvPr>
            <p:ph type="body" sz="quarter" idx="10" hasCustomPrompt="1"/>
          </p:nvPr>
        </p:nvSpPr>
        <p:spPr>
          <a:xfrm>
            <a:off x="2146300" y="4253885"/>
            <a:ext cx="7899400" cy="246221"/>
          </a:xfrm>
        </p:spPr>
        <p:txBody>
          <a:bodyPr/>
          <a:lstStyle>
            <a:lvl1pPr marL="0" indent="0" algn="ctr">
              <a:buNone/>
              <a:defRPr sz="1600"/>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subtext style</a:t>
            </a:r>
          </a:p>
        </p:txBody>
      </p:sp>
      <p:sp>
        <p:nvSpPr>
          <p:cNvPr id="5" name="Text Placeholder 5">
            <a:extLst>
              <a:ext uri="{FF2B5EF4-FFF2-40B4-BE49-F238E27FC236}">
                <a16:creationId xmlns:a16="http://schemas.microsoft.com/office/drawing/2014/main" id="{AE6AC568-C052-9C82-938A-92DB6B485D9D}"/>
              </a:ext>
            </a:extLst>
          </p:cNvPr>
          <p:cNvSpPr>
            <a:spLocks noGrp="1"/>
          </p:cNvSpPr>
          <p:nvPr>
            <p:ph type="body" sz="quarter" idx="11" hasCustomPrompt="1"/>
          </p:nvPr>
        </p:nvSpPr>
        <p:spPr>
          <a:xfrm>
            <a:off x="2146300" y="5384185"/>
            <a:ext cx="7899400" cy="153888"/>
          </a:xfrm>
        </p:spPr>
        <p:txBody>
          <a:bodyPr/>
          <a:lstStyle>
            <a:lvl1pPr marL="0" indent="0" algn="ctr">
              <a:buNone/>
              <a:defRPr sz="1000"/>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footer style</a:t>
            </a:r>
          </a:p>
        </p:txBody>
      </p:sp>
    </p:spTree>
    <p:extLst>
      <p:ext uri="{BB962C8B-B14F-4D97-AF65-F5344CB8AC3E}">
        <p14:creationId xmlns:p14="http://schemas.microsoft.com/office/powerpoint/2010/main" val="1720790188"/>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68.xml><?xml version="1.0" encoding="utf-8"?>
<p:sldLayout xmlns:a="http://schemas.openxmlformats.org/drawingml/2006/main" xmlns:r="http://schemas.openxmlformats.org/officeDocument/2006/relationships" xmlns:p="http://schemas.openxmlformats.org/presentationml/2006/main" preserve="1" userDrawn="1">
  <p:cSld name="Big Number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3">
            <a:extLst>
              <a:ext uri="{FF2B5EF4-FFF2-40B4-BE49-F238E27FC236}">
                <a16:creationId xmlns:a16="http://schemas.microsoft.com/office/drawing/2014/main" id="{F1F03AAB-35E4-75D5-BC32-B2CE3D93644D}"/>
              </a:ext>
            </a:extLst>
          </p:cNvPr>
          <p:cNvSpPr>
            <a:spLocks noGrp="1"/>
          </p:cNvSpPr>
          <p:nvPr>
            <p:ph type="title" hasCustomPrompt="1"/>
          </p:nvPr>
        </p:nvSpPr>
        <p:spPr>
          <a:xfrm>
            <a:off x="2147823" y="1778853"/>
            <a:ext cx="7896354" cy="2462213"/>
          </a:xfrm>
        </p:spPr>
        <p:txBody>
          <a:bodyPr/>
          <a:lstStyle>
            <a:lvl1pPr marL="0" indent="0" algn="ctr">
              <a:buFont typeface="Arial" panose="020B0604020202020204" pitchFamily="34" charset="0"/>
              <a:buNone/>
              <a:defRPr sz="16000">
                <a:latin typeface="+mn-lt"/>
              </a:defRPr>
            </a:lvl1pPr>
          </a:lstStyle>
          <a:p>
            <a:r>
              <a:rPr lang="en-US"/>
              <a:t>##</a:t>
            </a:r>
          </a:p>
        </p:txBody>
      </p:sp>
      <p:sp>
        <p:nvSpPr>
          <p:cNvPr id="4" name="Text Placeholder 5">
            <a:extLst>
              <a:ext uri="{FF2B5EF4-FFF2-40B4-BE49-F238E27FC236}">
                <a16:creationId xmlns:a16="http://schemas.microsoft.com/office/drawing/2014/main" id="{D1F2F5D4-3A80-B49A-353F-38D18DF589C8}"/>
              </a:ext>
            </a:extLst>
          </p:cNvPr>
          <p:cNvSpPr>
            <a:spLocks noGrp="1"/>
          </p:cNvSpPr>
          <p:nvPr>
            <p:ph type="body" sz="quarter" idx="10" hasCustomPrompt="1"/>
          </p:nvPr>
        </p:nvSpPr>
        <p:spPr>
          <a:xfrm>
            <a:off x="2146300" y="4253885"/>
            <a:ext cx="7899400" cy="246221"/>
          </a:xfrm>
        </p:spPr>
        <p:txBody>
          <a:bodyPr/>
          <a:lstStyle>
            <a:lvl1pPr marL="0" indent="0" algn="ctr">
              <a:buNone/>
              <a:defRPr sz="1600"/>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subtext style</a:t>
            </a:r>
          </a:p>
        </p:txBody>
      </p:sp>
      <p:sp>
        <p:nvSpPr>
          <p:cNvPr id="5" name="Text Placeholder 5">
            <a:extLst>
              <a:ext uri="{FF2B5EF4-FFF2-40B4-BE49-F238E27FC236}">
                <a16:creationId xmlns:a16="http://schemas.microsoft.com/office/drawing/2014/main" id="{E7DA8D6A-DC14-6890-FE2C-FDB67210F327}"/>
              </a:ext>
            </a:extLst>
          </p:cNvPr>
          <p:cNvSpPr>
            <a:spLocks noGrp="1"/>
          </p:cNvSpPr>
          <p:nvPr>
            <p:ph type="body" sz="quarter" idx="11" hasCustomPrompt="1"/>
          </p:nvPr>
        </p:nvSpPr>
        <p:spPr>
          <a:xfrm>
            <a:off x="2146300" y="5384185"/>
            <a:ext cx="7899400" cy="153888"/>
          </a:xfrm>
        </p:spPr>
        <p:txBody>
          <a:bodyPr/>
          <a:lstStyle>
            <a:lvl1pPr marL="0" indent="0" algn="ctr">
              <a:buNone/>
              <a:defRPr sz="1000"/>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footer style</a:t>
            </a:r>
          </a:p>
        </p:txBody>
      </p:sp>
    </p:spTree>
    <p:extLst>
      <p:ext uri="{BB962C8B-B14F-4D97-AF65-F5344CB8AC3E}">
        <p14:creationId xmlns:p14="http://schemas.microsoft.com/office/powerpoint/2010/main" val="57462177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69.xml><?xml version="1.0" encoding="utf-8"?>
<p:sldLayout xmlns:a="http://schemas.openxmlformats.org/drawingml/2006/main" xmlns:r="http://schemas.openxmlformats.org/officeDocument/2006/relationships" xmlns:p="http://schemas.openxmlformats.org/presentationml/2006/main" preserve="1" userDrawn="1">
  <p:cSld name="Quote Slide">
    <p:bg>
      <p:bgPr>
        <a:solidFill>
          <a:srgbClr val="FFF8F3"/>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728B26F-D58F-C59C-79A9-B632CC130CA9}"/>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4925569"/>
            <a:ext cx="12192000" cy="1932431"/>
          </a:xfrm>
          <a:prstGeom prst="rect">
            <a:avLst/>
          </a:prstGeom>
        </p:spPr>
      </p:pic>
      <p:sp>
        <p:nvSpPr>
          <p:cNvPr id="2" name="Title 1">
            <a:extLst>
              <a:ext uri="{FF2B5EF4-FFF2-40B4-BE49-F238E27FC236}">
                <a16:creationId xmlns:a16="http://schemas.microsoft.com/office/drawing/2014/main" id="{4C7EB123-B336-56F7-07B9-7157FE92A3BD}"/>
              </a:ext>
            </a:extLst>
          </p:cNvPr>
          <p:cNvSpPr>
            <a:spLocks noGrp="1"/>
          </p:cNvSpPr>
          <p:nvPr>
            <p:ph type="title" hasCustomPrompt="1"/>
          </p:nvPr>
        </p:nvSpPr>
        <p:spPr>
          <a:xfrm>
            <a:off x="576072" y="3121223"/>
            <a:ext cx="5958557" cy="307777"/>
          </a:xfrm>
        </p:spPr>
        <p:txBody>
          <a:bodyPr anchor="b" anchorCtr="0"/>
          <a:lstStyle>
            <a:lvl1pPr>
              <a:defRPr sz="2000">
                <a:latin typeface="+mn-lt"/>
              </a:defRPr>
            </a:lvl1pPr>
          </a:lstStyle>
          <a:p>
            <a:r>
              <a:rPr lang="en-US"/>
              <a:t>Click to edit quote style</a:t>
            </a:r>
          </a:p>
        </p:txBody>
      </p:sp>
      <p:sp>
        <p:nvSpPr>
          <p:cNvPr id="6" name="Text Placeholder 5">
            <a:extLst>
              <a:ext uri="{FF2B5EF4-FFF2-40B4-BE49-F238E27FC236}">
                <a16:creationId xmlns:a16="http://schemas.microsoft.com/office/drawing/2014/main" id="{E17E51B3-B187-5510-113C-862CE543F9DF}"/>
              </a:ext>
            </a:extLst>
          </p:cNvPr>
          <p:cNvSpPr>
            <a:spLocks noGrp="1"/>
          </p:cNvSpPr>
          <p:nvPr>
            <p:ph type="body" sz="quarter" idx="10" hasCustomPrompt="1"/>
          </p:nvPr>
        </p:nvSpPr>
        <p:spPr>
          <a:xfrm>
            <a:off x="576072" y="3647032"/>
            <a:ext cx="5957887" cy="246221"/>
          </a:xfrm>
        </p:spPr>
        <p:txBody>
          <a:bodyPr/>
          <a:lstStyle>
            <a:lvl1pPr marL="0" indent="0" algn="r">
              <a:buNone/>
              <a:defRPr sz="1600"/>
            </a:lvl1pPr>
          </a:lstStyle>
          <a:p>
            <a:pPr lvl="0"/>
            <a:r>
              <a:rPr lang="en-US"/>
              <a:t>Quote author, Title, Organization</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4F713963-A5EA-2AC4-41B1-2A1162C6E1A4}"/>
              </a:ext>
            </a:extLst>
          </p:cNvPr>
          <p:cNvSpPr>
            <a:spLocks noGrp="1"/>
          </p:cNvSpPr>
          <p:nvPr>
            <p:ph type="pic" sz="quarter" idx="11" hasCustomPrompt="1"/>
          </p:nvPr>
        </p:nvSpPr>
        <p:spPr bwMode="ltGray">
          <a:xfrm>
            <a:off x="7505699" y="1371600"/>
            <a:ext cx="4114800" cy="4114800"/>
          </a:xfrm>
          <a:prstGeom prst="roundRect">
            <a:avLst>
              <a:gd name="adj" fmla="val 2602"/>
            </a:avLst>
          </a:prstGeom>
          <a:blipFill>
            <a:blip r:embed="rId3" cstate="email">
              <a:extLst>
                <a:ext uri="{28A0092B-C50C-407E-A947-70E740481C1C}">
                  <a14:useLocalDpi xmlns:a14="http://schemas.microsoft.com/office/drawing/2010/main"/>
                </a:ext>
              </a:extLst>
            </a:blip>
            <a:stretch>
              <a:fillRect/>
            </a:stretch>
          </a:blipFill>
        </p:spPr>
        <p:txBody>
          <a:bodyPr lIns="0" tIns="1188720" rIns="0" anchor="t" anchorCtr="0">
            <a:noAutofit/>
          </a:bodyPr>
          <a:lstStyle>
            <a:lvl1pPr marL="0" indent="0" algn="ctr">
              <a:lnSpc>
                <a:spcPct val="100000"/>
              </a:lnSpc>
              <a:buNone/>
              <a:defRPr sz="12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pic>
        <p:nvPicPr>
          <p:cNvPr id="8" name="Graphic 7" descr="Quote mark">
            <a:extLst>
              <a:ext uri="{FF2B5EF4-FFF2-40B4-BE49-F238E27FC236}">
                <a16:creationId xmlns:a16="http://schemas.microsoft.com/office/drawing/2014/main" id="{64077A7A-76A3-4EA6-6BF5-2CFADD74DE4B}"/>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rot="10800000">
            <a:off x="570830" y="585788"/>
            <a:ext cx="674370" cy="587754"/>
          </a:xfrm>
          <a:prstGeom prst="rect">
            <a:avLst/>
          </a:prstGeom>
        </p:spPr>
      </p:pic>
    </p:spTree>
    <p:extLst>
      <p:ext uri="{BB962C8B-B14F-4D97-AF65-F5344CB8AC3E}">
        <p14:creationId xmlns:p14="http://schemas.microsoft.com/office/powerpoint/2010/main" val="2652886807"/>
      </p:ext>
    </p:extLst>
  </p:cSld>
  <p:clrMapOvr>
    <a:masterClrMapping/>
  </p:clrMapOvr>
  <p:transition>
    <p:fade/>
  </p:transition>
  <p:extLst>
    <p:ext uri="{DCECCB84-F9BA-43D5-87BE-67443E8EF086}">
      <p15:sldGuideLst xmlns:p15="http://schemas.microsoft.com/office/powerpoint/2012/main">
        <p15:guide id="1" orient="horz" pos="2184">
          <p15:clr>
            <a:srgbClr val="FBAE40"/>
          </p15:clr>
        </p15:guide>
        <p15:guide id="2" pos="3528">
          <p15:clr>
            <a:srgbClr val="FBAE40"/>
          </p15:clr>
        </p15:guide>
        <p15:guide id="3" pos="3168">
          <p15:clr>
            <a:srgbClr val="FBAE40"/>
          </p15:clr>
        </p15:guide>
      </p15:sldGuideLst>
    </p:ext>
  </p:extLst>
</p:sldLayout>
</file>

<file path=ppt/slideLayouts/slideLayout370.xml><?xml version="1.0" encoding="utf-8"?>
<p:sldLayout xmlns:a="http://schemas.openxmlformats.org/drawingml/2006/main" xmlns:r="http://schemas.openxmlformats.org/officeDocument/2006/relationships" xmlns:p="http://schemas.openxmlformats.org/presentationml/2006/main" preserve="1" userDrawn="1">
  <p:cSld name="Quote Slide 2">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7EB123-B336-56F7-07B9-7157FE92A3BD}"/>
              </a:ext>
            </a:extLst>
          </p:cNvPr>
          <p:cNvSpPr>
            <a:spLocks noGrp="1"/>
          </p:cNvSpPr>
          <p:nvPr>
            <p:ph type="title" hasCustomPrompt="1"/>
          </p:nvPr>
        </p:nvSpPr>
        <p:spPr>
          <a:xfrm>
            <a:off x="2549561" y="3159323"/>
            <a:ext cx="5958557" cy="307777"/>
          </a:xfrm>
        </p:spPr>
        <p:txBody>
          <a:bodyPr anchor="b" anchorCtr="0"/>
          <a:lstStyle>
            <a:lvl1pPr>
              <a:defRPr sz="2000">
                <a:solidFill>
                  <a:schemeClr val="bg1"/>
                </a:solidFill>
                <a:latin typeface="+mn-lt"/>
              </a:defRPr>
            </a:lvl1pPr>
          </a:lstStyle>
          <a:p>
            <a:r>
              <a:rPr lang="en-US"/>
              <a:t>Click to edit quote style</a:t>
            </a:r>
          </a:p>
        </p:txBody>
      </p:sp>
      <p:sp>
        <p:nvSpPr>
          <p:cNvPr id="6" name="Text Placeholder 5">
            <a:extLst>
              <a:ext uri="{FF2B5EF4-FFF2-40B4-BE49-F238E27FC236}">
                <a16:creationId xmlns:a16="http://schemas.microsoft.com/office/drawing/2014/main" id="{E17E51B3-B187-5510-113C-862CE543F9DF}"/>
              </a:ext>
            </a:extLst>
          </p:cNvPr>
          <p:cNvSpPr>
            <a:spLocks noGrp="1"/>
          </p:cNvSpPr>
          <p:nvPr>
            <p:ph type="body" sz="quarter" idx="10" hasCustomPrompt="1"/>
          </p:nvPr>
        </p:nvSpPr>
        <p:spPr>
          <a:xfrm>
            <a:off x="2549561" y="3647032"/>
            <a:ext cx="5957887" cy="246221"/>
          </a:xfrm>
        </p:spPr>
        <p:txBody>
          <a:bodyPr/>
          <a:lstStyle>
            <a:lvl1pPr marL="0" indent="0" algn="r">
              <a:buNone/>
              <a:defRPr sz="1600">
                <a:solidFill>
                  <a:schemeClr val="bg1"/>
                </a:solidFill>
              </a:defRPr>
            </a:lvl1pPr>
          </a:lstStyle>
          <a:p>
            <a:pPr lvl="0"/>
            <a:r>
              <a:rPr lang="en-US"/>
              <a:t>Quote author, Title, Organization</a:t>
            </a:r>
          </a:p>
        </p:txBody>
      </p:sp>
      <p:pic>
        <p:nvPicPr>
          <p:cNvPr id="8" name="Graphic 7" descr="Quote mark">
            <a:extLst>
              <a:ext uri="{FF2B5EF4-FFF2-40B4-BE49-F238E27FC236}">
                <a16:creationId xmlns:a16="http://schemas.microsoft.com/office/drawing/2014/main" id="{64077A7A-76A3-4EA6-6BF5-2CFADD74DE4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0800000">
            <a:off x="571500" y="585788"/>
            <a:ext cx="674370" cy="587754"/>
          </a:xfrm>
          <a:prstGeom prst="rect">
            <a:avLst/>
          </a:prstGeom>
        </p:spPr>
      </p:pic>
      <p:pic>
        <p:nvPicPr>
          <p:cNvPr id="3" name="Graphic 2" descr="Quote mark">
            <a:extLst>
              <a:ext uri="{FF2B5EF4-FFF2-40B4-BE49-F238E27FC236}">
                <a16:creationId xmlns:a16="http://schemas.microsoft.com/office/drawing/2014/main" id="{3884F2AA-E820-B43C-3C64-DA0CC8A6998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134846" y="5845760"/>
            <a:ext cx="485654" cy="423277"/>
          </a:xfrm>
          <a:prstGeom prst="rect">
            <a:avLst/>
          </a:prstGeom>
        </p:spPr>
      </p:pic>
    </p:spTree>
    <p:extLst>
      <p:ext uri="{BB962C8B-B14F-4D97-AF65-F5344CB8AC3E}">
        <p14:creationId xmlns:p14="http://schemas.microsoft.com/office/powerpoint/2010/main" val="1549341008"/>
      </p:ext>
    </p:extLst>
  </p:cSld>
  <p:clrMapOvr>
    <a:masterClrMapping/>
  </p:clrMapOvr>
  <p:transition>
    <p:fade/>
  </p:transition>
  <p:extLst>
    <p:ext uri="{DCECCB84-F9BA-43D5-87BE-67443E8EF086}">
      <p15:sldGuideLst xmlns:p15="http://schemas.microsoft.com/office/powerpoint/2012/main">
        <p15:guide id="1" orient="horz" pos="2184">
          <p15:clr>
            <a:srgbClr val="FBAE40"/>
          </p15:clr>
        </p15:guide>
        <p15:guide id="2" pos="3528">
          <p15:clr>
            <a:srgbClr val="FBAE40"/>
          </p15:clr>
        </p15:guide>
        <p15:guide id="3" pos="3168">
          <p15:clr>
            <a:srgbClr val="FBAE40"/>
          </p15:clr>
        </p15:guide>
      </p15:sldGuideLst>
    </p:ext>
  </p:extLst>
</p:sldLayout>
</file>

<file path=ppt/slideLayouts/slideLayout371.xml><?xml version="1.0" encoding="utf-8"?>
<p:sldLayout xmlns:a="http://schemas.openxmlformats.org/drawingml/2006/main" xmlns:r="http://schemas.openxmlformats.org/officeDocument/2006/relationships" xmlns:p="http://schemas.openxmlformats.org/presentationml/2006/main" preserve="1" userDrawn="1">
  <p:cSld name="Prompt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B7F9270-AED1-98AC-8B18-BC521548F627}"/>
              </a:ext>
            </a:extLst>
          </p:cNvPr>
          <p:cNvSpPr>
            <a:spLocks noGrp="1"/>
          </p:cNvSpPr>
          <p:nvPr>
            <p:ph type="title"/>
          </p:nvPr>
        </p:nvSpPr>
        <p:spPr/>
        <p:txBody>
          <a:bodyPr/>
          <a:lstStyle/>
          <a:p>
            <a:r>
              <a:rPr lang="en-US"/>
              <a:t>Click to edit Master title style</a:t>
            </a:r>
          </a:p>
        </p:txBody>
      </p:sp>
      <p:sp>
        <p:nvSpPr>
          <p:cNvPr id="8" name="Text Placeholder 7">
            <a:extLst>
              <a:ext uri="{FF2B5EF4-FFF2-40B4-BE49-F238E27FC236}">
                <a16:creationId xmlns:a16="http://schemas.microsoft.com/office/drawing/2014/main" id="{193FD22E-D362-78A6-2219-103E4138CA05}"/>
              </a:ext>
            </a:extLst>
          </p:cNvPr>
          <p:cNvSpPr>
            <a:spLocks noGrp="1"/>
          </p:cNvSpPr>
          <p:nvPr>
            <p:ph type="body" sz="quarter" idx="10"/>
          </p:nvPr>
        </p:nvSpPr>
        <p:spPr>
          <a:xfrm>
            <a:off x="4228113" y="2204106"/>
            <a:ext cx="3770601" cy="696337"/>
          </a:xfrm>
          <a:prstGeom prst="roundRect">
            <a:avLst>
              <a:gd name="adj" fmla="val 12775"/>
            </a:avLst>
          </a:prstGeom>
          <a:gradFill flip="none" rotWithShape="1">
            <a:gsLst>
              <a:gs pos="0">
                <a:schemeClr val="bg1">
                  <a:alpha val="25000"/>
                </a:schemeClr>
              </a:gs>
              <a:gs pos="100000">
                <a:schemeClr val="bg1"/>
              </a:gs>
            </a:gsLst>
            <a:path path="circle">
              <a:fillToRect l="100000" t="100000"/>
            </a:path>
            <a:tileRect r="-100000" b="-100000"/>
          </a:gradFill>
          <a:ln w="12700">
            <a:solidFill>
              <a:schemeClr val="bg1"/>
            </a:solidFill>
          </a:ln>
        </p:spPr>
        <p:txBody>
          <a:bodyPr wrap="square" lIns="274320" tIns="182880" rIns="274320" bIns="182880" anchor="ctr" anchorCtr="0"/>
          <a:lstStyle>
            <a:lvl1pPr marL="0" indent="0" algn="ctr">
              <a:buNone/>
              <a:defRPr/>
            </a:lvl1pPr>
            <a:lvl2pPr marL="228600" indent="0">
              <a:buNone/>
              <a:defRPr/>
            </a:lvl2pPr>
          </a:lstStyle>
          <a:p>
            <a:pPr lvl="0"/>
            <a:r>
              <a:rPr lang="en-US"/>
              <a:t>Click to edit Master text styles</a:t>
            </a:r>
          </a:p>
        </p:txBody>
      </p:sp>
      <p:sp>
        <p:nvSpPr>
          <p:cNvPr id="9" name="Text Placeholder 7">
            <a:extLst>
              <a:ext uri="{FF2B5EF4-FFF2-40B4-BE49-F238E27FC236}">
                <a16:creationId xmlns:a16="http://schemas.microsoft.com/office/drawing/2014/main" id="{ED89376E-3BB0-0414-9125-A137EF9F4E8D}"/>
              </a:ext>
            </a:extLst>
          </p:cNvPr>
          <p:cNvSpPr>
            <a:spLocks noGrp="1"/>
          </p:cNvSpPr>
          <p:nvPr>
            <p:ph type="body" sz="quarter" idx="11"/>
          </p:nvPr>
        </p:nvSpPr>
        <p:spPr>
          <a:xfrm>
            <a:off x="4228113" y="3301386"/>
            <a:ext cx="3770601" cy="696337"/>
          </a:xfrm>
          <a:prstGeom prst="roundRect">
            <a:avLst>
              <a:gd name="adj" fmla="val 12775"/>
            </a:avLst>
          </a:prstGeom>
          <a:gradFill flip="none" rotWithShape="1">
            <a:gsLst>
              <a:gs pos="0">
                <a:schemeClr val="bg1">
                  <a:alpha val="25000"/>
                </a:schemeClr>
              </a:gs>
              <a:gs pos="100000">
                <a:schemeClr val="bg1"/>
              </a:gs>
            </a:gsLst>
            <a:path path="circle">
              <a:fillToRect l="100000" t="100000"/>
            </a:path>
            <a:tileRect r="-100000" b="-100000"/>
          </a:gradFill>
          <a:ln w="12700">
            <a:solidFill>
              <a:schemeClr val="bg1"/>
            </a:solidFill>
          </a:ln>
        </p:spPr>
        <p:txBody>
          <a:bodyPr wrap="square" lIns="274320" tIns="182880" rIns="274320" bIns="182880" anchor="ctr" anchorCtr="0"/>
          <a:lstStyle>
            <a:lvl1pPr marL="0" indent="0" algn="ctr">
              <a:buNone/>
              <a:defRPr/>
            </a:lvl1pPr>
            <a:lvl2pPr marL="228600" indent="0">
              <a:buNone/>
              <a:defRPr/>
            </a:lvl2pPr>
          </a:lstStyle>
          <a:p>
            <a:pPr lvl="0"/>
            <a:r>
              <a:rPr lang="en-US"/>
              <a:t>Click to edit Master text styles</a:t>
            </a:r>
          </a:p>
        </p:txBody>
      </p:sp>
      <p:sp>
        <p:nvSpPr>
          <p:cNvPr id="10" name="Text Placeholder 7">
            <a:extLst>
              <a:ext uri="{FF2B5EF4-FFF2-40B4-BE49-F238E27FC236}">
                <a16:creationId xmlns:a16="http://schemas.microsoft.com/office/drawing/2014/main" id="{8D545552-38C6-59C4-C664-F1E24F0794B7}"/>
              </a:ext>
            </a:extLst>
          </p:cNvPr>
          <p:cNvSpPr>
            <a:spLocks noGrp="1"/>
          </p:cNvSpPr>
          <p:nvPr>
            <p:ph type="body" sz="quarter" idx="12"/>
          </p:nvPr>
        </p:nvSpPr>
        <p:spPr>
          <a:xfrm>
            <a:off x="4228113" y="4398666"/>
            <a:ext cx="3770601" cy="696337"/>
          </a:xfrm>
          <a:prstGeom prst="roundRect">
            <a:avLst>
              <a:gd name="adj" fmla="val 12775"/>
            </a:avLst>
          </a:prstGeom>
          <a:gradFill flip="none" rotWithShape="1">
            <a:gsLst>
              <a:gs pos="0">
                <a:schemeClr val="bg1">
                  <a:alpha val="25000"/>
                </a:schemeClr>
              </a:gs>
              <a:gs pos="100000">
                <a:schemeClr val="bg1"/>
              </a:gs>
            </a:gsLst>
            <a:path path="circle">
              <a:fillToRect l="100000" t="100000"/>
            </a:path>
            <a:tileRect r="-100000" b="-100000"/>
          </a:gradFill>
          <a:ln w="12700">
            <a:solidFill>
              <a:schemeClr val="bg1"/>
            </a:solidFill>
          </a:ln>
        </p:spPr>
        <p:txBody>
          <a:bodyPr wrap="square" lIns="274320" tIns="182880" rIns="274320" bIns="182880" anchor="ctr" anchorCtr="0"/>
          <a:lstStyle>
            <a:lvl1pPr marL="0" indent="0" algn="ctr">
              <a:buNone/>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1975983586"/>
      </p:ext>
    </p:extLst>
  </p:cSld>
  <p:clrMapOvr>
    <a:masterClrMapping/>
  </p:clrMapOvr>
  <p:transition>
    <p:fade/>
  </p:transition>
</p:sldLayout>
</file>

<file path=ppt/slideLayouts/slideLayout372.xml><?xml version="1.0" encoding="utf-8"?>
<p:sldLayout xmlns:a="http://schemas.openxmlformats.org/drawingml/2006/main" xmlns:r="http://schemas.openxmlformats.org/officeDocument/2006/relationships" xmlns:p="http://schemas.openxmlformats.org/presentationml/2006/main" preserve="1">
  <p:cSld name="Developer Code Layout">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636FE-845C-418D-82A1-1DA6DB73D781}"/>
              </a:ext>
            </a:extLst>
          </p:cNvPr>
          <p:cNvSpPr>
            <a:spLocks noGrp="1"/>
          </p:cNvSpPr>
          <p:nvPr>
            <p:ph type="title"/>
          </p:nvPr>
        </p:nvSpPr>
        <p:spPr/>
        <p:txBody>
          <a:bodyPr anchor="ctr"/>
          <a:lstStyle/>
          <a:p>
            <a:r>
              <a:rPr lang="en-US"/>
              <a:t>Click to edit Master title style</a:t>
            </a:r>
          </a:p>
        </p:txBody>
      </p:sp>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p:nvSpPr>
        <p:spPr bwMode="auto">
          <a:xfrm>
            <a:off x="0" y="1436688"/>
            <a:ext cx="12192000" cy="542131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Sans Display" pitchFamily="2" charset="0"/>
            </a:endParaRPr>
          </a:p>
        </p:txBody>
      </p:sp>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143668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2099310"/>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553" indent="0">
              <a:buNone/>
              <a:tabLst>
                <a:tab pos="344488" algn="l"/>
              </a:tabLst>
              <a:defRPr sz="2400">
                <a:solidFill>
                  <a:schemeClr val="tx1"/>
                </a:solidFill>
                <a:latin typeface="Consolas" panose="020B0609020204030204" pitchFamily="49" charset="0"/>
                <a:cs typeface="Consolas" panose="020B0609020204030204" pitchFamily="49" charset="0"/>
              </a:defRPr>
            </a:lvl2pPr>
            <a:lvl3pPr marL="584607" indent="0">
              <a:buNone/>
              <a:tabLst>
                <a:tab pos="569913" algn="l"/>
              </a:tabLst>
              <a:defRPr sz="2400">
                <a:solidFill>
                  <a:schemeClr val="tx1"/>
                </a:solidFill>
                <a:latin typeface="Consolas" panose="020B0609020204030204" pitchFamily="49" charset="0"/>
                <a:cs typeface="Consolas" panose="020B0609020204030204" pitchFamily="49" charset="0"/>
              </a:defRPr>
            </a:lvl3pPr>
            <a:lvl4pPr marL="814563" indent="0">
              <a:buNone/>
              <a:tabLst>
                <a:tab pos="800100" algn="l"/>
              </a:tabLst>
              <a:defRPr sz="2400">
                <a:solidFill>
                  <a:schemeClr val="tx1"/>
                </a:solidFill>
                <a:latin typeface="Consolas" panose="020B0609020204030204" pitchFamily="49" charset="0"/>
                <a:cs typeface="Consolas" panose="020B0609020204030204" pitchFamily="49" charset="0"/>
              </a:defRPr>
            </a:lvl4pPr>
            <a:lvl5pPr marL="1050997" indent="0">
              <a:buNone/>
              <a:tabLst>
                <a:tab pos="1028700" algn="l"/>
              </a:tabLst>
              <a:defRPr sz="24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p:txBody>
      </p:sp>
    </p:spTree>
    <p:extLst>
      <p:ext uri="{BB962C8B-B14F-4D97-AF65-F5344CB8AC3E}">
        <p14:creationId xmlns:p14="http://schemas.microsoft.com/office/powerpoint/2010/main" val="338036015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1322">
          <p15:clr>
            <a:srgbClr val="5ACBF0"/>
          </p15:clr>
        </p15:guide>
        <p15:guide id="2" orient="horz" pos="905">
          <p15:clr>
            <a:srgbClr val="5ACBF0"/>
          </p15:clr>
        </p15:guide>
        <p15:guide id="3" orient="horz" pos="288">
          <p15:clr>
            <a:srgbClr val="5ACBF0"/>
          </p15:clr>
        </p15:guide>
      </p15:sldGuideLst>
    </p:ext>
  </p:extLst>
</p:sldLayout>
</file>

<file path=ppt/slideLayouts/slideLayout373.xml><?xml version="1.0" encoding="utf-8"?>
<p:sldLayout xmlns:a="http://schemas.openxmlformats.org/drawingml/2006/main" xmlns:r="http://schemas.openxmlformats.org/officeDocument/2006/relationships" xmlns:p="http://schemas.openxmlformats.org/presentationml/2006/main" preserve="1">
  <p:cSld name="Code Bottom">
    <p:bg>
      <p:bgPr>
        <a:solidFill>
          <a:schemeClr val="bg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86390" y="1230681"/>
            <a:ext cx="11018520" cy="369332"/>
          </a:xfrm>
        </p:spPr>
        <p:txBody>
          <a:bodyPr wrap="square">
            <a:spAutoFit/>
          </a:bodyPr>
          <a:lstStyle>
            <a:lvl1pPr marL="0" indent="0">
              <a:spcBef>
                <a:spcPts val="600"/>
              </a:spcBef>
              <a:spcAft>
                <a:spcPts val="0"/>
              </a:spcAft>
              <a:buNone/>
              <a:defRPr sz="2400">
                <a:solidFill>
                  <a:schemeClr val="tx1"/>
                </a:solidFill>
                <a:latin typeface="+mn-lt"/>
                <a:cs typeface="Segoe Sans Display" pitchFamily="2"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2827138"/>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Sans Display" pitchFamily="2" charset="0"/>
            </a:endParaRP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282713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3491219"/>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322427348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4" orient="horz" pos="1776">
          <p15:clr>
            <a:srgbClr val="5ACBF0"/>
          </p15:clr>
        </p15:guide>
        <p15:guide id="5" orient="horz" pos="2197">
          <p15:clr>
            <a:srgbClr val="5ACBF0"/>
          </p15:clr>
        </p15:guide>
        <p15:guide id="6" orient="horz" pos="773">
          <p15:clr>
            <a:srgbClr val="5ACBF0"/>
          </p15:clr>
        </p15:guide>
      </p15:sldGuideLst>
    </p:ext>
  </p:extLst>
</p:sldLayout>
</file>

<file path=ppt/slideLayouts/slideLayout374.xml><?xml version="1.0" encoding="utf-8"?>
<p:sldLayout xmlns:a="http://schemas.openxmlformats.org/drawingml/2006/main" xmlns:r="http://schemas.openxmlformats.org/officeDocument/2006/relationships" xmlns:p="http://schemas.openxmlformats.org/presentationml/2006/main" preserve="1">
  <p:cSld name="Code Top">
    <p:bg>
      <p:bgPr>
        <a:solidFill>
          <a:schemeClr val="bg2"/>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0"/>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Sans Display" pitchFamily="2" charset="0"/>
            </a:endParaRPr>
          </a:p>
        </p:txBody>
      </p:sp>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a:xfrm>
            <a:off x="588263" y="4224580"/>
            <a:ext cx="11018520" cy="492443"/>
          </a:xfrm>
        </p:spPr>
        <p:txBody>
          <a:bodyPr/>
          <a:lstStyle>
            <a:lvl1pPr>
              <a:defRPr sz="3200">
                <a:solidFill>
                  <a:schemeClr val="tx1"/>
                </a:solidFill>
              </a:defRPr>
            </a:lvl1pPr>
          </a:lstStyle>
          <a:p>
            <a:r>
              <a:rPr lang="en-US"/>
              <a:t>Click to edit Master title style</a:t>
            </a: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0"/>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660508"/>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91152" y="4996505"/>
            <a:ext cx="11018520" cy="369332"/>
          </a:xfrm>
        </p:spPr>
        <p:txBody>
          <a:bodyPr wrap="square">
            <a:spAutoFit/>
          </a:bodyPr>
          <a:lstStyle>
            <a:lvl1pPr marL="0" indent="0">
              <a:spcBef>
                <a:spcPts val="600"/>
              </a:spcBef>
              <a:spcAft>
                <a:spcPts val="0"/>
              </a:spcAft>
              <a:buNone/>
              <a:defRPr sz="2400">
                <a:solidFill>
                  <a:schemeClr val="tx1"/>
                </a:solidFill>
                <a:latin typeface="+mn-lt"/>
                <a:cs typeface="Segoe Sans Display" pitchFamily="2"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123555576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4" orient="horz" pos="2661">
          <p15:clr>
            <a:srgbClr val="5ACBF0"/>
          </p15:clr>
        </p15:guide>
        <p15:guide id="5" orient="horz" pos="3147">
          <p15:clr>
            <a:srgbClr val="5ACBF0"/>
          </p15:clr>
        </p15:guide>
        <p15:guide id="6" orient="horz" pos="419">
          <p15:clr>
            <a:srgbClr val="5ACBF0"/>
          </p15:clr>
        </p15:guide>
      </p15:sldGuideLst>
    </p:ext>
  </p:extLst>
</p:sldLayout>
</file>

<file path=ppt/slideLayouts/slideLayout375.xml><?xml version="1.0" encoding="utf-8"?>
<p:sldLayout xmlns:a="http://schemas.openxmlformats.org/drawingml/2006/main" xmlns:r="http://schemas.openxmlformats.org/officeDocument/2006/relationships" xmlns:p="http://schemas.openxmlformats.org/presentationml/2006/main" preserve="1">
  <p:cSld name="Code Right side">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2BB27-7DA5-4478-8C18-C1FFEE20AAC1}"/>
              </a:ext>
            </a:extLst>
          </p:cNvPr>
          <p:cNvSpPr>
            <a:spLocks noGrp="1"/>
          </p:cNvSpPr>
          <p:nvPr>
            <p:ph type="title" hasCustomPrompt="1"/>
          </p:nvPr>
        </p:nvSpPr>
        <p:spPr>
          <a:xfrm>
            <a:off x="588263" y="457200"/>
            <a:ext cx="4040887" cy="492443"/>
          </a:xfrm>
        </p:spPr>
        <p:txBody>
          <a:bodyPr/>
          <a:lstStyle>
            <a:lvl1pPr>
              <a:defRPr sz="3200">
                <a:solidFill>
                  <a:schemeClr val="tx1"/>
                </a:solidFill>
              </a:defRPr>
            </a:lvl1pPr>
          </a:lstStyle>
          <a:p>
            <a:r>
              <a:rPr lang="en-US"/>
              <a:t>Click to edit title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588965" y="1338139"/>
            <a:ext cx="4040185"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Sans Display" pitchFamily="2" charset="0"/>
                <a:cs typeface="Segoe Sans Display" pitchFamily="2"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Sans Display" pitchFamily="2" charset="0"/>
            </a:endParaRP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5211763"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00725" y="709187"/>
            <a:ext cx="5801961" cy="369332"/>
          </a:xfrm>
        </p:spPr>
        <p:txBody>
          <a:bodyPr/>
          <a:lstStyle>
            <a:lvl1pPr marL="0" indent="0">
              <a:buNone/>
              <a:tabLst/>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259058923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376.xml><?xml version="1.0" encoding="utf-8"?>
<p:sldLayout xmlns:a="http://schemas.openxmlformats.org/drawingml/2006/main" xmlns:r="http://schemas.openxmlformats.org/officeDocument/2006/relationships" xmlns:p="http://schemas.openxmlformats.org/presentationml/2006/main" preserve="1">
  <p:cSld name="Code Left sde">
    <p:bg>
      <p:bgPr>
        <a:solidFill>
          <a:schemeClr val="bg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2"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Sans Display" pitchFamily="2" charset="0"/>
            </a:endParaRPr>
          </a:p>
        </p:txBody>
      </p:sp>
      <p:sp>
        <p:nvSpPr>
          <p:cNvPr id="2" name="Title 1">
            <a:extLst>
              <a:ext uri="{FF2B5EF4-FFF2-40B4-BE49-F238E27FC236}">
                <a16:creationId xmlns:a16="http://schemas.microsoft.com/office/drawing/2014/main" id="{6BB14A7D-C409-4A7C-9D82-A2E5DBB8AB72}"/>
              </a:ext>
            </a:extLst>
          </p:cNvPr>
          <p:cNvSpPr>
            <a:spLocks noGrp="1"/>
          </p:cNvSpPr>
          <p:nvPr>
            <p:ph type="title" hasCustomPrompt="1"/>
          </p:nvPr>
        </p:nvSpPr>
        <p:spPr>
          <a:xfrm>
            <a:off x="7575549" y="457200"/>
            <a:ext cx="4031233" cy="492443"/>
          </a:xfrm>
        </p:spPr>
        <p:txBody>
          <a:bodyPr/>
          <a:lstStyle>
            <a:lvl1pPr>
              <a:defRPr sz="3200">
                <a:solidFill>
                  <a:schemeClr val="tx1"/>
                </a:solidFill>
              </a:defRPr>
            </a:lvl1pPr>
          </a:lstStyle>
          <a:p>
            <a:r>
              <a:rPr lang="en-US"/>
              <a:t>Click to edit title</a:t>
            </a: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1"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4199" y="706011"/>
            <a:ext cx="5819775" cy="369332"/>
          </a:xfrm>
        </p:spPr>
        <p:txBody>
          <a:bodyPr/>
          <a:lstStyle>
            <a:lvl1pPr marL="0" indent="0">
              <a:buNone/>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7575550" y="1336675"/>
            <a:ext cx="4033838"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Sans Display" pitchFamily="2" charset="0"/>
                <a:cs typeface="Segoe Sans Display" pitchFamily="2"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375559154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36">
          <p15:clr>
            <a:srgbClr val="5ACBF0"/>
          </p15:clr>
        </p15:guide>
        <p15:guide id="4" orient="horz" pos="839">
          <p15:clr>
            <a:srgbClr val="5ACBF0"/>
          </p15:clr>
        </p15:guide>
        <p15:guide id="6" pos="4402">
          <p15:clr>
            <a:srgbClr val="5ACBF0"/>
          </p15:clr>
        </p15:guide>
        <p15:guide id="7" pos="4034">
          <p15:clr>
            <a:srgbClr val="5ACBF0"/>
          </p15:clr>
        </p15:guide>
        <p15:guide id="8" pos="4772">
          <p15:clr>
            <a:srgbClr val="5ACBF0"/>
          </p15:clr>
        </p15:guide>
      </p15:sldGuideLst>
    </p:ext>
  </p:extLst>
</p:sldLayout>
</file>

<file path=ppt/slideLayouts/slideLayout377.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bg1"/>
        </a:solidFill>
        <a:effectLst/>
      </p:bgPr>
    </p:bg>
    <p:spTree>
      <p:nvGrpSpPr>
        <p:cNvPr id="1" name=""/>
        <p:cNvGrpSpPr/>
        <p:nvPr/>
      </p:nvGrpSpPr>
      <p:grpSpPr>
        <a:xfrm>
          <a:off x="0" y="0"/>
          <a:ext cx="0" cy="0"/>
          <a:chOff x="0" y="0"/>
          <a:chExt cx="0" cy="0"/>
        </a:xfrm>
      </p:grpSpPr>
      <p:pic>
        <p:nvPicPr>
          <p:cNvPr id="2" name="Picture 1" descr="A close up of a toy&#10;&#10;Description automatically generated">
            <a:extLst>
              <a:ext uri="{FF2B5EF4-FFF2-40B4-BE49-F238E27FC236}">
                <a16:creationId xmlns:a16="http://schemas.microsoft.com/office/drawing/2014/main" id="{B9BB8E42-E9E3-39A4-743C-44A244AF2288}"/>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949" r="2" b="4951"/>
          <a:stretch/>
        </p:blipFill>
        <p:spPr>
          <a:xfrm>
            <a:off x="0" y="0"/>
            <a:ext cx="12191638" cy="6857796"/>
          </a:xfrm>
          <a:prstGeom prst="rect">
            <a:avLst/>
          </a:prstGeom>
        </p:spPr>
      </p:pic>
      <p:sp>
        <p:nvSpPr>
          <p:cNvPr id="3" name="TextBox 2">
            <a:extLst>
              <a:ext uri="{FF2B5EF4-FFF2-40B4-BE49-F238E27FC236}">
                <a16:creationId xmlns:a16="http://schemas.microsoft.com/office/drawing/2014/main" id="{37809D89-17EE-D9C9-77AB-DB15370EE3B1}"/>
              </a:ext>
            </a:extLst>
          </p:cNvPr>
          <p:cNvSpPr txBox="1"/>
          <p:nvPr userDrawn="1"/>
        </p:nvSpPr>
        <p:spPr>
          <a:xfrm>
            <a:off x="585216" y="3035808"/>
            <a:ext cx="3695700" cy="498598"/>
          </a:xfrm>
          <a:prstGeom prst="rect">
            <a:avLst/>
          </a:prstGeom>
          <a:noFill/>
        </p:spPr>
        <p:txBody>
          <a:bodyPr vert="horz" wrap="square" lIns="0" tIns="0" rIns="0" bIns="0" rtlCol="0" anchor="b" anchorCtr="0">
            <a:spAutoFit/>
          </a:bodyPr>
          <a:lstStyle>
            <a:lvl1pPr defTabSz="932742">
              <a:lnSpc>
                <a:spcPct val="90000"/>
              </a:lnSpc>
              <a:spcBef>
                <a:spcPct val="0"/>
              </a:spcBef>
              <a:buNone/>
              <a:defRPr lang="en-US" sz="3600" b="0" cap="none" spc="-50" baseline="0" dirty="0" smtClean="0">
                <a:ln w="3175">
                  <a:noFill/>
                </a:ln>
                <a:effectLst/>
                <a:latin typeface="+mj-lt"/>
                <a:cs typeface="Segoe Sans Display" pitchFamily="2" charset="0"/>
              </a:defRPr>
            </a:lvl1pPr>
          </a:lstStyle>
          <a:p>
            <a:pPr lvl="0"/>
            <a:r>
              <a:rPr lang="en-US"/>
              <a:t>Thank you</a:t>
            </a:r>
          </a:p>
        </p:txBody>
      </p:sp>
      <p:sp>
        <p:nvSpPr>
          <p:cNvPr id="8" name="Title 7">
            <a:extLst>
              <a:ext uri="{FF2B5EF4-FFF2-40B4-BE49-F238E27FC236}">
                <a16:creationId xmlns:a16="http://schemas.microsoft.com/office/drawing/2014/main" id="{C9E9484E-0F6B-04E7-B2C6-42341D0FF2B4}"/>
              </a:ext>
            </a:extLst>
          </p:cNvPr>
          <p:cNvSpPr>
            <a:spLocks noGrp="1"/>
          </p:cNvSpPr>
          <p:nvPr>
            <p:ph type="title" hasCustomPrompt="1"/>
          </p:nvPr>
        </p:nvSpPr>
        <p:spPr>
          <a:xfrm>
            <a:off x="585216" y="-420892"/>
            <a:ext cx="11018520" cy="276999"/>
          </a:xfrm>
        </p:spPr>
        <p:txBody>
          <a:bodyPr/>
          <a:lstStyle>
            <a:lvl1pPr>
              <a:defRPr sz="1800"/>
            </a:lvl1pPr>
          </a:lstStyle>
          <a:p>
            <a:r>
              <a:rPr lang="en-US"/>
              <a:t>Thank you.</a:t>
            </a:r>
          </a:p>
        </p:txBody>
      </p:sp>
    </p:spTree>
    <p:extLst>
      <p:ext uri="{BB962C8B-B14F-4D97-AF65-F5344CB8AC3E}">
        <p14:creationId xmlns:p14="http://schemas.microsoft.com/office/powerpoint/2010/main" val="372225173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378.xml><?xml version="1.0" encoding="utf-8"?>
<p:sldLayout xmlns:a="http://schemas.openxmlformats.org/drawingml/2006/main" xmlns:r="http://schemas.openxmlformats.org/officeDocument/2006/relationships" xmlns:p="http://schemas.openxmlformats.org/presentationml/2006/main" preserve="1" userDrawn="1">
  <p:cSld name="1_Thank you">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CA7775C-4133-ABAD-0C3B-A8A6026E3AF8}"/>
              </a:ext>
            </a:extLst>
          </p:cNvPr>
          <p:cNvSpPr/>
          <p:nvPr userDrawn="1"/>
        </p:nvSpPr>
        <p:spPr bwMode="auto">
          <a:xfrm>
            <a:off x="0"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4" name="Picture 3" descr="A close-up of a colorful wave&#10;&#10;Description automatically generated">
            <a:extLst>
              <a:ext uri="{FF2B5EF4-FFF2-40B4-BE49-F238E27FC236}">
                <a16:creationId xmlns:a16="http://schemas.microsoft.com/office/drawing/2014/main" id="{7E23DEF3-55CD-9793-23E4-712C6621B71E}"/>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5334000" y="0"/>
            <a:ext cx="6856632" cy="6858000"/>
          </a:xfrm>
          <a:prstGeom prst="rect">
            <a:avLst/>
          </a:prstGeom>
        </p:spPr>
      </p:pic>
      <p:pic>
        <p:nvPicPr>
          <p:cNvPr id="9" name="Picture 8" descr="A colorful gradient going from darker blue on the left side to light blue to magenta to orange on the right side">
            <a:extLst>
              <a:ext uri="{FF2B5EF4-FFF2-40B4-BE49-F238E27FC236}">
                <a16:creationId xmlns:a16="http://schemas.microsoft.com/office/drawing/2014/main" id="{AC565FDC-0846-5D0F-BA1F-1574971CEC24}"/>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sp>
        <p:nvSpPr>
          <p:cNvPr id="3" name="TextBox 2">
            <a:extLst>
              <a:ext uri="{FF2B5EF4-FFF2-40B4-BE49-F238E27FC236}">
                <a16:creationId xmlns:a16="http://schemas.microsoft.com/office/drawing/2014/main" id="{37809D89-17EE-D9C9-77AB-DB15370EE3B1}"/>
              </a:ext>
            </a:extLst>
          </p:cNvPr>
          <p:cNvSpPr txBox="1"/>
          <p:nvPr userDrawn="1"/>
        </p:nvSpPr>
        <p:spPr>
          <a:xfrm>
            <a:off x="585216" y="3035808"/>
            <a:ext cx="3695700" cy="498598"/>
          </a:xfrm>
          <a:prstGeom prst="rect">
            <a:avLst/>
          </a:prstGeom>
          <a:noFill/>
        </p:spPr>
        <p:txBody>
          <a:bodyPr vert="horz" wrap="square" lIns="0" tIns="0" rIns="0" bIns="0" rtlCol="0" anchor="b" anchorCtr="0">
            <a:spAutoFit/>
          </a:bodyPr>
          <a:lstStyle>
            <a:lvl1pPr defTabSz="932742">
              <a:lnSpc>
                <a:spcPct val="90000"/>
              </a:lnSpc>
              <a:spcBef>
                <a:spcPct val="0"/>
              </a:spcBef>
              <a:buNone/>
              <a:defRPr lang="en-US" sz="3600" b="0" cap="none" spc="-50" baseline="0" dirty="0" smtClean="0">
                <a:ln w="3175">
                  <a:noFill/>
                </a:ln>
                <a:effectLst/>
                <a:latin typeface="+mj-lt"/>
                <a:cs typeface="Segoe Sans Display" pitchFamily="2" charset="0"/>
              </a:defRPr>
            </a:lvl1pPr>
          </a:lstStyle>
          <a:p>
            <a:pPr lvl="0"/>
            <a:r>
              <a:rPr lang="en-US"/>
              <a:t>Thank you.</a:t>
            </a:r>
          </a:p>
        </p:txBody>
      </p:sp>
      <p:sp>
        <p:nvSpPr>
          <p:cNvPr id="8" name="Title 7">
            <a:extLst>
              <a:ext uri="{FF2B5EF4-FFF2-40B4-BE49-F238E27FC236}">
                <a16:creationId xmlns:a16="http://schemas.microsoft.com/office/drawing/2014/main" id="{C9E9484E-0F6B-04E7-B2C6-42341D0FF2B4}"/>
              </a:ext>
            </a:extLst>
          </p:cNvPr>
          <p:cNvSpPr>
            <a:spLocks noGrp="1"/>
          </p:cNvSpPr>
          <p:nvPr>
            <p:ph type="title" hasCustomPrompt="1"/>
          </p:nvPr>
        </p:nvSpPr>
        <p:spPr>
          <a:xfrm>
            <a:off x="585216" y="-420892"/>
            <a:ext cx="11018520" cy="276999"/>
          </a:xfrm>
        </p:spPr>
        <p:txBody>
          <a:bodyPr/>
          <a:lstStyle>
            <a:lvl1pPr>
              <a:defRPr sz="1800"/>
            </a:lvl1pPr>
          </a:lstStyle>
          <a:p>
            <a:r>
              <a:rPr lang="en-US"/>
              <a:t>Thank you.</a:t>
            </a:r>
          </a:p>
        </p:txBody>
      </p:sp>
    </p:spTree>
    <p:extLst>
      <p:ext uri="{BB962C8B-B14F-4D97-AF65-F5344CB8AC3E}">
        <p14:creationId xmlns:p14="http://schemas.microsoft.com/office/powerpoint/2010/main" val="325126422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379.xml><?xml version="1.0" encoding="utf-8"?>
<p:sldLayout xmlns:a="http://schemas.openxmlformats.org/drawingml/2006/main" xmlns:r="http://schemas.openxmlformats.org/officeDocument/2006/relationships" xmlns:p="http://schemas.openxmlformats.org/presentationml/2006/main" showMasterSp="0" preserve="1" userDrawn="1">
  <p:cSld name="Closing slide_with Logo">
    <p:bg>
      <p:bgRef idx="1001">
        <a:schemeClr val="bg2"/>
      </p:bgRef>
    </p:bg>
    <p:spTree>
      <p:nvGrpSpPr>
        <p:cNvPr id="1" name=""/>
        <p:cNvGrpSpPr/>
        <p:nvPr/>
      </p:nvGrpSpPr>
      <p:grpSpPr>
        <a:xfrm>
          <a:off x="0" y="0"/>
          <a:ext cx="0" cy="0"/>
          <a:chOff x="0" y="0"/>
          <a:chExt cx="0" cy="0"/>
        </a:xfrm>
      </p:grpSpPr>
      <p:pic>
        <p:nvPicPr>
          <p:cNvPr id="8" name="Picture 7" descr="A close-up of a computer screen&#10;&#10;Description automatically generated">
            <a:extLst>
              <a:ext uri="{FF2B5EF4-FFF2-40B4-BE49-F238E27FC236}">
                <a16:creationId xmlns:a16="http://schemas.microsoft.com/office/drawing/2014/main" id="{2DB4627A-42AD-DD19-0422-DBBC9408E6AB}"/>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2" name="MS logo gray - EMF">
            <a:extLst>
              <a:ext uri="{FF2B5EF4-FFF2-40B4-BE49-F238E27FC236}">
                <a16:creationId xmlns:a16="http://schemas.microsoft.com/office/drawing/2014/main" id="{34855668-1A0A-E5EE-1D0F-97B30351BA0B}"/>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
        <p:nvSpPr>
          <p:cNvPr id="5" name="Text Box 3"/>
          <p:cNvSpPr txBox="1">
            <a:spLocks noChangeArrowheads="1"/>
          </p:cNvSpPr>
          <p:nvPr userDrawn="1"/>
        </p:nvSpPr>
        <p:spPr bwMode="blackWhite">
          <a:xfrm>
            <a:off x="584200" y="6446520"/>
            <a:ext cx="8193024" cy="153888"/>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1000">
                <a:solidFill>
                  <a:schemeClr val="tx1"/>
                </a:solidFill>
                <a:cs typeface="Segoe UI" pitchFamily="34" charset="0"/>
              </a:rPr>
              <a:t>© Copyright Microsoft Corporation. All rights reserved. </a:t>
            </a:r>
          </a:p>
        </p:txBody>
      </p:sp>
      <p:sp>
        <p:nvSpPr>
          <p:cNvPr id="3" name="Title 1">
            <a:extLst>
              <a:ext uri="{FF2B5EF4-FFF2-40B4-BE49-F238E27FC236}">
                <a16:creationId xmlns:a16="http://schemas.microsoft.com/office/drawing/2014/main" id="{5072CE3E-C99E-C188-A13F-A0815FF096D2}"/>
              </a:ext>
            </a:extLst>
          </p:cNvPr>
          <p:cNvSpPr>
            <a:spLocks noGrp="1"/>
          </p:cNvSpPr>
          <p:nvPr>
            <p:ph type="title" hasCustomPrompt="1"/>
          </p:nvPr>
        </p:nvSpPr>
        <p:spPr>
          <a:xfrm>
            <a:off x="588262" y="-307777"/>
            <a:ext cx="8193024" cy="307777"/>
          </a:xfrm>
        </p:spPr>
        <p:txBody>
          <a:bodyPr/>
          <a:lstStyle>
            <a:lvl1pPr>
              <a:defRPr sz="2000" b="0" i="0">
                <a:solidFill>
                  <a:srgbClr val="001F2D"/>
                </a:solidFill>
                <a:latin typeface="+mj-lt"/>
                <a:cs typeface="Segoe UI Semibold" panose="020B0502040204020203" pitchFamily="34" charset="0"/>
              </a:defRPr>
            </a:lvl1pPr>
          </a:lstStyle>
          <a:p>
            <a:r>
              <a:rPr lang="en-US"/>
              <a:t>Final slide with logo</a:t>
            </a:r>
          </a:p>
        </p:txBody>
      </p:sp>
    </p:spTree>
    <p:extLst>
      <p:ext uri="{BB962C8B-B14F-4D97-AF65-F5344CB8AC3E}">
        <p14:creationId xmlns:p14="http://schemas.microsoft.com/office/powerpoint/2010/main" val="1366571762"/>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380.xml><?xml version="1.0" encoding="utf-8"?>
<p:sldLayout xmlns:a="http://schemas.openxmlformats.org/drawingml/2006/main" xmlns:r="http://schemas.openxmlformats.org/officeDocument/2006/relationships" xmlns:p="http://schemas.openxmlformats.org/presentationml/2006/main" preserve="1" userDrawn="1">
  <p:cSld name="Closing logo slide">
    <p:bg>
      <p:bgRef idx="1001">
        <a:schemeClr val="bg2"/>
      </p:bgRef>
    </p:bg>
    <p:spTree>
      <p:nvGrpSpPr>
        <p:cNvPr id="1" name=""/>
        <p:cNvGrpSpPr/>
        <p:nvPr/>
      </p:nvGrpSpPr>
      <p:grpSpPr>
        <a:xfrm>
          <a:off x="0" y="0"/>
          <a:ext cx="0" cy="0"/>
          <a:chOff x="0" y="0"/>
          <a:chExt cx="0" cy="0"/>
        </a:xfrm>
      </p:grpSpPr>
      <p:sp>
        <p:nvSpPr>
          <p:cNvPr id="2" name="Text Box 3" descr="This is a copyright notice that should be included on the final slide."/>
          <p:cNvSpPr txBox="1">
            <a:spLocks noChangeArrowheads="1"/>
          </p:cNvSpPr>
          <p:nvPr/>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a:solidFill>
                  <a:schemeClr val="tx1"/>
                </a:solidFill>
                <a:cs typeface="Segoe Sans Display" pitchFamily="2" charset="0"/>
              </a:rPr>
              <a:t>© Copyright Microsoft Corporation. All rights reserved. </a:t>
            </a:r>
          </a:p>
        </p:txBody>
      </p:sp>
      <p:pic>
        <p:nvPicPr>
          <p:cNvPr id="4" name="Picture 3" descr="A logo of a company&#10;&#10;Description automatically generated">
            <a:extLst>
              <a:ext uri="{FF2B5EF4-FFF2-40B4-BE49-F238E27FC236}">
                <a16:creationId xmlns:a16="http://schemas.microsoft.com/office/drawing/2014/main" id="{6D0E7ACD-25E9-7FAD-3A11-733954C79AE2}"/>
              </a:ext>
            </a:extLst>
          </p:cNvPr>
          <p:cNvPicPr>
            <a:picLocks noChangeAspect="1"/>
          </p:cNvPicPr>
          <p:nvPr userDrawn="1"/>
        </p:nvPicPr>
        <p:blipFill rotWithShape="1">
          <a:blip r:embed="rId2"/>
          <a:srcRect l="12448" t="32535" r="14401" b="28160"/>
          <a:stretch/>
        </p:blipFill>
        <p:spPr>
          <a:xfrm>
            <a:off x="571500" y="581978"/>
            <a:ext cx="1454782" cy="343851"/>
          </a:xfrm>
          <a:prstGeom prst="rect">
            <a:avLst/>
          </a:prstGeom>
        </p:spPr>
      </p:pic>
      <p:sp>
        <p:nvSpPr>
          <p:cNvPr id="3" name="Title 2">
            <a:extLst>
              <a:ext uri="{FF2B5EF4-FFF2-40B4-BE49-F238E27FC236}">
                <a16:creationId xmlns:a16="http://schemas.microsoft.com/office/drawing/2014/main" id="{1643C870-A3BC-0AE9-86FC-9186C69D574A}"/>
              </a:ext>
            </a:extLst>
          </p:cNvPr>
          <p:cNvSpPr>
            <a:spLocks noGrp="1"/>
          </p:cNvSpPr>
          <p:nvPr>
            <p:ph type="title" hasCustomPrompt="1"/>
          </p:nvPr>
        </p:nvSpPr>
        <p:spPr>
          <a:xfrm>
            <a:off x="585216" y="-420892"/>
            <a:ext cx="11018520" cy="276999"/>
          </a:xfrm>
        </p:spPr>
        <p:txBody>
          <a:bodyPr vert="horz" wrap="square" lIns="0" tIns="0" rIns="0" bIns="0" rtlCol="0" anchor="t">
            <a:spAutoFit/>
          </a:bodyPr>
          <a:lstStyle>
            <a:lvl1pPr>
              <a:defRPr lang="en-US" sz="1800" dirty="0"/>
            </a:lvl1pPr>
          </a:lstStyle>
          <a:p>
            <a:pPr lvl="0"/>
            <a:r>
              <a:rPr lang="en-US"/>
              <a:t>Close</a:t>
            </a:r>
          </a:p>
        </p:txBody>
      </p:sp>
    </p:spTree>
    <p:extLst>
      <p:ext uri="{BB962C8B-B14F-4D97-AF65-F5344CB8AC3E}">
        <p14:creationId xmlns:p14="http://schemas.microsoft.com/office/powerpoint/2010/main" val="1081612641"/>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381.xml><?xml version="1.0" encoding="utf-8"?>
<p:sldLayout xmlns:a="http://schemas.openxmlformats.org/drawingml/2006/main" xmlns:r="http://schemas.openxmlformats.org/officeDocument/2006/relationships" xmlns:p="http://schemas.openxmlformats.org/presentationml/2006/main" preserve="1">
  <p:cSld name="1_Title - Square Photo ">
    <p:spTree>
      <p:nvGrpSpPr>
        <p:cNvPr id="1" name=""/>
        <p:cNvGrpSpPr/>
        <p:nvPr/>
      </p:nvGrpSpPr>
      <p:grpSpPr>
        <a:xfrm>
          <a:off x="0" y="0"/>
          <a:ext cx="0" cy="0"/>
          <a:chOff x="0" y="0"/>
          <a:chExt cx="0" cy="0"/>
        </a:xfrm>
      </p:grpSpPr>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334000" y="0"/>
            <a:ext cx="6858000" cy="6858000"/>
          </a:xfrm>
          <a:blipFill dpi="0" rotWithShape="1">
            <a:blip r:embed="rId2" cstate="email">
              <a:extLst>
                <a:ext uri="{28A0092B-C50C-407E-A947-70E740481C1C}">
                  <a14:useLocalDpi xmlns:a14="http://schemas.microsoft.com/office/drawing/2010/main"/>
                </a:ext>
              </a:extLst>
            </a:blip>
            <a:srcRect/>
            <a:stretch>
              <a:fillRect/>
            </a:stretch>
          </a:blipFill>
        </p:spPr>
        <p:txBody>
          <a:bodyPr lIns="0" tIns="2377440" rIns="0" anchor="t" anchorCtr="0">
            <a:noAutofit/>
          </a:bodyPr>
          <a:lstStyle>
            <a:lvl1pPr marL="0" indent="0" algn="ctr">
              <a:lnSpc>
                <a:spcPct val="100000"/>
              </a:lnSpc>
              <a:buNone/>
              <a:defRPr sz="14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76072" y="588963"/>
            <a:ext cx="4158362" cy="2535236"/>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76072"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Tree>
    <p:extLst>
      <p:ext uri="{BB962C8B-B14F-4D97-AF65-F5344CB8AC3E}">
        <p14:creationId xmlns:p14="http://schemas.microsoft.com/office/powerpoint/2010/main" val="2251708070"/>
      </p:ext>
    </p:extLst>
  </p:cSld>
  <p:clrMapOvr>
    <a:masterClrMapping/>
  </p:clrMapOvr>
  <p:transition>
    <p:fade/>
  </p:transition>
</p:sldLayout>
</file>

<file path=ppt/slideLayouts/slideLayout382.xml><?xml version="1.0" encoding="utf-8"?>
<p:sldLayout xmlns:a="http://schemas.openxmlformats.org/drawingml/2006/main" xmlns:r="http://schemas.openxmlformats.org/officeDocument/2006/relationships" xmlns:p="http://schemas.openxmlformats.org/presentationml/2006/main" preserve="1">
  <p:cSld name="2_Square Photo Graphic">
    <p:bg>
      <p:bgPr>
        <a:solidFill>
          <a:srgbClr val="FFF8F3"/>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6834586-5E35-30D9-D8B4-75A164A4F9C0}"/>
              </a:ext>
            </a:extLst>
          </p:cNvPr>
          <p:cNvSpPr/>
          <p:nvPr userDrawn="1"/>
        </p:nvSpPr>
        <p:spPr bwMode="auto">
          <a:xfrm>
            <a:off x="0" y="2438400"/>
            <a:ext cx="12192000" cy="4419600"/>
          </a:xfrm>
          <a:prstGeom prst="rect">
            <a:avLst/>
          </a:prstGeom>
          <a:solidFill>
            <a:srgbClr val="E1D3C7"/>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err="1">
              <a:solidFill>
                <a:schemeClr val="tx1"/>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76072" y="588963"/>
            <a:ext cx="4745164" cy="1514157"/>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76072" y="2743200"/>
            <a:ext cx="4749800" cy="352583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918200" y="1155700"/>
            <a:ext cx="5702300" cy="5465928"/>
          </a:xfrm>
          <a:prstGeom prst="round2SameRect">
            <a:avLst>
              <a:gd name="adj1" fmla="val 2235"/>
              <a:gd name="adj2" fmla="val 0"/>
            </a:avLst>
          </a:prstGeom>
          <a:blipFill>
            <a:blip r:embed="rId2" cstate="email">
              <a:extLst>
                <a:ext uri="{28A0092B-C50C-407E-A947-70E740481C1C}">
                  <a14:useLocalDpi xmlns:a14="http://schemas.microsoft.com/office/drawing/2010/main"/>
                </a:ext>
              </a:extLst>
            </a:blip>
            <a:stretch>
              <a:fillRect b="-4324"/>
            </a:stretch>
          </a:blipFill>
        </p:spPr>
        <p:txBody>
          <a:bodyPr lIns="0" tIns="914400" rIns="0" anchor="t" anchorCtr="0">
            <a:noAutofit/>
          </a:bodyPr>
          <a:lstStyle>
            <a:lvl1pPr marL="0" indent="0" algn="ctr">
              <a:lnSpc>
                <a:spcPct val="100000"/>
              </a:lnSpc>
              <a:buNone/>
              <a:defRPr sz="11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pic>
        <p:nvPicPr>
          <p:cNvPr id="8" name="Picture 7">
            <a:extLst>
              <a:ext uri="{FF2B5EF4-FFF2-40B4-BE49-F238E27FC236}">
                <a16:creationId xmlns:a16="http://schemas.microsoft.com/office/drawing/2014/main" id="{E25C000A-8BFF-12E7-7DFB-FF34728592C6}"/>
              </a:ext>
            </a:extLst>
          </p:cNvPr>
          <p:cNvPicPr>
            <a:picLocks noChangeAspect="1"/>
          </p:cNvPicPr>
          <p:nvPr userDrawn="1"/>
        </p:nvPicPr>
        <p:blipFill>
          <a:blip r:embed="rId3" cstate="email">
            <a:extLst>
              <a:ext uri="{28A0092B-C50C-407E-A947-70E740481C1C}">
                <a14:useLocalDpi xmlns:a14="http://schemas.microsoft.com/office/drawing/2010/main"/>
              </a:ext>
            </a:extLst>
          </a:blip>
          <a:srcRect b="93678"/>
          <a:stretch/>
        </p:blipFill>
        <p:spPr>
          <a:xfrm flipV="1">
            <a:off x="5918200" y="6621628"/>
            <a:ext cx="5702300" cy="236372"/>
          </a:xfrm>
          <a:prstGeom prst="round2SameRect">
            <a:avLst>
              <a:gd name="adj1" fmla="val 0"/>
              <a:gd name="adj2" fmla="val 0"/>
            </a:avLst>
          </a:prstGeom>
        </p:spPr>
      </p:pic>
    </p:spTree>
    <p:extLst>
      <p:ext uri="{BB962C8B-B14F-4D97-AF65-F5344CB8AC3E}">
        <p14:creationId xmlns:p14="http://schemas.microsoft.com/office/powerpoint/2010/main" val="1381746945"/>
      </p:ext>
    </p:extLst>
  </p:cSld>
  <p:clrMapOvr>
    <a:masterClrMapping/>
  </p:clrMapOvr>
  <p:transition>
    <p:fade/>
  </p:transition>
</p:sldLayout>
</file>

<file path=ppt/slideLayouts/slideLayout383.xml><?xml version="1.0" encoding="utf-8"?>
<p:sldLayout xmlns:a="http://schemas.openxmlformats.org/drawingml/2006/main" xmlns:r="http://schemas.openxmlformats.org/officeDocument/2006/relationships" xmlns:p="http://schemas.openxmlformats.org/presentationml/2006/main" preserve="1">
  <p:cSld name="1_Square Photo Graphic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76072" y="588963"/>
            <a:ext cx="4158362" cy="2535236"/>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76072"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624513" y="585788"/>
            <a:ext cx="5683249" cy="5683249"/>
          </a:xfrm>
          <a:prstGeom prst="roundRect">
            <a:avLst>
              <a:gd name="adj" fmla="val 3259"/>
            </a:avLst>
          </a:prstGeom>
          <a:blipFill>
            <a:blip r:embed="rId3" cstate="email">
              <a:extLst>
                <a:ext uri="{28A0092B-C50C-407E-A947-70E740481C1C}">
                  <a14:useLocalDpi xmlns:a14="http://schemas.microsoft.com/office/drawing/2010/main"/>
                </a:ext>
              </a:extLst>
            </a:blip>
            <a:stretch>
              <a:fillRect/>
            </a:stretch>
          </a:blipFill>
        </p:spPr>
        <p:txBody>
          <a:bodyPr lIns="0" tIns="914400" rIns="0" anchor="t" anchorCtr="0">
            <a:noAutofit/>
          </a:bodyPr>
          <a:lstStyle>
            <a:lvl1pPr marL="0" indent="0" algn="ctr">
              <a:lnSpc>
                <a:spcPct val="100000"/>
              </a:lnSpc>
              <a:buNone/>
              <a:defRPr sz="12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pic>
        <p:nvPicPr>
          <p:cNvPr id="2" name="Picture 1" hidden="1">
            <a:extLst>
              <a:ext uri="{FF2B5EF4-FFF2-40B4-BE49-F238E27FC236}">
                <a16:creationId xmlns:a16="http://schemas.microsoft.com/office/drawing/2014/main" id="{4E2E619B-2D74-9B55-98E1-9E6126DE0DB1}"/>
              </a:ext>
            </a:extLst>
          </p:cNvPr>
          <p:cNvPicPr>
            <a:picLocks noChangeAspect="1"/>
          </p:cNvPicPr>
          <p:nvPr userDrawn="1"/>
        </p:nvPicPr>
        <p:blipFill>
          <a:blip r:embed="rId4" cstate="email">
            <a:extLst>
              <a:ext uri="{28A0092B-C50C-407E-A947-70E740481C1C}">
                <a14:useLocalDpi xmlns:a14="http://schemas.microsoft.com/office/drawing/2010/main"/>
              </a:ext>
            </a:extLst>
          </a:blip>
          <a:srcRect b="93678"/>
          <a:stretch/>
        </p:blipFill>
        <p:spPr>
          <a:xfrm flipV="1">
            <a:off x="5614987" y="6032665"/>
            <a:ext cx="5702300" cy="236372"/>
          </a:xfrm>
          <a:prstGeom prst="round2SameRect">
            <a:avLst>
              <a:gd name="adj1" fmla="val 50000"/>
              <a:gd name="adj2" fmla="val 0"/>
            </a:avLst>
          </a:prstGeom>
        </p:spPr>
      </p:pic>
    </p:spTree>
    <p:extLst>
      <p:ext uri="{BB962C8B-B14F-4D97-AF65-F5344CB8AC3E}">
        <p14:creationId xmlns:p14="http://schemas.microsoft.com/office/powerpoint/2010/main" val="1010362422"/>
      </p:ext>
    </p:extLst>
  </p:cSld>
  <p:clrMapOvr>
    <a:masterClrMapping/>
  </p:clrMapOvr>
  <p:transition>
    <p:fade/>
  </p:transition>
</p:sldLayout>
</file>

<file path=ppt/slideLayouts/slideLayout384.xml><?xml version="1.0" encoding="utf-8"?>
<p:sldLayout xmlns:a="http://schemas.openxmlformats.org/drawingml/2006/main" xmlns:r="http://schemas.openxmlformats.org/officeDocument/2006/relationships" xmlns:p="http://schemas.openxmlformats.org/presentationml/2006/main" preserve="1" userDrawn="1">
  <p:cSld name="1_Square Photo Graphic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76072" y="588963"/>
            <a:ext cx="4158362" cy="2535236"/>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76072"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pic>
        <p:nvPicPr>
          <p:cNvPr id="10" name="Picture 9" descr="A close-up of a colorful object&#10;&#10;Description automatically generated">
            <a:extLst>
              <a:ext uri="{FF2B5EF4-FFF2-40B4-BE49-F238E27FC236}">
                <a16:creationId xmlns:a16="http://schemas.microsoft.com/office/drawing/2014/main" id="{89A104E1-D13F-B13B-BB5D-930C8205C897}"/>
              </a:ext>
            </a:extLst>
          </p:cNvPr>
          <p:cNvPicPr>
            <a:picLocks noChangeAspect="1"/>
          </p:cNvPicPr>
          <p:nvPr userDrawn="1"/>
        </p:nvPicPr>
        <p:blipFill>
          <a:blip r:embed="rId3" cstate="email">
            <a:extLst>
              <a:ext uri="{BEBA8EAE-BF5A-486C-A8C5-ECC9F3942E4B}">
                <a14:imgProps xmlns:a14="http://schemas.microsoft.com/office/drawing/2010/main">
                  <a14:imgLayer r:embed="rId4">
                    <a14:imgEffect>
                      <a14:sharpenSoften amount="-65000"/>
                    </a14:imgEffect>
                  </a14:imgLayer>
                </a14:imgProps>
              </a:ext>
              <a:ext uri="{28A0092B-C50C-407E-A947-70E740481C1C}">
                <a14:useLocalDpi xmlns:a14="http://schemas.microsoft.com/office/drawing/2010/main"/>
              </a:ext>
            </a:extLst>
          </a:blip>
          <a:srcRect/>
          <a:stretch/>
        </p:blipFill>
        <p:spPr>
          <a:xfrm>
            <a:off x="5333999" y="0"/>
            <a:ext cx="6858001" cy="6858000"/>
          </a:xfrm>
          <a:prstGeom prst="rect">
            <a:avLst/>
          </a:prstGeom>
          <a:solidFill>
            <a:schemeClr val="bg1"/>
          </a:solidFill>
        </p:spPr>
      </p:pic>
      <p:pic>
        <p:nvPicPr>
          <p:cNvPr id="8" name="Picture 7" descr="A colorful gradient going from darker blue on the left side to light blue to magenta to orange on the right side">
            <a:extLst>
              <a:ext uri="{FF2B5EF4-FFF2-40B4-BE49-F238E27FC236}">
                <a16:creationId xmlns:a16="http://schemas.microsoft.com/office/drawing/2014/main" id="{69B64261-FB99-ADE9-26E4-3ECE1E68CF38}"/>
              </a:ext>
            </a:extLst>
          </p:cNvPr>
          <p:cNvPicPr>
            <a:picLocks noChangeAspect="1"/>
          </p:cNvPicPr>
          <p:nvPr userDrawn="1"/>
        </p:nvPicPr>
        <p:blipFill rotWithShape="1">
          <a:blip r:embed="rId5" cstate="email">
            <a:alphaModFix amt="50000"/>
            <a:extLst>
              <a:ext uri="{28A0092B-C50C-407E-A947-70E740481C1C}">
                <a14:useLocalDpi xmlns:a14="http://schemas.microsoft.com/office/drawing/2010/main"/>
              </a:ext>
            </a:extLst>
          </a:blip>
          <a:srcRect t="160" b="160"/>
          <a:stretch/>
        </p:blipFill>
        <p:spPr>
          <a:xfrm rot="16200000">
            <a:off x="6205856" y="868680"/>
            <a:ext cx="5120640" cy="5120640"/>
          </a:xfrm>
          <a:prstGeom prst="roundRect">
            <a:avLst>
              <a:gd name="adj" fmla="val 2716"/>
            </a:avLst>
          </a:prstGeom>
        </p:spPr>
      </p:pic>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6705600" y="1371600"/>
            <a:ext cx="4114800" cy="4114800"/>
          </a:xfrm>
          <a:prstGeom prst="roundRect">
            <a:avLst>
              <a:gd name="adj" fmla="val 2346"/>
            </a:avLst>
          </a:prstGeom>
          <a:blipFill>
            <a:blip r:embed="rId6" cstate="email">
              <a:extLst>
                <a:ext uri="{28A0092B-C50C-407E-A947-70E740481C1C}">
                  <a14:useLocalDpi xmlns:a14="http://schemas.microsoft.com/office/drawing/2010/main"/>
                </a:ext>
              </a:extLst>
            </a:blip>
            <a:stretch>
              <a:fillRect/>
            </a:stretch>
          </a:blipFill>
        </p:spPr>
        <p:txBody>
          <a:bodyPr lIns="0" tIns="1188720" rIns="0" anchor="t" anchorCtr="0">
            <a:noAutofit/>
          </a:bodyPr>
          <a:lstStyle>
            <a:lvl1pPr marL="0" indent="0" algn="ctr">
              <a:lnSpc>
                <a:spcPct val="100000"/>
              </a:lnSpc>
              <a:buNone/>
              <a:defRPr sz="12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2232032831"/>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32">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385.xml><?xml version="1.0" encoding="utf-8"?>
<p:sldLayout xmlns:a="http://schemas.openxmlformats.org/drawingml/2006/main" xmlns:r="http://schemas.openxmlformats.org/officeDocument/2006/relationships" xmlns:p="http://schemas.openxmlformats.org/presentationml/2006/main" preserve="1">
  <p:cSld name="1_Square Photo Graphic 4">
    <p:bg>
      <p:bgPr>
        <a:solidFill>
          <a:srgbClr val="FFF8F3"/>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B58AEFBE-EE1F-0FBF-5C84-1DF6EC17775A}"/>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5334000" y="0"/>
            <a:ext cx="6858000" cy="6858000"/>
          </a:xfrm>
          <a:prstGeom prst="rect">
            <a:avLst/>
          </a:prstGeom>
        </p:spPr>
      </p:pic>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76072" y="588963"/>
            <a:ext cx="4158362" cy="2535236"/>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76072"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6705600" y="1371600"/>
            <a:ext cx="4114800" cy="4114800"/>
          </a:xfrm>
          <a:prstGeom prst="roundRect">
            <a:avLst>
              <a:gd name="adj" fmla="val 2602"/>
            </a:avLst>
          </a:prstGeom>
          <a:blipFill>
            <a:blip r:embed="rId3" cstate="email">
              <a:extLst>
                <a:ext uri="{28A0092B-C50C-407E-A947-70E740481C1C}">
                  <a14:useLocalDpi xmlns:a14="http://schemas.microsoft.com/office/drawing/2010/main"/>
                </a:ext>
              </a:extLst>
            </a:blip>
            <a:stretch>
              <a:fillRect/>
            </a:stretch>
          </a:blipFill>
        </p:spPr>
        <p:txBody>
          <a:bodyPr lIns="0" tIns="1188720" rIns="0" anchor="t" anchorCtr="0">
            <a:noAutofit/>
          </a:bodyPr>
          <a:lstStyle>
            <a:lvl1pPr marL="0" indent="0" algn="ctr">
              <a:lnSpc>
                <a:spcPct val="100000"/>
              </a:lnSpc>
              <a:buNone/>
              <a:defRPr sz="12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2732452272"/>
      </p:ext>
    </p:extLst>
  </p:cSld>
  <p:clrMapOvr>
    <a:masterClrMapping/>
  </p:clrMapOvr>
  <p:transition>
    <p:fade/>
  </p:transition>
</p:sldLayout>
</file>

<file path=ppt/slideLayouts/slideLayout386.xml><?xml version="1.0" encoding="utf-8"?>
<p:sldLayout xmlns:a="http://schemas.openxmlformats.org/drawingml/2006/main" xmlns:r="http://schemas.openxmlformats.org/officeDocument/2006/relationships" xmlns:p="http://schemas.openxmlformats.org/presentationml/2006/main" showMasterSp="0" preserve="1">
  <p:cSld name="Black Notes slide Layout">
    <p:bg bwMode="gray">
      <p:bgPr>
        <a:solidFill>
          <a:schemeClr val="bg2"/>
        </a:soli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solidFill>
                  <a:schemeClr val="tx1"/>
                </a:solidFill>
                <a:latin typeface="Segoe Sans Display" pitchFamily="2" charset="0"/>
                <a:ea typeface="Segoe Sans Display" pitchFamily="2" charset="0"/>
                <a:cs typeface="Segoe Sans Display" pitchFamily="2" charset="0"/>
              </a:defRPr>
            </a:lvl1pPr>
          </a:lstStyle>
          <a:p>
            <a:r>
              <a:rPr lang="en-US"/>
              <a:t>Click to edit Master title style</a:t>
            </a:r>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solidFill>
                  <a:srgbClr val="000000"/>
                </a:solidFill>
                <a:effectLst/>
                <a:latin typeface="Segoe Sans Display" pitchFamily="2" charset="0"/>
                <a:ea typeface="Segoe Sans Display" pitchFamily="2" charset="0"/>
                <a:cs typeface="Segoe Sans Display" pitchFamily="2" charset="0"/>
              </a:defRPr>
            </a:lvl1pPr>
          </a:lstStyle>
          <a:p>
            <a:pPr lvl="0"/>
            <a:r>
              <a:rPr lang="en-US"/>
              <a:t>Next:</a:t>
            </a:r>
          </a:p>
        </p:txBody>
      </p:sp>
    </p:spTree>
    <p:extLst>
      <p:ext uri="{BB962C8B-B14F-4D97-AF65-F5344CB8AC3E}">
        <p14:creationId xmlns:p14="http://schemas.microsoft.com/office/powerpoint/2010/main" val="2865877350"/>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em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26" Type="http://schemas.openxmlformats.org/officeDocument/2006/relationships/slideLayout" Target="../slideLayouts/slideLayout42.xml"/><Relationship Id="rId21" Type="http://schemas.openxmlformats.org/officeDocument/2006/relationships/slideLayout" Target="../slideLayouts/slideLayout37.xml"/><Relationship Id="rId42" Type="http://schemas.openxmlformats.org/officeDocument/2006/relationships/slideLayout" Target="../slideLayouts/slideLayout58.xml"/><Relationship Id="rId47" Type="http://schemas.openxmlformats.org/officeDocument/2006/relationships/slideLayout" Target="../slideLayouts/slideLayout63.xml"/><Relationship Id="rId63" Type="http://schemas.openxmlformats.org/officeDocument/2006/relationships/slideLayout" Target="../slideLayouts/slideLayout79.xml"/><Relationship Id="rId68" Type="http://schemas.openxmlformats.org/officeDocument/2006/relationships/slideLayout" Target="../slideLayouts/slideLayout84.xml"/><Relationship Id="rId16" Type="http://schemas.openxmlformats.org/officeDocument/2006/relationships/slideLayout" Target="../slideLayouts/slideLayout32.xml"/><Relationship Id="rId11" Type="http://schemas.openxmlformats.org/officeDocument/2006/relationships/slideLayout" Target="../slideLayouts/slideLayout27.xml"/><Relationship Id="rId32" Type="http://schemas.openxmlformats.org/officeDocument/2006/relationships/slideLayout" Target="../slideLayouts/slideLayout48.xml"/><Relationship Id="rId37" Type="http://schemas.openxmlformats.org/officeDocument/2006/relationships/slideLayout" Target="../slideLayouts/slideLayout53.xml"/><Relationship Id="rId53" Type="http://schemas.openxmlformats.org/officeDocument/2006/relationships/slideLayout" Target="../slideLayouts/slideLayout69.xml"/><Relationship Id="rId58" Type="http://schemas.openxmlformats.org/officeDocument/2006/relationships/slideLayout" Target="../slideLayouts/slideLayout74.xml"/><Relationship Id="rId74" Type="http://schemas.openxmlformats.org/officeDocument/2006/relationships/slideLayout" Target="../slideLayouts/slideLayout90.xml"/><Relationship Id="rId79" Type="http://schemas.openxmlformats.org/officeDocument/2006/relationships/slideLayout" Target="../slideLayouts/slideLayout95.xml"/><Relationship Id="rId5" Type="http://schemas.openxmlformats.org/officeDocument/2006/relationships/slideLayout" Target="../slideLayouts/slideLayout21.xml"/><Relationship Id="rId61" Type="http://schemas.openxmlformats.org/officeDocument/2006/relationships/slideLayout" Target="../slideLayouts/slideLayout77.xml"/><Relationship Id="rId19" Type="http://schemas.openxmlformats.org/officeDocument/2006/relationships/slideLayout" Target="../slideLayouts/slideLayout35.xml"/><Relationship Id="rId14" Type="http://schemas.openxmlformats.org/officeDocument/2006/relationships/slideLayout" Target="../slideLayouts/slideLayout30.xml"/><Relationship Id="rId22" Type="http://schemas.openxmlformats.org/officeDocument/2006/relationships/slideLayout" Target="../slideLayouts/slideLayout38.xml"/><Relationship Id="rId27" Type="http://schemas.openxmlformats.org/officeDocument/2006/relationships/slideLayout" Target="../slideLayouts/slideLayout43.xml"/><Relationship Id="rId30" Type="http://schemas.openxmlformats.org/officeDocument/2006/relationships/slideLayout" Target="../slideLayouts/slideLayout46.xml"/><Relationship Id="rId35" Type="http://schemas.openxmlformats.org/officeDocument/2006/relationships/slideLayout" Target="../slideLayouts/slideLayout51.xml"/><Relationship Id="rId43" Type="http://schemas.openxmlformats.org/officeDocument/2006/relationships/slideLayout" Target="../slideLayouts/slideLayout59.xml"/><Relationship Id="rId48" Type="http://schemas.openxmlformats.org/officeDocument/2006/relationships/slideLayout" Target="../slideLayouts/slideLayout64.xml"/><Relationship Id="rId56" Type="http://schemas.openxmlformats.org/officeDocument/2006/relationships/slideLayout" Target="../slideLayouts/slideLayout72.xml"/><Relationship Id="rId64" Type="http://schemas.openxmlformats.org/officeDocument/2006/relationships/slideLayout" Target="../slideLayouts/slideLayout80.xml"/><Relationship Id="rId69" Type="http://schemas.openxmlformats.org/officeDocument/2006/relationships/slideLayout" Target="../slideLayouts/slideLayout85.xml"/><Relationship Id="rId77" Type="http://schemas.openxmlformats.org/officeDocument/2006/relationships/slideLayout" Target="../slideLayouts/slideLayout93.xml"/><Relationship Id="rId8" Type="http://schemas.openxmlformats.org/officeDocument/2006/relationships/slideLayout" Target="../slideLayouts/slideLayout24.xml"/><Relationship Id="rId51" Type="http://schemas.openxmlformats.org/officeDocument/2006/relationships/slideLayout" Target="../slideLayouts/slideLayout67.xml"/><Relationship Id="rId72" Type="http://schemas.openxmlformats.org/officeDocument/2006/relationships/slideLayout" Target="../slideLayouts/slideLayout88.xml"/><Relationship Id="rId80" Type="http://schemas.openxmlformats.org/officeDocument/2006/relationships/slideLayout" Target="../slideLayouts/slideLayout96.xml"/><Relationship Id="rId3" Type="http://schemas.openxmlformats.org/officeDocument/2006/relationships/slideLayout" Target="../slideLayouts/slideLayout19.xml"/><Relationship Id="rId12" Type="http://schemas.openxmlformats.org/officeDocument/2006/relationships/slideLayout" Target="../slideLayouts/slideLayout28.xml"/><Relationship Id="rId17" Type="http://schemas.openxmlformats.org/officeDocument/2006/relationships/slideLayout" Target="../slideLayouts/slideLayout33.xml"/><Relationship Id="rId25" Type="http://schemas.openxmlformats.org/officeDocument/2006/relationships/slideLayout" Target="../slideLayouts/slideLayout41.xml"/><Relationship Id="rId33" Type="http://schemas.openxmlformats.org/officeDocument/2006/relationships/slideLayout" Target="../slideLayouts/slideLayout49.xml"/><Relationship Id="rId38" Type="http://schemas.openxmlformats.org/officeDocument/2006/relationships/slideLayout" Target="../slideLayouts/slideLayout54.xml"/><Relationship Id="rId46" Type="http://schemas.openxmlformats.org/officeDocument/2006/relationships/slideLayout" Target="../slideLayouts/slideLayout62.xml"/><Relationship Id="rId59" Type="http://schemas.openxmlformats.org/officeDocument/2006/relationships/slideLayout" Target="../slideLayouts/slideLayout75.xml"/><Relationship Id="rId67" Type="http://schemas.openxmlformats.org/officeDocument/2006/relationships/slideLayout" Target="../slideLayouts/slideLayout83.xml"/><Relationship Id="rId20" Type="http://schemas.openxmlformats.org/officeDocument/2006/relationships/slideLayout" Target="../slideLayouts/slideLayout36.xml"/><Relationship Id="rId41" Type="http://schemas.openxmlformats.org/officeDocument/2006/relationships/slideLayout" Target="../slideLayouts/slideLayout57.xml"/><Relationship Id="rId54" Type="http://schemas.openxmlformats.org/officeDocument/2006/relationships/slideLayout" Target="../slideLayouts/slideLayout70.xml"/><Relationship Id="rId62" Type="http://schemas.openxmlformats.org/officeDocument/2006/relationships/slideLayout" Target="../slideLayouts/slideLayout78.xml"/><Relationship Id="rId70" Type="http://schemas.openxmlformats.org/officeDocument/2006/relationships/slideLayout" Target="../slideLayouts/slideLayout86.xml"/><Relationship Id="rId75" Type="http://schemas.openxmlformats.org/officeDocument/2006/relationships/slideLayout" Target="../slideLayouts/slideLayout91.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5" Type="http://schemas.openxmlformats.org/officeDocument/2006/relationships/slideLayout" Target="../slideLayouts/slideLayout31.xml"/><Relationship Id="rId23" Type="http://schemas.openxmlformats.org/officeDocument/2006/relationships/slideLayout" Target="../slideLayouts/slideLayout39.xml"/><Relationship Id="rId28" Type="http://schemas.openxmlformats.org/officeDocument/2006/relationships/slideLayout" Target="../slideLayouts/slideLayout44.xml"/><Relationship Id="rId36" Type="http://schemas.openxmlformats.org/officeDocument/2006/relationships/slideLayout" Target="../slideLayouts/slideLayout52.xml"/><Relationship Id="rId49" Type="http://schemas.openxmlformats.org/officeDocument/2006/relationships/slideLayout" Target="../slideLayouts/slideLayout65.xml"/><Relationship Id="rId57" Type="http://schemas.openxmlformats.org/officeDocument/2006/relationships/slideLayout" Target="../slideLayouts/slideLayout73.xml"/><Relationship Id="rId10" Type="http://schemas.openxmlformats.org/officeDocument/2006/relationships/slideLayout" Target="../slideLayouts/slideLayout26.xml"/><Relationship Id="rId31" Type="http://schemas.openxmlformats.org/officeDocument/2006/relationships/slideLayout" Target="../slideLayouts/slideLayout47.xml"/><Relationship Id="rId44" Type="http://schemas.openxmlformats.org/officeDocument/2006/relationships/slideLayout" Target="../slideLayouts/slideLayout60.xml"/><Relationship Id="rId52" Type="http://schemas.openxmlformats.org/officeDocument/2006/relationships/slideLayout" Target="../slideLayouts/slideLayout68.xml"/><Relationship Id="rId60" Type="http://schemas.openxmlformats.org/officeDocument/2006/relationships/slideLayout" Target="../slideLayouts/slideLayout76.xml"/><Relationship Id="rId65" Type="http://schemas.openxmlformats.org/officeDocument/2006/relationships/slideLayout" Target="../slideLayouts/slideLayout81.xml"/><Relationship Id="rId73" Type="http://schemas.openxmlformats.org/officeDocument/2006/relationships/slideLayout" Target="../slideLayouts/slideLayout89.xml"/><Relationship Id="rId78" Type="http://schemas.openxmlformats.org/officeDocument/2006/relationships/slideLayout" Target="../slideLayouts/slideLayout94.xml"/><Relationship Id="rId81" Type="http://schemas.openxmlformats.org/officeDocument/2006/relationships/theme" Target="../theme/theme2.xml"/><Relationship Id="rId4" Type="http://schemas.openxmlformats.org/officeDocument/2006/relationships/slideLayout" Target="../slideLayouts/slideLayout20.xml"/><Relationship Id="rId9" Type="http://schemas.openxmlformats.org/officeDocument/2006/relationships/slideLayout" Target="../slideLayouts/slideLayout25.xml"/><Relationship Id="rId13" Type="http://schemas.openxmlformats.org/officeDocument/2006/relationships/slideLayout" Target="../slideLayouts/slideLayout29.xml"/><Relationship Id="rId18" Type="http://schemas.openxmlformats.org/officeDocument/2006/relationships/slideLayout" Target="../slideLayouts/slideLayout34.xml"/><Relationship Id="rId39" Type="http://schemas.openxmlformats.org/officeDocument/2006/relationships/slideLayout" Target="../slideLayouts/slideLayout55.xml"/><Relationship Id="rId34" Type="http://schemas.openxmlformats.org/officeDocument/2006/relationships/slideLayout" Target="../slideLayouts/slideLayout50.xml"/><Relationship Id="rId50" Type="http://schemas.openxmlformats.org/officeDocument/2006/relationships/slideLayout" Target="../slideLayouts/slideLayout66.xml"/><Relationship Id="rId55" Type="http://schemas.openxmlformats.org/officeDocument/2006/relationships/slideLayout" Target="../slideLayouts/slideLayout71.xml"/><Relationship Id="rId76" Type="http://schemas.openxmlformats.org/officeDocument/2006/relationships/slideLayout" Target="../slideLayouts/slideLayout92.xml"/><Relationship Id="rId7" Type="http://schemas.openxmlformats.org/officeDocument/2006/relationships/slideLayout" Target="../slideLayouts/slideLayout23.xml"/><Relationship Id="rId71" Type="http://schemas.openxmlformats.org/officeDocument/2006/relationships/slideLayout" Target="../slideLayouts/slideLayout87.xml"/><Relationship Id="rId2" Type="http://schemas.openxmlformats.org/officeDocument/2006/relationships/slideLayout" Target="../slideLayouts/slideLayout18.xml"/><Relationship Id="rId29" Type="http://schemas.openxmlformats.org/officeDocument/2006/relationships/slideLayout" Target="../slideLayouts/slideLayout45.xml"/><Relationship Id="rId24" Type="http://schemas.openxmlformats.org/officeDocument/2006/relationships/slideLayout" Target="../slideLayouts/slideLayout40.xml"/><Relationship Id="rId40" Type="http://schemas.openxmlformats.org/officeDocument/2006/relationships/slideLayout" Target="../slideLayouts/slideLayout56.xml"/><Relationship Id="rId45" Type="http://schemas.openxmlformats.org/officeDocument/2006/relationships/slideLayout" Target="../slideLayouts/slideLayout61.xml"/><Relationship Id="rId66" Type="http://schemas.openxmlformats.org/officeDocument/2006/relationships/slideLayout" Target="../slideLayouts/slideLayout82.xml"/></Relationships>
</file>

<file path=ppt/slideMasters/_rels/slideMaster3.xml.rels><?xml version="1.0" encoding="UTF-8" standalone="yes"?>
<Relationships xmlns="http://schemas.openxmlformats.org/package/2006/relationships"><Relationship Id="rId26" Type="http://schemas.openxmlformats.org/officeDocument/2006/relationships/slideLayout" Target="../slideLayouts/slideLayout122.xml"/><Relationship Id="rId21" Type="http://schemas.openxmlformats.org/officeDocument/2006/relationships/slideLayout" Target="../slideLayouts/slideLayout117.xml"/><Relationship Id="rId42" Type="http://schemas.openxmlformats.org/officeDocument/2006/relationships/slideLayout" Target="../slideLayouts/slideLayout138.xml"/><Relationship Id="rId47" Type="http://schemas.openxmlformats.org/officeDocument/2006/relationships/slideLayout" Target="../slideLayouts/slideLayout143.xml"/><Relationship Id="rId63" Type="http://schemas.openxmlformats.org/officeDocument/2006/relationships/slideLayout" Target="../slideLayouts/slideLayout159.xml"/><Relationship Id="rId68" Type="http://schemas.openxmlformats.org/officeDocument/2006/relationships/slideLayout" Target="../slideLayouts/slideLayout164.xml"/><Relationship Id="rId84" Type="http://schemas.openxmlformats.org/officeDocument/2006/relationships/slideLayout" Target="../slideLayouts/slideLayout180.xml"/><Relationship Id="rId89" Type="http://schemas.openxmlformats.org/officeDocument/2006/relationships/slideLayout" Target="../slideLayouts/slideLayout185.xml"/><Relationship Id="rId16" Type="http://schemas.openxmlformats.org/officeDocument/2006/relationships/slideLayout" Target="../slideLayouts/slideLayout112.xml"/><Relationship Id="rId11" Type="http://schemas.openxmlformats.org/officeDocument/2006/relationships/slideLayout" Target="../slideLayouts/slideLayout107.xml"/><Relationship Id="rId32" Type="http://schemas.openxmlformats.org/officeDocument/2006/relationships/slideLayout" Target="../slideLayouts/slideLayout128.xml"/><Relationship Id="rId37" Type="http://schemas.openxmlformats.org/officeDocument/2006/relationships/slideLayout" Target="../slideLayouts/slideLayout133.xml"/><Relationship Id="rId53" Type="http://schemas.openxmlformats.org/officeDocument/2006/relationships/slideLayout" Target="../slideLayouts/slideLayout149.xml"/><Relationship Id="rId58" Type="http://schemas.openxmlformats.org/officeDocument/2006/relationships/slideLayout" Target="../slideLayouts/slideLayout154.xml"/><Relationship Id="rId74" Type="http://schemas.openxmlformats.org/officeDocument/2006/relationships/slideLayout" Target="../slideLayouts/slideLayout170.xml"/><Relationship Id="rId79" Type="http://schemas.openxmlformats.org/officeDocument/2006/relationships/slideLayout" Target="../slideLayouts/slideLayout175.xml"/><Relationship Id="rId5" Type="http://schemas.openxmlformats.org/officeDocument/2006/relationships/slideLayout" Target="../slideLayouts/slideLayout101.xml"/><Relationship Id="rId90" Type="http://schemas.openxmlformats.org/officeDocument/2006/relationships/slideLayout" Target="../slideLayouts/slideLayout186.xml"/><Relationship Id="rId95" Type="http://schemas.openxmlformats.org/officeDocument/2006/relationships/slideLayout" Target="../slideLayouts/slideLayout191.xml"/><Relationship Id="rId22" Type="http://schemas.openxmlformats.org/officeDocument/2006/relationships/slideLayout" Target="../slideLayouts/slideLayout118.xml"/><Relationship Id="rId27" Type="http://schemas.openxmlformats.org/officeDocument/2006/relationships/slideLayout" Target="../slideLayouts/slideLayout123.xml"/><Relationship Id="rId43" Type="http://schemas.openxmlformats.org/officeDocument/2006/relationships/slideLayout" Target="../slideLayouts/slideLayout139.xml"/><Relationship Id="rId48" Type="http://schemas.openxmlformats.org/officeDocument/2006/relationships/slideLayout" Target="../slideLayouts/slideLayout144.xml"/><Relationship Id="rId64" Type="http://schemas.openxmlformats.org/officeDocument/2006/relationships/slideLayout" Target="../slideLayouts/slideLayout160.xml"/><Relationship Id="rId69" Type="http://schemas.openxmlformats.org/officeDocument/2006/relationships/slideLayout" Target="../slideLayouts/slideLayout165.xml"/><Relationship Id="rId80" Type="http://schemas.openxmlformats.org/officeDocument/2006/relationships/slideLayout" Target="../slideLayouts/slideLayout176.xml"/><Relationship Id="rId85" Type="http://schemas.openxmlformats.org/officeDocument/2006/relationships/slideLayout" Target="../slideLayouts/slideLayout181.xml"/><Relationship Id="rId3" Type="http://schemas.openxmlformats.org/officeDocument/2006/relationships/slideLayout" Target="../slideLayouts/slideLayout99.xml"/><Relationship Id="rId12" Type="http://schemas.openxmlformats.org/officeDocument/2006/relationships/slideLayout" Target="../slideLayouts/slideLayout108.xml"/><Relationship Id="rId17" Type="http://schemas.openxmlformats.org/officeDocument/2006/relationships/slideLayout" Target="../slideLayouts/slideLayout113.xml"/><Relationship Id="rId25" Type="http://schemas.openxmlformats.org/officeDocument/2006/relationships/slideLayout" Target="../slideLayouts/slideLayout121.xml"/><Relationship Id="rId33" Type="http://schemas.openxmlformats.org/officeDocument/2006/relationships/slideLayout" Target="../slideLayouts/slideLayout129.xml"/><Relationship Id="rId38" Type="http://schemas.openxmlformats.org/officeDocument/2006/relationships/slideLayout" Target="../slideLayouts/slideLayout134.xml"/><Relationship Id="rId46" Type="http://schemas.openxmlformats.org/officeDocument/2006/relationships/slideLayout" Target="../slideLayouts/slideLayout142.xml"/><Relationship Id="rId59" Type="http://schemas.openxmlformats.org/officeDocument/2006/relationships/slideLayout" Target="../slideLayouts/slideLayout155.xml"/><Relationship Id="rId67" Type="http://schemas.openxmlformats.org/officeDocument/2006/relationships/slideLayout" Target="../slideLayouts/slideLayout163.xml"/><Relationship Id="rId20" Type="http://schemas.openxmlformats.org/officeDocument/2006/relationships/slideLayout" Target="../slideLayouts/slideLayout116.xml"/><Relationship Id="rId41" Type="http://schemas.openxmlformats.org/officeDocument/2006/relationships/slideLayout" Target="../slideLayouts/slideLayout137.xml"/><Relationship Id="rId54" Type="http://schemas.openxmlformats.org/officeDocument/2006/relationships/slideLayout" Target="../slideLayouts/slideLayout150.xml"/><Relationship Id="rId62" Type="http://schemas.openxmlformats.org/officeDocument/2006/relationships/slideLayout" Target="../slideLayouts/slideLayout158.xml"/><Relationship Id="rId70" Type="http://schemas.openxmlformats.org/officeDocument/2006/relationships/slideLayout" Target="../slideLayouts/slideLayout166.xml"/><Relationship Id="rId75" Type="http://schemas.openxmlformats.org/officeDocument/2006/relationships/slideLayout" Target="../slideLayouts/slideLayout171.xml"/><Relationship Id="rId83" Type="http://schemas.openxmlformats.org/officeDocument/2006/relationships/slideLayout" Target="../slideLayouts/slideLayout179.xml"/><Relationship Id="rId88" Type="http://schemas.openxmlformats.org/officeDocument/2006/relationships/slideLayout" Target="../slideLayouts/slideLayout184.xml"/><Relationship Id="rId91" Type="http://schemas.openxmlformats.org/officeDocument/2006/relationships/slideLayout" Target="../slideLayouts/slideLayout187.xml"/><Relationship Id="rId96" Type="http://schemas.openxmlformats.org/officeDocument/2006/relationships/slideLayout" Target="../slideLayouts/slideLayout192.xml"/><Relationship Id="rId1" Type="http://schemas.openxmlformats.org/officeDocument/2006/relationships/slideLayout" Target="../slideLayouts/slideLayout97.xml"/><Relationship Id="rId6" Type="http://schemas.openxmlformats.org/officeDocument/2006/relationships/slideLayout" Target="../slideLayouts/slideLayout102.xml"/><Relationship Id="rId15" Type="http://schemas.openxmlformats.org/officeDocument/2006/relationships/slideLayout" Target="../slideLayouts/slideLayout111.xml"/><Relationship Id="rId23" Type="http://schemas.openxmlformats.org/officeDocument/2006/relationships/slideLayout" Target="../slideLayouts/slideLayout119.xml"/><Relationship Id="rId28" Type="http://schemas.openxmlformats.org/officeDocument/2006/relationships/slideLayout" Target="../slideLayouts/slideLayout124.xml"/><Relationship Id="rId36" Type="http://schemas.openxmlformats.org/officeDocument/2006/relationships/slideLayout" Target="../slideLayouts/slideLayout132.xml"/><Relationship Id="rId49" Type="http://schemas.openxmlformats.org/officeDocument/2006/relationships/slideLayout" Target="../slideLayouts/slideLayout145.xml"/><Relationship Id="rId57" Type="http://schemas.openxmlformats.org/officeDocument/2006/relationships/slideLayout" Target="../slideLayouts/slideLayout153.xml"/><Relationship Id="rId10" Type="http://schemas.openxmlformats.org/officeDocument/2006/relationships/slideLayout" Target="../slideLayouts/slideLayout106.xml"/><Relationship Id="rId31" Type="http://schemas.openxmlformats.org/officeDocument/2006/relationships/slideLayout" Target="../slideLayouts/slideLayout127.xml"/><Relationship Id="rId44" Type="http://schemas.openxmlformats.org/officeDocument/2006/relationships/slideLayout" Target="../slideLayouts/slideLayout140.xml"/><Relationship Id="rId52" Type="http://schemas.openxmlformats.org/officeDocument/2006/relationships/slideLayout" Target="../slideLayouts/slideLayout148.xml"/><Relationship Id="rId60" Type="http://schemas.openxmlformats.org/officeDocument/2006/relationships/slideLayout" Target="../slideLayouts/slideLayout156.xml"/><Relationship Id="rId65" Type="http://schemas.openxmlformats.org/officeDocument/2006/relationships/slideLayout" Target="../slideLayouts/slideLayout161.xml"/><Relationship Id="rId73" Type="http://schemas.openxmlformats.org/officeDocument/2006/relationships/slideLayout" Target="../slideLayouts/slideLayout169.xml"/><Relationship Id="rId78" Type="http://schemas.openxmlformats.org/officeDocument/2006/relationships/slideLayout" Target="../slideLayouts/slideLayout174.xml"/><Relationship Id="rId81" Type="http://schemas.openxmlformats.org/officeDocument/2006/relationships/slideLayout" Target="../slideLayouts/slideLayout177.xml"/><Relationship Id="rId86" Type="http://schemas.openxmlformats.org/officeDocument/2006/relationships/slideLayout" Target="../slideLayouts/slideLayout182.xml"/><Relationship Id="rId94" Type="http://schemas.openxmlformats.org/officeDocument/2006/relationships/slideLayout" Target="../slideLayouts/slideLayout190.xml"/><Relationship Id="rId99" Type="http://schemas.openxmlformats.org/officeDocument/2006/relationships/image" Target="../media/image43.png"/><Relationship Id="rId4" Type="http://schemas.openxmlformats.org/officeDocument/2006/relationships/slideLayout" Target="../slideLayouts/slideLayout100.xml"/><Relationship Id="rId9" Type="http://schemas.openxmlformats.org/officeDocument/2006/relationships/slideLayout" Target="../slideLayouts/slideLayout105.xml"/><Relationship Id="rId13" Type="http://schemas.openxmlformats.org/officeDocument/2006/relationships/slideLayout" Target="../slideLayouts/slideLayout109.xml"/><Relationship Id="rId18" Type="http://schemas.openxmlformats.org/officeDocument/2006/relationships/slideLayout" Target="../slideLayouts/slideLayout114.xml"/><Relationship Id="rId39" Type="http://schemas.openxmlformats.org/officeDocument/2006/relationships/slideLayout" Target="../slideLayouts/slideLayout135.xml"/><Relationship Id="rId34" Type="http://schemas.openxmlformats.org/officeDocument/2006/relationships/slideLayout" Target="../slideLayouts/slideLayout130.xml"/><Relationship Id="rId50" Type="http://schemas.openxmlformats.org/officeDocument/2006/relationships/slideLayout" Target="../slideLayouts/slideLayout146.xml"/><Relationship Id="rId55" Type="http://schemas.openxmlformats.org/officeDocument/2006/relationships/slideLayout" Target="../slideLayouts/slideLayout151.xml"/><Relationship Id="rId76" Type="http://schemas.openxmlformats.org/officeDocument/2006/relationships/slideLayout" Target="../slideLayouts/slideLayout172.xml"/><Relationship Id="rId97" Type="http://schemas.openxmlformats.org/officeDocument/2006/relationships/slideLayout" Target="../slideLayouts/slideLayout193.xml"/><Relationship Id="rId7" Type="http://schemas.openxmlformats.org/officeDocument/2006/relationships/slideLayout" Target="../slideLayouts/slideLayout103.xml"/><Relationship Id="rId71" Type="http://schemas.openxmlformats.org/officeDocument/2006/relationships/slideLayout" Target="../slideLayouts/slideLayout167.xml"/><Relationship Id="rId92" Type="http://schemas.openxmlformats.org/officeDocument/2006/relationships/slideLayout" Target="../slideLayouts/slideLayout188.xml"/><Relationship Id="rId2" Type="http://schemas.openxmlformats.org/officeDocument/2006/relationships/slideLayout" Target="../slideLayouts/slideLayout98.xml"/><Relationship Id="rId29" Type="http://schemas.openxmlformats.org/officeDocument/2006/relationships/slideLayout" Target="../slideLayouts/slideLayout125.xml"/><Relationship Id="rId24" Type="http://schemas.openxmlformats.org/officeDocument/2006/relationships/slideLayout" Target="../slideLayouts/slideLayout120.xml"/><Relationship Id="rId40" Type="http://schemas.openxmlformats.org/officeDocument/2006/relationships/slideLayout" Target="../slideLayouts/slideLayout136.xml"/><Relationship Id="rId45" Type="http://schemas.openxmlformats.org/officeDocument/2006/relationships/slideLayout" Target="../slideLayouts/slideLayout141.xml"/><Relationship Id="rId66" Type="http://schemas.openxmlformats.org/officeDocument/2006/relationships/slideLayout" Target="../slideLayouts/slideLayout162.xml"/><Relationship Id="rId87" Type="http://schemas.openxmlformats.org/officeDocument/2006/relationships/slideLayout" Target="../slideLayouts/slideLayout183.xml"/><Relationship Id="rId61" Type="http://schemas.openxmlformats.org/officeDocument/2006/relationships/slideLayout" Target="../slideLayouts/slideLayout157.xml"/><Relationship Id="rId82" Type="http://schemas.openxmlformats.org/officeDocument/2006/relationships/slideLayout" Target="../slideLayouts/slideLayout178.xml"/><Relationship Id="rId19" Type="http://schemas.openxmlformats.org/officeDocument/2006/relationships/slideLayout" Target="../slideLayouts/slideLayout115.xml"/><Relationship Id="rId14" Type="http://schemas.openxmlformats.org/officeDocument/2006/relationships/slideLayout" Target="../slideLayouts/slideLayout110.xml"/><Relationship Id="rId30" Type="http://schemas.openxmlformats.org/officeDocument/2006/relationships/slideLayout" Target="../slideLayouts/slideLayout126.xml"/><Relationship Id="rId35" Type="http://schemas.openxmlformats.org/officeDocument/2006/relationships/slideLayout" Target="../slideLayouts/slideLayout131.xml"/><Relationship Id="rId56" Type="http://schemas.openxmlformats.org/officeDocument/2006/relationships/slideLayout" Target="../slideLayouts/slideLayout152.xml"/><Relationship Id="rId77" Type="http://schemas.openxmlformats.org/officeDocument/2006/relationships/slideLayout" Target="../slideLayouts/slideLayout173.xml"/><Relationship Id="rId100" Type="http://schemas.openxmlformats.org/officeDocument/2006/relationships/image" Target="../media/image44.svg"/><Relationship Id="rId8" Type="http://schemas.openxmlformats.org/officeDocument/2006/relationships/slideLayout" Target="../slideLayouts/slideLayout104.xml"/><Relationship Id="rId51" Type="http://schemas.openxmlformats.org/officeDocument/2006/relationships/slideLayout" Target="../slideLayouts/slideLayout147.xml"/><Relationship Id="rId72" Type="http://schemas.openxmlformats.org/officeDocument/2006/relationships/slideLayout" Target="../slideLayouts/slideLayout168.xml"/><Relationship Id="rId93" Type="http://schemas.openxmlformats.org/officeDocument/2006/relationships/slideLayout" Target="../slideLayouts/slideLayout189.xml"/><Relationship Id="rId98"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26" Type="http://schemas.openxmlformats.org/officeDocument/2006/relationships/slideLayout" Target="../slideLayouts/slideLayout219.xml"/><Relationship Id="rId21" Type="http://schemas.openxmlformats.org/officeDocument/2006/relationships/slideLayout" Target="../slideLayouts/slideLayout214.xml"/><Relationship Id="rId42" Type="http://schemas.openxmlformats.org/officeDocument/2006/relationships/slideLayout" Target="../slideLayouts/slideLayout235.xml"/><Relationship Id="rId47" Type="http://schemas.openxmlformats.org/officeDocument/2006/relationships/slideLayout" Target="../slideLayouts/slideLayout240.xml"/><Relationship Id="rId63" Type="http://schemas.openxmlformats.org/officeDocument/2006/relationships/slideLayout" Target="../slideLayouts/slideLayout256.xml"/><Relationship Id="rId68" Type="http://schemas.openxmlformats.org/officeDocument/2006/relationships/slideLayout" Target="../slideLayouts/slideLayout261.xml"/><Relationship Id="rId84" Type="http://schemas.openxmlformats.org/officeDocument/2006/relationships/slideLayout" Target="../slideLayouts/slideLayout277.xml"/><Relationship Id="rId89" Type="http://schemas.openxmlformats.org/officeDocument/2006/relationships/slideLayout" Target="../slideLayouts/slideLayout282.xml"/><Relationship Id="rId16" Type="http://schemas.openxmlformats.org/officeDocument/2006/relationships/slideLayout" Target="../slideLayouts/slideLayout209.xml"/><Relationship Id="rId11" Type="http://schemas.openxmlformats.org/officeDocument/2006/relationships/slideLayout" Target="../slideLayouts/slideLayout204.xml"/><Relationship Id="rId32" Type="http://schemas.openxmlformats.org/officeDocument/2006/relationships/slideLayout" Target="../slideLayouts/slideLayout225.xml"/><Relationship Id="rId37" Type="http://schemas.openxmlformats.org/officeDocument/2006/relationships/slideLayout" Target="../slideLayouts/slideLayout230.xml"/><Relationship Id="rId53" Type="http://schemas.openxmlformats.org/officeDocument/2006/relationships/slideLayout" Target="../slideLayouts/slideLayout246.xml"/><Relationship Id="rId58" Type="http://schemas.openxmlformats.org/officeDocument/2006/relationships/slideLayout" Target="../slideLayouts/slideLayout251.xml"/><Relationship Id="rId74" Type="http://schemas.openxmlformats.org/officeDocument/2006/relationships/slideLayout" Target="../slideLayouts/slideLayout267.xml"/><Relationship Id="rId79" Type="http://schemas.openxmlformats.org/officeDocument/2006/relationships/slideLayout" Target="../slideLayouts/slideLayout272.xml"/><Relationship Id="rId5" Type="http://schemas.openxmlformats.org/officeDocument/2006/relationships/slideLayout" Target="../slideLayouts/slideLayout198.xml"/><Relationship Id="rId90" Type="http://schemas.openxmlformats.org/officeDocument/2006/relationships/slideLayout" Target="../slideLayouts/slideLayout283.xml"/><Relationship Id="rId95" Type="http://schemas.openxmlformats.org/officeDocument/2006/relationships/slideLayout" Target="../slideLayouts/slideLayout288.xml"/><Relationship Id="rId22" Type="http://schemas.openxmlformats.org/officeDocument/2006/relationships/slideLayout" Target="../slideLayouts/slideLayout215.xml"/><Relationship Id="rId27" Type="http://schemas.openxmlformats.org/officeDocument/2006/relationships/slideLayout" Target="../slideLayouts/slideLayout220.xml"/><Relationship Id="rId43" Type="http://schemas.openxmlformats.org/officeDocument/2006/relationships/slideLayout" Target="../slideLayouts/slideLayout236.xml"/><Relationship Id="rId48" Type="http://schemas.openxmlformats.org/officeDocument/2006/relationships/slideLayout" Target="../slideLayouts/slideLayout241.xml"/><Relationship Id="rId64" Type="http://schemas.openxmlformats.org/officeDocument/2006/relationships/slideLayout" Target="../slideLayouts/slideLayout257.xml"/><Relationship Id="rId69" Type="http://schemas.openxmlformats.org/officeDocument/2006/relationships/slideLayout" Target="../slideLayouts/slideLayout262.xml"/><Relationship Id="rId80" Type="http://schemas.openxmlformats.org/officeDocument/2006/relationships/slideLayout" Target="../slideLayouts/slideLayout273.xml"/><Relationship Id="rId85" Type="http://schemas.openxmlformats.org/officeDocument/2006/relationships/slideLayout" Target="../slideLayouts/slideLayout278.xml"/><Relationship Id="rId3" Type="http://schemas.openxmlformats.org/officeDocument/2006/relationships/slideLayout" Target="../slideLayouts/slideLayout196.xml"/><Relationship Id="rId12" Type="http://schemas.openxmlformats.org/officeDocument/2006/relationships/slideLayout" Target="../slideLayouts/slideLayout205.xml"/><Relationship Id="rId17" Type="http://schemas.openxmlformats.org/officeDocument/2006/relationships/slideLayout" Target="../slideLayouts/slideLayout210.xml"/><Relationship Id="rId25" Type="http://schemas.openxmlformats.org/officeDocument/2006/relationships/slideLayout" Target="../slideLayouts/slideLayout218.xml"/><Relationship Id="rId33" Type="http://schemas.openxmlformats.org/officeDocument/2006/relationships/slideLayout" Target="../slideLayouts/slideLayout226.xml"/><Relationship Id="rId38" Type="http://schemas.openxmlformats.org/officeDocument/2006/relationships/slideLayout" Target="../slideLayouts/slideLayout231.xml"/><Relationship Id="rId46" Type="http://schemas.openxmlformats.org/officeDocument/2006/relationships/slideLayout" Target="../slideLayouts/slideLayout239.xml"/><Relationship Id="rId59" Type="http://schemas.openxmlformats.org/officeDocument/2006/relationships/slideLayout" Target="../slideLayouts/slideLayout252.xml"/><Relationship Id="rId67" Type="http://schemas.openxmlformats.org/officeDocument/2006/relationships/slideLayout" Target="../slideLayouts/slideLayout260.xml"/><Relationship Id="rId20" Type="http://schemas.openxmlformats.org/officeDocument/2006/relationships/slideLayout" Target="../slideLayouts/slideLayout213.xml"/><Relationship Id="rId41" Type="http://schemas.openxmlformats.org/officeDocument/2006/relationships/slideLayout" Target="../slideLayouts/slideLayout234.xml"/><Relationship Id="rId54" Type="http://schemas.openxmlformats.org/officeDocument/2006/relationships/slideLayout" Target="../slideLayouts/slideLayout247.xml"/><Relationship Id="rId62" Type="http://schemas.openxmlformats.org/officeDocument/2006/relationships/slideLayout" Target="../slideLayouts/slideLayout255.xml"/><Relationship Id="rId70" Type="http://schemas.openxmlformats.org/officeDocument/2006/relationships/slideLayout" Target="../slideLayouts/slideLayout263.xml"/><Relationship Id="rId75" Type="http://schemas.openxmlformats.org/officeDocument/2006/relationships/slideLayout" Target="../slideLayouts/slideLayout268.xml"/><Relationship Id="rId83" Type="http://schemas.openxmlformats.org/officeDocument/2006/relationships/slideLayout" Target="../slideLayouts/slideLayout276.xml"/><Relationship Id="rId88" Type="http://schemas.openxmlformats.org/officeDocument/2006/relationships/slideLayout" Target="../slideLayouts/slideLayout281.xml"/><Relationship Id="rId91" Type="http://schemas.openxmlformats.org/officeDocument/2006/relationships/slideLayout" Target="../slideLayouts/slideLayout284.xml"/><Relationship Id="rId96" Type="http://schemas.openxmlformats.org/officeDocument/2006/relationships/theme" Target="../theme/theme4.xml"/><Relationship Id="rId1" Type="http://schemas.openxmlformats.org/officeDocument/2006/relationships/slideLayout" Target="../slideLayouts/slideLayout194.xml"/><Relationship Id="rId6" Type="http://schemas.openxmlformats.org/officeDocument/2006/relationships/slideLayout" Target="../slideLayouts/slideLayout199.xml"/><Relationship Id="rId15" Type="http://schemas.openxmlformats.org/officeDocument/2006/relationships/slideLayout" Target="../slideLayouts/slideLayout208.xml"/><Relationship Id="rId23" Type="http://schemas.openxmlformats.org/officeDocument/2006/relationships/slideLayout" Target="../slideLayouts/slideLayout216.xml"/><Relationship Id="rId28" Type="http://schemas.openxmlformats.org/officeDocument/2006/relationships/slideLayout" Target="../slideLayouts/slideLayout221.xml"/><Relationship Id="rId36" Type="http://schemas.openxmlformats.org/officeDocument/2006/relationships/slideLayout" Target="../slideLayouts/slideLayout229.xml"/><Relationship Id="rId49" Type="http://schemas.openxmlformats.org/officeDocument/2006/relationships/slideLayout" Target="../slideLayouts/slideLayout242.xml"/><Relationship Id="rId57" Type="http://schemas.openxmlformats.org/officeDocument/2006/relationships/slideLayout" Target="../slideLayouts/slideLayout250.xml"/><Relationship Id="rId10" Type="http://schemas.openxmlformats.org/officeDocument/2006/relationships/slideLayout" Target="../slideLayouts/slideLayout203.xml"/><Relationship Id="rId31" Type="http://schemas.openxmlformats.org/officeDocument/2006/relationships/slideLayout" Target="../slideLayouts/slideLayout224.xml"/><Relationship Id="rId44" Type="http://schemas.openxmlformats.org/officeDocument/2006/relationships/slideLayout" Target="../slideLayouts/slideLayout237.xml"/><Relationship Id="rId52" Type="http://schemas.openxmlformats.org/officeDocument/2006/relationships/slideLayout" Target="../slideLayouts/slideLayout245.xml"/><Relationship Id="rId60" Type="http://schemas.openxmlformats.org/officeDocument/2006/relationships/slideLayout" Target="../slideLayouts/slideLayout253.xml"/><Relationship Id="rId65" Type="http://schemas.openxmlformats.org/officeDocument/2006/relationships/slideLayout" Target="../slideLayouts/slideLayout258.xml"/><Relationship Id="rId73" Type="http://schemas.openxmlformats.org/officeDocument/2006/relationships/slideLayout" Target="../slideLayouts/slideLayout266.xml"/><Relationship Id="rId78" Type="http://schemas.openxmlformats.org/officeDocument/2006/relationships/slideLayout" Target="../slideLayouts/slideLayout271.xml"/><Relationship Id="rId81" Type="http://schemas.openxmlformats.org/officeDocument/2006/relationships/slideLayout" Target="../slideLayouts/slideLayout274.xml"/><Relationship Id="rId86" Type="http://schemas.openxmlformats.org/officeDocument/2006/relationships/slideLayout" Target="../slideLayouts/slideLayout279.xml"/><Relationship Id="rId94" Type="http://schemas.openxmlformats.org/officeDocument/2006/relationships/slideLayout" Target="../slideLayouts/slideLayout287.xml"/><Relationship Id="rId4" Type="http://schemas.openxmlformats.org/officeDocument/2006/relationships/slideLayout" Target="../slideLayouts/slideLayout197.xml"/><Relationship Id="rId9" Type="http://schemas.openxmlformats.org/officeDocument/2006/relationships/slideLayout" Target="../slideLayouts/slideLayout202.xml"/><Relationship Id="rId13" Type="http://schemas.openxmlformats.org/officeDocument/2006/relationships/slideLayout" Target="../slideLayouts/slideLayout206.xml"/><Relationship Id="rId18" Type="http://schemas.openxmlformats.org/officeDocument/2006/relationships/slideLayout" Target="../slideLayouts/slideLayout211.xml"/><Relationship Id="rId39" Type="http://schemas.openxmlformats.org/officeDocument/2006/relationships/slideLayout" Target="../slideLayouts/slideLayout232.xml"/><Relationship Id="rId34" Type="http://schemas.openxmlformats.org/officeDocument/2006/relationships/slideLayout" Target="../slideLayouts/slideLayout227.xml"/><Relationship Id="rId50" Type="http://schemas.openxmlformats.org/officeDocument/2006/relationships/slideLayout" Target="../slideLayouts/slideLayout243.xml"/><Relationship Id="rId55" Type="http://schemas.openxmlformats.org/officeDocument/2006/relationships/slideLayout" Target="../slideLayouts/slideLayout248.xml"/><Relationship Id="rId76" Type="http://schemas.openxmlformats.org/officeDocument/2006/relationships/slideLayout" Target="../slideLayouts/slideLayout269.xml"/><Relationship Id="rId97" Type="http://schemas.openxmlformats.org/officeDocument/2006/relationships/image" Target="../media/image43.png"/><Relationship Id="rId7" Type="http://schemas.openxmlformats.org/officeDocument/2006/relationships/slideLayout" Target="../slideLayouts/slideLayout200.xml"/><Relationship Id="rId71" Type="http://schemas.openxmlformats.org/officeDocument/2006/relationships/slideLayout" Target="../slideLayouts/slideLayout264.xml"/><Relationship Id="rId92" Type="http://schemas.openxmlformats.org/officeDocument/2006/relationships/slideLayout" Target="../slideLayouts/slideLayout285.xml"/><Relationship Id="rId2" Type="http://schemas.openxmlformats.org/officeDocument/2006/relationships/slideLayout" Target="../slideLayouts/slideLayout195.xml"/><Relationship Id="rId29" Type="http://schemas.openxmlformats.org/officeDocument/2006/relationships/slideLayout" Target="../slideLayouts/slideLayout222.xml"/><Relationship Id="rId24" Type="http://schemas.openxmlformats.org/officeDocument/2006/relationships/slideLayout" Target="../slideLayouts/slideLayout217.xml"/><Relationship Id="rId40" Type="http://schemas.openxmlformats.org/officeDocument/2006/relationships/slideLayout" Target="../slideLayouts/slideLayout233.xml"/><Relationship Id="rId45" Type="http://schemas.openxmlformats.org/officeDocument/2006/relationships/slideLayout" Target="../slideLayouts/slideLayout238.xml"/><Relationship Id="rId66" Type="http://schemas.openxmlformats.org/officeDocument/2006/relationships/slideLayout" Target="../slideLayouts/slideLayout259.xml"/><Relationship Id="rId87" Type="http://schemas.openxmlformats.org/officeDocument/2006/relationships/slideLayout" Target="../slideLayouts/slideLayout280.xml"/><Relationship Id="rId61" Type="http://schemas.openxmlformats.org/officeDocument/2006/relationships/slideLayout" Target="../slideLayouts/slideLayout254.xml"/><Relationship Id="rId82" Type="http://schemas.openxmlformats.org/officeDocument/2006/relationships/slideLayout" Target="../slideLayouts/slideLayout275.xml"/><Relationship Id="rId19" Type="http://schemas.openxmlformats.org/officeDocument/2006/relationships/slideLayout" Target="../slideLayouts/slideLayout212.xml"/><Relationship Id="rId14" Type="http://schemas.openxmlformats.org/officeDocument/2006/relationships/slideLayout" Target="../slideLayouts/slideLayout207.xml"/><Relationship Id="rId30" Type="http://schemas.openxmlformats.org/officeDocument/2006/relationships/slideLayout" Target="../slideLayouts/slideLayout223.xml"/><Relationship Id="rId35" Type="http://schemas.openxmlformats.org/officeDocument/2006/relationships/slideLayout" Target="../slideLayouts/slideLayout228.xml"/><Relationship Id="rId56" Type="http://schemas.openxmlformats.org/officeDocument/2006/relationships/slideLayout" Target="../slideLayouts/slideLayout249.xml"/><Relationship Id="rId77" Type="http://schemas.openxmlformats.org/officeDocument/2006/relationships/slideLayout" Target="../slideLayouts/slideLayout270.xml"/><Relationship Id="rId8" Type="http://schemas.openxmlformats.org/officeDocument/2006/relationships/slideLayout" Target="../slideLayouts/slideLayout201.xml"/><Relationship Id="rId51" Type="http://schemas.openxmlformats.org/officeDocument/2006/relationships/slideLayout" Target="../slideLayouts/slideLayout244.xml"/><Relationship Id="rId72" Type="http://schemas.openxmlformats.org/officeDocument/2006/relationships/slideLayout" Target="../slideLayouts/slideLayout265.xml"/><Relationship Id="rId93" Type="http://schemas.openxmlformats.org/officeDocument/2006/relationships/slideLayout" Target="../slideLayouts/slideLayout286.xml"/><Relationship Id="rId98" Type="http://schemas.openxmlformats.org/officeDocument/2006/relationships/image" Target="../media/image44.svg"/></Relationships>
</file>

<file path=ppt/slideMasters/_rels/slideMaster5.xml.rels><?xml version="1.0" encoding="UTF-8" standalone="yes"?>
<Relationships xmlns="http://schemas.openxmlformats.org/package/2006/relationships"><Relationship Id="rId26" Type="http://schemas.openxmlformats.org/officeDocument/2006/relationships/slideLayout" Target="../slideLayouts/slideLayout314.xml"/><Relationship Id="rId21" Type="http://schemas.openxmlformats.org/officeDocument/2006/relationships/slideLayout" Target="../slideLayouts/slideLayout309.xml"/><Relationship Id="rId42" Type="http://schemas.openxmlformats.org/officeDocument/2006/relationships/slideLayout" Target="../slideLayouts/slideLayout330.xml"/><Relationship Id="rId47" Type="http://schemas.openxmlformats.org/officeDocument/2006/relationships/slideLayout" Target="../slideLayouts/slideLayout335.xml"/><Relationship Id="rId63" Type="http://schemas.openxmlformats.org/officeDocument/2006/relationships/slideLayout" Target="../slideLayouts/slideLayout351.xml"/><Relationship Id="rId68" Type="http://schemas.openxmlformats.org/officeDocument/2006/relationships/slideLayout" Target="../slideLayouts/slideLayout356.xml"/><Relationship Id="rId84" Type="http://schemas.openxmlformats.org/officeDocument/2006/relationships/slideLayout" Target="../slideLayouts/slideLayout372.xml"/><Relationship Id="rId89" Type="http://schemas.openxmlformats.org/officeDocument/2006/relationships/slideLayout" Target="../slideLayouts/slideLayout377.xml"/><Relationship Id="rId16" Type="http://schemas.openxmlformats.org/officeDocument/2006/relationships/slideLayout" Target="../slideLayouts/slideLayout304.xml"/><Relationship Id="rId11" Type="http://schemas.openxmlformats.org/officeDocument/2006/relationships/slideLayout" Target="../slideLayouts/slideLayout299.xml"/><Relationship Id="rId32" Type="http://schemas.openxmlformats.org/officeDocument/2006/relationships/slideLayout" Target="../slideLayouts/slideLayout320.xml"/><Relationship Id="rId37" Type="http://schemas.openxmlformats.org/officeDocument/2006/relationships/slideLayout" Target="../slideLayouts/slideLayout325.xml"/><Relationship Id="rId53" Type="http://schemas.openxmlformats.org/officeDocument/2006/relationships/slideLayout" Target="../slideLayouts/slideLayout341.xml"/><Relationship Id="rId58" Type="http://schemas.openxmlformats.org/officeDocument/2006/relationships/slideLayout" Target="../slideLayouts/slideLayout346.xml"/><Relationship Id="rId74" Type="http://schemas.openxmlformats.org/officeDocument/2006/relationships/slideLayout" Target="../slideLayouts/slideLayout362.xml"/><Relationship Id="rId79" Type="http://schemas.openxmlformats.org/officeDocument/2006/relationships/slideLayout" Target="../slideLayouts/slideLayout367.xml"/><Relationship Id="rId5" Type="http://schemas.openxmlformats.org/officeDocument/2006/relationships/slideLayout" Target="../slideLayouts/slideLayout293.xml"/><Relationship Id="rId90" Type="http://schemas.openxmlformats.org/officeDocument/2006/relationships/slideLayout" Target="../slideLayouts/slideLayout378.xml"/><Relationship Id="rId95" Type="http://schemas.openxmlformats.org/officeDocument/2006/relationships/slideLayout" Target="../slideLayouts/slideLayout383.xml"/><Relationship Id="rId22" Type="http://schemas.openxmlformats.org/officeDocument/2006/relationships/slideLayout" Target="../slideLayouts/slideLayout310.xml"/><Relationship Id="rId27" Type="http://schemas.openxmlformats.org/officeDocument/2006/relationships/slideLayout" Target="../slideLayouts/slideLayout315.xml"/><Relationship Id="rId43" Type="http://schemas.openxmlformats.org/officeDocument/2006/relationships/slideLayout" Target="../slideLayouts/slideLayout331.xml"/><Relationship Id="rId48" Type="http://schemas.openxmlformats.org/officeDocument/2006/relationships/slideLayout" Target="../slideLayouts/slideLayout336.xml"/><Relationship Id="rId64" Type="http://schemas.openxmlformats.org/officeDocument/2006/relationships/slideLayout" Target="../slideLayouts/slideLayout352.xml"/><Relationship Id="rId69" Type="http://schemas.openxmlformats.org/officeDocument/2006/relationships/slideLayout" Target="../slideLayouts/slideLayout357.xml"/><Relationship Id="rId80" Type="http://schemas.openxmlformats.org/officeDocument/2006/relationships/slideLayout" Target="../slideLayouts/slideLayout368.xml"/><Relationship Id="rId85" Type="http://schemas.openxmlformats.org/officeDocument/2006/relationships/slideLayout" Target="../slideLayouts/slideLayout373.xml"/><Relationship Id="rId12" Type="http://schemas.openxmlformats.org/officeDocument/2006/relationships/slideLayout" Target="../slideLayouts/slideLayout300.xml"/><Relationship Id="rId17" Type="http://schemas.openxmlformats.org/officeDocument/2006/relationships/slideLayout" Target="../slideLayouts/slideLayout305.xml"/><Relationship Id="rId25" Type="http://schemas.openxmlformats.org/officeDocument/2006/relationships/slideLayout" Target="../slideLayouts/slideLayout313.xml"/><Relationship Id="rId33" Type="http://schemas.openxmlformats.org/officeDocument/2006/relationships/slideLayout" Target="../slideLayouts/slideLayout321.xml"/><Relationship Id="rId38" Type="http://schemas.openxmlformats.org/officeDocument/2006/relationships/slideLayout" Target="../slideLayouts/slideLayout326.xml"/><Relationship Id="rId46" Type="http://schemas.openxmlformats.org/officeDocument/2006/relationships/slideLayout" Target="../slideLayouts/slideLayout334.xml"/><Relationship Id="rId59" Type="http://schemas.openxmlformats.org/officeDocument/2006/relationships/slideLayout" Target="../slideLayouts/slideLayout347.xml"/><Relationship Id="rId67" Type="http://schemas.openxmlformats.org/officeDocument/2006/relationships/slideLayout" Target="../slideLayouts/slideLayout355.xml"/><Relationship Id="rId20" Type="http://schemas.openxmlformats.org/officeDocument/2006/relationships/slideLayout" Target="../slideLayouts/slideLayout308.xml"/><Relationship Id="rId41" Type="http://schemas.openxmlformats.org/officeDocument/2006/relationships/slideLayout" Target="../slideLayouts/slideLayout329.xml"/><Relationship Id="rId54" Type="http://schemas.openxmlformats.org/officeDocument/2006/relationships/slideLayout" Target="../slideLayouts/slideLayout342.xml"/><Relationship Id="rId62" Type="http://schemas.openxmlformats.org/officeDocument/2006/relationships/slideLayout" Target="../slideLayouts/slideLayout350.xml"/><Relationship Id="rId70" Type="http://schemas.openxmlformats.org/officeDocument/2006/relationships/slideLayout" Target="../slideLayouts/slideLayout358.xml"/><Relationship Id="rId75" Type="http://schemas.openxmlformats.org/officeDocument/2006/relationships/slideLayout" Target="../slideLayouts/slideLayout363.xml"/><Relationship Id="rId83" Type="http://schemas.openxmlformats.org/officeDocument/2006/relationships/slideLayout" Target="../slideLayouts/slideLayout371.xml"/><Relationship Id="rId88" Type="http://schemas.openxmlformats.org/officeDocument/2006/relationships/slideLayout" Target="../slideLayouts/slideLayout376.xml"/><Relationship Id="rId91" Type="http://schemas.openxmlformats.org/officeDocument/2006/relationships/slideLayout" Target="../slideLayouts/slideLayout379.xml"/><Relationship Id="rId96" Type="http://schemas.openxmlformats.org/officeDocument/2006/relationships/slideLayout" Target="../slideLayouts/slideLayout384.xml"/><Relationship Id="rId1" Type="http://schemas.openxmlformats.org/officeDocument/2006/relationships/slideLayout" Target="../slideLayouts/slideLayout289.xml"/><Relationship Id="rId6" Type="http://schemas.openxmlformats.org/officeDocument/2006/relationships/slideLayout" Target="../slideLayouts/slideLayout294.xml"/><Relationship Id="rId15" Type="http://schemas.openxmlformats.org/officeDocument/2006/relationships/slideLayout" Target="../slideLayouts/slideLayout303.xml"/><Relationship Id="rId23" Type="http://schemas.openxmlformats.org/officeDocument/2006/relationships/slideLayout" Target="../slideLayouts/slideLayout311.xml"/><Relationship Id="rId28" Type="http://schemas.openxmlformats.org/officeDocument/2006/relationships/slideLayout" Target="../slideLayouts/slideLayout316.xml"/><Relationship Id="rId36" Type="http://schemas.openxmlformats.org/officeDocument/2006/relationships/slideLayout" Target="../slideLayouts/slideLayout324.xml"/><Relationship Id="rId49" Type="http://schemas.openxmlformats.org/officeDocument/2006/relationships/slideLayout" Target="../slideLayouts/slideLayout337.xml"/><Relationship Id="rId57" Type="http://schemas.openxmlformats.org/officeDocument/2006/relationships/slideLayout" Target="../slideLayouts/slideLayout345.xml"/><Relationship Id="rId10" Type="http://schemas.openxmlformats.org/officeDocument/2006/relationships/slideLayout" Target="../slideLayouts/slideLayout298.xml"/><Relationship Id="rId31" Type="http://schemas.openxmlformats.org/officeDocument/2006/relationships/slideLayout" Target="../slideLayouts/slideLayout319.xml"/><Relationship Id="rId44" Type="http://schemas.openxmlformats.org/officeDocument/2006/relationships/slideLayout" Target="../slideLayouts/slideLayout332.xml"/><Relationship Id="rId52" Type="http://schemas.openxmlformats.org/officeDocument/2006/relationships/slideLayout" Target="../slideLayouts/slideLayout340.xml"/><Relationship Id="rId60" Type="http://schemas.openxmlformats.org/officeDocument/2006/relationships/slideLayout" Target="../slideLayouts/slideLayout348.xml"/><Relationship Id="rId65" Type="http://schemas.openxmlformats.org/officeDocument/2006/relationships/slideLayout" Target="../slideLayouts/slideLayout353.xml"/><Relationship Id="rId73" Type="http://schemas.openxmlformats.org/officeDocument/2006/relationships/slideLayout" Target="../slideLayouts/slideLayout361.xml"/><Relationship Id="rId78" Type="http://schemas.openxmlformats.org/officeDocument/2006/relationships/slideLayout" Target="../slideLayouts/slideLayout366.xml"/><Relationship Id="rId81" Type="http://schemas.openxmlformats.org/officeDocument/2006/relationships/slideLayout" Target="../slideLayouts/slideLayout369.xml"/><Relationship Id="rId86" Type="http://schemas.openxmlformats.org/officeDocument/2006/relationships/slideLayout" Target="../slideLayouts/slideLayout374.xml"/><Relationship Id="rId94" Type="http://schemas.openxmlformats.org/officeDocument/2006/relationships/slideLayout" Target="../slideLayouts/slideLayout382.xml"/><Relationship Id="rId99" Type="http://schemas.openxmlformats.org/officeDocument/2006/relationships/theme" Target="../theme/theme5.xml"/><Relationship Id="rId101" Type="http://schemas.openxmlformats.org/officeDocument/2006/relationships/image" Target="../media/image44.svg"/><Relationship Id="rId4" Type="http://schemas.openxmlformats.org/officeDocument/2006/relationships/slideLayout" Target="../slideLayouts/slideLayout292.xml"/><Relationship Id="rId9" Type="http://schemas.openxmlformats.org/officeDocument/2006/relationships/slideLayout" Target="../slideLayouts/slideLayout297.xml"/><Relationship Id="rId13" Type="http://schemas.openxmlformats.org/officeDocument/2006/relationships/slideLayout" Target="../slideLayouts/slideLayout301.xml"/><Relationship Id="rId18" Type="http://schemas.openxmlformats.org/officeDocument/2006/relationships/slideLayout" Target="../slideLayouts/slideLayout306.xml"/><Relationship Id="rId39" Type="http://schemas.openxmlformats.org/officeDocument/2006/relationships/slideLayout" Target="../slideLayouts/slideLayout327.xml"/><Relationship Id="rId34" Type="http://schemas.openxmlformats.org/officeDocument/2006/relationships/slideLayout" Target="../slideLayouts/slideLayout322.xml"/><Relationship Id="rId50" Type="http://schemas.openxmlformats.org/officeDocument/2006/relationships/slideLayout" Target="../slideLayouts/slideLayout338.xml"/><Relationship Id="rId55" Type="http://schemas.openxmlformats.org/officeDocument/2006/relationships/slideLayout" Target="../slideLayouts/slideLayout343.xml"/><Relationship Id="rId76" Type="http://schemas.openxmlformats.org/officeDocument/2006/relationships/slideLayout" Target="../slideLayouts/slideLayout364.xml"/><Relationship Id="rId97" Type="http://schemas.openxmlformats.org/officeDocument/2006/relationships/slideLayout" Target="../slideLayouts/slideLayout385.xml"/><Relationship Id="rId7" Type="http://schemas.openxmlformats.org/officeDocument/2006/relationships/slideLayout" Target="../slideLayouts/slideLayout295.xml"/><Relationship Id="rId71" Type="http://schemas.openxmlformats.org/officeDocument/2006/relationships/slideLayout" Target="../slideLayouts/slideLayout359.xml"/><Relationship Id="rId92" Type="http://schemas.openxmlformats.org/officeDocument/2006/relationships/slideLayout" Target="../slideLayouts/slideLayout380.xml"/><Relationship Id="rId2" Type="http://schemas.openxmlformats.org/officeDocument/2006/relationships/slideLayout" Target="../slideLayouts/slideLayout290.xml"/><Relationship Id="rId29" Type="http://schemas.openxmlformats.org/officeDocument/2006/relationships/slideLayout" Target="../slideLayouts/slideLayout317.xml"/><Relationship Id="rId24" Type="http://schemas.openxmlformats.org/officeDocument/2006/relationships/slideLayout" Target="../slideLayouts/slideLayout312.xml"/><Relationship Id="rId40" Type="http://schemas.openxmlformats.org/officeDocument/2006/relationships/slideLayout" Target="../slideLayouts/slideLayout328.xml"/><Relationship Id="rId45" Type="http://schemas.openxmlformats.org/officeDocument/2006/relationships/slideLayout" Target="../slideLayouts/slideLayout333.xml"/><Relationship Id="rId66" Type="http://schemas.openxmlformats.org/officeDocument/2006/relationships/slideLayout" Target="../slideLayouts/slideLayout354.xml"/><Relationship Id="rId87" Type="http://schemas.openxmlformats.org/officeDocument/2006/relationships/slideLayout" Target="../slideLayouts/slideLayout375.xml"/><Relationship Id="rId61" Type="http://schemas.openxmlformats.org/officeDocument/2006/relationships/slideLayout" Target="../slideLayouts/slideLayout349.xml"/><Relationship Id="rId82" Type="http://schemas.openxmlformats.org/officeDocument/2006/relationships/slideLayout" Target="../slideLayouts/slideLayout370.xml"/><Relationship Id="rId19" Type="http://schemas.openxmlformats.org/officeDocument/2006/relationships/slideLayout" Target="../slideLayouts/slideLayout307.xml"/><Relationship Id="rId14" Type="http://schemas.openxmlformats.org/officeDocument/2006/relationships/slideLayout" Target="../slideLayouts/slideLayout302.xml"/><Relationship Id="rId30" Type="http://schemas.openxmlformats.org/officeDocument/2006/relationships/slideLayout" Target="../slideLayouts/slideLayout318.xml"/><Relationship Id="rId35" Type="http://schemas.openxmlformats.org/officeDocument/2006/relationships/slideLayout" Target="../slideLayouts/slideLayout323.xml"/><Relationship Id="rId56" Type="http://schemas.openxmlformats.org/officeDocument/2006/relationships/slideLayout" Target="../slideLayouts/slideLayout344.xml"/><Relationship Id="rId77" Type="http://schemas.openxmlformats.org/officeDocument/2006/relationships/slideLayout" Target="../slideLayouts/slideLayout365.xml"/><Relationship Id="rId100" Type="http://schemas.openxmlformats.org/officeDocument/2006/relationships/image" Target="../media/image43.png"/><Relationship Id="rId8" Type="http://schemas.openxmlformats.org/officeDocument/2006/relationships/slideLayout" Target="../slideLayouts/slideLayout296.xml"/><Relationship Id="rId51" Type="http://schemas.openxmlformats.org/officeDocument/2006/relationships/slideLayout" Target="../slideLayouts/slideLayout339.xml"/><Relationship Id="rId72" Type="http://schemas.openxmlformats.org/officeDocument/2006/relationships/slideLayout" Target="../slideLayouts/slideLayout360.xml"/><Relationship Id="rId93" Type="http://schemas.openxmlformats.org/officeDocument/2006/relationships/slideLayout" Target="../slideLayouts/slideLayout381.xml"/><Relationship Id="rId98" Type="http://schemas.openxmlformats.org/officeDocument/2006/relationships/slideLayout" Target="../slideLayouts/slideLayout386.xml"/><Relationship Id="rId3" Type="http://schemas.openxmlformats.org/officeDocument/2006/relationships/slideLayout" Target="../slideLayouts/slideLayout29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457200"/>
            <a:ext cx="11018520" cy="430887"/>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585216" y="1011217"/>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pic>
        <p:nvPicPr>
          <p:cNvPr id="48"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64D47851-93E6-4066-B42D-42968BFB647D}"/>
              </a:ext>
              <a:ext uri="{C183D7F6-B498-43B3-948B-1728B52AA6E4}">
                <adec:decorative xmlns:adec="http://schemas.microsoft.com/office/drawing/2017/decorative" val="0"/>
              </a:ext>
            </a:extLst>
          </p:cNvPr>
          <p:cNvPicPr>
            <a:picLocks noChangeAspect="1"/>
          </p:cNvPicPr>
          <p:nvPr userDrawn="1"/>
        </p:nvPicPr>
        <p:blipFill rotWithShape="1">
          <a:blip r:embed="rId18" cstate="screen">
            <a:extLst>
              <a:ext uri="{28A0092B-C50C-407E-A947-70E740481C1C}">
                <a14:useLocalDpi xmlns:a14="http://schemas.microsoft.com/office/drawing/2010/main"/>
              </a:ext>
            </a:extLst>
          </a:blip>
          <a:srcRect l="762"/>
          <a:stretch/>
        </p:blipFill>
        <p:spPr>
          <a:xfrm rot="5400000">
            <a:off x="11723358" y="468642"/>
            <a:ext cx="1130169" cy="192886"/>
          </a:xfrm>
          <a:prstGeom prst="rect">
            <a:avLst/>
          </a:prstGeom>
        </p:spPr>
      </p:pic>
    </p:spTree>
    <p:extLst>
      <p:ext uri="{BB962C8B-B14F-4D97-AF65-F5344CB8AC3E}">
        <p14:creationId xmlns:p14="http://schemas.microsoft.com/office/powerpoint/2010/main" val="69789477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ransition>
    <p:fade/>
  </p:transition>
  <p:hf sldNum="0" hdr="0" ftr="0" dt="0"/>
  <p:txStyles>
    <p:titleStyle>
      <a:lvl1pPr algn="l" defTabSz="932742" rtl="0" eaLnBrk="1" latinLnBrk="0" hangingPunct="1">
        <a:lnSpc>
          <a:spcPct val="100000"/>
        </a:lnSpc>
        <a:spcBef>
          <a:spcPct val="0"/>
        </a:spcBef>
        <a:buNone/>
        <a:defRPr lang="en-US" sz="2800" b="1" i="0" kern="1200" cap="none" spc="-50" baseline="0" dirty="0" smtClean="0">
          <a:ln w="3175">
            <a:noFill/>
          </a:ln>
          <a:solidFill>
            <a:schemeClr val="tx1"/>
          </a:solidFill>
          <a:effectLst/>
          <a:latin typeface="Segoe Sans Display Semibold" pitchFamily="2" charset="0"/>
          <a:ea typeface="+mn-ea"/>
          <a:cs typeface="Segoe Sans Display Semibold" pitchFamily="2" charset="0"/>
        </a:defRPr>
      </a:lvl1pPr>
    </p:titleStyle>
    <p:body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800" kern="1200" spc="0" baseline="0">
          <a:solidFill>
            <a:schemeClr val="tx1"/>
          </a:solidFill>
          <a:latin typeface="Segoe Sans Display" pitchFamily="2" charset="0"/>
          <a:ea typeface="+mn-ea"/>
          <a:cs typeface="Segoe Sans Display" pitchFamily="2" charset="0"/>
        </a:defRPr>
      </a:lvl1pPr>
      <a:lvl2pPr marL="2286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000" kern="1200" spc="0" baseline="0">
          <a:solidFill>
            <a:schemeClr val="tx1"/>
          </a:solidFill>
          <a:latin typeface="Segoe Sans Display" pitchFamily="2" charset="0"/>
          <a:ea typeface="+mn-ea"/>
          <a:cs typeface="Segoe Sans Display" pitchFamily="2" charset="0"/>
        </a:defRPr>
      </a:lvl2pPr>
      <a:lvl3pPr marL="4572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600" kern="1200" spc="0" baseline="0">
          <a:solidFill>
            <a:schemeClr val="tx1"/>
          </a:solidFill>
          <a:latin typeface="Segoe Sans Display" pitchFamily="2" charset="0"/>
          <a:ea typeface="+mn-ea"/>
          <a:cs typeface="Segoe Sans Display" pitchFamily="2" charset="0"/>
        </a:defRPr>
      </a:lvl3pPr>
      <a:lvl4pPr marL="661988"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Segoe Sans Display" pitchFamily="2" charset="0"/>
          <a:ea typeface="+mn-ea"/>
          <a:cs typeface="Segoe Sans Display" pitchFamily="2" charset="0"/>
        </a:defRPr>
      </a:lvl4pPr>
      <a:lvl5pPr marL="855663"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Segoe Sans Display" pitchFamily="2" charset="0"/>
          <a:ea typeface="+mn-ea"/>
          <a:cs typeface="Segoe Sans Display" pitchFamily="2" charset="0"/>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74817" y="510989"/>
            <a:ext cx="11018521" cy="430887"/>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584200" y="1435503"/>
            <a:ext cx="11018521" cy="1486561"/>
          </a:xfrm>
          <a:prstGeom prst="rect">
            <a:avLst/>
          </a:prstGeom>
        </p:spPr>
        <p:txBody>
          <a:bodyPr vert="horz" wrap="square" lIns="0" tIns="0" rIns="0" bIns="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2"/>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1" y="2"/>
            <a:ext cx="585216" cy="585215"/>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2"/>
            <a:ext cx="292607" cy="292609"/>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1562557528"/>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 id="2147483694" r:id="rId17"/>
    <p:sldLayoutId id="2147483695" r:id="rId18"/>
    <p:sldLayoutId id="2147483696" r:id="rId19"/>
    <p:sldLayoutId id="2147483697" r:id="rId20"/>
    <p:sldLayoutId id="2147483698" r:id="rId21"/>
    <p:sldLayoutId id="2147483699" r:id="rId22"/>
    <p:sldLayoutId id="2147483700" r:id="rId23"/>
    <p:sldLayoutId id="2147483701" r:id="rId24"/>
    <p:sldLayoutId id="2147483702" r:id="rId25"/>
    <p:sldLayoutId id="2147483703" r:id="rId26"/>
    <p:sldLayoutId id="2147483704" r:id="rId27"/>
    <p:sldLayoutId id="2147483705" r:id="rId28"/>
    <p:sldLayoutId id="2147483706" r:id="rId29"/>
    <p:sldLayoutId id="2147483707" r:id="rId30"/>
    <p:sldLayoutId id="2147483708" r:id="rId31"/>
    <p:sldLayoutId id="2147483709" r:id="rId32"/>
    <p:sldLayoutId id="2147483710" r:id="rId33"/>
    <p:sldLayoutId id="2147483711" r:id="rId34"/>
    <p:sldLayoutId id="2147483712" r:id="rId35"/>
    <p:sldLayoutId id="2147483713" r:id="rId36"/>
    <p:sldLayoutId id="2147483714" r:id="rId37"/>
    <p:sldLayoutId id="2147483715" r:id="rId38"/>
    <p:sldLayoutId id="2147483716" r:id="rId39"/>
    <p:sldLayoutId id="2147483717" r:id="rId40"/>
    <p:sldLayoutId id="2147483718" r:id="rId41"/>
    <p:sldLayoutId id="2147483719" r:id="rId42"/>
    <p:sldLayoutId id="2147483721" r:id="rId43"/>
    <p:sldLayoutId id="2147483722" r:id="rId44"/>
    <p:sldLayoutId id="2147483723" r:id="rId45"/>
    <p:sldLayoutId id="2147483724" r:id="rId46"/>
    <p:sldLayoutId id="2147483725" r:id="rId47"/>
    <p:sldLayoutId id="2147483726" r:id="rId48"/>
    <p:sldLayoutId id="2147483727" r:id="rId49"/>
    <p:sldLayoutId id="2147483728" r:id="rId50"/>
    <p:sldLayoutId id="2147483729" r:id="rId51"/>
    <p:sldLayoutId id="2147483730" r:id="rId52"/>
    <p:sldLayoutId id="2147483731" r:id="rId53"/>
    <p:sldLayoutId id="2147483732" r:id="rId54"/>
    <p:sldLayoutId id="2147483733" r:id="rId55"/>
    <p:sldLayoutId id="2147483734" r:id="rId56"/>
    <p:sldLayoutId id="2147483735" r:id="rId57"/>
    <p:sldLayoutId id="2147483736" r:id="rId58"/>
    <p:sldLayoutId id="2147483737" r:id="rId59"/>
    <p:sldLayoutId id="2147483738" r:id="rId60"/>
    <p:sldLayoutId id="2147483739" r:id="rId61"/>
    <p:sldLayoutId id="2147483740" r:id="rId62"/>
    <p:sldLayoutId id="2147483741" r:id="rId63"/>
    <p:sldLayoutId id="2147483742" r:id="rId64"/>
    <p:sldLayoutId id="2147483743" r:id="rId65"/>
    <p:sldLayoutId id="2147483744" r:id="rId66"/>
    <p:sldLayoutId id="2147483745" r:id="rId67"/>
    <p:sldLayoutId id="2147483746" r:id="rId68"/>
    <p:sldLayoutId id="2147483747" r:id="rId69"/>
    <p:sldLayoutId id="2147483748" r:id="rId70"/>
    <p:sldLayoutId id="2147483749" r:id="rId71"/>
    <p:sldLayoutId id="2147483750" r:id="rId72"/>
    <p:sldLayoutId id="2147483751" r:id="rId73"/>
    <p:sldLayoutId id="2147483752" r:id="rId74"/>
    <p:sldLayoutId id="2147483753" r:id="rId75"/>
    <p:sldLayoutId id="2147483754" r:id="rId76"/>
    <p:sldLayoutId id="2147483755" r:id="rId77"/>
    <p:sldLayoutId id="2147483756" r:id="rId78"/>
    <p:sldLayoutId id="2147483757" r:id="rId79"/>
    <p:sldLayoutId id="2147483758" r:id="rId80"/>
  </p:sldLayoutIdLst>
  <p:transition>
    <p:fade/>
  </p:transition>
  <p:hf sldNum="0" hdr="0" ftr="0" dt="0"/>
  <p:txStyles>
    <p:titleStyle>
      <a:lvl1pPr algn="l" defTabSz="932742" rtl="0" eaLnBrk="1" latinLnBrk="0" hangingPunct="1">
        <a:lnSpc>
          <a:spcPct val="100000"/>
        </a:lnSpc>
        <a:spcBef>
          <a:spcPct val="0"/>
        </a:spcBef>
        <a:buNone/>
        <a:defRPr lang="en-US" sz="2800" b="0" kern="1200" cap="none" spc="-50" baseline="0" dirty="0" smtClean="0">
          <a:ln w="3175">
            <a:noFill/>
          </a:ln>
          <a:solidFill>
            <a:srgbClr val="000000"/>
          </a:solidFill>
          <a:effectLst/>
          <a:latin typeface="+mj-lt"/>
          <a:ea typeface="+mn-ea"/>
          <a:cs typeface="Segoe UI" pitchFamily="34" charset="0"/>
        </a:defRPr>
      </a:lvl1pPr>
    </p:titleStyle>
    <p:bodyStyle>
      <a:lvl1pPr marL="0" marR="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sz="1800" kern="1200" spc="0" baseline="0">
          <a:solidFill>
            <a:srgbClr val="000000"/>
          </a:solidFill>
          <a:latin typeface="+mj-lt"/>
          <a:ea typeface="+mn-ea"/>
          <a:cs typeface="Segoe UI Semilight" panose="020B0402040204020203" pitchFamily="34" charset="0"/>
        </a:defRPr>
      </a:lvl1pPr>
      <a:lvl2pPr marL="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1600" kern="1200" spc="0" baseline="0">
          <a:solidFill>
            <a:srgbClr val="000000"/>
          </a:solidFill>
          <a:latin typeface="+mn-lt"/>
          <a:ea typeface="+mn-ea"/>
          <a:cs typeface="+mn-cs"/>
        </a:defRPr>
      </a:lvl2pPr>
      <a:lvl3pPr marL="200025" marR="0" indent="-200025" algn="l" defTabSz="932742" rtl="0" eaLnBrk="1" fontAlgn="auto" latinLnBrk="0" hangingPunct="1">
        <a:lnSpc>
          <a:spcPct val="100000"/>
        </a:lnSpc>
        <a:spcBef>
          <a:spcPts val="6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402336"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4pPr>
      <a:lvl5pPr marL="603504" marR="0" indent="-201168"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7">
          <p15:clr>
            <a:srgbClr val="C35EA4"/>
          </p15:clr>
        </p15:guide>
        <p15:guide id="17" pos="7313">
          <p15:clr>
            <a:srgbClr val="C35EA4"/>
          </p15:clr>
        </p15:guide>
        <p15:guide id="25" orient="horz" pos="539">
          <p15:clr>
            <a:srgbClr val="C35EA4"/>
          </p15:clr>
        </p15:guide>
        <p15:guide id="26" orient="horz" pos="3950">
          <p15:clr>
            <a:srgbClr val="C35EA4"/>
          </p15:clr>
        </p15:guide>
        <p15:guide id="27" orient="horz" pos="183">
          <p15:clr>
            <a:srgbClr val="A4A3A4"/>
          </p15:clr>
        </p15:guide>
        <p15:guide id="28" pos="185">
          <p15:clr>
            <a:srgbClr val="A4A3A4"/>
          </p15:clr>
        </p15:guide>
        <p15:guide id="29" orient="horz" pos="4133">
          <p15:clr>
            <a:srgbClr val="A4A3A4"/>
          </p15:clr>
        </p15:guide>
        <p15:guide id="30" pos="7495">
          <p15:clr>
            <a:srgbClr val="A4A3A4"/>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76072" y="512064"/>
            <a:ext cx="11018520" cy="430887"/>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76072" y="1435503"/>
            <a:ext cx="11018520" cy="1517338"/>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Sans Display" pitchFamily="2"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Sans Display" pitchFamily="2" charset="0"/>
            </a:endParaRPr>
          </a:p>
        </p:txBody>
      </p:sp>
      <p:pic>
        <p:nvPicPr>
          <p:cNvPr id="144" name="Graphic 143">
            <a:extLst>
              <a:ext uri="{FF2B5EF4-FFF2-40B4-BE49-F238E27FC236}">
                <a16:creationId xmlns:a16="http://schemas.microsoft.com/office/drawing/2014/main" id="{55FCE7D5-5796-0746-3173-EB75FBE85E45}"/>
              </a:ext>
            </a:extLst>
          </p:cNvPr>
          <p:cNvPicPr>
            <a:picLocks noChangeAspect="1"/>
          </p:cNvPicPr>
          <p:nvPr/>
        </p:nvPicPr>
        <p:blipFill>
          <a:blip r:embed="rId99">
            <a:extLst>
              <a:ext uri="{96DAC541-7B7A-43D3-8B79-37D633B846F1}">
                <asvg:svgBlip xmlns:asvg="http://schemas.microsoft.com/office/drawing/2016/SVG/main" r:embed="rId100"/>
              </a:ext>
            </a:extLst>
          </a:blip>
          <a:srcRect/>
          <a:stretch/>
        </p:blipFill>
        <p:spPr>
          <a:xfrm rot="5400000">
            <a:off x="9509919" y="2743200"/>
            <a:ext cx="6858000" cy="1371600"/>
          </a:xfrm>
          <a:prstGeom prst="rect">
            <a:avLst/>
          </a:prstGeom>
        </p:spPr>
      </p:pic>
      <p:sp>
        <p:nvSpPr>
          <p:cNvPr id="5" name="TextBox 4">
            <a:extLst>
              <a:ext uri="{FF2B5EF4-FFF2-40B4-BE49-F238E27FC236}">
                <a16:creationId xmlns:a16="http://schemas.microsoft.com/office/drawing/2014/main" id="{3A996C37-D0C9-4349-A860-B639C4EB9D5D}"/>
              </a:ext>
              <a:ext uri="{C183D7F6-B498-43B3-948B-1728B52AA6E4}">
                <adec:decorative xmlns:adec="http://schemas.microsoft.com/office/drawing/2017/decorative" val="1"/>
              </a:ext>
            </a:extLst>
          </p:cNvPr>
          <p:cNvSpPr txBox="1"/>
          <p:nvPr userDrawn="1"/>
        </p:nvSpPr>
        <p:spPr>
          <a:xfrm>
            <a:off x="12253119" y="-203944"/>
            <a:ext cx="1165384" cy="153888"/>
          </a:xfrm>
          <a:prstGeom prst="rect">
            <a:avLst/>
          </a:prstGeom>
          <a:noFill/>
        </p:spPr>
        <p:txBody>
          <a:bodyPr wrap="none" lIns="0" tIns="0" rIns="0" bIns="0" rtlCol="0">
            <a:spAutoFit/>
          </a:bodyPr>
          <a:lstStyle/>
          <a:p>
            <a:pPr algn="l"/>
            <a:r>
              <a:rPr lang="en-US" sz="1000">
                <a:solidFill>
                  <a:srgbClr val="A3A3A3"/>
                </a:solidFill>
              </a:rPr>
              <a:t>365/CoP DE 01.16.25 </a:t>
            </a:r>
          </a:p>
        </p:txBody>
      </p:sp>
      <p:sp>
        <p:nvSpPr>
          <p:cNvPr id="8" name="TextBox 5">
            <a:extLst>
              <a:ext uri="{FF2B5EF4-FFF2-40B4-BE49-F238E27FC236}">
                <a16:creationId xmlns:a16="http://schemas.microsoft.com/office/drawing/2014/main" id="{5694864C-0A2F-FC9D-5AF2-A0152BA747E4}"/>
              </a:ext>
            </a:extLst>
          </p:cNvPr>
          <p:cNvSpPr txBox="1"/>
          <p:nvPr userDrawn="1">
            <p:extLst>
              <p:ext uri="{1162E1C5-73C7-4A58-AE30-91384D911F3F}">
                <p184:classification xmlns:p184="http://schemas.microsoft.com/office/powerpoint/2018/4/main" val="ftr"/>
              </p:ext>
            </p:extLst>
          </p:nvPr>
        </p:nvSpPr>
        <p:spPr>
          <a:xfrm>
            <a:off x="5181600" y="6629908"/>
            <a:ext cx="1828800" cy="123111"/>
          </a:xfrm>
          <a:prstGeom prst="rect">
            <a:avLst/>
          </a:prstGeom>
        </p:spPr>
        <p:txBody>
          <a:bodyPr horzOverflow="overflow"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Calibri" panose="020F0502020204030204" pitchFamily="34" charset="0"/>
              </a:rPr>
              <a:t>Classified as Microsoft Confidential</a:t>
            </a:r>
          </a:p>
        </p:txBody>
      </p:sp>
    </p:spTree>
    <p:extLst>
      <p:ext uri="{BB962C8B-B14F-4D97-AF65-F5344CB8AC3E}">
        <p14:creationId xmlns:p14="http://schemas.microsoft.com/office/powerpoint/2010/main" val="3625510768"/>
      </p:ext>
    </p:extLst>
  </p:cSld>
  <p:clrMap bg1="lt1" tx1="dk1" bg2="lt2" tx2="dk2" accent1="accent1" accent2="accent2" accent3="accent3" accent4="accent4" accent5="accent5" accent6="accent6" hlink="hlink" folHlink="folHlink"/>
  <p:sldLayoutIdLst>
    <p:sldLayoutId id="2147483760" r:id="rId1"/>
    <p:sldLayoutId id="2147483761" r:id="rId2"/>
    <p:sldLayoutId id="2147483762" r:id="rId3"/>
    <p:sldLayoutId id="2147483763" r:id="rId4"/>
    <p:sldLayoutId id="2147483764" r:id="rId5"/>
    <p:sldLayoutId id="2147483765" r:id="rId6"/>
    <p:sldLayoutId id="2147483766" r:id="rId7"/>
    <p:sldLayoutId id="2147483767" r:id="rId8"/>
    <p:sldLayoutId id="2147483768" r:id="rId9"/>
    <p:sldLayoutId id="2147483769" r:id="rId10"/>
    <p:sldLayoutId id="2147483770" r:id="rId11"/>
    <p:sldLayoutId id="2147483771" r:id="rId12"/>
    <p:sldLayoutId id="2147483772" r:id="rId13"/>
    <p:sldLayoutId id="2147483773" r:id="rId14"/>
    <p:sldLayoutId id="2147483774" r:id="rId15"/>
    <p:sldLayoutId id="2147483775" r:id="rId16"/>
    <p:sldLayoutId id="2147483776" r:id="rId17"/>
    <p:sldLayoutId id="2147483777" r:id="rId18"/>
    <p:sldLayoutId id="2147483778" r:id="rId19"/>
    <p:sldLayoutId id="2147483779" r:id="rId20"/>
    <p:sldLayoutId id="2147483780" r:id="rId21"/>
    <p:sldLayoutId id="2147483781" r:id="rId22"/>
    <p:sldLayoutId id="2147483782" r:id="rId23"/>
    <p:sldLayoutId id="2147483783" r:id="rId24"/>
    <p:sldLayoutId id="2147483784" r:id="rId25"/>
    <p:sldLayoutId id="2147483785" r:id="rId26"/>
    <p:sldLayoutId id="2147483786" r:id="rId27"/>
    <p:sldLayoutId id="2147483787" r:id="rId28"/>
    <p:sldLayoutId id="2147483788" r:id="rId29"/>
    <p:sldLayoutId id="2147483789" r:id="rId30"/>
    <p:sldLayoutId id="2147483790" r:id="rId31"/>
    <p:sldLayoutId id="2147483791" r:id="rId32"/>
    <p:sldLayoutId id="2147483792" r:id="rId33"/>
    <p:sldLayoutId id="2147483793" r:id="rId34"/>
    <p:sldLayoutId id="2147483794" r:id="rId35"/>
    <p:sldLayoutId id="2147483795" r:id="rId36"/>
    <p:sldLayoutId id="2147483796" r:id="rId37"/>
    <p:sldLayoutId id="2147483797" r:id="rId38"/>
    <p:sldLayoutId id="2147483798" r:id="rId39"/>
    <p:sldLayoutId id="2147483799" r:id="rId40"/>
    <p:sldLayoutId id="2147483800" r:id="rId41"/>
    <p:sldLayoutId id="2147483801" r:id="rId42"/>
    <p:sldLayoutId id="2147483802" r:id="rId43"/>
    <p:sldLayoutId id="2147483803" r:id="rId44"/>
    <p:sldLayoutId id="2147483804" r:id="rId45"/>
    <p:sldLayoutId id="2147483805" r:id="rId46"/>
    <p:sldLayoutId id="2147483806" r:id="rId47"/>
    <p:sldLayoutId id="2147483807" r:id="rId48"/>
    <p:sldLayoutId id="2147483808" r:id="rId49"/>
    <p:sldLayoutId id="2147483809" r:id="rId50"/>
    <p:sldLayoutId id="2147483810" r:id="rId51"/>
    <p:sldLayoutId id="2147483811" r:id="rId52"/>
    <p:sldLayoutId id="2147483812" r:id="rId53"/>
    <p:sldLayoutId id="2147483813" r:id="rId54"/>
    <p:sldLayoutId id="2147483814" r:id="rId55"/>
    <p:sldLayoutId id="2147483815" r:id="rId56"/>
    <p:sldLayoutId id="2147483816" r:id="rId57"/>
    <p:sldLayoutId id="2147483817" r:id="rId58"/>
    <p:sldLayoutId id="2147483818" r:id="rId59"/>
    <p:sldLayoutId id="2147483819" r:id="rId60"/>
    <p:sldLayoutId id="2147483820" r:id="rId61"/>
    <p:sldLayoutId id="2147483821" r:id="rId62"/>
    <p:sldLayoutId id="2147483822" r:id="rId63"/>
    <p:sldLayoutId id="2147483823" r:id="rId64"/>
    <p:sldLayoutId id="2147483824" r:id="rId65"/>
    <p:sldLayoutId id="2147483825" r:id="rId66"/>
    <p:sldLayoutId id="2147483826" r:id="rId67"/>
    <p:sldLayoutId id="2147483827" r:id="rId68"/>
    <p:sldLayoutId id="2147483828" r:id="rId69"/>
    <p:sldLayoutId id="2147483829" r:id="rId70"/>
    <p:sldLayoutId id="2147483830" r:id="rId71"/>
    <p:sldLayoutId id="2147483831" r:id="rId72"/>
    <p:sldLayoutId id="2147483832" r:id="rId73"/>
    <p:sldLayoutId id="2147483833" r:id="rId74"/>
    <p:sldLayoutId id="2147483834" r:id="rId75"/>
    <p:sldLayoutId id="2147483835" r:id="rId76"/>
    <p:sldLayoutId id="2147483836" r:id="rId77"/>
    <p:sldLayoutId id="2147483837" r:id="rId78"/>
    <p:sldLayoutId id="2147483838" r:id="rId79"/>
    <p:sldLayoutId id="2147483839" r:id="rId80"/>
    <p:sldLayoutId id="2147483840" r:id="rId81"/>
    <p:sldLayoutId id="2147483841" r:id="rId82"/>
    <p:sldLayoutId id="2147483842" r:id="rId83"/>
    <p:sldLayoutId id="2147483843" r:id="rId84"/>
    <p:sldLayoutId id="2147483844" r:id="rId85"/>
    <p:sldLayoutId id="2147483845" r:id="rId86"/>
    <p:sldLayoutId id="2147483846" r:id="rId87"/>
    <p:sldLayoutId id="2147483847" r:id="rId88"/>
    <p:sldLayoutId id="2147483848" r:id="rId89"/>
    <p:sldLayoutId id="2147483849" r:id="rId90"/>
    <p:sldLayoutId id="2147483850" r:id="rId91"/>
    <p:sldLayoutId id="2147483851" r:id="rId92"/>
    <p:sldLayoutId id="2147483852" r:id="rId93"/>
    <p:sldLayoutId id="2147483853" r:id="rId94"/>
    <p:sldLayoutId id="2147483854" r:id="rId95"/>
    <p:sldLayoutId id="2147483855" r:id="rId96"/>
    <p:sldLayoutId id="2147483856" r:id="rId97"/>
  </p:sldLayoutIdLst>
  <p:transition>
    <p:fade/>
  </p:transition>
  <p:hf sldNum="0" hdr="0" ftr="0" dt="0"/>
  <p:txStyles>
    <p:titleStyle>
      <a:lvl1pPr algn="l" defTabSz="932742" rtl="0" eaLnBrk="1" latinLnBrk="0" hangingPunct="1">
        <a:lnSpc>
          <a:spcPct val="100000"/>
        </a:lnSpc>
        <a:spcBef>
          <a:spcPct val="0"/>
        </a:spcBef>
        <a:buNone/>
        <a:defRPr lang="en-US" sz="2800" b="0" kern="1200" cap="none" spc="-50" baseline="0" dirty="0" smtClean="0">
          <a:ln w="3175">
            <a:noFill/>
          </a:ln>
          <a:solidFill>
            <a:schemeClr val="tx2"/>
          </a:solidFill>
          <a:effectLst/>
          <a:latin typeface="+mj-lt"/>
          <a:ea typeface="+mn-ea"/>
          <a:cs typeface="Segoe Sans Display" pitchFamily="2" charset="0"/>
        </a:defRPr>
      </a:lvl1pPr>
    </p:titleStyle>
    <p:bodyStyle>
      <a:lvl1pPr marL="0" marR="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sz="1800" kern="1200" spc="0" baseline="0">
          <a:solidFill>
            <a:schemeClr val="tx2"/>
          </a:solidFill>
          <a:latin typeface="+mj-lt"/>
          <a:ea typeface="+mn-ea"/>
          <a:cs typeface="Segoe Sans Display" pitchFamily="2" charset="0"/>
        </a:defRPr>
      </a:lvl1pPr>
      <a:lvl2pPr marL="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1600" kern="1200" spc="0" baseline="0">
          <a:solidFill>
            <a:schemeClr val="tx2"/>
          </a:solidFill>
          <a:latin typeface="+mn-lt"/>
          <a:ea typeface="+mn-ea"/>
          <a:cs typeface="+mn-cs"/>
        </a:defRPr>
      </a:lvl2pPr>
      <a:lvl3pPr marL="201168" marR="0" indent="-201168" algn="l" defTabSz="932742" rtl="0" eaLnBrk="1" fontAlgn="auto" latinLnBrk="0" hangingPunct="1">
        <a:lnSpc>
          <a:spcPct val="100000"/>
        </a:lnSpc>
        <a:spcBef>
          <a:spcPts val="600"/>
        </a:spcBef>
        <a:spcAft>
          <a:spcPts val="0"/>
        </a:spcAft>
        <a:buClrTx/>
        <a:buSzPct val="90000"/>
        <a:buFont typeface="Wingdings" panose="05000000000000000000" pitchFamily="2" charset="2"/>
        <a:buChar char=""/>
        <a:tabLst/>
        <a:defRPr sz="1600" kern="1200" spc="0" baseline="0">
          <a:solidFill>
            <a:schemeClr val="tx2"/>
          </a:solidFill>
          <a:latin typeface="+mn-lt"/>
          <a:ea typeface="+mn-ea"/>
          <a:cs typeface="+mn-cs"/>
        </a:defRPr>
      </a:lvl3pPr>
      <a:lvl4pPr marL="402336"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400" kern="1200" spc="0" baseline="0">
          <a:solidFill>
            <a:schemeClr val="tx2"/>
          </a:solidFill>
          <a:latin typeface="+mn-lt"/>
          <a:ea typeface="+mn-ea"/>
          <a:cs typeface="+mn-cs"/>
        </a:defRPr>
      </a:lvl4pPr>
      <a:lvl5pPr marL="603504"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400" kern="1200" spc="0" baseline="0">
          <a:solidFill>
            <a:schemeClr val="tx2"/>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0">
          <p15:clr>
            <a:srgbClr val="C35EA4"/>
          </p15:clr>
        </p15:guide>
        <p15:guide id="17" pos="7320">
          <p15:clr>
            <a:srgbClr val="C35EA4"/>
          </p15:clr>
        </p15:guide>
        <p15:guide id="26" orient="horz" pos="3949">
          <p15:clr>
            <a:srgbClr val="C35EA4"/>
          </p15:clr>
        </p15:guide>
        <p15:guide id="28" pos="192">
          <p15:clr>
            <a:srgbClr val="A4A3A4"/>
          </p15:clr>
        </p15:guide>
        <p15:guide id="29" orient="horz" pos="4135">
          <p15:clr>
            <a:srgbClr val="A4A3A4"/>
          </p15:clr>
        </p15:guide>
        <p15:guide id="30" pos="7488">
          <p15:clr>
            <a:srgbClr val="A4A3A4"/>
          </p15:clr>
        </p15:guide>
        <p15:guide id="31" orient="horz" pos="4008">
          <p15:clr>
            <a:srgbClr val="F26B43"/>
          </p15:clr>
        </p15:guide>
        <p15:guide id="32" orient="horz" pos="544">
          <p15:clr>
            <a:srgbClr val="C35EA4"/>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76072" y="512064"/>
            <a:ext cx="11018520" cy="430887"/>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76072" y="1435503"/>
            <a:ext cx="11018520" cy="1517338"/>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Sans Display" pitchFamily="2"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Sans Display" pitchFamily="2" charset="0"/>
            </a:endParaRPr>
          </a:p>
        </p:txBody>
      </p:sp>
      <p:pic>
        <p:nvPicPr>
          <p:cNvPr id="144" name="Graphic 143">
            <a:extLst>
              <a:ext uri="{FF2B5EF4-FFF2-40B4-BE49-F238E27FC236}">
                <a16:creationId xmlns:a16="http://schemas.microsoft.com/office/drawing/2014/main" id="{55FCE7D5-5796-0746-3173-EB75FBE85E45}"/>
              </a:ext>
            </a:extLst>
          </p:cNvPr>
          <p:cNvPicPr>
            <a:picLocks noChangeAspect="1"/>
          </p:cNvPicPr>
          <p:nvPr/>
        </p:nvPicPr>
        <p:blipFill>
          <a:blip r:embed="rId97">
            <a:extLst>
              <a:ext uri="{96DAC541-7B7A-43D3-8B79-37D633B846F1}">
                <asvg:svgBlip xmlns:asvg="http://schemas.microsoft.com/office/drawing/2016/SVG/main" r:embed="rId98"/>
              </a:ext>
            </a:extLst>
          </a:blip>
          <a:srcRect/>
          <a:stretch/>
        </p:blipFill>
        <p:spPr>
          <a:xfrm rot="5400000">
            <a:off x="9509919" y="2743200"/>
            <a:ext cx="6858000" cy="1371600"/>
          </a:xfrm>
          <a:prstGeom prst="rect">
            <a:avLst/>
          </a:prstGeom>
        </p:spPr>
      </p:pic>
      <p:sp>
        <p:nvSpPr>
          <p:cNvPr id="5" name="TextBox 4">
            <a:extLst>
              <a:ext uri="{FF2B5EF4-FFF2-40B4-BE49-F238E27FC236}">
                <a16:creationId xmlns:a16="http://schemas.microsoft.com/office/drawing/2014/main" id="{3A996C37-D0C9-4349-A860-B639C4EB9D5D}"/>
              </a:ext>
              <a:ext uri="{C183D7F6-B498-43B3-948B-1728B52AA6E4}">
                <adec:decorative xmlns:adec="http://schemas.microsoft.com/office/drawing/2017/decorative" val="1"/>
              </a:ext>
            </a:extLst>
          </p:cNvPr>
          <p:cNvSpPr txBox="1"/>
          <p:nvPr userDrawn="1"/>
        </p:nvSpPr>
        <p:spPr>
          <a:xfrm>
            <a:off x="12253119" y="-203944"/>
            <a:ext cx="1165384" cy="153888"/>
          </a:xfrm>
          <a:prstGeom prst="rect">
            <a:avLst/>
          </a:prstGeom>
          <a:noFill/>
        </p:spPr>
        <p:txBody>
          <a:bodyPr wrap="none" lIns="0" tIns="0" rIns="0" bIns="0" rtlCol="0">
            <a:spAutoFit/>
          </a:bodyPr>
          <a:lstStyle/>
          <a:p>
            <a:pPr algn="l"/>
            <a:r>
              <a:rPr lang="en-US" sz="1000">
                <a:solidFill>
                  <a:srgbClr val="A3A3A3"/>
                </a:solidFill>
              </a:rPr>
              <a:t>365/CoP DE 01.16.25 </a:t>
            </a:r>
          </a:p>
        </p:txBody>
      </p:sp>
      <p:sp>
        <p:nvSpPr>
          <p:cNvPr id="34" name="TextBox 5">
            <a:extLst>
              <a:ext uri="{FF2B5EF4-FFF2-40B4-BE49-F238E27FC236}">
                <a16:creationId xmlns:a16="http://schemas.microsoft.com/office/drawing/2014/main" id="{5694864C-0A2F-FC9D-5AF2-A0152BA747E4}"/>
              </a:ext>
            </a:extLst>
          </p:cNvPr>
          <p:cNvSpPr txBox="1"/>
          <p:nvPr userDrawn="1">
            <p:extLst>
              <p:ext uri="{1162E1C5-73C7-4A58-AE30-91384D911F3F}">
                <p184:classification xmlns:p184="http://schemas.microsoft.com/office/powerpoint/2018/4/main" val="ftr"/>
              </p:ext>
            </p:extLst>
          </p:nvPr>
        </p:nvSpPr>
        <p:spPr>
          <a:xfrm>
            <a:off x="5181600" y="6629908"/>
            <a:ext cx="1828800" cy="123111"/>
          </a:xfrm>
          <a:prstGeom prst="rect">
            <a:avLst/>
          </a:prstGeom>
        </p:spPr>
        <p:txBody>
          <a:bodyPr horzOverflow="overflow"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Calibri" panose="020F0502020204030204" pitchFamily="34" charset="0"/>
              </a:rPr>
              <a:t>Classified as Microsoft Confidential</a:t>
            </a:r>
          </a:p>
        </p:txBody>
      </p:sp>
    </p:spTree>
    <p:extLst>
      <p:ext uri="{BB962C8B-B14F-4D97-AF65-F5344CB8AC3E}">
        <p14:creationId xmlns:p14="http://schemas.microsoft.com/office/powerpoint/2010/main" val="2179953189"/>
      </p:ext>
    </p:extLst>
  </p:cSld>
  <p:clrMap bg1="lt1" tx1="dk1" bg2="lt2" tx2="dk2" accent1="accent1" accent2="accent2" accent3="accent3" accent4="accent4" accent5="accent5" accent6="accent6" hlink="hlink" folHlink="folHlink"/>
  <p:sldLayoutIdLst>
    <p:sldLayoutId id="2147483858" r:id="rId1"/>
    <p:sldLayoutId id="2147483859" r:id="rId2"/>
    <p:sldLayoutId id="2147483860" r:id="rId3"/>
    <p:sldLayoutId id="2147483861" r:id="rId4"/>
    <p:sldLayoutId id="2147483862" r:id="rId5"/>
    <p:sldLayoutId id="2147483863" r:id="rId6"/>
    <p:sldLayoutId id="2147483864" r:id="rId7"/>
    <p:sldLayoutId id="2147483865" r:id="rId8"/>
    <p:sldLayoutId id="2147483866" r:id="rId9"/>
    <p:sldLayoutId id="2147483867" r:id="rId10"/>
    <p:sldLayoutId id="2147483868" r:id="rId11"/>
    <p:sldLayoutId id="2147483869" r:id="rId12"/>
    <p:sldLayoutId id="2147483870" r:id="rId13"/>
    <p:sldLayoutId id="2147483871" r:id="rId14"/>
    <p:sldLayoutId id="2147483872" r:id="rId15"/>
    <p:sldLayoutId id="2147483873" r:id="rId16"/>
    <p:sldLayoutId id="2147483874" r:id="rId17"/>
    <p:sldLayoutId id="2147483875" r:id="rId18"/>
    <p:sldLayoutId id="2147483876" r:id="rId19"/>
    <p:sldLayoutId id="2147483877" r:id="rId20"/>
    <p:sldLayoutId id="2147483878" r:id="rId21"/>
    <p:sldLayoutId id="2147483879" r:id="rId22"/>
    <p:sldLayoutId id="2147483880" r:id="rId23"/>
    <p:sldLayoutId id="2147483881" r:id="rId24"/>
    <p:sldLayoutId id="2147483882" r:id="rId25"/>
    <p:sldLayoutId id="2147483883" r:id="rId26"/>
    <p:sldLayoutId id="2147483884" r:id="rId27"/>
    <p:sldLayoutId id="2147483885" r:id="rId28"/>
    <p:sldLayoutId id="2147483886" r:id="rId29"/>
    <p:sldLayoutId id="2147483887" r:id="rId30"/>
    <p:sldLayoutId id="2147483888" r:id="rId31"/>
    <p:sldLayoutId id="2147483889" r:id="rId32"/>
    <p:sldLayoutId id="2147483890" r:id="rId33"/>
    <p:sldLayoutId id="2147483891" r:id="rId34"/>
    <p:sldLayoutId id="2147483892" r:id="rId35"/>
    <p:sldLayoutId id="2147483893" r:id="rId36"/>
    <p:sldLayoutId id="2147483894" r:id="rId37"/>
    <p:sldLayoutId id="2147483895" r:id="rId38"/>
    <p:sldLayoutId id="2147483896" r:id="rId39"/>
    <p:sldLayoutId id="2147483897" r:id="rId40"/>
    <p:sldLayoutId id="2147483898" r:id="rId41"/>
    <p:sldLayoutId id="2147483899" r:id="rId42"/>
    <p:sldLayoutId id="2147483900" r:id="rId43"/>
    <p:sldLayoutId id="2147483901" r:id="rId44"/>
    <p:sldLayoutId id="2147483902" r:id="rId45"/>
    <p:sldLayoutId id="2147483903" r:id="rId46"/>
    <p:sldLayoutId id="2147483904" r:id="rId47"/>
    <p:sldLayoutId id="2147483905" r:id="rId48"/>
    <p:sldLayoutId id="2147483906" r:id="rId49"/>
    <p:sldLayoutId id="2147483907" r:id="rId50"/>
    <p:sldLayoutId id="2147483908" r:id="rId51"/>
    <p:sldLayoutId id="2147483909" r:id="rId52"/>
    <p:sldLayoutId id="2147483910" r:id="rId53"/>
    <p:sldLayoutId id="2147483911" r:id="rId54"/>
    <p:sldLayoutId id="2147483912" r:id="rId55"/>
    <p:sldLayoutId id="2147483913" r:id="rId56"/>
    <p:sldLayoutId id="2147483914" r:id="rId57"/>
    <p:sldLayoutId id="2147483915" r:id="rId58"/>
    <p:sldLayoutId id="2147483916" r:id="rId59"/>
    <p:sldLayoutId id="2147483917" r:id="rId60"/>
    <p:sldLayoutId id="2147483918" r:id="rId61"/>
    <p:sldLayoutId id="2147483919" r:id="rId62"/>
    <p:sldLayoutId id="2147483920" r:id="rId63"/>
    <p:sldLayoutId id="2147483921" r:id="rId64"/>
    <p:sldLayoutId id="2147483922" r:id="rId65"/>
    <p:sldLayoutId id="2147483923" r:id="rId66"/>
    <p:sldLayoutId id="2147483924" r:id="rId67"/>
    <p:sldLayoutId id="2147483925" r:id="rId68"/>
    <p:sldLayoutId id="2147483926" r:id="rId69"/>
    <p:sldLayoutId id="2147483927" r:id="rId70"/>
    <p:sldLayoutId id="2147483928" r:id="rId71"/>
    <p:sldLayoutId id="2147483929" r:id="rId72"/>
    <p:sldLayoutId id="2147483930" r:id="rId73"/>
    <p:sldLayoutId id="2147483931" r:id="rId74"/>
    <p:sldLayoutId id="2147483932" r:id="rId75"/>
    <p:sldLayoutId id="2147483933" r:id="rId76"/>
    <p:sldLayoutId id="2147483934" r:id="rId77"/>
    <p:sldLayoutId id="2147483935" r:id="rId78"/>
    <p:sldLayoutId id="2147483936" r:id="rId79"/>
    <p:sldLayoutId id="2147483937" r:id="rId80"/>
    <p:sldLayoutId id="2147483938" r:id="rId81"/>
    <p:sldLayoutId id="2147483939" r:id="rId82"/>
    <p:sldLayoutId id="2147483940" r:id="rId83"/>
    <p:sldLayoutId id="2147483941" r:id="rId84"/>
    <p:sldLayoutId id="2147483942" r:id="rId85"/>
    <p:sldLayoutId id="2147483943" r:id="rId86"/>
    <p:sldLayoutId id="2147483944" r:id="rId87"/>
    <p:sldLayoutId id="2147483945" r:id="rId88"/>
    <p:sldLayoutId id="2147483946" r:id="rId89"/>
    <p:sldLayoutId id="2147483947" r:id="rId90"/>
    <p:sldLayoutId id="2147483948" r:id="rId91"/>
    <p:sldLayoutId id="2147483949" r:id="rId92"/>
    <p:sldLayoutId id="2147483950" r:id="rId93"/>
    <p:sldLayoutId id="2147483951" r:id="rId94"/>
    <p:sldLayoutId id="2147483952" r:id="rId95"/>
  </p:sldLayoutIdLst>
  <p:transition>
    <p:fade/>
  </p:transition>
  <p:hf sldNum="0" hdr="0" ftr="0" dt="0"/>
  <p:txStyles>
    <p:titleStyle>
      <a:lvl1pPr algn="l" defTabSz="932742" rtl="0" eaLnBrk="1" latinLnBrk="0" hangingPunct="1">
        <a:lnSpc>
          <a:spcPct val="100000"/>
        </a:lnSpc>
        <a:spcBef>
          <a:spcPct val="0"/>
        </a:spcBef>
        <a:buNone/>
        <a:defRPr lang="en-US" sz="2800" b="0" kern="1200" cap="none" spc="-50" baseline="0" dirty="0" smtClean="0">
          <a:ln w="3175">
            <a:noFill/>
          </a:ln>
          <a:solidFill>
            <a:schemeClr val="tx2"/>
          </a:solidFill>
          <a:effectLst/>
          <a:latin typeface="+mj-lt"/>
          <a:ea typeface="+mn-ea"/>
          <a:cs typeface="Segoe Sans Display" pitchFamily="2" charset="0"/>
        </a:defRPr>
      </a:lvl1pPr>
    </p:titleStyle>
    <p:bodyStyle>
      <a:lvl1pPr marL="0" marR="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sz="1800" kern="1200" spc="0" baseline="0">
          <a:solidFill>
            <a:schemeClr val="tx2"/>
          </a:solidFill>
          <a:latin typeface="+mj-lt"/>
          <a:ea typeface="+mn-ea"/>
          <a:cs typeface="Segoe Sans Display" pitchFamily="2" charset="0"/>
        </a:defRPr>
      </a:lvl1pPr>
      <a:lvl2pPr marL="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1600" kern="1200" spc="0" baseline="0">
          <a:solidFill>
            <a:schemeClr val="tx2"/>
          </a:solidFill>
          <a:latin typeface="+mn-lt"/>
          <a:ea typeface="+mn-ea"/>
          <a:cs typeface="+mn-cs"/>
        </a:defRPr>
      </a:lvl2pPr>
      <a:lvl3pPr marL="201168" marR="0" indent="-201168" algn="l" defTabSz="932742" rtl="0" eaLnBrk="1" fontAlgn="auto" latinLnBrk="0" hangingPunct="1">
        <a:lnSpc>
          <a:spcPct val="100000"/>
        </a:lnSpc>
        <a:spcBef>
          <a:spcPts val="600"/>
        </a:spcBef>
        <a:spcAft>
          <a:spcPts val="0"/>
        </a:spcAft>
        <a:buClrTx/>
        <a:buSzPct val="90000"/>
        <a:buFont typeface="Wingdings" panose="05000000000000000000" pitchFamily="2" charset="2"/>
        <a:buChar char=""/>
        <a:tabLst/>
        <a:defRPr sz="1600" kern="1200" spc="0" baseline="0">
          <a:solidFill>
            <a:schemeClr val="tx2"/>
          </a:solidFill>
          <a:latin typeface="+mn-lt"/>
          <a:ea typeface="+mn-ea"/>
          <a:cs typeface="+mn-cs"/>
        </a:defRPr>
      </a:lvl3pPr>
      <a:lvl4pPr marL="402336"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400" kern="1200" spc="0" baseline="0">
          <a:solidFill>
            <a:schemeClr val="tx2"/>
          </a:solidFill>
          <a:latin typeface="+mn-lt"/>
          <a:ea typeface="+mn-ea"/>
          <a:cs typeface="+mn-cs"/>
        </a:defRPr>
      </a:lvl4pPr>
      <a:lvl5pPr marL="603504"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400" kern="1200" spc="0" baseline="0">
          <a:solidFill>
            <a:schemeClr val="tx2"/>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0">
          <p15:clr>
            <a:srgbClr val="C35EA4"/>
          </p15:clr>
        </p15:guide>
        <p15:guide id="17" pos="7320">
          <p15:clr>
            <a:srgbClr val="C35EA4"/>
          </p15:clr>
        </p15:guide>
        <p15:guide id="26" orient="horz" pos="3949">
          <p15:clr>
            <a:srgbClr val="C35EA4"/>
          </p15:clr>
        </p15:guide>
        <p15:guide id="28" pos="192">
          <p15:clr>
            <a:srgbClr val="A4A3A4"/>
          </p15:clr>
        </p15:guide>
        <p15:guide id="29" orient="horz" pos="4135">
          <p15:clr>
            <a:srgbClr val="A4A3A4"/>
          </p15:clr>
        </p15:guide>
        <p15:guide id="30" pos="7488">
          <p15:clr>
            <a:srgbClr val="A4A3A4"/>
          </p15:clr>
        </p15:guide>
        <p15:guide id="31" orient="horz" pos="4008">
          <p15:clr>
            <a:srgbClr val="F26B43"/>
          </p15:clr>
        </p15:guide>
        <p15:guide id="32" orient="horz" pos="544">
          <p15:clr>
            <a:srgbClr val="C35EA4"/>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6D6BFAB5-727A-E81F-FBC8-FE10AD188E2C}"/>
              </a:ext>
            </a:extLst>
          </p:cNvPr>
          <p:cNvSpPr/>
          <p:nvPr userDrawn="1"/>
        </p:nvSpPr>
        <p:spPr bwMode="auto">
          <a:xfrm>
            <a:off x="0"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2" name="Title Placeholder 1"/>
          <p:cNvSpPr>
            <a:spLocks noGrp="1"/>
          </p:cNvSpPr>
          <p:nvPr>
            <p:ph type="title"/>
          </p:nvPr>
        </p:nvSpPr>
        <p:spPr>
          <a:xfrm>
            <a:off x="576072" y="512064"/>
            <a:ext cx="11018520" cy="430887"/>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76072" y="1435503"/>
            <a:ext cx="11018520" cy="1384995"/>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Sans Display" pitchFamily="2"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Sans Display" pitchFamily="2" charset="0"/>
            </a:endParaRPr>
          </a:p>
        </p:txBody>
      </p:sp>
      <p:pic>
        <p:nvPicPr>
          <p:cNvPr id="144" name="Graphic 143">
            <a:extLst>
              <a:ext uri="{FF2B5EF4-FFF2-40B4-BE49-F238E27FC236}">
                <a16:creationId xmlns:a16="http://schemas.microsoft.com/office/drawing/2014/main" id="{55FCE7D5-5796-0746-3173-EB75FBE85E45}"/>
              </a:ext>
            </a:extLst>
          </p:cNvPr>
          <p:cNvPicPr>
            <a:picLocks noChangeAspect="1"/>
          </p:cNvPicPr>
          <p:nvPr/>
        </p:nvPicPr>
        <p:blipFill>
          <a:blip r:embed="rId100">
            <a:extLst>
              <a:ext uri="{96DAC541-7B7A-43D3-8B79-37D633B846F1}">
                <asvg:svgBlip xmlns:asvg="http://schemas.microsoft.com/office/drawing/2016/SVG/main" r:embed="rId101"/>
              </a:ext>
            </a:extLst>
          </a:blip>
          <a:srcRect/>
          <a:stretch/>
        </p:blipFill>
        <p:spPr>
          <a:xfrm rot="5400000">
            <a:off x="9509919" y="2743200"/>
            <a:ext cx="6858000" cy="1371600"/>
          </a:xfrm>
          <a:prstGeom prst="rect">
            <a:avLst/>
          </a:prstGeom>
        </p:spPr>
      </p:pic>
      <p:sp>
        <p:nvSpPr>
          <p:cNvPr id="5" name="TextBox 4">
            <a:extLst>
              <a:ext uri="{FF2B5EF4-FFF2-40B4-BE49-F238E27FC236}">
                <a16:creationId xmlns:a16="http://schemas.microsoft.com/office/drawing/2014/main" id="{3A996C37-D0C9-4349-A860-B639C4EB9D5D}"/>
              </a:ext>
              <a:ext uri="{C183D7F6-B498-43B3-948B-1728B52AA6E4}">
                <adec:decorative xmlns:adec="http://schemas.microsoft.com/office/drawing/2017/decorative" val="1"/>
              </a:ext>
            </a:extLst>
          </p:cNvPr>
          <p:cNvSpPr txBox="1"/>
          <p:nvPr userDrawn="1"/>
        </p:nvSpPr>
        <p:spPr>
          <a:xfrm>
            <a:off x="12253119" y="-203944"/>
            <a:ext cx="1186222" cy="153888"/>
          </a:xfrm>
          <a:prstGeom prst="rect">
            <a:avLst/>
          </a:prstGeom>
          <a:noFill/>
        </p:spPr>
        <p:txBody>
          <a:bodyPr wrap="none" lIns="0" tIns="0" rIns="0" bIns="0" rtlCol="0">
            <a:spAutoFit/>
          </a:bodyPr>
          <a:lstStyle/>
          <a:p>
            <a:pPr algn="l"/>
            <a:r>
              <a:rPr lang="en-US" sz="1000">
                <a:solidFill>
                  <a:srgbClr val="A3A3A3"/>
                </a:solidFill>
              </a:rPr>
              <a:t>365/CoP DE 02.10.25 </a:t>
            </a:r>
          </a:p>
        </p:txBody>
      </p:sp>
    </p:spTree>
    <p:extLst>
      <p:ext uri="{BB962C8B-B14F-4D97-AF65-F5344CB8AC3E}">
        <p14:creationId xmlns:p14="http://schemas.microsoft.com/office/powerpoint/2010/main" val="2807476097"/>
      </p:ext>
    </p:extLst>
  </p:cSld>
  <p:clrMap bg1="lt1" tx1="dk1" bg2="lt2" tx2="dk2" accent1="accent1" accent2="accent2" accent3="accent3" accent4="accent4" accent5="accent5" accent6="accent6" hlink="hlink" folHlink="folHlink"/>
  <p:sldLayoutIdLst>
    <p:sldLayoutId id="2147483954" r:id="rId1"/>
    <p:sldLayoutId id="2147483955" r:id="rId2"/>
    <p:sldLayoutId id="2147483956" r:id="rId3"/>
    <p:sldLayoutId id="2147483957" r:id="rId4"/>
    <p:sldLayoutId id="2147483958" r:id="rId5"/>
    <p:sldLayoutId id="2147483959" r:id="rId6"/>
    <p:sldLayoutId id="2147483960" r:id="rId7"/>
    <p:sldLayoutId id="2147483961" r:id="rId8"/>
    <p:sldLayoutId id="2147483962" r:id="rId9"/>
    <p:sldLayoutId id="2147483963" r:id="rId10"/>
    <p:sldLayoutId id="2147483964" r:id="rId11"/>
    <p:sldLayoutId id="2147483965" r:id="rId12"/>
    <p:sldLayoutId id="2147483966" r:id="rId13"/>
    <p:sldLayoutId id="2147483967" r:id="rId14"/>
    <p:sldLayoutId id="2147483968" r:id="rId15"/>
    <p:sldLayoutId id="2147483969" r:id="rId16"/>
    <p:sldLayoutId id="2147483970" r:id="rId17"/>
    <p:sldLayoutId id="2147483971" r:id="rId18"/>
    <p:sldLayoutId id="2147483972" r:id="rId19"/>
    <p:sldLayoutId id="2147483973" r:id="rId20"/>
    <p:sldLayoutId id="2147483974" r:id="rId21"/>
    <p:sldLayoutId id="2147483975" r:id="rId22"/>
    <p:sldLayoutId id="2147483976" r:id="rId23"/>
    <p:sldLayoutId id="2147483977" r:id="rId24"/>
    <p:sldLayoutId id="2147483978" r:id="rId25"/>
    <p:sldLayoutId id="2147483979" r:id="rId26"/>
    <p:sldLayoutId id="2147483980" r:id="rId27"/>
    <p:sldLayoutId id="2147483981" r:id="rId28"/>
    <p:sldLayoutId id="2147483982" r:id="rId29"/>
    <p:sldLayoutId id="2147483983" r:id="rId30"/>
    <p:sldLayoutId id="2147483984" r:id="rId31"/>
    <p:sldLayoutId id="2147483985" r:id="rId32"/>
    <p:sldLayoutId id="2147483986" r:id="rId33"/>
    <p:sldLayoutId id="2147483987" r:id="rId34"/>
    <p:sldLayoutId id="2147483988" r:id="rId35"/>
    <p:sldLayoutId id="2147483989" r:id="rId36"/>
    <p:sldLayoutId id="2147483990" r:id="rId37"/>
    <p:sldLayoutId id="2147483991" r:id="rId38"/>
    <p:sldLayoutId id="2147483992" r:id="rId39"/>
    <p:sldLayoutId id="2147483993" r:id="rId40"/>
    <p:sldLayoutId id="2147483994" r:id="rId41"/>
    <p:sldLayoutId id="2147483995" r:id="rId42"/>
    <p:sldLayoutId id="2147483996" r:id="rId43"/>
    <p:sldLayoutId id="2147483997" r:id="rId44"/>
    <p:sldLayoutId id="2147483998" r:id="rId45"/>
    <p:sldLayoutId id="2147483999" r:id="rId46"/>
    <p:sldLayoutId id="2147484000" r:id="rId47"/>
    <p:sldLayoutId id="2147484001" r:id="rId48"/>
    <p:sldLayoutId id="2147484002" r:id="rId49"/>
    <p:sldLayoutId id="2147484003" r:id="rId50"/>
    <p:sldLayoutId id="2147484004" r:id="rId51"/>
    <p:sldLayoutId id="2147484005" r:id="rId52"/>
    <p:sldLayoutId id="2147484006" r:id="rId53"/>
    <p:sldLayoutId id="2147484007" r:id="rId54"/>
    <p:sldLayoutId id="2147484008" r:id="rId55"/>
    <p:sldLayoutId id="2147484009" r:id="rId56"/>
    <p:sldLayoutId id="2147484010" r:id="rId57"/>
    <p:sldLayoutId id="2147484011" r:id="rId58"/>
    <p:sldLayoutId id="2147484012" r:id="rId59"/>
    <p:sldLayoutId id="2147484013" r:id="rId60"/>
    <p:sldLayoutId id="2147484014" r:id="rId61"/>
    <p:sldLayoutId id="2147484015" r:id="rId62"/>
    <p:sldLayoutId id="2147484016" r:id="rId63"/>
    <p:sldLayoutId id="2147484017" r:id="rId64"/>
    <p:sldLayoutId id="2147484018" r:id="rId65"/>
    <p:sldLayoutId id="2147484019" r:id="rId66"/>
    <p:sldLayoutId id="2147484020" r:id="rId67"/>
    <p:sldLayoutId id="2147484021" r:id="rId68"/>
    <p:sldLayoutId id="2147484022" r:id="rId69"/>
    <p:sldLayoutId id="2147484023" r:id="rId70"/>
    <p:sldLayoutId id="2147484024" r:id="rId71"/>
    <p:sldLayoutId id="2147484025" r:id="rId72"/>
    <p:sldLayoutId id="2147484026" r:id="rId73"/>
    <p:sldLayoutId id="2147484027" r:id="rId74"/>
    <p:sldLayoutId id="2147484028" r:id="rId75"/>
    <p:sldLayoutId id="2147484029" r:id="rId76"/>
    <p:sldLayoutId id="2147484030" r:id="rId77"/>
    <p:sldLayoutId id="2147484031" r:id="rId78"/>
    <p:sldLayoutId id="2147484032" r:id="rId79"/>
    <p:sldLayoutId id="2147484033" r:id="rId80"/>
    <p:sldLayoutId id="2147484034" r:id="rId81"/>
    <p:sldLayoutId id="2147484035" r:id="rId82"/>
    <p:sldLayoutId id="2147484036" r:id="rId83"/>
    <p:sldLayoutId id="2147484037" r:id="rId84"/>
    <p:sldLayoutId id="2147484038" r:id="rId85"/>
    <p:sldLayoutId id="2147484039" r:id="rId86"/>
    <p:sldLayoutId id="2147484040" r:id="rId87"/>
    <p:sldLayoutId id="2147484041" r:id="rId88"/>
    <p:sldLayoutId id="2147484042" r:id="rId89"/>
    <p:sldLayoutId id="2147484043" r:id="rId90"/>
    <p:sldLayoutId id="2147484044" r:id="rId91"/>
    <p:sldLayoutId id="2147484045" r:id="rId92"/>
    <p:sldLayoutId id="2147484046" r:id="rId93"/>
    <p:sldLayoutId id="2147484047" r:id="rId94"/>
    <p:sldLayoutId id="2147484048" r:id="rId95"/>
    <p:sldLayoutId id="2147484049" r:id="rId96"/>
    <p:sldLayoutId id="2147484050" r:id="rId97"/>
    <p:sldLayoutId id="2147484051" r:id="rId98"/>
  </p:sldLayoutIdLst>
  <p:transition>
    <p:fade/>
  </p:transition>
  <p:hf hdr="0" ftr="0" dt="0"/>
  <p:txStyles>
    <p:titleStyle>
      <a:lvl1pPr algn="l" defTabSz="932742" rtl="0" eaLnBrk="1" latinLnBrk="0" hangingPunct="1">
        <a:lnSpc>
          <a:spcPct val="100000"/>
        </a:lnSpc>
        <a:spcBef>
          <a:spcPct val="0"/>
        </a:spcBef>
        <a:buNone/>
        <a:defRPr lang="en-US" sz="2800" b="0" kern="1200" cap="none" spc="-50" baseline="0" dirty="0" smtClean="0">
          <a:ln w="3175">
            <a:noFill/>
          </a:ln>
          <a:solidFill>
            <a:schemeClr val="tx2"/>
          </a:solidFill>
          <a:effectLst/>
          <a:latin typeface="+mn-lt"/>
          <a:ea typeface="+mn-ea"/>
          <a:cs typeface="Segoe Sans Display" pitchFamily="2" charset="0"/>
        </a:defRPr>
      </a:lvl1pPr>
    </p:titleStyle>
    <p:bodyStyle>
      <a:lvl1pPr marL="0" marR="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sz="1600" kern="1200" spc="0" baseline="0">
          <a:solidFill>
            <a:schemeClr val="tx2"/>
          </a:solidFill>
          <a:latin typeface="+mj-lt"/>
          <a:ea typeface="+mn-ea"/>
          <a:cs typeface="Segoe Sans Display" pitchFamily="2" charset="0"/>
        </a:defRPr>
      </a:lvl1pPr>
      <a:lvl2pPr marL="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1400" kern="1200" spc="0" baseline="0">
          <a:solidFill>
            <a:schemeClr val="tx2"/>
          </a:solidFill>
          <a:latin typeface="+mn-lt"/>
          <a:ea typeface="+mn-ea"/>
          <a:cs typeface="+mn-cs"/>
        </a:defRPr>
      </a:lvl2pPr>
      <a:lvl3pPr marL="201168" marR="0" indent="-201168" algn="l" defTabSz="932742" rtl="0" eaLnBrk="1" fontAlgn="auto" latinLnBrk="0" hangingPunct="1">
        <a:lnSpc>
          <a:spcPct val="100000"/>
        </a:lnSpc>
        <a:spcBef>
          <a:spcPts val="600"/>
        </a:spcBef>
        <a:spcAft>
          <a:spcPts val="0"/>
        </a:spcAft>
        <a:buClrTx/>
        <a:buSzPct val="90000"/>
        <a:buFont typeface="Wingdings" panose="05000000000000000000" pitchFamily="2" charset="2"/>
        <a:buChar char=""/>
        <a:tabLst/>
        <a:defRPr sz="1400" kern="1200" spc="0" baseline="0">
          <a:solidFill>
            <a:schemeClr val="tx2"/>
          </a:solidFill>
          <a:latin typeface="+mn-lt"/>
          <a:ea typeface="+mn-ea"/>
          <a:cs typeface="+mn-cs"/>
        </a:defRPr>
      </a:lvl3pPr>
      <a:lvl4pPr marL="402336"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200" kern="1200" spc="0" baseline="0">
          <a:solidFill>
            <a:schemeClr val="tx2"/>
          </a:solidFill>
          <a:latin typeface="+mn-lt"/>
          <a:ea typeface="+mn-ea"/>
          <a:cs typeface="+mn-cs"/>
        </a:defRPr>
      </a:lvl4pPr>
      <a:lvl5pPr marL="603504"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200" kern="1200" spc="0" baseline="0">
          <a:solidFill>
            <a:schemeClr val="tx2"/>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0">
          <p15:clr>
            <a:srgbClr val="C35EA4"/>
          </p15:clr>
        </p15:guide>
        <p15:guide id="17" pos="7320">
          <p15:clr>
            <a:srgbClr val="C35EA4"/>
          </p15:clr>
        </p15:guide>
        <p15:guide id="25" orient="horz" pos="378">
          <p15:clr>
            <a:srgbClr val="C35EA4"/>
          </p15:clr>
        </p15:guide>
        <p15:guide id="26" orient="horz" pos="3949">
          <p15:clr>
            <a:srgbClr val="C35EA4"/>
          </p15:clr>
        </p15:guide>
        <p15:guide id="28" pos="192">
          <p15:clr>
            <a:srgbClr val="A4A3A4"/>
          </p15:clr>
        </p15:guide>
        <p15:guide id="29" orient="horz" pos="4135">
          <p15:clr>
            <a:srgbClr val="A4A3A4"/>
          </p15:clr>
        </p15:guide>
        <p15:guide id="30" pos="7488">
          <p15:clr>
            <a:srgbClr val="A4A3A4"/>
          </p15:clr>
        </p15:guide>
        <p15:guide id="31" orient="horz" pos="4008">
          <p15:clr>
            <a:srgbClr val="F26B43"/>
          </p15:clr>
        </p15:guide>
        <p15:guide id="32" orient="horz" pos="544">
          <p15:clr>
            <a:srgbClr val="C35EA4"/>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hyperlink" Target="https://www.microsoft.com/licensing/terms/productoffering/Microsoft365/allprograms#:~:text=F5%20Security%20%2B%20Compliance-,Microsoft%20Copilot%20for%20Microsoft%20365,Teams%20EEA/Enterprise/Essentials%3B%20Planner%20Plan%201%3B%20Project%20Online%3B%20Visio%20Online,-Microsoft%20Copilot%20for" TargetMode="External"/><Relationship Id="rId2" Type="http://schemas.openxmlformats.org/officeDocument/2006/relationships/image" Target="../media/image139.png"/><Relationship Id="rId1" Type="http://schemas.openxmlformats.org/officeDocument/2006/relationships/slideLayout" Target="../slideLayouts/slideLayout211.xml"/></Relationships>
</file>

<file path=ppt/slides/_rels/slide2.xml.rels><?xml version="1.0" encoding="UTF-8" standalone="yes"?>
<Relationships xmlns="http://schemas.openxmlformats.org/package/2006/relationships"><Relationship Id="rId3" Type="http://schemas.openxmlformats.org/officeDocument/2006/relationships/hyperlink" Target="https://aka.ms/PurviewSuiteBP-CustomerPitchDeck" TargetMode="External"/><Relationship Id="rId2" Type="http://schemas.openxmlformats.org/officeDocument/2006/relationships/image" Target="../media/image139.png"/><Relationship Id="rId1" Type="http://schemas.openxmlformats.org/officeDocument/2006/relationships/slideLayout" Target="../slideLayouts/slideLayout2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742CB-6321-BB39-D5C5-B2FECBBFD0B0}"/>
            </a:ext>
          </a:extLst>
        </p:cNvPr>
        <p:cNvGrpSpPr/>
        <p:nvPr/>
      </p:nvGrpSpPr>
      <p:grpSpPr>
        <a:xfrm>
          <a:off x="0" y="0"/>
          <a:ext cx="0" cy="0"/>
          <a:chOff x="0" y="0"/>
          <a:chExt cx="0" cy="0"/>
        </a:xfrm>
      </p:grpSpPr>
      <p:sp>
        <p:nvSpPr>
          <p:cNvPr id="6" name="Title 25">
            <a:extLst>
              <a:ext uri="{FF2B5EF4-FFF2-40B4-BE49-F238E27FC236}">
                <a16:creationId xmlns:a16="http://schemas.microsoft.com/office/drawing/2014/main" id="{5C352AA0-D242-4F7D-BB6E-2CB26F38E893}"/>
              </a:ext>
            </a:extLst>
          </p:cNvPr>
          <p:cNvSpPr txBox="1">
            <a:spLocks/>
          </p:cNvSpPr>
          <p:nvPr/>
        </p:nvSpPr>
        <p:spPr>
          <a:xfrm>
            <a:off x="325930" y="346786"/>
            <a:ext cx="11540140" cy="646331"/>
          </a:xfrm>
          <a:prstGeom prst="rect">
            <a:avLst/>
          </a:prstGeom>
          <a:noFill/>
          <a:ln>
            <a:noFill/>
            <a:prstDash/>
          </a:ln>
          <a:effectLst/>
        </p:spPr>
        <p:txBody>
          <a:bodyPr rot="0" spcFirstLastPara="0" vertOverflow="overflow" horzOverflow="overflow" vert="horz" wrap="square" lIns="0" tIns="45720" rIns="91440" bIns="45720" numCol="1" spcCol="0" rtlCol="0" fromWordArt="0" anchor="ctr" anchorCtr="0" forceAA="0" compatLnSpc="1">
            <a:prstTxWarp prst="textNoShape">
              <a:avLst/>
            </a:prstTxWarp>
            <a:spAutoFit/>
          </a:bodyPr>
          <a:lstStyle>
            <a:lvl1pPr algn="l" defTabSz="914400" rtl="0" eaLnBrk="1" latinLnBrk="0" hangingPunct="1">
              <a:lnSpc>
                <a:spcPct val="90000"/>
              </a:lnSpc>
              <a:spcBef>
                <a:spcPct val="0"/>
              </a:spcBef>
              <a:buNone/>
              <a:defRPr lang="en-US" sz="3000" b="1" i="0" kern="1200" cap="none" spc="-20" baseline="0">
                <a:ln w="3175">
                  <a:noFill/>
                </a:ln>
                <a:solidFill>
                  <a:srgbClr val="000000"/>
                </a:solidFill>
                <a:effectLst/>
                <a:latin typeface="Segoe Sans Display Semibold" pitchFamily="2" charset="0"/>
                <a:ea typeface="+mj-ea"/>
                <a:cs typeface="Segoe Sans Display Semibold" pitchFamily="2"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4000" b="0" i="0" u="none" strike="noStrike" kern="1200" cap="none" spc="-50" normalizeH="0" baseline="0" noProof="0">
                <a:ln w="3175">
                  <a:noFill/>
                </a:ln>
                <a:gradFill>
                  <a:gsLst>
                    <a:gs pos="0">
                      <a:srgbClr val="FFFFFF"/>
                    </a:gs>
                    <a:gs pos="0">
                      <a:srgbClr val="C03BC3"/>
                    </a:gs>
                    <a:gs pos="98000">
                      <a:srgbClr val="DD4A84"/>
                    </a:gs>
                  </a:gsLst>
                  <a:lin ang="0" scaled="1"/>
                </a:gradFill>
                <a:effectLst/>
                <a:uLnTx/>
                <a:uFillTx/>
                <a:latin typeface="Segoe Sans Display Semibold"/>
                <a:ea typeface="+mj-ea"/>
                <a:cs typeface="Segoe Sans Display" pitchFamily="2" charset="0"/>
              </a:rPr>
              <a:t>Strengthen security and supercharge productivity </a:t>
            </a:r>
          </a:p>
        </p:txBody>
      </p:sp>
      <p:pic>
        <p:nvPicPr>
          <p:cNvPr id="2" name="Picture 1" descr="A blue sky with clouds&#10;&#10;AI-generated content may be incorrect.">
            <a:extLst>
              <a:ext uri="{FF2B5EF4-FFF2-40B4-BE49-F238E27FC236}">
                <a16:creationId xmlns:a16="http://schemas.microsoft.com/office/drawing/2014/main" id="{E5860C71-FED0-C674-3EFB-722CDD7E748A}"/>
              </a:ext>
            </a:extLst>
          </p:cNvPr>
          <p:cNvPicPr>
            <a:picLocks noChangeAspect="1"/>
          </p:cNvPicPr>
          <p:nvPr/>
        </p:nvPicPr>
        <p:blipFill>
          <a:blip r:embed="rId2">
            <a:alphaModFix amt="50000"/>
            <a:extLst>
              <a:ext uri="{28A0092B-C50C-407E-A947-70E740481C1C}">
                <a14:useLocalDpi xmlns:a14="http://schemas.microsoft.com/office/drawing/2010/main" val="0"/>
              </a:ext>
            </a:extLst>
          </a:blip>
          <a:srcRect/>
          <a:stretch>
            <a:fillRect/>
          </a:stretch>
        </p:blipFill>
        <p:spPr>
          <a:xfrm>
            <a:off x="0" y="1936238"/>
            <a:ext cx="12192000" cy="4136597"/>
          </a:xfrm>
          <a:prstGeom prst="rect">
            <a:avLst/>
          </a:prstGeom>
        </p:spPr>
      </p:pic>
      <p:sp>
        <p:nvSpPr>
          <p:cNvPr id="15" name="TextBox 14">
            <a:extLst>
              <a:ext uri="{FF2B5EF4-FFF2-40B4-BE49-F238E27FC236}">
                <a16:creationId xmlns:a16="http://schemas.microsoft.com/office/drawing/2014/main" id="{53D2632D-0AB0-48CE-00AF-BD6C47AD1E08}"/>
              </a:ext>
            </a:extLst>
          </p:cNvPr>
          <p:cNvSpPr txBox="1"/>
          <p:nvPr/>
        </p:nvSpPr>
        <p:spPr>
          <a:xfrm>
            <a:off x="0" y="993117"/>
            <a:ext cx="12113110" cy="746358"/>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C03BC4">
                    <a:lumMod val="10000"/>
                  </a:srgbClr>
                </a:solidFill>
                <a:effectLst/>
                <a:uLnTx/>
                <a:uFillTx/>
                <a:latin typeface="Segoe Sans Display"/>
                <a:ea typeface="+mn-ea"/>
                <a:cs typeface="Segoe UI"/>
              </a:rPr>
              <a:t>Transform your business with </a:t>
            </a:r>
            <a:r>
              <a:rPr kumimoji="0" lang="en-US" sz="2000" b="1" i="0" u="none" strike="noStrike" kern="1200" cap="none" spc="0" normalizeH="0" baseline="0" noProof="0">
                <a:ln>
                  <a:noFill/>
                </a:ln>
                <a:solidFill>
                  <a:srgbClr val="C03BC4">
                    <a:lumMod val="10000"/>
                  </a:srgbClr>
                </a:solidFill>
                <a:effectLst/>
                <a:uLnTx/>
                <a:uFillTx/>
                <a:latin typeface="Segoe Sans Display"/>
                <a:ea typeface="+mn-ea"/>
                <a:cs typeface="Segoe UI"/>
              </a:rPr>
              <a:t>Microsoft 365 Business Premium and Copilot Business </a:t>
            </a:r>
            <a:r>
              <a:rPr kumimoji="0" lang="en-US" sz="2000" b="0" i="0" u="none" strike="noStrike" kern="1200" cap="none" spc="0" normalizeH="0" baseline="0" noProof="0">
                <a:ln>
                  <a:noFill/>
                </a:ln>
                <a:solidFill>
                  <a:srgbClr val="C03BC4">
                    <a:lumMod val="10000"/>
                  </a:srgbClr>
                </a:solidFill>
                <a:effectLst/>
                <a:uLnTx/>
                <a:uFillTx/>
                <a:latin typeface="Segoe Sans Display"/>
                <a:ea typeface="+mn-ea"/>
                <a:cs typeface="Segoe UI"/>
              </a:rPr>
              <a:t>and save 25%! </a:t>
            </a:r>
            <a:br>
              <a:rPr kumimoji="0" lang="en-US" sz="1800" b="0" i="0" u="none" strike="noStrike" kern="1200" cap="none" spc="0" normalizeH="0" baseline="0" noProof="0">
                <a:ln>
                  <a:noFill/>
                </a:ln>
                <a:solidFill>
                  <a:srgbClr val="C03BC4">
                    <a:lumMod val="10000"/>
                  </a:srgbClr>
                </a:solidFill>
                <a:effectLst/>
                <a:uLnTx/>
                <a:uFillTx/>
                <a:latin typeface="Segoe Sans Display"/>
                <a:ea typeface="+mn-ea"/>
                <a:cs typeface="Segoe UI"/>
              </a:rPr>
            </a:br>
            <a:endParaRPr kumimoji="0" lang="en-US" sz="1050" b="0" i="0" u="none" strike="noStrike" kern="1200" cap="none" spc="0" normalizeH="0" baseline="0" noProof="0">
              <a:ln>
                <a:noFill/>
              </a:ln>
              <a:solidFill>
                <a:srgbClr val="C03BC4">
                  <a:lumMod val="10000"/>
                </a:srgbClr>
              </a:solidFill>
              <a:effectLst/>
              <a:uLnTx/>
              <a:uFillTx/>
              <a:latin typeface="Segoe Sans Display"/>
              <a:ea typeface="+mn-ea"/>
              <a:cs typeface="Segoe UI"/>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C03BC4">
                    <a:lumMod val="10000"/>
                  </a:srgbClr>
                </a:solidFill>
                <a:effectLst/>
                <a:uLnTx/>
                <a:uFillTx/>
                <a:latin typeface="Segoe Sans Display"/>
                <a:ea typeface="+mn-ea"/>
                <a:cs typeface="Segoe UI"/>
              </a:rPr>
              <a:t>AI-powered productivity and advanced security in one comprehensive solution.</a:t>
            </a:r>
          </a:p>
        </p:txBody>
      </p:sp>
      <p:sp>
        <p:nvSpPr>
          <p:cNvPr id="16" name="Content Placeholder 4">
            <a:extLst>
              <a:ext uri="{FF2B5EF4-FFF2-40B4-BE49-F238E27FC236}">
                <a16:creationId xmlns:a16="http://schemas.microsoft.com/office/drawing/2014/main" id="{A2AD87F8-3D94-743A-38FE-7D65B2C3893B}"/>
              </a:ext>
            </a:extLst>
          </p:cNvPr>
          <p:cNvSpPr txBox="1">
            <a:spLocks/>
          </p:cNvSpPr>
          <p:nvPr/>
        </p:nvSpPr>
        <p:spPr>
          <a:xfrm>
            <a:off x="3816231" y="2243712"/>
            <a:ext cx="7648546" cy="2108269"/>
          </a:xfrm>
          <a:prstGeom prst="rect">
            <a:avLst/>
          </a:prstGeom>
          <a:noFill/>
        </p:spPr>
        <p:txBody>
          <a:bodyPr vert="horz" wrap="square" lIns="91440" tIns="45720" rIns="91440" bIns="45720" rtlCol="0" anchor="t">
            <a:spAutoFit/>
          </a:bodyPr>
          <a:lstStyle>
            <a:lvl1pPr marL="0" marR="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sz="1800" kern="1200" spc="0" baseline="0">
                <a:solidFill>
                  <a:schemeClr val="accent1"/>
                </a:solidFill>
                <a:latin typeface="+mj-lt"/>
                <a:ea typeface="+mn-ea"/>
                <a:cs typeface="Segoe Sans Display" pitchFamily="2" charset="0"/>
              </a:defRPr>
            </a:lvl1pPr>
            <a:lvl2pPr marL="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1600" kern="1200" spc="0" baseline="0">
                <a:solidFill>
                  <a:schemeClr val="tx1"/>
                </a:solidFill>
                <a:latin typeface="+mn-lt"/>
                <a:ea typeface="+mn-ea"/>
                <a:cs typeface="+mn-cs"/>
              </a:defRPr>
            </a:lvl2pPr>
            <a:lvl3pPr marL="201168" marR="0" indent="-200025" algn="l" defTabSz="932742" rtl="0" eaLnBrk="1" fontAlgn="auto" latinLnBrk="0" hangingPunct="1">
              <a:lnSpc>
                <a:spcPct val="100000"/>
              </a:lnSpc>
              <a:spcBef>
                <a:spcPts val="9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402336" marR="0" indent="-201168"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4pPr>
            <a:lvl5pPr marL="603504"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spcBef>
                <a:spcPts val="600"/>
              </a:spcBef>
              <a:defRPr/>
            </a:pPr>
            <a:r>
              <a:rPr lang="en-US" sz="2000" b="1" spc="-20" dirty="0">
                <a:gradFill>
                  <a:gsLst>
                    <a:gs pos="0">
                      <a:srgbClr val="C03BC4"/>
                    </a:gs>
                    <a:gs pos="94000">
                      <a:srgbClr val="FF5C39"/>
                    </a:gs>
                  </a:gsLst>
                  <a:lin ang="0" scaled="1"/>
                </a:gradFill>
                <a:cs typeface="Segoe Sans Display Semibold"/>
              </a:rPr>
              <a:t>Get more value with AI </a:t>
            </a:r>
            <a:endParaRPr lang="en-US" sz="1600" dirty="0">
              <a:gradFill>
                <a:gsLst>
                  <a:gs pos="0">
                    <a:srgbClr val="C03BC4"/>
                  </a:gs>
                  <a:gs pos="94000">
                    <a:srgbClr val="FF5C39"/>
                  </a:gs>
                </a:gsLst>
                <a:lin ang="0" scaled="1"/>
              </a:gradFill>
              <a:latin typeface="Segoe Sans Display"/>
              <a:cs typeface="Segoe UI"/>
            </a:endParaRPr>
          </a:p>
          <a:p>
            <a:pPr marL="169545" marR="0" lvl="0" indent="-169545" algn="l" defTabSz="932742" rtl="0" eaLnBrk="1" fontAlgn="auto" latinLnBrk="0" hangingPunct="1">
              <a:lnSpc>
                <a:spcPct val="100000"/>
              </a:lnSpc>
              <a:spcBef>
                <a:spcPts val="600"/>
              </a:spcBef>
              <a:spcAft>
                <a:spcPts val="0"/>
              </a:spcAft>
              <a:buClrTx/>
              <a:buSzPct val="90000"/>
              <a:buFont typeface="Arial" panose="020B0604020202020204" pitchFamily="34" charset="0"/>
              <a:buChar char="•"/>
              <a:tabLst/>
              <a:defRPr/>
            </a:pPr>
            <a:r>
              <a:rPr kumimoji="0" lang="en-US" sz="1600" b="1" i="0" u="none" strike="noStrike" kern="1200" cap="none" spc="0" normalizeH="0" baseline="0" noProof="0" dirty="0">
                <a:ln>
                  <a:noFill/>
                </a:ln>
                <a:solidFill>
                  <a:srgbClr val="000000"/>
                </a:solidFill>
                <a:effectLst/>
                <a:uLnTx/>
                <a:uFillTx/>
                <a:latin typeface="Segoe Sans Display"/>
                <a:ea typeface="+mn-ea"/>
                <a:cs typeface="Segoe UI"/>
              </a:rPr>
              <a:t>Stronger safeguards. </a:t>
            </a:r>
            <a:r>
              <a:rPr kumimoji="0" lang="en-US" sz="1600" b="0" i="0" u="none" strike="noStrike" kern="1200" cap="none" spc="0" normalizeH="0" baseline="0" noProof="0" dirty="0">
                <a:ln>
                  <a:noFill/>
                </a:ln>
                <a:solidFill>
                  <a:srgbClr val="000000"/>
                </a:solidFill>
                <a:effectLst/>
                <a:uLnTx/>
                <a:uFillTx/>
                <a:latin typeface="Segoe Sans Display"/>
                <a:ea typeface="+mn-ea"/>
                <a:cs typeface="Segoe UI"/>
              </a:rPr>
              <a:t>Pair Copilot with Business Premium’s advanced security and device management so sensitive work stays protected.</a:t>
            </a:r>
          </a:p>
          <a:p>
            <a:pPr marL="169545" marR="0" lvl="0" indent="-169545" algn="l" defTabSz="932742" rtl="0" eaLnBrk="1" fontAlgn="auto" latinLnBrk="0" hangingPunct="1">
              <a:lnSpc>
                <a:spcPct val="100000"/>
              </a:lnSpc>
              <a:spcBef>
                <a:spcPts val="600"/>
              </a:spcBef>
              <a:spcAft>
                <a:spcPts val="0"/>
              </a:spcAft>
              <a:buClrTx/>
              <a:buSzPct val="90000"/>
              <a:buFont typeface="Arial" panose="020B0604020202020204" pitchFamily="34" charset="0"/>
              <a:buChar char="•"/>
              <a:tabLst/>
              <a:defRPr/>
            </a:pPr>
            <a:r>
              <a:rPr kumimoji="0" lang="en-US" sz="1600" b="1" i="0" u="none" strike="noStrike" kern="1200" cap="none" spc="0" normalizeH="0" baseline="0" noProof="0" dirty="0">
                <a:ln>
                  <a:noFill/>
                </a:ln>
                <a:solidFill>
                  <a:srgbClr val="000000"/>
                </a:solidFill>
                <a:effectLst/>
                <a:uLnTx/>
                <a:uFillTx/>
                <a:latin typeface="Segoe Sans Display"/>
                <a:ea typeface="+mn-ea"/>
                <a:cs typeface="Segoe UI"/>
              </a:rPr>
              <a:t>Automate busywork. </a:t>
            </a:r>
            <a:r>
              <a:rPr kumimoji="0" lang="en-US" sz="1600" b="0" i="0" u="none" strike="noStrike" kern="1200" cap="none" spc="0" normalizeH="0" baseline="0" noProof="0" dirty="0">
                <a:ln>
                  <a:noFill/>
                </a:ln>
                <a:solidFill>
                  <a:srgbClr val="000000"/>
                </a:solidFill>
                <a:effectLst/>
                <a:uLnTx/>
                <a:uFillTx/>
                <a:latin typeface="Segoe Sans Display"/>
                <a:ea typeface="+mn-ea"/>
                <a:cs typeface="Segoe UI"/>
              </a:rPr>
              <a:t>Let Copilot recap meetings, draft responses, and transform files into usable outputs, so your team can focus on customers.</a:t>
            </a:r>
          </a:p>
          <a:p>
            <a:pPr marL="169545" marR="0" lvl="0" indent="-169545" algn="l" defTabSz="932742" rtl="0" eaLnBrk="1" fontAlgn="auto" latinLnBrk="0" hangingPunct="1">
              <a:lnSpc>
                <a:spcPct val="100000"/>
              </a:lnSpc>
              <a:spcBef>
                <a:spcPts val="600"/>
              </a:spcBef>
              <a:spcAft>
                <a:spcPts val="0"/>
              </a:spcAft>
              <a:buClrTx/>
              <a:buSzPct val="90000"/>
              <a:buFont typeface="Arial" panose="020B0604020202020204" pitchFamily="34" charset="0"/>
              <a:buChar char="•"/>
              <a:tabLst/>
              <a:defRPr/>
            </a:pPr>
            <a:r>
              <a:rPr kumimoji="0" lang="en-US" sz="1600" b="1" i="0" u="none" strike="noStrike" kern="1200" cap="none" spc="0" normalizeH="0" baseline="0" noProof="0" dirty="0">
                <a:ln>
                  <a:noFill/>
                </a:ln>
                <a:solidFill>
                  <a:srgbClr val="000000"/>
                </a:solidFill>
                <a:effectLst/>
                <a:uLnTx/>
                <a:uFillTx/>
                <a:latin typeface="Segoe Sans Display"/>
                <a:ea typeface="+mn-ea"/>
                <a:cs typeface="Segoe UI"/>
              </a:rPr>
              <a:t>One platform, fewer vendors</a:t>
            </a:r>
            <a:r>
              <a:rPr kumimoji="0" lang="en-US" sz="1600" b="0" i="0" u="none" strike="noStrike" kern="1200" cap="none" spc="0" normalizeH="0" baseline="0" noProof="0" dirty="0">
                <a:ln>
                  <a:noFill/>
                </a:ln>
                <a:solidFill>
                  <a:srgbClr val="000000"/>
                </a:solidFill>
                <a:effectLst/>
                <a:uLnTx/>
                <a:uFillTx/>
                <a:latin typeface="Segoe Sans Display"/>
                <a:ea typeface="+mn-ea"/>
                <a:cs typeface="Segoe UI"/>
              </a:rPr>
              <a:t>. Consolidate tools, reduce toggling, and get built‑in security to minimize your administrative load.</a:t>
            </a:r>
          </a:p>
        </p:txBody>
      </p:sp>
      <p:sp>
        <p:nvSpPr>
          <p:cNvPr id="17" name="Content Placeholder 4">
            <a:extLst>
              <a:ext uri="{FF2B5EF4-FFF2-40B4-BE49-F238E27FC236}">
                <a16:creationId xmlns:a16="http://schemas.microsoft.com/office/drawing/2014/main" id="{97DE6151-DE58-279E-3F06-40E6E8DA5A76}"/>
              </a:ext>
            </a:extLst>
          </p:cNvPr>
          <p:cNvSpPr txBox="1">
            <a:spLocks/>
          </p:cNvSpPr>
          <p:nvPr/>
        </p:nvSpPr>
        <p:spPr>
          <a:xfrm>
            <a:off x="3816231" y="4423629"/>
            <a:ext cx="8124825" cy="1369606"/>
          </a:xfrm>
          <a:prstGeom prst="rect">
            <a:avLst/>
          </a:prstGeom>
          <a:noFill/>
        </p:spPr>
        <p:txBody>
          <a:bodyPr vert="horz" wrap="square" lIns="91440" tIns="45720" rIns="91440" bIns="45720" rtlCol="0" anchor="t">
            <a:spAutoFit/>
          </a:bodyPr>
          <a:lstStyle>
            <a:lvl1pPr marL="0" marR="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sz="1800" kern="1200" spc="0" baseline="0">
                <a:solidFill>
                  <a:schemeClr val="accent1"/>
                </a:solidFill>
                <a:latin typeface="+mj-lt"/>
                <a:ea typeface="+mn-ea"/>
                <a:cs typeface="Segoe Sans Display" pitchFamily="2" charset="0"/>
              </a:defRPr>
            </a:lvl1pPr>
            <a:lvl2pPr marL="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1600" kern="1200" spc="0" baseline="0">
                <a:solidFill>
                  <a:schemeClr val="tx1"/>
                </a:solidFill>
                <a:latin typeface="+mn-lt"/>
                <a:ea typeface="+mn-ea"/>
                <a:cs typeface="+mn-cs"/>
              </a:defRPr>
            </a:lvl2pPr>
            <a:lvl3pPr marL="201168" marR="0" indent="-200025" algn="l" defTabSz="932742" rtl="0" eaLnBrk="1" fontAlgn="auto" latinLnBrk="0" hangingPunct="1">
              <a:lnSpc>
                <a:spcPct val="100000"/>
              </a:lnSpc>
              <a:spcBef>
                <a:spcPts val="9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402336" marR="0" indent="-201168"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4pPr>
            <a:lvl5pPr marL="603504"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ts val="600"/>
              </a:spcBef>
              <a:spcAft>
                <a:spcPts val="0"/>
              </a:spcAft>
              <a:buClrTx/>
              <a:buSzPct val="90000"/>
              <a:buFont typeface="Wingdings" panose="05000000000000000000" pitchFamily="2" charset="2"/>
              <a:buNone/>
              <a:tabLst/>
              <a:defRPr/>
            </a:pPr>
            <a:r>
              <a:rPr kumimoji="0" lang="en-US" sz="2000" b="1" i="0" u="none" strike="noStrike" kern="1200" cap="none" spc="-20" normalizeH="0" baseline="0" noProof="0">
                <a:ln>
                  <a:noFill/>
                </a:ln>
                <a:gradFill>
                  <a:gsLst>
                    <a:gs pos="0">
                      <a:srgbClr val="C03BC4"/>
                    </a:gs>
                    <a:gs pos="94000">
                      <a:srgbClr val="FF5C39"/>
                    </a:gs>
                  </a:gsLst>
                  <a:lin ang="0" scaled="1"/>
                </a:gradFill>
                <a:effectLst/>
                <a:uLnTx/>
                <a:uFillTx/>
                <a:latin typeface="Segoe Sans Display Semibold"/>
                <a:ea typeface="+mn-ea"/>
                <a:cs typeface="Segoe Sans Display Semibold"/>
              </a:rPr>
              <a:t>Details</a:t>
            </a:r>
          </a:p>
          <a:p>
            <a:pPr marL="172720" marR="0" lvl="0" indent="-172720" algn="l" defTabSz="932742" rtl="0" eaLnBrk="1" fontAlgn="auto" latinLnBrk="0" hangingPunct="1">
              <a:lnSpc>
                <a:spcPct val="100000"/>
              </a:lnSpc>
              <a:spcBef>
                <a:spcPts val="600"/>
              </a:spcBef>
              <a:spcAft>
                <a:spcPts val="0"/>
              </a:spcAft>
              <a:buClrTx/>
              <a:buSzPct val="90000"/>
              <a:buFont typeface="Arial" panose="020B0604020202020204" pitchFamily="34" charset="0"/>
              <a:buChar char="•"/>
              <a:tabLst/>
              <a:defRPr/>
            </a:pPr>
            <a:r>
              <a:rPr kumimoji="0" lang="en-US" sz="1600" b="0" i="0" u="none" strike="noStrike" kern="1200" cap="none" spc="0" normalizeH="0" baseline="0" noProof="0">
                <a:ln>
                  <a:noFill/>
                </a:ln>
                <a:solidFill>
                  <a:srgbClr val="091F2C"/>
                </a:solidFill>
                <a:effectLst/>
                <a:uLnTx/>
                <a:uFillTx/>
                <a:latin typeface="Segoe UI Semibold"/>
                <a:ea typeface="+mn-ea"/>
                <a:cs typeface="Segoe Sans Display"/>
              </a:rPr>
              <a:t>Available worldwide to CSP customers</a:t>
            </a:r>
          </a:p>
          <a:p>
            <a:pPr marL="172720" marR="0" lvl="0" indent="-172720" algn="l" defTabSz="932742" rtl="0" eaLnBrk="1" fontAlgn="auto" latinLnBrk="0" hangingPunct="1">
              <a:lnSpc>
                <a:spcPct val="100000"/>
              </a:lnSpc>
              <a:spcBef>
                <a:spcPts val="600"/>
              </a:spcBef>
              <a:spcAft>
                <a:spcPts val="0"/>
              </a:spcAft>
              <a:buClrTx/>
              <a:buSzPct val="90000"/>
              <a:buFont typeface="Arial" panose="020B0604020202020204" pitchFamily="34" charset="0"/>
              <a:buChar char="•"/>
              <a:tabLst/>
              <a:defRPr/>
            </a:pPr>
            <a:r>
              <a:rPr kumimoji="0" lang="en-US" sz="1600" b="0" i="0" u="none" strike="noStrike" kern="1200" cap="none" spc="0" normalizeH="0" baseline="0" noProof="0">
                <a:ln>
                  <a:noFill/>
                </a:ln>
                <a:solidFill>
                  <a:srgbClr val="091F2C"/>
                </a:solidFill>
                <a:effectLst/>
                <a:uLnTx/>
                <a:uFillTx/>
                <a:latin typeface="Segoe UI Semibold"/>
                <a:ea typeface="+mn-ea"/>
                <a:cs typeface="Segoe Sans Display"/>
              </a:rPr>
              <a:t>Flexible billing: </a:t>
            </a:r>
            <a:r>
              <a:rPr kumimoji="0" lang="en-US" sz="1600" b="0" i="0" u="none" strike="noStrike" kern="1200" cap="none" spc="0" normalizeH="0" baseline="0" noProof="0">
                <a:ln>
                  <a:noFill/>
                </a:ln>
                <a:solidFill>
                  <a:srgbClr val="291817"/>
                </a:solidFill>
                <a:effectLst/>
                <a:uLnTx/>
                <a:uFillTx/>
                <a:latin typeface="Segoe Sans Display"/>
                <a:ea typeface="+mn-ea"/>
                <a:cs typeface="Segoe Sans Display"/>
              </a:rPr>
              <a:t>annual upfront or annual term with monthly payments</a:t>
            </a:r>
          </a:p>
          <a:p>
            <a:pPr marL="172720" marR="0" lvl="0" indent="-172720" algn="l" defTabSz="932742" rtl="0" eaLnBrk="1" fontAlgn="auto" latinLnBrk="0" hangingPunct="1">
              <a:lnSpc>
                <a:spcPct val="100000"/>
              </a:lnSpc>
              <a:spcBef>
                <a:spcPts val="600"/>
              </a:spcBef>
              <a:spcAft>
                <a:spcPts val="0"/>
              </a:spcAft>
              <a:buClrTx/>
              <a:buSzPct val="90000"/>
              <a:buFont typeface="Arial" panose="020B0604020202020204" pitchFamily="34" charset="0"/>
              <a:buChar char="•"/>
              <a:tabLst/>
              <a:defRPr/>
            </a:pPr>
            <a:r>
              <a:rPr kumimoji="0" lang="en-US" sz="1600" b="0" i="0" u="none" strike="noStrike" kern="1200" cap="none" spc="0" normalizeH="0" baseline="0" noProof="0">
                <a:ln>
                  <a:noFill/>
                </a:ln>
                <a:solidFill>
                  <a:srgbClr val="091F2C"/>
                </a:solidFill>
                <a:effectLst/>
                <a:uLnTx/>
                <a:uFillTx/>
                <a:latin typeface="Segoe UI Semibold"/>
                <a:ea typeface="+mn-ea"/>
                <a:cs typeface="Segoe Sans Display"/>
              </a:rPr>
              <a:t>Eligibility: </a:t>
            </a:r>
            <a:r>
              <a:rPr kumimoji="0" lang="en-US" sz="1600" b="0" i="0" u="none" strike="noStrike" kern="1200" cap="none" spc="0" normalizeH="0" baseline="0" noProof="0">
                <a:ln>
                  <a:noFill/>
                </a:ln>
                <a:solidFill>
                  <a:srgbClr val="000000"/>
                </a:solidFill>
                <a:effectLst/>
                <a:uLnTx/>
                <a:uFillTx/>
                <a:latin typeface="Segoe Sans Display"/>
                <a:ea typeface="+mn-ea"/>
                <a:cs typeface="Segoe Sans Display"/>
              </a:rPr>
              <a:t>Microsoft 365 customers with qualified </a:t>
            </a:r>
            <a:r>
              <a:rPr kumimoji="0" lang="en-US" sz="1600" b="0" i="0" u="none" strike="noStrike" kern="1200" cap="none" spc="0" normalizeH="0" baseline="0" noProof="0">
                <a:ln>
                  <a:noFill/>
                </a:ln>
                <a:solidFill>
                  <a:srgbClr val="000000"/>
                </a:solidFill>
                <a:effectLst/>
                <a:uLnTx/>
                <a:uFillTx/>
                <a:latin typeface="Segoe Sans Display"/>
                <a:ea typeface="+mn-ea"/>
                <a:cs typeface="Segoe Sans Display"/>
                <a:hlinkClick r:id="rId3"/>
              </a:rPr>
              <a:t>pre-req SKUs </a:t>
            </a:r>
            <a:endParaRPr kumimoji="0" lang="en-US" sz="1600" b="0" i="0" u="none" strike="noStrike" kern="1200" cap="none" spc="0" normalizeH="0" baseline="0" noProof="0">
              <a:ln>
                <a:noFill/>
              </a:ln>
              <a:solidFill>
                <a:srgbClr val="000000"/>
              </a:solidFill>
              <a:effectLst/>
              <a:uLnTx/>
              <a:uFillTx/>
              <a:latin typeface="Segoe Sans Display"/>
              <a:ea typeface="+mn-ea"/>
              <a:cs typeface="Segoe Sans Display"/>
            </a:endParaRPr>
          </a:p>
        </p:txBody>
      </p:sp>
      <p:sp>
        <p:nvSpPr>
          <p:cNvPr id="18" name="TextBox 17">
            <a:extLst>
              <a:ext uri="{FF2B5EF4-FFF2-40B4-BE49-F238E27FC236}">
                <a16:creationId xmlns:a16="http://schemas.microsoft.com/office/drawing/2014/main" id="{861E9B08-7A61-2A9E-D272-B4A1B0F786C7}"/>
              </a:ext>
            </a:extLst>
          </p:cNvPr>
          <p:cNvSpPr txBox="1"/>
          <p:nvPr/>
        </p:nvSpPr>
        <p:spPr>
          <a:xfrm>
            <a:off x="500064" y="6234990"/>
            <a:ext cx="11085922" cy="498598"/>
          </a:xfrm>
          <a:prstGeom prst="rect">
            <a:avLst/>
          </a:prstGeom>
          <a:noFill/>
        </p:spPr>
        <p:txBody>
          <a:bodyPr wrap="square" lIns="91440" tIns="45720" rIns="91440" bIns="45720" anchor="t">
            <a:spAutoFit/>
          </a:body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1600" b="0" i="0" u="none" strike="noStrike" kern="1200" cap="none" spc="0" normalizeH="0" baseline="0" noProof="0">
                <a:ln>
                  <a:noFill/>
                </a:ln>
                <a:solidFill>
                  <a:srgbClr val="091F2C"/>
                </a:solidFill>
                <a:effectLst/>
                <a:uLnTx/>
                <a:uFillTx/>
                <a:latin typeface="Segoe UI Semibold"/>
                <a:ea typeface="+mn-ea"/>
                <a:cs typeface="Segoe Sans Display" pitchFamily="2" charset="0"/>
              </a:rPr>
              <a:t>Available to all markets December 1, 2025 - March 31, 2026</a:t>
            </a:r>
          </a:p>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291817"/>
              </a:solidFill>
              <a:effectLst/>
              <a:uLnTx/>
              <a:uFillTx/>
              <a:latin typeface="Segoe Sans Display"/>
              <a:ea typeface="Calibri"/>
              <a:cs typeface="Segoe UI"/>
            </a:endParaRPr>
          </a:p>
        </p:txBody>
      </p:sp>
      <p:sp>
        <p:nvSpPr>
          <p:cNvPr id="26" name="Rectangle: Rounded Corners 11">
            <a:extLst>
              <a:ext uri="{FF2B5EF4-FFF2-40B4-BE49-F238E27FC236}">
                <a16:creationId xmlns:a16="http://schemas.microsoft.com/office/drawing/2014/main" id="{AA470CC3-2233-FBCA-B3D2-2EAE40FF9CCF}"/>
              </a:ext>
            </a:extLst>
          </p:cNvPr>
          <p:cNvSpPr/>
          <p:nvPr/>
        </p:nvSpPr>
        <p:spPr bwMode="auto">
          <a:xfrm>
            <a:off x="170877" y="2164972"/>
            <a:ext cx="11850246" cy="3699911"/>
          </a:xfrm>
          <a:prstGeom prst="roundRect">
            <a:avLst>
              <a:gd name="adj" fmla="val 5726"/>
            </a:avLst>
          </a:prstGeom>
          <a:noFill/>
          <a:ln w="15875">
            <a:gradFill>
              <a:gsLst>
                <a:gs pos="100000">
                  <a:schemeClr val="accent6"/>
                </a:gs>
                <a:gs pos="6000">
                  <a:srgbClr val="BE41CC"/>
                </a:gs>
              </a:gsLst>
              <a:lin ang="2700000" scaled="0"/>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egoe Sans Display"/>
              <a:ea typeface="+mn-ea"/>
              <a:cs typeface="Segoe UI" pitchFamily="34" charset="0"/>
            </a:endParaRPr>
          </a:p>
        </p:txBody>
      </p:sp>
      <p:sp>
        <p:nvSpPr>
          <p:cNvPr id="30" name="Rectangle: Rounded Corners 29">
            <a:extLst>
              <a:ext uri="{FF2B5EF4-FFF2-40B4-BE49-F238E27FC236}">
                <a16:creationId xmlns:a16="http://schemas.microsoft.com/office/drawing/2014/main" id="{EB9A2AE2-B64E-B0D7-7E8D-77D0F85084D0}"/>
              </a:ext>
            </a:extLst>
          </p:cNvPr>
          <p:cNvSpPr/>
          <p:nvPr/>
        </p:nvSpPr>
        <p:spPr>
          <a:xfrm>
            <a:off x="572970" y="1972389"/>
            <a:ext cx="1847959" cy="431336"/>
          </a:xfrm>
          <a:prstGeom prst="roundRect">
            <a:avLst>
              <a:gd name="adj" fmla="val 50000"/>
            </a:avLst>
          </a:prstGeom>
          <a:gradFill>
            <a:gsLst>
              <a:gs pos="0">
                <a:schemeClr val="accent2"/>
              </a:gs>
              <a:gs pos="100000">
                <a:schemeClr val="accent6"/>
              </a:gs>
            </a:gsLst>
            <a:lin ang="2700000" scaled="0"/>
          </a:gra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800" b="1" i="0" u="none" strike="noStrike" kern="0" cap="none" spc="0" normalizeH="0" baseline="0" noProof="0">
                <a:ln>
                  <a:noFill/>
                </a:ln>
                <a:solidFill>
                  <a:srgbClr val="FFFFFF"/>
                </a:solidFill>
                <a:effectLst/>
                <a:uLnTx/>
                <a:uFillTx/>
                <a:latin typeface="Segoe UI"/>
                <a:ea typeface="+mn-ea"/>
                <a:cs typeface="Segoe UI" pitchFamily="34" charset="0"/>
              </a:rPr>
              <a:t>NEW!</a:t>
            </a:r>
          </a:p>
        </p:txBody>
      </p:sp>
      <p:sp>
        <p:nvSpPr>
          <p:cNvPr id="5" name="TextBox 4">
            <a:extLst>
              <a:ext uri="{FF2B5EF4-FFF2-40B4-BE49-F238E27FC236}">
                <a16:creationId xmlns:a16="http://schemas.microsoft.com/office/drawing/2014/main" id="{54FADEE2-796A-ECED-9600-7F638E41B1CB}"/>
              </a:ext>
            </a:extLst>
          </p:cNvPr>
          <p:cNvSpPr txBox="1"/>
          <p:nvPr/>
        </p:nvSpPr>
        <p:spPr>
          <a:xfrm>
            <a:off x="572970" y="2596308"/>
            <a:ext cx="2779339" cy="1569660"/>
          </a:xfrm>
          <a:prstGeom prst="rect">
            <a:avLst/>
          </a:prstGeom>
          <a:noFill/>
        </p:spPr>
        <p:txBody>
          <a:bodyPr wrap="square" lIns="0" tIns="45720" rIns="0" bIns="45720" anchor="t">
            <a:spAutoFit/>
          </a:bodyPr>
          <a:lstStyle/>
          <a:p>
            <a:pPr marL="0" marR="0" lvl="0" indent="0" algn="l" defTabSz="932742" rtl="0" eaLnBrk="1" fontAlgn="auto" latinLnBrk="0" hangingPunct="1">
              <a:lnSpc>
                <a:spcPct val="100000"/>
              </a:lnSpc>
              <a:spcBef>
                <a:spcPts val="0"/>
              </a:spcBef>
              <a:spcAft>
                <a:spcPts val="0"/>
              </a:spcAft>
              <a:buClrTx/>
              <a:buSzPct val="90000"/>
              <a:buFontTx/>
              <a:buNone/>
              <a:tabLst/>
              <a:defRPr/>
            </a:pPr>
            <a:r>
              <a:rPr lang="en-US" sz="9600" spc="-50">
                <a:ln w="3175">
                  <a:noFill/>
                </a:ln>
                <a:gradFill>
                  <a:gsLst>
                    <a:gs pos="100000">
                      <a:srgbClr val="FF5C39"/>
                    </a:gs>
                    <a:gs pos="6000">
                      <a:srgbClr val="BE41CC"/>
                    </a:gs>
                  </a:gsLst>
                  <a:lin ang="2700000" scaled="0"/>
                </a:gradFill>
                <a:latin typeface="Segoe Sans Display Semibold"/>
                <a:cs typeface="Segoe Sans Display" pitchFamily="2" charset="0"/>
                <a:sym typeface="Source Sans Pro"/>
              </a:rPr>
              <a:t>25%</a:t>
            </a:r>
            <a:r>
              <a:rPr kumimoji="0" lang="en-US" sz="1200" b="1" i="0" u="none" strike="noStrike" kern="1200" cap="none" spc="0" normalizeH="0" baseline="0" noProof="0">
                <a:ln>
                  <a:noFill/>
                </a:ln>
                <a:solidFill>
                  <a:srgbClr val="702573"/>
                </a:solidFill>
                <a:effectLst/>
                <a:uLnTx/>
                <a:uFillTx/>
                <a:latin typeface="Segoe Sans Display Semibold"/>
                <a:ea typeface="+mn-ea"/>
                <a:cs typeface="Segoe UI" panose="020B0502040204020203" pitchFamily="34" charset="0"/>
                <a:sym typeface="Source Sans Pro"/>
              </a:rPr>
              <a:t> </a:t>
            </a:r>
            <a:r>
              <a:rPr kumimoji="0" lang="en-US" sz="1600" b="0" i="0" u="none" strike="noStrike" kern="1200" cap="none" spc="-50" normalizeH="0" baseline="0" noProof="0">
                <a:ln w="3175">
                  <a:noFill/>
                </a:ln>
                <a:gradFill>
                  <a:gsLst>
                    <a:gs pos="100000">
                      <a:srgbClr val="FF5C39"/>
                    </a:gs>
                    <a:gs pos="6000">
                      <a:srgbClr val="BE41CC"/>
                    </a:gs>
                  </a:gsLst>
                  <a:lin ang="2700000" scaled="0"/>
                </a:gradFill>
                <a:effectLst/>
                <a:uLnTx/>
                <a:uFillTx/>
                <a:latin typeface="Segoe Sans Display Semibold"/>
                <a:ea typeface="+mn-ea"/>
                <a:cs typeface="Segoe Sans Display" pitchFamily="2" charset="0"/>
                <a:sym typeface="Source Sans Pro"/>
              </a:rPr>
              <a:t>off</a:t>
            </a:r>
            <a:endParaRPr kumimoji="0" lang="en-US" sz="2400" b="0" i="0" u="none" strike="noStrike" kern="1200" cap="none" spc="-50" normalizeH="0" baseline="0" noProof="0">
              <a:ln w="3175">
                <a:noFill/>
              </a:ln>
              <a:gradFill>
                <a:gsLst>
                  <a:gs pos="100000">
                    <a:srgbClr val="FF5C39"/>
                  </a:gs>
                  <a:gs pos="6000">
                    <a:srgbClr val="BE41CC"/>
                  </a:gs>
                </a:gsLst>
                <a:lin ang="2700000" scaled="0"/>
              </a:gradFill>
              <a:effectLst/>
              <a:uLnTx/>
              <a:uFillTx/>
              <a:latin typeface="Segoe Sans Display Semibold"/>
              <a:ea typeface="+mn-ea"/>
              <a:cs typeface="Segoe Sans Display" pitchFamily="2" charset="0"/>
            </a:endParaRPr>
          </a:p>
        </p:txBody>
      </p:sp>
      <p:sp>
        <p:nvSpPr>
          <p:cNvPr id="7" name="TextBox 6">
            <a:extLst>
              <a:ext uri="{FF2B5EF4-FFF2-40B4-BE49-F238E27FC236}">
                <a16:creationId xmlns:a16="http://schemas.microsoft.com/office/drawing/2014/main" id="{D8EEF8D9-D59B-77D4-BAFA-C296528A399F}"/>
              </a:ext>
            </a:extLst>
          </p:cNvPr>
          <p:cNvSpPr txBox="1"/>
          <p:nvPr/>
        </p:nvSpPr>
        <p:spPr>
          <a:xfrm>
            <a:off x="434781" y="4143457"/>
            <a:ext cx="3055715" cy="430887"/>
          </a:xfrm>
          <a:prstGeom prst="rect">
            <a:avLst/>
          </a:prstGeom>
          <a:noFill/>
        </p:spPr>
        <p:txBody>
          <a:bodyPr wrap="square" lIns="0" tIns="0" rIns="0" bIns="0">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lang="en-US" sz="1400">
                <a:solidFill>
                  <a:srgbClr val="291817"/>
                </a:solidFill>
                <a:sym typeface="Source Sans Pro"/>
              </a:rPr>
              <a:t>Microsoft 365 Business Premium </a:t>
            </a:r>
            <a:br>
              <a:rPr lang="en-US" sz="1400">
                <a:solidFill>
                  <a:srgbClr val="291817"/>
                </a:solidFill>
                <a:sym typeface="Source Sans Pro"/>
              </a:rPr>
            </a:br>
            <a:r>
              <a:rPr lang="en-US" sz="1400">
                <a:solidFill>
                  <a:srgbClr val="291817"/>
                </a:solidFill>
                <a:sym typeface="Source Sans Pro"/>
              </a:rPr>
              <a:t>and Copilot Business</a:t>
            </a:r>
            <a:endParaRPr lang="en-US" sz="1400">
              <a:solidFill>
                <a:srgbClr val="291817"/>
              </a:solidFill>
            </a:endParaRPr>
          </a:p>
        </p:txBody>
      </p:sp>
    </p:spTree>
    <p:extLst>
      <p:ext uri="{BB962C8B-B14F-4D97-AF65-F5344CB8AC3E}">
        <p14:creationId xmlns:p14="http://schemas.microsoft.com/office/powerpoint/2010/main" val="272261499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64" presetClass="path" presetSubtype="0" accel="50000" decel="50000" fill="hold" grpId="1" nodeType="withEffect">
                                  <p:stCondLst>
                                    <p:cond delay="0"/>
                                  </p:stCondLst>
                                  <p:childTnLst>
                                    <p:animMotion origin="layout" path="M 1.25E-6 0.03703 L 1.25E-6 4.07407E-6 " pathEditMode="relative" rAng="0" ptsTypes="AA">
                                      <p:cBhvr>
                                        <p:cTn id="8" dur="500" fill="hold"/>
                                        <p:tgtEl>
                                          <p:spTgt spid="6"/>
                                        </p:tgtEl>
                                        <p:attrNameLst>
                                          <p:attrName>ppt_x</p:attrName>
                                          <p:attrName>ppt_y</p:attrName>
                                        </p:attrNameLst>
                                      </p:cBhvr>
                                      <p:rCtr x="0" y="-1852"/>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6"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359BC9-AC04-B5C4-2C80-727D86C233EC}"/>
            </a:ext>
          </a:extLst>
        </p:cNvPr>
        <p:cNvGrpSpPr/>
        <p:nvPr/>
      </p:nvGrpSpPr>
      <p:grpSpPr>
        <a:xfrm>
          <a:off x="0" y="0"/>
          <a:ext cx="0" cy="0"/>
          <a:chOff x="0" y="0"/>
          <a:chExt cx="0" cy="0"/>
        </a:xfrm>
      </p:grpSpPr>
      <p:sp>
        <p:nvSpPr>
          <p:cNvPr id="6" name="Title 25">
            <a:extLst>
              <a:ext uri="{FF2B5EF4-FFF2-40B4-BE49-F238E27FC236}">
                <a16:creationId xmlns:a16="http://schemas.microsoft.com/office/drawing/2014/main" id="{4D52656F-D1D9-B28B-16EC-178A923FF698}"/>
              </a:ext>
            </a:extLst>
          </p:cNvPr>
          <p:cNvSpPr txBox="1">
            <a:spLocks/>
          </p:cNvSpPr>
          <p:nvPr/>
        </p:nvSpPr>
        <p:spPr>
          <a:xfrm>
            <a:off x="402093" y="346786"/>
            <a:ext cx="11540140" cy="646331"/>
          </a:xfrm>
          <a:prstGeom prst="rect">
            <a:avLst/>
          </a:prstGeom>
          <a:noFill/>
          <a:ln>
            <a:noFill/>
            <a:prstDash/>
          </a:ln>
          <a:effectLst/>
        </p:spPr>
        <p:txBody>
          <a:bodyPr rot="0" spcFirstLastPara="0" vertOverflow="overflow" horzOverflow="overflow" vert="horz" wrap="square" lIns="0" tIns="45720" rIns="91440" bIns="45720" numCol="1" spcCol="0" rtlCol="0" fromWordArt="0" anchor="ctr" anchorCtr="0" forceAA="0" compatLnSpc="1">
            <a:prstTxWarp prst="textNoShape">
              <a:avLst/>
            </a:prstTxWarp>
            <a:spAutoFit/>
          </a:bodyPr>
          <a:lstStyle>
            <a:lvl1pPr algn="l" defTabSz="914400" rtl="0" eaLnBrk="1" latinLnBrk="0" hangingPunct="1">
              <a:lnSpc>
                <a:spcPct val="90000"/>
              </a:lnSpc>
              <a:spcBef>
                <a:spcPct val="0"/>
              </a:spcBef>
              <a:buNone/>
              <a:defRPr lang="en-US" sz="3000" b="1" i="0" kern="1200" cap="none" spc="-20" baseline="0">
                <a:ln w="3175">
                  <a:noFill/>
                </a:ln>
                <a:solidFill>
                  <a:srgbClr val="000000"/>
                </a:solidFill>
                <a:effectLst/>
                <a:latin typeface="Segoe Sans Display Semibold" pitchFamily="2" charset="0"/>
                <a:ea typeface="+mj-ea"/>
                <a:cs typeface="Segoe Sans Display Semibold" pitchFamily="2"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4000" b="0" i="0" u="none" strike="noStrike" kern="1200" cap="none" spc="-50" normalizeH="0" baseline="0" noProof="0">
                <a:ln w="3175">
                  <a:noFill/>
                </a:ln>
                <a:gradFill>
                  <a:gsLst>
                    <a:gs pos="0">
                      <a:srgbClr val="FFFFFF"/>
                    </a:gs>
                    <a:gs pos="0">
                      <a:srgbClr val="C03BC3"/>
                    </a:gs>
                    <a:gs pos="98000">
                      <a:srgbClr val="DD4A84"/>
                    </a:gs>
                  </a:gsLst>
                  <a:lin ang="0" scaled="1"/>
                </a:gradFill>
                <a:effectLst/>
                <a:uLnTx/>
                <a:uFillTx/>
                <a:latin typeface="Segoe Sans Display Semibold"/>
                <a:ea typeface="+mj-ea"/>
                <a:cs typeface="Segoe Sans Display" pitchFamily="2" charset="0"/>
              </a:rPr>
              <a:t>Simplified compliance and data governance</a:t>
            </a:r>
          </a:p>
        </p:txBody>
      </p:sp>
      <p:pic>
        <p:nvPicPr>
          <p:cNvPr id="2" name="Picture 1" descr="A blue sky with clouds&#10;&#10;AI-generated content may be incorrect.">
            <a:extLst>
              <a:ext uri="{FF2B5EF4-FFF2-40B4-BE49-F238E27FC236}">
                <a16:creationId xmlns:a16="http://schemas.microsoft.com/office/drawing/2014/main" id="{5EA539A1-AB54-9BBE-9F4F-A926F4B9763A}"/>
              </a:ext>
            </a:extLst>
          </p:cNvPr>
          <p:cNvPicPr>
            <a:picLocks noChangeAspect="1"/>
          </p:cNvPicPr>
          <p:nvPr/>
        </p:nvPicPr>
        <p:blipFill>
          <a:blip r:embed="rId2">
            <a:alphaModFix amt="50000"/>
            <a:extLst>
              <a:ext uri="{28A0092B-C50C-407E-A947-70E740481C1C}">
                <a14:useLocalDpi xmlns:a14="http://schemas.microsoft.com/office/drawing/2010/main" val="0"/>
              </a:ext>
            </a:extLst>
          </a:blip>
          <a:srcRect/>
          <a:stretch>
            <a:fillRect/>
          </a:stretch>
        </p:blipFill>
        <p:spPr>
          <a:xfrm>
            <a:off x="-78890" y="2100956"/>
            <a:ext cx="12192000" cy="4136597"/>
          </a:xfrm>
          <a:prstGeom prst="rect">
            <a:avLst/>
          </a:prstGeom>
        </p:spPr>
      </p:pic>
      <p:sp>
        <p:nvSpPr>
          <p:cNvPr id="15" name="TextBox 14">
            <a:extLst>
              <a:ext uri="{FF2B5EF4-FFF2-40B4-BE49-F238E27FC236}">
                <a16:creationId xmlns:a16="http://schemas.microsoft.com/office/drawing/2014/main" id="{97A98918-14C9-4BEB-96D0-6D87E1D62730}"/>
              </a:ext>
            </a:extLst>
          </p:cNvPr>
          <p:cNvSpPr txBox="1"/>
          <p:nvPr/>
        </p:nvSpPr>
        <p:spPr>
          <a:xfrm>
            <a:off x="-19514" y="1095786"/>
            <a:ext cx="12113110" cy="746358"/>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091F2C"/>
                </a:solidFill>
                <a:effectLst/>
                <a:uLnTx/>
                <a:uFillTx/>
                <a:latin typeface="Segoe Sans Display"/>
                <a:ea typeface="+mn-ea"/>
                <a:cs typeface="+mn-cs"/>
              </a:rPr>
              <a:t>Microsoft 365 Business Premium + Copilot + Purview Suite at 50% off</a:t>
            </a:r>
            <a:r>
              <a:rPr kumimoji="0" lang="en-US" sz="2000" b="0" i="0" u="none" strike="noStrike" kern="1200" cap="none" spc="0" normalizeH="0" baseline="0" noProof="0" dirty="0">
                <a:ln>
                  <a:noFill/>
                </a:ln>
                <a:solidFill>
                  <a:srgbClr val="C03BC4">
                    <a:lumMod val="10000"/>
                  </a:srgbClr>
                </a:solidFill>
                <a:effectLst/>
                <a:uLnTx/>
                <a:uFillTx/>
                <a:latin typeface="Segoe Sans Display"/>
                <a:ea typeface="+mn-ea"/>
                <a:cs typeface="Segoe UI"/>
              </a:rPr>
              <a:t>! </a:t>
            </a:r>
            <a:br>
              <a:rPr kumimoji="0" lang="en-US" sz="1800" b="0" i="0" u="none" strike="noStrike" kern="1200" cap="none" spc="0" normalizeH="0" baseline="0" noProof="0" dirty="0">
                <a:ln>
                  <a:noFill/>
                </a:ln>
                <a:solidFill>
                  <a:srgbClr val="091F2C"/>
                </a:solidFill>
                <a:effectLst/>
                <a:uLnTx/>
                <a:uFillTx/>
                <a:latin typeface="Segoe Sans Display"/>
                <a:ea typeface="+mn-ea"/>
                <a:cs typeface="Segoe UI"/>
              </a:rPr>
            </a:br>
            <a:endParaRPr kumimoji="0" lang="en-US" sz="1050" b="0" i="0" u="none" strike="noStrike" kern="1200" cap="none" spc="0" normalizeH="0" baseline="0" noProof="0" dirty="0">
              <a:ln>
                <a:noFill/>
              </a:ln>
              <a:solidFill>
                <a:srgbClr val="C03BC4">
                  <a:lumMod val="10000"/>
                </a:srgbClr>
              </a:solidFill>
              <a:effectLst/>
              <a:uLnTx/>
              <a:uFillTx/>
              <a:latin typeface="Segoe Sans Display"/>
              <a:ea typeface="+mn-ea"/>
              <a:cs typeface="Segoe UI"/>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03BC4">
                    <a:lumMod val="10000"/>
                  </a:srgbClr>
                </a:solidFill>
                <a:effectLst/>
                <a:uLnTx/>
                <a:uFillTx/>
                <a:latin typeface="Segoe Sans Display"/>
                <a:ea typeface="+mn-ea"/>
                <a:cs typeface="Segoe UI"/>
              </a:rPr>
              <a:t>AI-powered productivity and advanced security in one comprehensive solution.</a:t>
            </a:r>
          </a:p>
        </p:txBody>
      </p:sp>
      <p:sp>
        <p:nvSpPr>
          <p:cNvPr id="16" name="Content Placeholder 4">
            <a:extLst>
              <a:ext uri="{FF2B5EF4-FFF2-40B4-BE49-F238E27FC236}">
                <a16:creationId xmlns:a16="http://schemas.microsoft.com/office/drawing/2014/main" id="{0B1A99EB-3B76-10AE-7EC0-CA86BF8B9016}"/>
              </a:ext>
            </a:extLst>
          </p:cNvPr>
          <p:cNvSpPr txBox="1">
            <a:spLocks/>
          </p:cNvSpPr>
          <p:nvPr/>
        </p:nvSpPr>
        <p:spPr>
          <a:xfrm>
            <a:off x="3737341" y="2461266"/>
            <a:ext cx="8124825" cy="1923604"/>
          </a:xfrm>
          <a:prstGeom prst="rect">
            <a:avLst/>
          </a:prstGeom>
          <a:noFill/>
        </p:spPr>
        <p:txBody>
          <a:bodyPr vert="horz" wrap="square" lIns="91440" tIns="45720" rIns="91440" bIns="45720" rtlCol="0" anchor="t">
            <a:spAutoFit/>
          </a:bodyPr>
          <a:lstStyle>
            <a:lvl1pPr marL="0" marR="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sz="1800" kern="1200" spc="0" baseline="0">
                <a:solidFill>
                  <a:schemeClr val="accent1"/>
                </a:solidFill>
                <a:latin typeface="+mj-lt"/>
                <a:ea typeface="+mn-ea"/>
                <a:cs typeface="Segoe Sans Display" pitchFamily="2" charset="0"/>
              </a:defRPr>
            </a:lvl1pPr>
            <a:lvl2pPr marL="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1600" kern="1200" spc="0" baseline="0">
                <a:solidFill>
                  <a:schemeClr val="tx1"/>
                </a:solidFill>
                <a:latin typeface="+mn-lt"/>
                <a:ea typeface="+mn-ea"/>
                <a:cs typeface="+mn-cs"/>
              </a:defRPr>
            </a:lvl2pPr>
            <a:lvl3pPr marL="201168" marR="0" indent="-200025" algn="l" defTabSz="932742" rtl="0" eaLnBrk="1" fontAlgn="auto" latinLnBrk="0" hangingPunct="1">
              <a:lnSpc>
                <a:spcPct val="100000"/>
              </a:lnSpc>
              <a:spcBef>
                <a:spcPts val="9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402336" marR="0" indent="-201168"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4pPr>
            <a:lvl5pPr marL="603504"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spcBef>
                <a:spcPts val="600"/>
              </a:spcBef>
              <a:defRPr/>
            </a:pPr>
            <a:r>
              <a:rPr lang="en-US" sz="2000" b="1" spc="-20" dirty="0">
                <a:gradFill>
                  <a:gsLst>
                    <a:gs pos="0">
                      <a:srgbClr val="C03BC4"/>
                    </a:gs>
                    <a:gs pos="94000">
                      <a:srgbClr val="FF5C39"/>
                    </a:gs>
                  </a:gsLst>
                  <a:lin ang="0" scaled="1"/>
                </a:gradFill>
                <a:cs typeface="Segoe Sans Display Semibold"/>
              </a:rPr>
              <a:t>Get best in class security</a:t>
            </a:r>
            <a:endParaRPr lang="en-US" sz="1600" dirty="0">
              <a:gradFill>
                <a:gsLst>
                  <a:gs pos="0">
                    <a:srgbClr val="C03BC4"/>
                  </a:gs>
                  <a:gs pos="94000">
                    <a:srgbClr val="FF5C39"/>
                  </a:gs>
                </a:gsLst>
                <a:lin ang="0" scaled="1"/>
              </a:gradFill>
              <a:highlight>
                <a:srgbClr val="FFFF00"/>
              </a:highlight>
              <a:latin typeface="Segoe Sans Display"/>
              <a:cs typeface="Segoe UI"/>
            </a:endParaRPr>
          </a:p>
          <a:p>
            <a:pPr marL="169545" marR="0" lvl="0" indent="-169545" algn="l" defTabSz="932742" rtl="0" eaLnBrk="1" fontAlgn="auto" latinLnBrk="0" hangingPunct="1">
              <a:lnSpc>
                <a:spcPct val="100000"/>
              </a:lnSpc>
              <a:spcBef>
                <a:spcPts val="600"/>
              </a:spcBef>
              <a:spcAft>
                <a:spcPts val="0"/>
              </a:spcAft>
              <a:buClrTx/>
              <a:buSzPct val="90000"/>
              <a:buFont typeface="Arial" panose="020B0604020202020204" pitchFamily="34" charset="0"/>
              <a:buChar char="•"/>
              <a:tabLst/>
              <a:defRPr/>
            </a:pPr>
            <a:r>
              <a:rPr lang="en-US" sz="1400" b="1" dirty="0">
                <a:solidFill>
                  <a:srgbClr val="000000"/>
                </a:solidFill>
                <a:latin typeface="Segoe Sans Display"/>
                <a:cs typeface="Segoe UI"/>
              </a:rPr>
              <a:t>eDiscovery &amp; Audit: </a:t>
            </a:r>
            <a:r>
              <a:rPr lang="en-US" sz="1400" dirty="0">
                <a:solidFill>
                  <a:srgbClr val="000000"/>
                </a:solidFill>
                <a:latin typeface="Segoe Sans Display"/>
                <a:cs typeface="Segoe UI"/>
              </a:rPr>
              <a:t>Empowers legal and compliance teams with integrated tools and deep visibility to streamline investigations, enforce legal holds, and maintain regulatory readiness.</a:t>
            </a:r>
          </a:p>
          <a:p>
            <a:pPr marL="169545" marR="0" lvl="0" indent="-169545" algn="l" defTabSz="932742" rtl="0" eaLnBrk="1" fontAlgn="auto" latinLnBrk="0" hangingPunct="1">
              <a:lnSpc>
                <a:spcPct val="100000"/>
              </a:lnSpc>
              <a:spcBef>
                <a:spcPts val="600"/>
              </a:spcBef>
              <a:spcAft>
                <a:spcPts val="0"/>
              </a:spcAft>
              <a:buClrTx/>
              <a:buSzPct val="90000"/>
              <a:buFont typeface="Arial" panose="020B0604020202020204" pitchFamily="34" charset="0"/>
              <a:buChar char="•"/>
              <a:tabLst/>
              <a:defRPr/>
            </a:pPr>
            <a:r>
              <a:rPr lang="en-US" sz="1400" b="1" dirty="0">
                <a:solidFill>
                  <a:srgbClr val="000000"/>
                </a:solidFill>
                <a:latin typeface="Segoe Sans Display"/>
                <a:cs typeface="Segoe UI"/>
              </a:rPr>
              <a:t>Insider Risk Management: </a:t>
            </a:r>
            <a:r>
              <a:rPr lang="en-US" sz="1400" dirty="0">
                <a:solidFill>
                  <a:srgbClr val="000000"/>
                </a:solidFill>
                <a:latin typeface="Segoe Sans Display"/>
                <a:cs typeface="Segoe UI"/>
              </a:rPr>
              <a:t>Helps detect and mitigate internal threats with privacy-respecting behavioral analytics and granular communication controls.</a:t>
            </a:r>
          </a:p>
          <a:p>
            <a:pPr marL="169545" marR="0" lvl="0" indent="-169545" algn="l" defTabSz="932742" rtl="0" eaLnBrk="1" fontAlgn="auto" latinLnBrk="0" hangingPunct="1">
              <a:lnSpc>
                <a:spcPct val="100000"/>
              </a:lnSpc>
              <a:spcBef>
                <a:spcPts val="600"/>
              </a:spcBef>
              <a:spcAft>
                <a:spcPts val="0"/>
              </a:spcAft>
              <a:buClrTx/>
              <a:buSzPct val="90000"/>
              <a:buFont typeface="Arial" panose="020B0604020202020204" pitchFamily="34" charset="0"/>
              <a:buChar char="•"/>
              <a:tabLst/>
              <a:defRPr/>
            </a:pPr>
            <a:r>
              <a:rPr lang="en-US" sz="1400" b="1" dirty="0">
                <a:solidFill>
                  <a:srgbClr val="000000"/>
                </a:solidFill>
                <a:latin typeface="Segoe Sans Display"/>
                <a:cs typeface="Segoe UI"/>
              </a:rPr>
              <a:t>Information Protection &amp; Governance: </a:t>
            </a:r>
            <a:r>
              <a:rPr lang="en-US" sz="1400" dirty="0">
                <a:solidFill>
                  <a:srgbClr val="000000"/>
                </a:solidFill>
                <a:latin typeface="Segoe Sans Display"/>
                <a:cs typeface="Segoe UI"/>
              </a:rPr>
              <a:t>Enables organizations to classify, protect, and manage sensitive data across its lifecycle, ensuring secure collaboration and compliance at scale.</a:t>
            </a:r>
          </a:p>
        </p:txBody>
      </p:sp>
      <p:sp>
        <p:nvSpPr>
          <p:cNvPr id="17" name="Content Placeholder 4">
            <a:extLst>
              <a:ext uri="{FF2B5EF4-FFF2-40B4-BE49-F238E27FC236}">
                <a16:creationId xmlns:a16="http://schemas.microsoft.com/office/drawing/2014/main" id="{56774505-5345-3C4D-B4D1-D28137E4094E}"/>
              </a:ext>
            </a:extLst>
          </p:cNvPr>
          <p:cNvSpPr txBox="1">
            <a:spLocks/>
          </p:cNvSpPr>
          <p:nvPr/>
        </p:nvSpPr>
        <p:spPr>
          <a:xfrm>
            <a:off x="3737341" y="4384870"/>
            <a:ext cx="8124825" cy="1508105"/>
          </a:xfrm>
          <a:prstGeom prst="rect">
            <a:avLst/>
          </a:prstGeom>
          <a:noFill/>
        </p:spPr>
        <p:txBody>
          <a:bodyPr vert="horz" wrap="square" lIns="91440" tIns="45720" rIns="91440" bIns="45720" rtlCol="0" anchor="t">
            <a:spAutoFit/>
          </a:bodyPr>
          <a:lstStyle>
            <a:lvl1pPr marL="0" marR="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sz="1800" kern="1200" spc="0" baseline="0">
                <a:solidFill>
                  <a:schemeClr val="accent1"/>
                </a:solidFill>
                <a:latin typeface="+mj-lt"/>
                <a:ea typeface="+mn-ea"/>
                <a:cs typeface="Segoe Sans Display" pitchFamily="2" charset="0"/>
              </a:defRPr>
            </a:lvl1pPr>
            <a:lvl2pPr marL="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1600" kern="1200" spc="0" baseline="0">
                <a:solidFill>
                  <a:schemeClr val="tx1"/>
                </a:solidFill>
                <a:latin typeface="+mn-lt"/>
                <a:ea typeface="+mn-ea"/>
                <a:cs typeface="+mn-cs"/>
              </a:defRPr>
            </a:lvl2pPr>
            <a:lvl3pPr marL="201168" marR="0" indent="-200025" algn="l" defTabSz="932742" rtl="0" eaLnBrk="1" fontAlgn="auto" latinLnBrk="0" hangingPunct="1">
              <a:lnSpc>
                <a:spcPct val="100000"/>
              </a:lnSpc>
              <a:spcBef>
                <a:spcPts val="9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402336" marR="0" indent="-201168"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4pPr>
            <a:lvl5pPr marL="603504"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ts val="600"/>
              </a:spcBef>
              <a:spcAft>
                <a:spcPts val="0"/>
              </a:spcAft>
              <a:buClrTx/>
              <a:buSzPct val="90000"/>
              <a:buFont typeface="Wingdings" panose="05000000000000000000" pitchFamily="2" charset="2"/>
              <a:buNone/>
              <a:tabLst/>
              <a:defRPr/>
            </a:pPr>
            <a:r>
              <a:rPr kumimoji="0" lang="en-US" sz="2000" b="1" i="0" u="none" strike="noStrike" kern="1200" cap="none" spc="-20" normalizeH="0" baseline="0" noProof="0" dirty="0">
                <a:ln>
                  <a:noFill/>
                </a:ln>
                <a:gradFill>
                  <a:gsLst>
                    <a:gs pos="0">
                      <a:srgbClr val="C03BC4"/>
                    </a:gs>
                    <a:gs pos="94000">
                      <a:srgbClr val="FF5C39"/>
                    </a:gs>
                  </a:gsLst>
                  <a:lin ang="0" scaled="1"/>
                </a:gradFill>
                <a:effectLst/>
                <a:uLnTx/>
                <a:uFillTx/>
                <a:latin typeface="Segoe Sans Display Semibold"/>
                <a:ea typeface="+mn-ea"/>
                <a:cs typeface="Segoe Sans Display Semibold"/>
              </a:rPr>
              <a:t>Details</a:t>
            </a:r>
          </a:p>
          <a:p>
            <a:pPr marL="172720" marR="0" lvl="0" indent="-172720" algn="l" defTabSz="932742" rtl="0" eaLnBrk="1" fontAlgn="auto" latinLnBrk="0" hangingPunct="1">
              <a:lnSpc>
                <a:spcPct val="100000"/>
              </a:lnSpc>
              <a:spcBef>
                <a:spcPts val="600"/>
              </a:spcBef>
              <a:spcAft>
                <a:spcPts val="0"/>
              </a:spcAft>
              <a:buClrTx/>
              <a:buSzPct val="90000"/>
              <a:buFont typeface="Arial" panose="020B0604020202020204" pitchFamily="34" charset="0"/>
              <a:buChar char="•"/>
              <a:tabLst/>
              <a:defRPr/>
            </a:pPr>
            <a:r>
              <a:rPr kumimoji="0" lang="en-US" sz="1300" b="0" i="0" u="none" strike="noStrike" kern="1200" cap="none" spc="0" normalizeH="0" baseline="0" noProof="0" dirty="0">
                <a:ln>
                  <a:noFill/>
                </a:ln>
                <a:solidFill>
                  <a:srgbClr val="091F2C"/>
                </a:solidFill>
                <a:effectLst/>
                <a:uLnTx/>
                <a:uFillTx/>
                <a:latin typeface="Segoe UI Semibold"/>
                <a:ea typeface="+mn-ea"/>
                <a:cs typeface="Segoe Sans Display"/>
              </a:rPr>
              <a:t>Available worldwide to CSP customers</a:t>
            </a:r>
          </a:p>
          <a:p>
            <a:pPr marL="172720" marR="0" lvl="0" indent="-172720" algn="l" defTabSz="932742" rtl="0" eaLnBrk="1" fontAlgn="auto" latinLnBrk="0" hangingPunct="1">
              <a:lnSpc>
                <a:spcPct val="100000"/>
              </a:lnSpc>
              <a:spcBef>
                <a:spcPts val="600"/>
              </a:spcBef>
              <a:spcAft>
                <a:spcPts val="0"/>
              </a:spcAft>
              <a:buClrTx/>
              <a:buSzPct val="90000"/>
              <a:buFont typeface="Arial" panose="020B0604020202020204" pitchFamily="34" charset="0"/>
              <a:buChar char="•"/>
              <a:tabLst/>
              <a:defRPr/>
            </a:pPr>
            <a:r>
              <a:rPr kumimoji="0" lang="en-US" sz="1300" b="0" i="0" u="none" strike="noStrike" kern="1200" cap="none" spc="0" normalizeH="0" baseline="0" noProof="0" dirty="0">
                <a:ln>
                  <a:noFill/>
                </a:ln>
                <a:solidFill>
                  <a:srgbClr val="091F2C"/>
                </a:solidFill>
                <a:effectLst/>
                <a:uLnTx/>
                <a:uFillTx/>
                <a:latin typeface="Segoe UI Semibold"/>
                <a:ea typeface="+mn-ea"/>
                <a:cs typeface="Segoe Sans Display"/>
              </a:rPr>
              <a:t>Flexible billing: </a:t>
            </a:r>
            <a:r>
              <a:rPr kumimoji="0" lang="en-US" sz="1300" b="0" i="0" u="none" strike="noStrike" kern="1200" cap="none" spc="0" normalizeH="0" baseline="0" noProof="0" dirty="0">
                <a:ln>
                  <a:noFill/>
                </a:ln>
                <a:solidFill>
                  <a:srgbClr val="291817"/>
                </a:solidFill>
                <a:effectLst/>
                <a:uLnTx/>
                <a:uFillTx/>
                <a:latin typeface="Segoe Sans Display"/>
                <a:ea typeface="+mn-ea"/>
                <a:cs typeface="Segoe Sans Display"/>
              </a:rPr>
              <a:t>annual upfront or annual term with monthly payments</a:t>
            </a:r>
          </a:p>
          <a:p>
            <a:pPr marL="172720" marR="0" lvl="0" indent="-172720" algn="l" defTabSz="932742" rtl="0" eaLnBrk="1" fontAlgn="auto" latinLnBrk="0" hangingPunct="1">
              <a:lnSpc>
                <a:spcPct val="100000"/>
              </a:lnSpc>
              <a:spcBef>
                <a:spcPts val="600"/>
              </a:spcBef>
              <a:spcAft>
                <a:spcPts val="0"/>
              </a:spcAft>
              <a:buClrTx/>
              <a:buSzPct val="90000"/>
              <a:buFont typeface="Arial" panose="020B0604020202020204" pitchFamily="34" charset="0"/>
              <a:buChar char="•"/>
              <a:tabLst/>
              <a:defRPr/>
            </a:pPr>
            <a:r>
              <a:rPr kumimoji="0" lang="en-US" sz="1300" b="0" i="0" u="none" strike="noStrike" kern="1200" cap="none" spc="0" normalizeH="0" baseline="0" noProof="0" dirty="0">
                <a:ln>
                  <a:noFill/>
                </a:ln>
                <a:solidFill>
                  <a:srgbClr val="091F2C"/>
                </a:solidFill>
                <a:effectLst/>
                <a:uLnTx/>
                <a:uFillTx/>
                <a:latin typeface="Segoe UI Semibold"/>
                <a:ea typeface="+mn-ea"/>
                <a:cs typeface="Segoe Sans Display"/>
              </a:rPr>
              <a:t>Customer Eligibility: </a:t>
            </a:r>
            <a:r>
              <a:rPr kumimoji="0" lang="en-US" sz="1300" b="0" i="0" u="none" strike="noStrike" kern="1200" cap="none" spc="0" normalizeH="0" baseline="0" noProof="0" dirty="0">
                <a:ln>
                  <a:noFill/>
                </a:ln>
                <a:solidFill>
                  <a:srgbClr val="291817"/>
                </a:solidFill>
                <a:effectLst/>
                <a:uLnTx/>
                <a:uFillTx/>
                <a:latin typeface="Segoe Sans Display"/>
                <a:ea typeface="+mn-ea"/>
                <a:cs typeface="Segoe Sans Display"/>
              </a:rPr>
              <a:t>Microsoft 365 Business Premium and M365 Copilot Business or M365 Copilot</a:t>
            </a:r>
          </a:p>
          <a:p>
            <a:pPr marL="172720" marR="0" lvl="0" indent="-172720" algn="l" defTabSz="932742" rtl="0" eaLnBrk="1" fontAlgn="auto" latinLnBrk="0" hangingPunct="1">
              <a:lnSpc>
                <a:spcPct val="100000"/>
              </a:lnSpc>
              <a:spcBef>
                <a:spcPts val="600"/>
              </a:spcBef>
              <a:spcAft>
                <a:spcPts val="0"/>
              </a:spcAft>
              <a:buClrTx/>
              <a:buSzPct val="90000"/>
              <a:buFont typeface="Arial" panose="020B0604020202020204" pitchFamily="34" charset="0"/>
              <a:buChar char="•"/>
              <a:tabLst/>
              <a:defRPr/>
            </a:pPr>
            <a:r>
              <a:rPr kumimoji="0" lang="en-US" sz="1300" b="0" i="0" u="none" strike="noStrike" kern="1200" cap="none" spc="0" normalizeH="0" baseline="0" noProof="0" dirty="0">
                <a:ln>
                  <a:noFill/>
                </a:ln>
                <a:solidFill>
                  <a:srgbClr val="091F2C"/>
                </a:solidFill>
                <a:effectLst/>
                <a:uLnTx/>
                <a:uFillTx/>
                <a:latin typeface="Segoe UI Semibold"/>
                <a:ea typeface="+mn-ea"/>
                <a:cs typeface="Segoe Sans Display"/>
              </a:rPr>
              <a:t>View the customers pitch deck for </a:t>
            </a:r>
            <a:r>
              <a:rPr kumimoji="0" lang="en-US" sz="1300" b="0" i="0" u="none" strike="noStrike" kern="1200" cap="none" spc="0" normalizeH="0" baseline="0" noProof="0" dirty="0">
                <a:ln>
                  <a:noFill/>
                </a:ln>
                <a:solidFill>
                  <a:srgbClr val="091F2C"/>
                </a:solidFill>
                <a:effectLst/>
                <a:uLnTx/>
                <a:uFillTx/>
                <a:latin typeface="Segoe UI Semibold"/>
                <a:ea typeface="+mn-ea"/>
                <a:cs typeface="Segoe Sans Display"/>
                <a:hlinkClick r:id="rId3"/>
              </a:rPr>
              <a:t>Purview Suite for Business Premium</a:t>
            </a:r>
            <a:endParaRPr kumimoji="0" lang="en-US" sz="1300" b="0" i="0" u="none" strike="noStrike" kern="1200" cap="none" spc="0" normalizeH="0" baseline="0" noProof="0" dirty="0">
              <a:ln>
                <a:noFill/>
              </a:ln>
              <a:solidFill>
                <a:srgbClr val="091F2C"/>
              </a:solidFill>
              <a:effectLst/>
              <a:uLnTx/>
              <a:uFillTx/>
              <a:latin typeface="Segoe UI Semibold"/>
              <a:ea typeface="+mn-ea"/>
              <a:cs typeface="Segoe Sans Display"/>
            </a:endParaRPr>
          </a:p>
        </p:txBody>
      </p:sp>
      <p:sp>
        <p:nvSpPr>
          <p:cNvPr id="18" name="TextBox 17">
            <a:extLst>
              <a:ext uri="{FF2B5EF4-FFF2-40B4-BE49-F238E27FC236}">
                <a16:creationId xmlns:a16="http://schemas.microsoft.com/office/drawing/2014/main" id="{2E4D0388-0837-4DEA-A5A5-2B4F0BDF5FE2}"/>
              </a:ext>
            </a:extLst>
          </p:cNvPr>
          <p:cNvSpPr txBox="1"/>
          <p:nvPr/>
        </p:nvSpPr>
        <p:spPr>
          <a:xfrm>
            <a:off x="494080" y="6309201"/>
            <a:ext cx="11085922" cy="313932"/>
          </a:xfrm>
          <a:prstGeom prst="rect">
            <a:avLst/>
          </a:prstGeom>
          <a:noFill/>
        </p:spPr>
        <p:txBody>
          <a:bodyPr wrap="square" lIns="91440" tIns="45720" rIns="91440" bIns="45720" anchor="t">
            <a:spAutoFit/>
          </a:body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1600" b="0" i="0" u="none" strike="noStrike" kern="1200" cap="none" spc="0" normalizeH="0" baseline="0" noProof="0">
                <a:ln>
                  <a:noFill/>
                </a:ln>
                <a:solidFill>
                  <a:srgbClr val="091F2C"/>
                </a:solidFill>
                <a:effectLst/>
                <a:uLnTx/>
                <a:uFillTx/>
                <a:latin typeface="Segoe UI Semibold"/>
                <a:ea typeface="+mn-ea"/>
                <a:cs typeface="Segoe Sans Display" pitchFamily="2" charset="0"/>
              </a:rPr>
              <a:t>Available to all markets December 1, 2025 - March 31, 2026</a:t>
            </a:r>
            <a:endParaRPr kumimoji="0" lang="en-US" sz="1200" b="0" i="0" u="none" strike="noStrike" kern="1200" cap="none" spc="0" normalizeH="0" baseline="0" noProof="0">
              <a:ln>
                <a:noFill/>
              </a:ln>
              <a:solidFill>
                <a:srgbClr val="291817"/>
              </a:solidFill>
              <a:effectLst/>
              <a:uLnTx/>
              <a:uFillTx/>
              <a:latin typeface="Segoe Sans Display"/>
              <a:ea typeface="Calibri"/>
              <a:cs typeface="Segoe UI"/>
            </a:endParaRPr>
          </a:p>
        </p:txBody>
      </p:sp>
      <p:sp>
        <p:nvSpPr>
          <p:cNvPr id="20" name="TextBox 19">
            <a:extLst>
              <a:ext uri="{FF2B5EF4-FFF2-40B4-BE49-F238E27FC236}">
                <a16:creationId xmlns:a16="http://schemas.microsoft.com/office/drawing/2014/main" id="{2D7A1DD9-6A87-E347-6E7E-9C93FA0C5C49}"/>
              </a:ext>
            </a:extLst>
          </p:cNvPr>
          <p:cNvSpPr txBox="1"/>
          <p:nvPr/>
        </p:nvSpPr>
        <p:spPr>
          <a:xfrm>
            <a:off x="371657" y="2577802"/>
            <a:ext cx="3017586" cy="1569660"/>
          </a:xfrm>
          <a:prstGeom prst="rect">
            <a:avLst/>
          </a:prstGeom>
          <a:noFill/>
        </p:spPr>
        <p:txBody>
          <a:bodyPr wrap="square" lIns="0" tIns="45720" rIns="0" bIns="45720" anchor="t">
            <a:spAutoFit/>
          </a:bodyPr>
          <a:lstStyle/>
          <a:p>
            <a:pPr marL="0" marR="0" lvl="0" indent="0" algn="l" defTabSz="932742" rtl="0" eaLnBrk="1" fontAlgn="auto" latinLnBrk="0" hangingPunct="1">
              <a:lnSpc>
                <a:spcPct val="100000"/>
              </a:lnSpc>
              <a:spcBef>
                <a:spcPts val="0"/>
              </a:spcBef>
              <a:spcAft>
                <a:spcPts val="0"/>
              </a:spcAft>
              <a:buClrTx/>
              <a:buSzPct val="90000"/>
              <a:buFontTx/>
              <a:buNone/>
              <a:tabLst/>
              <a:defRPr/>
            </a:pPr>
            <a:r>
              <a:rPr lang="en-US" sz="9600" spc="-50">
                <a:ln w="3175">
                  <a:noFill/>
                </a:ln>
                <a:gradFill>
                  <a:gsLst>
                    <a:gs pos="100000">
                      <a:srgbClr val="FF5C39"/>
                    </a:gs>
                    <a:gs pos="6000">
                      <a:srgbClr val="BE41CC"/>
                    </a:gs>
                  </a:gsLst>
                  <a:lin ang="2700000" scaled="0"/>
                </a:gradFill>
                <a:latin typeface="Segoe Sans Display Semibold"/>
                <a:cs typeface="Segoe Sans Display" pitchFamily="2" charset="0"/>
                <a:sym typeface="Source Sans Pro"/>
              </a:rPr>
              <a:t>50%</a:t>
            </a:r>
            <a:r>
              <a:rPr lang="en-US" sz="1600" spc="-50">
                <a:ln w="3175">
                  <a:noFill/>
                </a:ln>
                <a:gradFill>
                  <a:gsLst>
                    <a:gs pos="100000">
                      <a:srgbClr val="FF5C39"/>
                    </a:gs>
                    <a:gs pos="6000">
                      <a:srgbClr val="BE41CC"/>
                    </a:gs>
                  </a:gsLst>
                  <a:lin ang="2700000" scaled="0"/>
                </a:gradFill>
                <a:latin typeface="Segoe Sans Display Semibold"/>
                <a:cs typeface="Segoe Sans Display" pitchFamily="2" charset="0"/>
                <a:sym typeface="Source Sans Pro"/>
              </a:rPr>
              <a:t> </a:t>
            </a:r>
            <a:r>
              <a:rPr kumimoji="0" lang="en-US" sz="1600" b="0" i="0" u="none" strike="noStrike" kern="1200" cap="none" spc="-50" normalizeH="0" baseline="0" noProof="0">
                <a:ln w="3175">
                  <a:noFill/>
                </a:ln>
                <a:gradFill>
                  <a:gsLst>
                    <a:gs pos="100000">
                      <a:srgbClr val="FF5C39"/>
                    </a:gs>
                    <a:gs pos="6000">
                      <a:srgbClr val="BE41CC"/>
                    </a:gs>
                  </a:gsLst>
                  <a:lin ang="2700000" scaled="0"/>
                </a:gradFill>
                <a:effectLst/>
                <a:uLnTx/>
                <a:uFillTx/>
                <a:latin typeface="Segoe Sans Display Semibold"/>
                <a:ea typeface="+mn-ea"/>
                <a:cs typeface="Segoe Sans Display" pitchFamily="2" charset="0"/>
                <a:sym typeface="Source Sans Pro"/>
              </a:rPr>
              <a:t>off</a:t>
            </a:r>
            <a:endParaRPr kumimoji="0" lang="en-US" sz="1600" b="0" i="0" u="none" strike="noStrike" kern="1200" cap="none" spc="-50" normalizeH="0" baseline="0" noProof="0">
              <a:ln w="3175">
                <a:noFill/>
              </a:ln>
              <a:gradFill>
                <a:gsLst>
                  <a:gs pos="100000">
                    <a:srgbClr val="FF5C39"/>
                  </a:gs>
                  <a:gs pos="6000">
                    <a:srgbClr val="BE41CC"/>
                  </a:gs>
                </a:gsLst>
                <a:lin ang="2700000" scaled="0"/>
              </a:gradFill>
              <a:effectLst/>
              <a:uLnTx/>
              <a:uFillTx/>
              <a:latin typeface="Segoe Sans Display Semibold"/>
              <a:ea typeface="+mn-ea"/>
              <a:cs typeface="Segoe Sans Display" pitchFamily="2" charset="0"/>
            </a:endParaRPr>
          </a:p>
        </p:txBody>
      </p:sp>
      <p:sp>
        <p:nvSpPr>
          <p:cNvPr id="21" name="TextBox 20">
            <a:extLst>
              <a:ext uri="{FF2B5EF4-FFF2-40B4-BE49-F238E27FC236}">
                <a16:creationId xmlns:a16="http://schemas.microsoft.com/office/drawing/2014/main" id="{51C6A656-CAC0-BD73-A2C9-2FE088E58488}"/>
              </a:ext>
            </a:extLst>
          </p:cNvPr>
          <p:cNvSpPr txBox="1"/>
          <p:nvPr/>
        </p:nvSpPr>
        <p:spPr>
          <a:xfrm>
            <a:off x="200780" y="4016500"/>
            <a:ext cx="3055715" cy="215444"/>
          </a:xfrm>
          <a:prstGeom prst="rect">
            <a:avLst/>
          </a:prstGeom>
          <a:noFill/>
        </p:spPr>
        <p:txBody>
          <a:bodyPr wrap="square" lIns="0" tIns="0" rIns="0" bIns="0">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lang="en-US" sz="1400">
                <a:solidFill>
                  <a:srgbClr val="291817"/>
                </a:solidFill>
                <a:sym typeface="Source Sans Pro"/>
              </a:rPr>
              <a:t>Purview Suite for Business Premium*</a:t>
            </a:r>
            <a:endParaRPr lang="en-US" sz="1400">
              <a:solidFill>
                <a:srgbClr val="291817"/>
              </a:solidFill>
            </a:endParaRPr>
          </a:p>
        </p:txBody>
      </p:sp>
      <p:sp>
        <p:nvSpPr>
          <p:cNvPr id="26" name="Rectangle: Rounded Corners 11">
            <a:extLst>
              <a:ext uri="{FF2B5EF4-FFF2-40B4-BE49-F238E27FC236}">
                <a16:creationId xmlns:a16="http://schemas.microsoft.com/office/drawing/2014/main" id="{4D91B73E-F1FB-E8F9-CEFD-E55701DC1402}"/>
              </a:ext>
            </a:extLst>
          </p:cNvPr>
          <p:cNvSpPr/>
          <p:nvPr/>
        </p:nvSpPr>
        <p:spPr bwMode="auto">
          <a:xfrm>
            <a:off x="91987" y="2329690"/>
            <a:ext cx="11850246" cy="3699911"/>
          </a:xfrm>
          <a:prstGeom prst="roundRect">
            <a:avLst>
              <a:gd name="adj" fmla="val 5726"/>
            </a:avLst>
          </a:prstGeom>
          <a:noFill/>
          <a:ln w="15875">
            <a:gradFill>
              <a:gsLst>
                <a:gs pos="100000">
                  <a:schemeClr val="accent6"/>
                </a:gs>
                <a:gs pos="6000">
                  <a:srgbClr val="BE41CC"/>
                </a:gs>
              </a:gsLst>
              <a:lin ang="2700000" scaled="0"/>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egoe Sans Display"/>
              <a:ea typeface="+mn-ea"/>
              <a:cs typeface="Segoe UI" pitchFamily="34" charset="0"/>
            </a:endParaRPr>
          </a:p>
        </p:txBody>
      </p:sp>
      <p:sp>
        <p:nvSpPr>
          <p:cNvPr id="30" name="Rectangle: Rounded Corners 29">
            <a:extLst>
              <a:ext uri="{FF2B5EF4-FFF2-40B4-BE49-F238E27FC236}">
                <a16:creationId xmlns:a16="http://schemas.microsoft.com/office/drawing/2014/main" id="{DECA0136-936D-28A9-DF11-8083CD2DEE93}"/>
              </a:ext>
            </a:extLst>
          </p:cNvPr>
          <p:cNvSpPr/>
          <p:nvPr/>
        </p:nvSpPr>
        <p:spPr>
          <a:xfrm>
            <a:off x="494080" y="2137107"/>
            <a:ext cx="1847959" cy="431336"/>
          </a:xfrm>
          <a:prstGeom prst="roundRect">
            <a:avLst>
              <a:gd name="adj" fmla="val 50000"/>
            </a:avLst>
          </a:prstGeom>
          <a:gradFill>
            <a:gsLst>
              <a:gs pos="0">
                <a:schemeClr val="accent2"/>
              </a:gs>
              <a:gs pos="100000">
                <a:schemeClr val="accent6"/>
              </a:gs>
            </a:gsLst>
            <a:lin ang="2700000" scaled="0"/>
          </a:gra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800" b="1" i="0" u="none" strike="noStrike" kern="0" cap="none" spc="0" normalizeH="0" baseline="0" noProof="0">
                <a:ln>
                  <a:noFill/>
                </a:ln>
                <a:solidFill>
                  <a:srgbClr val="FFFFFF"/>
                </a:solidFill>
                <a:effectLst/>
                <a:uLnTx/>
                <a:uFillTx/>
                <a:latin typeface="Segoe UI"/>
                <a:ea typeface="+mn-ea"/>
                <a:cs typeface="Segoe UI" pitchFamily="34" charset="0"/>
              </a:rPr>
              <a:t>NEW!</a:t>
            </a:r>
          </a:p>
        </p:txBody>
      </p:sp>
      <p:sp>
        <p:nvSpPr>
          <p:cNvPr id="3" name="TextBox 2">
            <a:extLst>
              <a:ext uri="{FF2B5EF4-FFF2-40B4-BE49-F238E27FC236}">
                <a16:creationId xmlns:a16="http://schemas.microsoft.com/office/drawing/2014/main" id="{115DCEFD-7980-1875-AB2E-D6A1C1D72CBD}"/>
              </a:ext>
            </a:extLst>
          </p:cNvPr>
          <p:cNvSpPr txBox="1"/>
          <p:nvPr/>
        </p:nvSpPr>
        <p:spPr>
          <a:xfrm>
            <a:off x="249470" y="6071576"/>
            <a:ext cx="8427170" cy="138499"/>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91F2C"/>
                </a:solidFill>
                <a:effectLst/>
                <a:uLnTx/>
                <a:uFillTx/>
                <a:latin typeface="Segoe Sans Display"/>
                <a:ea typeface="+mn-ea"/>
                <a:cs typeface="+mn-cs"/>
              </a:rPr>
              <a:t>*Purview Suite for Business Premium can only be added to customers that have purchase Business Premium and Copilot Business or Microsoft 365 Copilot </a:t>
            </a:r>
          </a:p>
        </p:txBody>
      </p:sp>
    </p:spTree>
    <p:extLst>
      <p:ext uri="{BB962C8B-B14F-4D97-AF65-F5344CB8AC3E}">
        <p14:creationId xmlns:p14="http://schemas.microsoft.com/office/powerpoint/2010/main" val="67930331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64" presetClass="path" presetSubtype="0" accel="50000" decel="50000" fill="hold" grpId="1" nodeType="withEffect">
                                  <p:stCondLst>
                                    <p:cond delay="0"/>
                                  </p:stCondLst>
                                  <p:childTnLst>
                                    <p:animMotion origin="layout" path="M 1.25E-6 0.03703 L 1.25E-6 4.07407E-6 " pathEditMode="relative" rAng="0" ptsTypes="AA">
                                      <p:cBhvr>
                                        <p:cTn id="8" dur="500" fill="hold"/>
                                        <p:tgtEl>
                                          <p:spTgt spid="6"/>
                                        </p:tgtEl>
                                        <p:attrNameLst>
                                          <p:attrName>ppt_x</p:attrName>
                                          <p:attrName>ppt_y</p:attrName>
                                        </p:attrNameLst>
                                      </p:cBhvr>
                                      <p:rCtr x="0" y="-1852"/>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6" grpId="1"/>
    </p:bldLst>
  </p:timing>
</p:sld>
</file>

<file path=ppt/theme/theme1.xml><?xml version="1.0" encoding="utf-8"?>
<a:theme xmlns:a="http://schemas.openxmlformats.org/drawingml/2006/main" name="1_Modern Work + Purview">
  <a:themeElements>
    <a:clrScheme name="Viva analogous 3">
      <a:dk1>
        <a:srgbClr val="000000"/>
      </a:dk1>
      <a:lt1>
        <a:srgbClr val="FFFFFF"/>
      </a:lt1>
      <a:dk2>
        <a:srgbClr val="2F2F2F"/>
      </a:dk2>
      <a:lt2>
        <a:srgbClr val="E6E6E6"/>
      </a:lt2>
      <a:accent1>
        <a:srgbClr val="0078D4"/>
      </a:accent1>
      <a:accent2>
        <a:srgbClr val="243A5E"/>
      </a:accent2>
      <a:accent3>
        <a:srgbClr val="50E6FF"/>
      </a:accent3>
      <a:accent4>
        <a:srgbClr val="8661C5"/>
      </a:accent4>
      <a:accent5>
        <a:srgbClr val="3B2E58"/>
      </a:accent5>
      <a:accent6>
        <a:srgbClr val="D59DFF"/>
      </a:accent6>
      <a:hlink>
        <a:srgbClr val="0078D4"/>
      </a:hlink>
      <a:folHlink>
        <a:srgbClr val="0078D4"/>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extLst>
    <a:ext uri="{05A4C25C-085E-4340-85A3-A5531E510DB2}">
      <thm15:themeFamily xmlns:thm15="http://schemas.microsoft.com/office/thememl/2012/main" name="Viva2022-Topics-Template(01).potx" id="{66CD1B14-D672-4DD3-93DF-E33194FF7E00}" vid="{C8138CC8-76A8-4E05-97A6-0CE3F4597308}"/>
    </a:ext>
  </a:extLst>
</a:theme>
</file>

<file path=ppt/theme/theme2.xml><?xml version="1.0" encoding="utf-8"?>
<a:theme xmlns:a="http://schemas.openxmlformats.org/drawingml/2006/main" name="3_CSP Copilot Template - CONDENSED - Diamond 12/23">
  <a:themeElements>
    <a:clrScheme name="CSR Copilot hybrid">
      <a:dk1>
        <a:sysClr val="windowText" lastClr="000000"/>
      </a:dk1>
      <a:lt1>
        <a:sysClr val="window" lastClr="FFFFFF"/>
      </a:lt1>
      <a:dk2>
        <a:srgbClr val="091F2C"/>
      </a:dk2>
      <a:lt2>
        <a:srgbClr val="F4F3F5"/>
      </a:lt2>
      <a:accent1>
        <a:srgbClr val="C5B4E3"/>
      </a:accent1>
      <a:accent2>
        <a:srgbClr val="8661C5"/>
      </a:accent2>
      <a:accent3>
        <a:srgbClr val="463668"/>
      </a:accent3>
      <a:accent4>
        <a:srgbClr val="0078D4"/>
      </a:accent4>
      <a:accent5>
        <a:srgbClr val="2A446F"/>
      </a:accent5>
      <a:accent6>
        <a:srgbClr val="C03BC4"/>
      </a:accent6>
      <a:hlink>
        <a:srgbClr val="0078D4"/>
      </a:hlink>
      <a:folHlink>
        <a:srgbClr val="2A446F"/>
      </a:folHlink>
    </a:clrScheme>
    <a:fontScheme name="Microsoft">
      <a:majorFont>
        <a:latin typeface="Segoe Sans Display Semibold"/>
        <a:ea typeface=""/>
        <a:cs typeface=""/>
      </a:majorFont>
      <a:minorFont>
        <a:latin typeface="Segoe Sans Display"/>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SM_LightGray_Sept_2018.potx" id="{0FAF9FBA-50E5-4B89-8F50-EB458E088334}" vid="{09DABCF3-FBBE-41E3-8EAE-8A81552DAAAD}"/>
    </a:ext>
  </a:extLst>
</a:theme>
</file>

<file path=ppt/theme/theme3.xml><?xml version="1.0" encoding="utf-8"?>
<a:theme xmlns:a="http://schemas.openxmlformats.org/drawingml/2006/main" name="2_Microsoft 365 Copilot Template Diamond Edition">
  <a:themeElements>
    <a:clrScheme name="Microsoft 365 Copilot">
      <a:dk1>
        <a:srgbClr val="091F2C"/>
      </a:dk1>
      <a:lt1>
        <a:srgbClr val="FFFFFF"/>
      </a:lt1>
      <a:dk2>
        <a:srgbClr val="000000"/>
      </a:dk2>
      <a:lt2>
        <a:srgbClr val="FFF8F5"/>
      </a:lt2>
      <a:accent1>
        <a:srgbClr val="0078D4"/>
      </a:accent1>
      <a:accent2>
        <a:srgbClr val="C03BC4"/>
      </a:accent2>
      <a:accent3>
        <a:srgbClr val="FFA38B"/>
      </a:accent3>
      <a:accent4>
        <a:srgbClr val="8661C5"/>
      </a:accent4>
      <a:accent5>
        <a:srgbClr val="8DC8E8"/>
      </a:accent5>
      <a:accent6>
        <a:srgbClr val="FF5C39"/>
      </a:accent6>
      <a:hlink>
        <a:srgbClr val="0078D4"/>
      </a:hlink>
      <a:folHlink>
        <a:srgbClr val="C03BC4"/>
      </a:folHlink>
    </a:clrScheme>
    <a:fontScheme name="Microsoft 2025">
      <a:majorFont>
        <a:latin typeface="Segoe Sans Display Semibold"/>
        <a:ea typeface=""/>
        <a:cs typeface=""/>
      </a:majorFont>
      <a:minorFont>
        <a:latin typeface="Segoe Sans Display"/>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a:solidFill>
              <a:schemeClr val="bg1"/>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Brown">
      <a:srgbClr val="E1D3C7"/>
    </a:custClr>
    <a:custClr name="Light Yellow">
      <a:srgbClr val="FFE399"/>
    </a:custClr>
    <a:custClr name="Light Orange">
      <a:srgbClr val="FFA38B"/>
    </a:custClr>
    <a:custClr name="Light Red">
      <a:srgbClr val="FFB3BB"/>
    </a:custClr>
    <a:custClr name="Light Magenta">
      <a:srgbClr val="D59ED7"/>
    </a:custClr>
    <a:custClr name="Light Purple">
      <a:srgbClr val="C5B4E3"/>
    </a:custClr>
    <a:custClr name="Light Blue">
      <a:srgbClr val="8DC8E8"/>
    </a:custClr>
    <a:custClr name="Light Teal">
      <a:srgbClr val="B9DCD2"/>
    </a:custClr>
    <a:custClr name="Light Green">
      <a:srgbClr val="D4EC8E"/>
    </a:custClr>
    <a:custClr name="Blue Black">
      <a:srgbClr val="091F2C"/>
    </a:custClr>
    <a:custClr name="Brown">
      <a:srgbClr val="BF9474"/>
    </a:custClr>
    <a:custClr name="Yellow">
      <a:srgbClr val="FFB900"/>
    </a:custClr>
    <a:custClr name="Orange">
      <a:srgbClr val="FF5C39"/>
    </a:custClr>
    <a:custClr name="Red">
      <a:srgbClr val="F4364C"/>
    </a:custClr>
    <a:custClr name="Magenta">
      <a:srgbClr val="C03BC4"/>
    </a:custClr>
    <a:custClr name="Purple">
      <a:srgbClr val="8661C5"/>
    </a:custClr>
    <a:custClr name="Blue">
      <a:srgbClr val="0078D4"/>
    </a:custClr>
    <a:custClr name="Teal">
      <a:srgbClr val="49C5B1"/>
    </a:custClr>
    <a:custClr name="Green">
      <a:srgbClr val="8DE971"/>
    </a:custClr>
    <a:custClr name="Rich Black">
      <a:srgbClr val="000000"/>
    </a:custClr>
    <a:custClr name="Dark Brown">
      <a:srgbClr val="5C4738"/>
    </a:custClr>
    <a:custClr name="Dark Yellow">
      <a:srgbClr val="7F5A1A"/>
    </a:custClr>
    <a:custClr name="Dark Orange">
      <a:srgbClr val="73391D"/>
    </a:custClr>
    <a:custClr name="Dark Red">
      <a:srgbClr val="73262F"/>
    </a:custClr>
    <a:custClr name="Dark Magenta">
      <a:srgbClr val="702573"/>
    </a:custClr>
    <a:custClr name="Dark Purple">
      <a:srgbClr val="463668"/>
    </a:custClr>
    <a:custClr name="Dark Blue">
      <a:srgbClr val="2A446F"/>
    </a:custClr>
    <a:custClr name="Dark Teal">
      <a:srgbClr val="225B62"/>
    </a:custClr>
    <a:custClr name="Dark Green">
      <a:srgbClr val="07641D"/>
    </a:custClr>
    <a:custClr name="Brown Black">
      <a:srgbClr val="291817"/>
    </a:custClr>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Pure White">
      <a:srgbClr val="FFFFFF"/>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Lst>
  <a:extLst>
    <a:ext uri="{05A4C25C-085E-4340-85A3-A5531E510DB2}">
      <thm15:themeFamily xmlns:thm15="http://schemas.microsoft.com/office/thememl/2012/main" name="Presentation1" id="{37823CB9-DC0F-DE49-A7F7-325A4228CCF9}" vid="{6CB80000-F9EA-4D40-9817-2B5CD0D7D27D}"/>
    </a:ext>
  </a:extLst>
</a:theme>
</file>

<file path=ppt/theme/theme4.xml><?xml version="1.0" encoding="utf-8"?>
<a:theme xmlns:a="http://schemas.openxmlformats.org/drawingml/2006/main" name="3_Microsoft 365 Copilot Template Diamond Edition">
  <a:themeElements>
    <a:clrScheme name="Microsoft 365 Copilot">
      <a:dk1>
        <a:srgbClr val="091F2C"/>
      </a:dk1>
      <a:lt1>
        <a:srgbClr val="FFFFFF"/>
      </a:lt1>
      <a:dk2>
        <a:srgbClr val="000000"/>
      </a:dk2>
      <a:lt2>
        <a:srgbClr val="FFF8F5"/>
      </a:lt2>
      <a:accent1>
        <a:srgbClr val="0078D4"/>
      </a:accent1>
      <a:accent2>
        <a:srgbClr val="C03BC4"/>
      </a:accent2>
      <a:accent3>
        <a:srgbClr val="FFA38B"/>
      </a:accent3>
      <a:accent4>
        <a:srgbClr val="8661C5"/>
      </a:accent4>
      <a:accent5>
        <a:srgbClr val="8DC8E8"/>
      </a:accent5>
      <a:accent6>
        <a:srgbClr val="FF5C39"/>
      </a:accent6>
      <a:hlink>
        <a:srgbClr val="0078D4"/>
      </a:hlink>
      <a:folHlink>
        <a:srgbClr val="C03BC4"/>
      </a:folHlink>
    </a:clrScheme>
    <a:fontScheme name="Microsoft 2025">
      <a:majorFont>
        <a:latin typeface="Segoe Sans Display Semibold"/>
        <a:ea typeface=""/>
        <a:cs typeface=""/>
      </a:majorFont>
      <a:minorFont>
        <a:latin typeface="Segoe Sans Display"/>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a:solidFill>
              <a:schemeClr val="bg1"/>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Brown">
      <a:srgbClr val="E1D3C7"/>
    </a:custClr>
    <a:custClr name="Light Yellow">
      <a:srgbClr val="FFE399"/>
    </a:custClr>
    <a:custClr name="Light Orange">
      <a:srgbClr val="FFA38B"/>
    </a:custClr>
    <a:custClr name="Light Red">
      <a:srgbClr val="FFB3BB"/>
    </a:custClr>
    <a:custClr name="Light Magenta">
      <a:srgbClr val="D59ED7"/>
    </a:custClr>
    <a:custClr name="Light Purple">
      <a:srgbClr val="C5B4E3"/>
    </a:custClr>
    <a:custClr name="Light Blue">
      <a:srgbClr val="8DC8E8"/>
    </a:custClr>
    <a:custClr name="Light Teal">
      <a:srgbClr val="B9DCD2"/>
    </a:custClr>
    <a:custClr name="Light Green">
      <a:srgbClr val="D4EC8E"/>
    </a:custClr>
    <a:custClr name="Blue Black">
      <a:srgbClr val="091F2C"/>
    </a:custClr>
    <a:custClr name="Brown">
      <a:srgbClr val="BF9474"/>
    </a:custClr>
    <a:custClr name="Yellow">
      <a:srgbClr val="FFB900"/>
    </a:custClr>
    <a:custClr name="Orange">
      <a:srgbClr val="FF5C39"/>
    </a:custClr>
    <a:custClr name="Red">
      <a:srgbClr val="F4364C"/>
    </a:custClr>
    <a:custClr name="Magenta">
      <a:srgbClr val="C03BC4"/>
    </a:custClr>
    <a:custClr name="Purple">
      <a:srgbClr val="8661C5"/>
    </a:custClr>
    <a:custClr name="Blue">
      <a:srgbClr val="0078D4"/>
    </a:custClr>
    <a:custClr name="Teal">
      <a:srgbClr val="49C5B1"/>
    </a:custClr>
    <a:custClr name="Green">
      <a:srgbClr val="8DE971"/>
    </a:custClr>
    <a:custClr name="Rich Black">
      <a:srgbClr val="000000"/>
    </a:custClr>
    <a:custClr name="Dark Brown">
      <a:srgbClr val="5C4738"/>
    </a:custClr>
    <a:custClr name="Dark Yellow">
      <a:srgbClr val="7F5A1A"/>
    </a:custClr>
    <a:custClr name="Dark Orange">
      <a:srgbClr val="73391D"/>
    </a:custClr>
    <a:custClr name="Dark Red">
      <a:srgbClr val="73262F"/>
    </a:custClr>
    <a:custClr name="Dark Magenta">
      <a:srgbClr val="702573"/>
    </a:custClr>
    <a:custClr name="Dark Purple">
      <a:srgbClr val="463668"/>
    </a:custClr>
    <a:custClr name="Dark Blue">
      <a:srgbClr val="2A446F"/>
    </a:custClr>
    <a:custClr name="Dark Teal">
      <a:srgbClr val="225B62"/>
    </a:custClr>
    <a:custClr name="Dark Green">
      <a:srgbClr val="07641D"/>
    </a:custClr>
    <a:custClr name="Brown Black">
      <a:srgbClr val="291817"/>
    </a:custClr>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Pure White">
      <a:srgbClr val="FFFFFF"/>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Lst>
  <a:extLst>
    <a:ext uri="{05A4C25C-085E-4340-85A3-A5531E510DB2}">
      <thm15:themeFamily xmlns:thm15="http://schemas.microsoft.com/office/thememl/2012/main" name="Presentation1" id="{37823CB9-DC0F-DE49-A7F7-325A4228CCF9}" vid="{6CB80000-F9EA-4D40-9817-2B5CD0D7D27D}"/>
    </a:ext>
  </a:extLst>
</a:theme>
</file>

<file path=ppt/theme/theme5.xml><?xml version="1.0" encoding="utf-8"?>
<a:theme xmlns:a="http://schemas.openxmlformats.org/drawingml/2006/main" name="4_Microsoft 365 Copilot Template Diamond Edition">
  <a:themeElements>
    <a:clrScheme name="Microsoft 365 Copilot">
      <a:dk1>
        <a:srgbClr val="091F2C"/>
      </a:dk1>
      <a:lt1>
        <a:srgbClr val="FFFFFF"/>
      </a:lt1>
      <a:dk2>
        <a:srgbClr val="000000"/>
      </a:dk2>
      <a:lt2>
        <a:srgbClr val="FFF8F5"/>
      </a:lt2>
      <a:accent1>
        <a:srgbClr val="0078D4"/>
      </a:accent1>
      <a:accent2>
        <a:srgbClr val="C03BC4"/>
      </a:accent2>
      <a:accent3>
        <a:srgbClr val="FFA38B"/>
      </a:accent3>
      <a:accent4>
        <a:srgbClr val="8661C5"/>
      </a:accent4>
      <a:accent5>
        <a:srgbClr val="8DC8E8"/>
      </a:accent5>
      <a:accent6>
        <a:srgbClr val="FF5C39"/>
      </a:accent6>
      <a:hlink>
        <a:srgbClr val="0078D4"/>
      </a:hlink>
      <a:folHlink>
        <a:srgbClr val="C03BC4"/>
      </a:folHlink>
    </a:clrScheme>
    <a:fontScheme name="FantasyxMSFT">
      <a:majorFont>
        <a:latin typeface="Segoe Sans Display Semibold"/>
        <a:ea typeface=""/>
        <a:cs typeface=""/>
      </a:majorFont>
      <a:minorFont>
        <a:latin typeface="Segoe Sans Display"/>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a:solidFill>
              <a:schemeClr val="bg1"/>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Brown">
      <a:srgbClr val="E1D3C7"/>
    </a:custClr>
    <a:custClr name="Light Yellow">
      <a:srgbClr val="FFE399"/>
    </a:custClr>
    <a:custClr name="Light Orange">
      <a:srgbClr val="FFA38B"/>
    </a:custClr>
    <a:custClr name="Light Red">
      <a:srgbClr val="FFB3BB"/>
    </a:custClr>
    <a:custClr name="Light Magenta">
      <a:srgbClr val="D59ED7"/>
    </a:custClr>
    <a:custClr name="Light Purple">
      <a:srgbClr val="C5B4E3"/>
    </a:custClr>
    <a:custClr name="Light Blue">
      <a:srgbClr val="8DC8E8"/>
    </a:custClr>
    <a:custClr name="Light Teal">
      <a:srgbClr val="B9DCD2"/>
    </a:custClr>
    <a:custClr name="Light Green">
      <a:srgbClr val="D4EC8E"/>
    </a:custClr>
    <a:custClr name="Blue Black">
      <a:srgbClr val="091F2C"/>
    </a:custClr>
    <a:custClr name="Brown">
      <a:srgbClr val="BF9474"/>
    </a:custClr>
    <a:custClr name="Yellow">
      <a:srgbClr val="FFB900"/>
    </a:custClr>
    <a:custClr name="Orange">
      <a:srgbClr val="FF5C39"/>
    </a:custClr>
    <a:custClr name="Red">
      <a:srgbClr val="F4364C"/>
    </a:custClr>
    <a:custClr name="Magenta">
      <a:srgbClr val="C03BC4"/>
    </a:custClr>
    <a:custClr name="Purple">
      <a:srgbClr val="8661C5"/>
    </a:custClr>
    <a:custClr name="Blue">
      <a:srgbClr val="0078D4"/>
    </a:custClr>
    <a:custClr name="Teal">
      <a:srgbClr val="49C5B1"/>
    </a:custClr>
    <a:custClr name="Green">
      <a:srgbClr val="8DE971"/>
    </a:custClr>
    <a:custClr name="Rich Black">
      <a:srgbClr val="000000"/>
    </a:custClr>
    <a:custClr name="Dark Brown">
      <a:srgbClr val="5C4738"/>
    </a:custClr>
    <a:custClr name="Dark Yellow">
      <a:srgbClr val="7F5A1A"/>
    </a:custClr>
    <a:custClr name="Dark Orange">
      <a:srgbClr val="73391D"/>
    </a:custClr>
    <a:custClr name="Dark Red">
      <a:srgbClr val="73262F"/>
    </a:custClr>
    <a:custClr name="Dark Magenta">
      <a:srgbClr val="702573"/>
    </a:custClr>
    <a:custClr name="Dark Purple">
      <a:srgbClr val="463668"/>
    </a:custClr>
    <a:custClr name="Dark Blue">
      <a:srgbClr val="2A446F"/>
    </a:custClr>
    <a:custClr name="Dark Teal">
      <a:srgbClr val="225B62"/>
    </a:custClr>
    <a:custClr name="Dark Green">
      <a:srgbClr val="07641D"/>
    </a:custClr>
    <a:custClr name="Brown Black">
      <a:srgbClr val="291817"/>
    </a:custClr>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Pure White">
      <a:srgbClr val="FFFFFF"/>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Lst>
  <a:extLst>
    <a:ext uri="{05A4C25C-085E-4340-85A3-A5531E510DB2}">
      <thm15:themeFamily xmlns:thm15="http://schemas.microsoft.com/office/thememl/2012/main" name="Presentation1" id="{37823CB9-DC0F-DE49-A7F7-325A4228CCF9}" vid="{6CB80000-F9EA-4D40-9817-2B5CD0D7D27D}"/>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otalTime>0</TotalTime>
  <Words>357</Words>
  <Application>Microsoft Office PowerPoint</Application>
  <PresentationFormat>Widescreen</PresentationFormat>
  <Paragraphs>32</Paragraphs>
  <Slides>2</Slides>
  <Notes>0</Notes>
  <HiddenSlides>0</HiddenSlides>
  <MMClips>0</MMClips>
  <ScaleCrop>false</ScaleCrop>
  <HeadingPairs>
    <vt:vector size="6" baseType="variant">
      <vt:variant>
        <vt:lpstr>Fonts Used</vt:lpstr>
      </vt:variant>
      <vt:variant>
        <vt:i4>9</vt:i4>
      </vt:variant>
      <vt:variant>
        <vt:lpstr>Theme</vt:lpstr>
      </vt:variant>
      <vt:variant>
        <vt:i4>5</vt:i4>
      </vt:variant>
      <vt:variant>
        <vt:lpstr>Slide Titles</vt:lpstr>
      </vt:variant>
      <vt:variant>
        <vt:i4>2</vt:i4>
      </vt:variant>
    </vt:vector>
  </HeadingPairs>
  <TitlesOfParts>
    <vt:vector size="16" baseType="lpstr">
      <vt:lpstr>Aptos</vt:lpstr>
      <vt:lpstr>Arial</vt:lpstr>
      <vt:lpstr>Consolas</vt:lpstr>
      <vt:lpstr>Segoe Sans Display</vt:lpstr>
      <vt:lpstr>Segoe Sans Display Semibold</vt:lpstr>
      <vt:lpstr>Segoe UI</vt:lpstr>
      <vt:lpstr>Segoe UI Semibold</vt:lpstr>
      <vt:lpstr>Source Sans Pro</vt:lpstr>
      <vt:lpstr>Wingdings</vt:lpstr>
      <vt:lpstr>1_Modern Work + Purview</vt:lpstr>
      <vt:lpstr>3_CSP Copilot Template - CONDENSED - Diamond 12/23</vt:lpstr>
      <vt:lpstr>2_Microsoft 365 Copilot Template Diamond Edition</vt:lpstr>
      <vt:lpstr>3_Microsoft 365 Copilot Template Diamond Edition</vt:lpstr>
      <vt:lpstr>4_Microsoft 365 Copilot Template Diamond Edition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2025-11-18T17:53:26Z</dcterms:created>
  <dcterms:modified xsi:type="dcterms:W3CDTF">2026-01-05T07:23:48Z</dcterms:modified>
</cp:coreProperties>
</file>