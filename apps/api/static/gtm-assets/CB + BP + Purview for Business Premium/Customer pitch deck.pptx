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ags/tag1.xml" ContentType="application/vnd.openxmlformats-officedocument.presentationml.tags+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2.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theme/theme5.xml" ContentType="application/vnd.openxmlformats-officedocument.theme+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theme/theme6.xml" ContentType="application/vnd.openxmlformats-officedocument.theme+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xml" ContentType="application/vnd.openxmlformats-officedocument.presentationml.tags+xml"/>
  <Override PartName="/ppt/notesSlides/notesSlide1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1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37" r:id="rId2"/>
    <p:sldMasterId id="2147483777" r:id="rId3"/>
    <p:sldMasterId id="2147483876" r:id="rId4"/>
    <p:sldMasterId id="2147483984" r:id="rId5"/>
    <p:sldMasterId id="2147484001" r:id="rId6"/>
    <p:sldMasterId id="2147484074" r:id="rId7"/>
  </p:sldMasterIdLst>
  <p:notesMasterIdLst>
    <p:notesMasterId r:id="rId31"/>
  </p:notesMasterIdLst>
  <p:sldIdLst>
    <p:sldId id="261" r:id="rId8"/>
    <p:sldId id="2147470099" r:id="rId9"/>
    <p:sldId id="298" r:id="rId10"/>
    <p:sldId id="307" r:id="rId11"/>
    <p:sldId id="262" r:id="rId12"/>
    <p:sldId id="263" r:id="rId13"/>
    <p:sldId id="264" r:id="rId14"/>
    <p:sldId id="265" r:id="rId15"/>
    <p:sldId id="266" r:id="rId16"/>
    <p:sldId id="2147470096" r:id="rId17"/>
    <p:sldId id="2147470097" r:id="rId18"/>
    <p:sldId id="2147470100" r:id="rId19"/>
    <p:sldId id="2147483644" r:id="rId20"/>
    <p:sldId id="281" r:id="rId21"/>
    <p:sldId id="273" r:id="rId22"/>
    <p:sldId id="258" r:id="rId23"/>
    <p:sldId id="269" r:id="rId24"/>
    <p:sldId id="293" r:id="rId25"/>
    <p:sldId id="280" r:id="rId26"/>
    <p:sldId id="286" r:id="rId27"/>
    <p:sldId id="295" r:id="rId28"/>
    <p:sldId id="260" r:id="rId29"/>
    <p:sldId id="214748364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952457-72B2-42C3-8B98-3042F36B0B0C}">
          <p14:sldIdLst>
            <p14:sldId id="261"/>
            <p14:sldId id="2147470099"/>
            <p14:sldId id="298"/>
            <p14:sldId id="307"/>
            <p14:sldId id="262"/>
            <p14:sldId id="263"/>
            <p14:sldId id="264"/>
            <p14:sldId id="265"/>
            <p14:sldId id="266"/>
            <p14:sldId id="2147470096"/>
            <p14:sldId id="2147470097"/>
            <p14:sldId id="2147470100"/>
            <p14:sldId id="2147483644"/>
            <p14:sldId id="281"/>
            <p14:sldId id="273"/>
            <p14:sldId id="258"/>
            <p14:sldId id="269"/>
            <p14:sldId id="293"/>
            <p14:sldId id="280"/>
            <p14:sldId id="286"/>
            <p14:sldId id="295"/>
            <p14:sldId id="260"/>
            <p14:sldId id="214748364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B7094D-5575-4E70-B24A-091469B70D7B}" v="57" dt="2025-11-18T17:45:55.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73091" autoAdjust="0"/>
  </p:normalViewPr>
  <p:slideViewPr>
    <p:cSldViewPr snapToGrid="0">
      <p:cViewPr>
        <p:scale>
          <a:sx n="63" d="100"/>
          <a:sy n="63" d="100"/>
        </p:scale>
        <p:origin x="1404" y="36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30524901460589"/>
          <c:y val="3.5798345383563766E-2"/>
          <c:w val="0.61416242677077315"/>
          <c:h val="0.92124364015615967"/>
        </c:manualLayout>
      </c:layout>
      <c:doughnutChart>
        <c:varyColors val="1"/>
        <c:dLbls>
          <c:showLegendKey val="0"/>
          <c:showVal val="0"/>
          <c:showCatName val="0"/>
          <c:showSerName val="0"/>
          <c:showPercent val="0"/>
          <c:showBubbleSize val="0"/>
          <c:showLeaderLines val="0"/>
        </c:dLbls>
        <c:firstSliceAng val="0"/>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30524901460589"/>
          <c:y val="3.5798345383563766E-2"/>
          <c:w val="0.61416242677077315"/>
          <c:h val="0.92124364015615967"/>
        </c:manualLayout>
      </c:layout>
      <c:doughnutChart>
        <c:varyColors val="1"/>
        <c:ser>
          <c:idx val="0"/>
          <c:order val="0"/>
          <c:tx>
            <c:strRef>
              <c:f>Sheet1!$B$1</c:f>
              <c:strCache>
                <c:ptCount val="1"/>
                <c:pt idx="0">
                  <c:v>Sales</c:v>
                </c:pt>
              </c:strCache>
            </c:strRef>
          </c:tx>
          <c:spPr>
            <a:ln>
              <a:solidFill>
                <a:schemeClr val="bg1"/>
              </a:solidFill>
            </a:ln>
          </c:spPr>
          <c:dPt>
            <c:idx val="0"/>
            <c:bubble3D val="0"/>
            <c:spPr>
              <a:gradFill flip="none" rotWithShape="1">
                <a:gsLst>
                  <a:gs pos="4000">
                    <a:srgbClr val="F65567"/>
                  </a:gs>
                  <a:gs pos="29000">
                    <a:srgbClr val="AC35AF"/>
                  </a:gs>
                  <a:gs pos="58000">
                    <a:srgbClr val="0A6BBA"/>
                  </a:gs>
                  <a:gs pos="84000">
                    <a:srgbClr val="318581"/>
                  </a:gs>
                </a:gsLst>
                <a:lin ang="18900000" scaled="1"/>
                <a:tileRect/>
              </a:gradFill>
              <a:ln w="19050">
                <a:solidFill>
                  <a:schemeClr val="bg1"/>
                </a:solidFill>
              </a:ln>
              <a:effectLst/>
            </c:spPr>
            <c:extLst>
              <c:ext xmlns:c16="http://schemas.microsoft.com/office/drawing/2014/chart" uri="{C3380CC4-5D6E-409C-BE32-E72D297353CC}">
                <c16:uniqueId val="{00000001-BDCF-4361-A844-CF745F2070E1}"/>
              </c:ext>
            </c:extLst>
          </c:dPt>
          <c:dPt>
            <c:idx val="1"/>
            <c:bubble3D val="0"/>
            <c:spPr>
              <a:solidFill>
                <a:schemeClr val="bg1">
                  <a:lumMod val="85000"/>
                  <a:alpha val="50000"/>
                </a:schemeClr>
              </a:solidFill>
              <a:ln w="19050">
                <a:solidFill>
                  <a:schemeClr val="bg1"/>
                </a:solidFill>
              </a:ln>
              <a:effectLst/>
            </c:spPr>
            <c:extLst>
              <c:ext xmlns:c16="http://schemas.microsoft.com/office/drawing/2014/chart" uri="{C3380CC4-5D6E-409C-BE32-E72D297353CC}">
                <c16:uniqueId val="{00000003-BDCF-4361-A844-CF745F2070E1}"/>
              </c:ext>
            </c:extLst>
          </c:dPt>
          <c:dPt>
            <c:idx val="2"/>
            <c:bubble3D val="0"/>
            <c:spPr>
              <a:solidFill>
                <a:schemeClr val="accent3"/>
              </a:solidFill>
              <a:ln w="19050">
                <a:solidFill>
                  <a:schemeClr val="bg1"/>
                </a:solidFill>
              </a:ln>
              <a:effectLst/>
            </c:spPr>
            <c:extLst>
              <c:ext xmlns:c16="http://schemas.microsoft.com/office/drawing/2014/chart" uri="{C3380CC4-5D6E-409C-BE32-E72D297353CC}">
                <c16:uniqueId val="{00000005-BDCF-4361-A844-CF745F2070E1}"/>
              </c:ext>
            </c:extLst>
          </c:dPt>
          <c:cat>
            <c:strRef>
              <c:f>Sheet1!$A$2:$A$4</c:f>
              <c:strCache>
                <c:ptCount val="2"/>
                <c:pt idx="0">
                  <c:v>Thrive</c:v>
                </c:pt>
                <c:pt idx="1">
                  <c:v>Not</c:v>
                </c:pt>
              </c:strCache>
            </c:strRef>
          </c:cat>
          <c:val>
            <c:numRef>
              <c:f>Sheet1!$B$2:$B$4</c:f>
              <c:numCache>
                <c:formatCode>General</c:formatCode>
                <c:ptCount val="3"/>
                <c:pt idx="0">
                  <c:v>45</c:v>
                </c:pt>
                <c:pt idx="1">
                  <c:v>55</c:v>
                </c:pt>
              </c:numCache>
            </c:numRef>
          </c:val>
          <c:extLst>
            <c:ext xmlns:c16="http://schemas.microsoft.com/office/drawing/2014/chart" uri="{C3380CC4-5D6E-409C-BE32-E72D297353CC}">
              <c16:uniqueId val="{00000006-BDCF-4361-A844-CF745F2070E1}"/>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039489736949117E-2"/>
          <c:y val="8.3623161992362693E-2"/>
          <c:w val="0.53628709156108867"/>
          <c:h val="0.77962077084030701"/>
        </c:manualLayout>
      </c:layout>
      <c:doughnutChart>
        <c:varyColors val="1"/>
        <c:ser>
          <c:idx val="0"/>
          <c:order val="0"/>
          <c:dPt>
            <c:idx val="0"/>
            <c:bubble3D val="0"/>
            <c:spPr>
              <a:solidFill>
                <a:schemeClr val="accent2"/>
              </a:solidFill>
              <a:ln w="19050">
                <a:solidFill>
                  <a:schemeClr val="lt1"/>
                </a:solidFill>
              </a:ln>
              <a:effectLst/>
            </c:spPr>
            <c:extLst>
              <c:ext xmlns:c16="http://schemas.microsoft.com/office/drawing/2014/chart" uri="{C3380CC4-5D6E-409C-BE32-E72D297353CC}">
                <c16:uniqueId val="{00000001-0385-48F7-80F9-BF762C5A402B}"/>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0385-48F7-80F9-BF762C5A402B}"/>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0385-48F7-80F9-BF762C5A402B}"/>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0385-48F7-80F9-BF762C5A402B}"/>
              </c:ext>
            </c:extLst>
          </c:dPt>
          <c:val>
            <c:numRef>
              <c:f>Sheet1!$B$2:$B$5</c:f>
              <c:numCache>
                <c:formatCode>General</c:formatCode>
                <c:ptCount val="4"/>
                <c:pt idx="0">
                  <c:v>8.1999999999999993</c:v>
                </c:pt>
                <c:pt idx="1">
                  <c:v>3.2</c:v>
                </c:pt>
                <c:pt idx="2">
                  <c:v>1.4</c:v>
                </c:pt>
                <c:pt idx="3">
                  <c:v>1.2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Sensitive interactons per AI app</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PII</c:v>
                      </c:pt>
                      <c:pt idx="1">
                        <c:v>Finance</c:v>
                      </c:pt>
                      <c:pt idx="2">
                        <c:v>Sales and revenue</c:v>
                      </c:pt>
                      <c:pt idx="3">
                        <c:v>Tax</c:v>
                      </c:pt>
                    </c:strCache>
                  </c:strRef>
                </c15:cat>
              </c15:filteredCategoryTitle>
            </c:ext>
            <c:ext xmlns:c16="http://schemas.microsoft.com/office/drawing/2014/chart" uri="{C3380CC4-5D6E-409C-BE32-E72D297353CC}">
              <c16:uniqueId val="{00000008-0385-48F7-80F9-BF762C5A402B}"/>
            </c:ext>
          </c:extLst>
        </c:ser>
        <c:dLbls>
          <c:showLegendKey val="0"/>
          <c:showVal val="0"/>
          <c:showCatName val="0"/>
          <c:showSerName val="0"/>
          <c:showPercent val="0"/>
          <c:showBubbleSize val="0"/>
          <c:showLeaderLines val="1"/>
        </c:dLbls>
        <c:firstSliceAng val="40"/>
        <c:holeSize val="55"/>
      </c:doughnutChart>
      <c:spPr>
        <a:noFill/>
        <a:ln>
          <a:noFill/>
        </a:ln>
        <a:effectLst/>
      </c:spPr>
    </c:plotArea>
    <c:legend>
      <c:legendPos val="r"/>
      <c:layout>
        <c:manualLayout>
          <c:xMode val="edge"/>
          <c:yMode val="edge"/>
          <c:x val="0.58558130279711684"/>
          <c:y val="9.9888271033425763E-2"/>
          <c:w val="0.41441869720288305"/>
          <c:h val="0.80022345793314842"/>
        </c:manualLayout>
      </c:layout>
      <c:overlay val="0"/>
      <c:spPr>
        <a:noFill/>
        <a:ln>
          <a:noFill/>
        </a:ln>
        <a:effectLst/>
      </c:spPr>
      <c:txPr>
        <a:bodyPr rot="0" spcFirstLastPara="1" vertOverflow="ellipsis" vert="horz" wrap="square" anchor="ctr" anchorCtr="1"/>
        <a:lstStyle/>
        <a:p>
          <a:pPr rtl="0">
            <a:defRPr lang="en-US" sz="105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65819B-BEFD-45FD-BBEF-21493015EEC9}"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6AD634-1A5D-4FF3-B500-42DC272CBE04}" type="slidenum">
              <a:rPr lang="en-US" smtClean="0"/>
              <a:t>‹#›</a:t>
            </a:fld>
            <a:endParaRPr lang="en-US"/>
          </a:p>
        </p:txBody>
      </p:sp>
    </p:spTree>
    <p:extLst>
      <p:ext uri="{BB962C8B-B14F-4D97-AF65-F5344CB8AC3E}">
        <p14:creationId xmlns:p14="http://schemas.microsoft.com/office/powerpoint/2010/main" val="2775011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Bef>
                <a:spcPts val="0"/>
              </a:spcBef>
              <a:spcAft>
                <a:spcPts val="800"/>
              </a:spcAft>
              <a:buFont typeface="Arial" panose="020B0604020202020204" pitchFamily="34" charset="0"/>
              <a:buNone/>
            </a:pPr>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66014" marR="0" lvl="0" indent="0" algn="l" defTabSz="90532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1/4/2026 11:24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3798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19C82-AD24-1601-1405-3B07A7AE6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F7E06-6516-5B8F-CCF1-B1039629D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F8A71-F899-83E2-2021-E5C63C71E2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977A4A-FDE8-4946-6291-99862D7C66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95357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0BED7-762C-621A-BAD5-BED4BCA28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4C395-796B-0641-8504-036A1FA2F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A8BBC-EB7D-DA59-83CF-ABFA2E61B5B5}"/>
              </a:ext>
            </a:extLst>
          </p:cNvPr>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We’re introducing a new bundled offer that combines AI assistance from Microsoft 365 Copilot and advanced data protection from Microsoft Purview Suite with our Microsoft 365 Business Premium plans. </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These bundles are designed to simplify your purchase – get familiar productivity apps plus AI capabilities built-in at, all at a lower price point than purchasing separately. </a:t>
            </a:r>
            <a:endParaRPr lang="en-US" sz="1200" b="0" i="0" kern="1200" dirty="0">
              <a:solidFill>
                <a:schemeClr val="tx1"/>
              </a:solidFill>
              <a:effectLst/>
              <a:latin typeface="+mn-lt"/>
              <a:ea typeface="+mn-ea"/>
              <a:cs typeface="+mn-cs"/>
            </a:endParaRPr>
          </a:p>
          <a:p>
            <a:endParaRPr lang="en-US" sz="1200" dirty="0"/>
          </a:p>
          <a:p>
            <a:endParaRPr lang="en-US" dirty="0"/>
          </a:p>
        </p:txBody>
      </p:sp>
      <p:sp>
        <p:nvSpPr>
          <p:cNvPr id="4" name="Slide Number Placeholder 3">
            <a:extLst>
              <a:ext uri="{FF2B5EF4-FFF2-40B4-BE49-F238E27FC236}">
                <a16:creationId xmlns:a16="http://schemas.microsoft.com/office/drawing/2014/main" id="{441474E9-334D-3EE3-5537-3294EEE08B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9477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2BFBF-9D7A-AECC-A893-C98DD26CC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0FDB9-7106-7922-DBA3-E1F9B89E4D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52C28-077F-073E-5100-C64E37BEB1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C62EAF-1857-6B60-DE6E-31EC2902F9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1450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120BC-6D7D-8D1C-7A6A-C5121D605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88E39-1586-2342-0F2E-B47C98AF1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BB912-25D3-F999-08E2-3DC9ED288A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B3D75B-B229-E5C9-8907-E2B343534E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6189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F8919-098E-5EA9-E675-A9B8BCABD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B4D7C-9904-8045-22EE-ECB103D0F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6C87C-0B4A-111F-0C64-823817A714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A8B756-8EBE-E096-934A-B44E055AEC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8079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021B8-60E2-994D-2278-30279F070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8B207-14E0-59A8-4DFC-1204D37C9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87519-6C4D-AB42-45AD-632451F075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CEC9C6-C5DD-CB63-68F8-6C597B4D1F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57563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44B08-FC78-274B-FAD9-9C593848B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F978A-9F25-0280-AAA5-1724D7E04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5B56F-E075-79C7-54D7-C345F438C2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7E4DC-886E-5BA2-3286-3596CCF171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7100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AA647-3ABB-2DD6-0EDA-3A16A326C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FF0C3-5684-7A92-B98E-36E3E2177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EF47E-5DC2-A793-DD58-3C0868A4CB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E76E2A-7C5F-D573-79B2-D2944642B0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6957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998E8-1179-4931-5D7E-910AB87BC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A9335-727D-71D2-FECC-C1468514E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10D85-2717-11E0-3D5A-B21DA485F350}"/>
              </a:ext>
            </a:extLst>
          </p:cNvPr>
          <p:cNvSpPr>
            <a:spLocks noGrp="1"/>
          </p:cNvSpPr>
          <p:nvPr>
            <p:ph type="body" idx="1"/>
          </p:nvPr>
        </p:nvSpPr>
        <p:spPr/>
        <p:txBody>
          <a:bodyPr/>
          <a:lstStyle/>
          <a:p>
            <a:r>
              <a:rPr lang="en-US" dirty="0"/>
              <a:t>We are excited and optimistic about where we’re headed, I want to take a moment to reflect on just a few scenarios where Copilot already shines. </a:t>
            </a:r>
          </a:p>
          <a:p>
            <a:endParaRPr lang="en-US" dirty="0"/>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Whether that’s drafting a whitepaper in Word</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Creating an interview guide with Researcher</a:t>
            </a:r>
            <a:endParaRPr lang="en-US" sz="1200" b="0" i="0" kern="1200" dirty="0">
              <a:solidFill>
                <a:schemeClr val="tx1"/>
              </a:solidFill>
              <a:effectLst/>
              <a:latin typeface="+mn-lt"/>
              <a:ea typeface="+mn-ea"/>
              <a:cs typeface="+mn-cs"/>
            </a:endParaRP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Analyzing data for you in Excel </a:t>
            </a:r>
            <a:r>
              <a:rPr lang="en-US" sz="1200" b="0" i="0" kern="1200" dirty="0">
                <a:solidFill>
                  <a:schemeClr val="tx1"/>
                </a:solidFill>
                <a:effectLst/>
                <a:latin typeface="+mn-lt"/>
                <a:ea typeface="+mn-ea"/>
                <a:cs typeface="+mn-cs"/>
              </a:rPr>
              <a:t>​or analyzing spend with Analyst</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Creating a presentation in .ppt </a:t>
            </a:r>
            <a:r>
              <a:rPr lang="en-US" sz="1200" b="0" i="0" kern="1200" dirty="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0" i="0" u="none" strike="noStrike" kern="1200" dirty="0">
                <a:solidFill>
                  <a:schemeClr val="tx1"/>
                </a:solidFill>
                <a:effectLst/>
                <a:latin typeface="+mn-lt"/>
                <a:ea typeface="+mn-ea"/>
                <a:cs typeface="+mn-cs"/>
              </a:rPr>
              <a:t>Summarizing emails in Outlook </a:t>
            </a:r>
            <a:r>
              <a:rPr lang="en-US" sz="1200" b="0" i="0" kern="1200" dirty="0">
                <a:solidFill>
                  <a:schemeClr val="tx1"/>
                </a:solidFill>
                <a:effectLst/>
                <a:latin typeface="+mn-lt"/>
                <a:ea typeface="+mn-ea"/>
                <a:cs typeface="+mn-cs"/>
              </a:rPr>
              <a:t>​or </a:t>
            </a:r>
            <a:r>
              <a:rPr lang="en-US" sz="1200" b="0" i="0" u="none" strike="noStrike" kern="1200" dirty="0">
                <a:solidFill>
                  <a:schemeClr val="tx1"/>
                </a:solidFill>
                <a:effectLst/>
                <a:latin typeface="+mn-lt"/>
                <a:ea typeface="+mn-ea"/>
                <a:cs typeface="+mn-cs"/>
              </a:rPr>
              <a:t>sending meeting recaps </a:t>
            </a:r>
            <a:r>
              <a:rPr lang="en-US" sz="1200" b="0" i="0" kern="1200" dirty="0">
                <a:solidFill>
                  <a:schemeClr val="tx1"/>
                </a:solidFill>
                <a:effectLst/>
                <a:latin typeface="+mn-lt"/>
                <a:ea typeface="+mn-ea"/>
                <a:cs typeface="+mn-cs"/>
              </a:rPr>
              <a:t>​</a:t>
            </a:r>
          </a:p>
          <a:p>
            <a:pPr rtl="0" fontAlgn="base"/>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Copilot is helping companies save time and money every day.</a:t>
            </a:r>
          </a:p>
          <a:p>
            <a:pPr rtl="0" fontAlgn="base"/>
            <a:endParaRPr lang="en-US"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dirty="0">
                <a:solidFill>
                  <a:srgbClr val="000000"/>
                </a:solidFill>
                <a:effectLst/>
                <a:latin typeface="Aptos" panose="020B0004020202020204" pitchFamily="34" charset="0"/>
              </a:rPr>
              <a:t>Let’s take a closer look at these capabilities.</a:t>
            </a:r>
            <a:endParaRPr lang="en-US" dirty="0"/>
          </a:p>
          <a:p>
            <a:endParaRPr lang="en-US" dirty="0"/>
          </a:p>
        </p:txBody>
      </p:sp>
      <p:sp>
        <p:nvSpPr>
          <p:cNvPr id="4" name="Slide Number Placeholder 3">
            <a:extLst>
              <a:ext uri="{FF2B5EF4-FFF2-40B4-BE49-F238E27FC236}">
                <a16:creationId xmlns:a16="http://schemas.microsoft.com/office/drawing/2014/main" id="{2B34EB18-A380-4D46-23CB-0DB170713B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C1A42-9D3E-429D-B921-E933B205C4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5153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86479-0969-6CF7-C240-EBF9F9D27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07F0D-44E1-1D7E-8F41-8934D5D54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8A05D-F2DA-0A13-B478-3E7F031255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5B4ED6-5346-4B05-3D9B-BEAFAAE4FCB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C316359-E56F-4E62-9199-F5AE4D8D13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9647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950DC-42CF-7EF5-99DF-899510BAE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02CD2-EE6D-9C03-76B2-8C54E0A2D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C0D44-A285-913E-0AD8-848C0C0AF128}"/>
              </a:ext>
            </a:extLst>
          </p:cNvPr>
          <p:cNvSpPr>
            <a:spLocks noGrp="1"/>
          </p:cNvSpPr>
          <p:nvPr>
            <p:ph type="body" idx="1"/>
          </p:nvPr>
        </p:nvSpPr>
        <p:spPr/>
        <p:txBody>
          <a:bodyPr/>
          <a:lstStyle/>
          <a:p>
            <a:pPr algn="l" rtl="0" fontAlgn="base"/>
            <a:endParaRPr lang="en-US" dirty="0"/>
          </a:p>
        </p:txBody>
      </p:sp>
      <p:sp>
        <p:nvSpPr>
          <p:cNvPr id="4" name="Header Placeholder 3">
            <a:extLst>
              <a:ext uri="{FF2B5EF4-FFF2-40B4-BE49-F238E27FC236}">
                <a16:creationId xmlns:a16="http://schemas.microsoft.com/office/drawing/2014/main" id="{B0964552-E54B-ED22-59DC-5556EF954838}"/>
              </a:ext>
            </a:extLst>
          </p:cNvPr>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9F7D1CA-968C-6976-E922-B3987FF289A6}"/>
              </a:ext>
            </a:extLst>
          </p:cNvPr>
          <p:cNvSpPr>
            <a:spLocks noGrp="1"/>
          </p:cNvSpPr>
          <p:nvPr>
            <p:ph type="ftr" sz="quarter" idx="4"/>
          </p:nvPr>
        </p:nvSpPr>
        <p:spPr/>
        <p:txBody>
          <a:bodyPr/>
          <a:lstStyle/>
          <a:p>
            <a:pPr marL="582359"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6403B06-5CAF-6EC3-DDEB-7271FA8B197F}"/>
              </a:ext>
            </a:extLst>
          </p:cNvPr>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1/4/2026 11:54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C4D6083-EAFB-EE9D-C78B-A50056DD9A85}"/>
              </a:ext>
            </a:extLst>
          </p:cNvPr>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94837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8494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2332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41908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9084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7280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64886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229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marL="0" marR="0" lvl="0" indent="0" algn="l" defTabSz="932688"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Presentation title</a:t>
            </a:r>
          </a:p>
        </p:txBody>
      </p:sp>
      <p:sp>
        <p:nvSpPr>
          <p:cNvPr id="5" name="Slide Number Placeholder 4"/>
          <p:cNvSpPr>
            <a:spLocks noGrp="1"/>
          </p:cNvSpPr>
          <p:nvPr>
            <p:ph type="sldNum" sz="quarter" idx="5"/>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5F2D3714-B553-A044-BA72-366907BA36B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773087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0.jpeg"/><Relationship Id="rId4" Type="http://schemas.microsoft.com/office/2007/relationships/hdphoto" Target="../media/hdphoto1.wdp"/></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1.xml"/><Relationship Id="rId5" Type="http://schemas.openxmlformats.org/officeDocument/2006/relationships/image" Target="../media/image31.jpeg"/><Relationship Id="rId4" Type="http://schemas.openxmlformats.org/officeDocument/2006/relationships/image" Target="../media/image3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1.xml"/><Relationship Id="rId4" Type="http://schemas.openxmlformats.org/officeDocument/2006/relationships/image" Target="../media/image3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40.jpeg"/><Relationship Id="rId4" Type="http://schemas.openxmlformats.org/officeDocument/2006/relationships/image" Target="../media/image39.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1.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1.xml"/><Relationship Id="rId4" Type="http://schemas.openxmlformats.org/officeDocument/2006/relationships/image" Target="../media/image48.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1.xml"/><Relationship Id="rId5" Type="http://schemas.openxmlformats.org/officeDocument/2006/relationships/image" Target="../media/image49.jpeg"/><Relationship Id="rId4" Type="http://schemas.openxmlformats.org/officeDocument/2006/relationships/image" Target="../media/image48.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Master" Target="../slideMasters/slideMaster1.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Master" Target="../slideMasters/slideMaster1.xml"/><Relationship Id="rId4" Type="http://schemas.openxmlformats.org/officeDocument/2006/relationships/image" Target="../media/image72.svg"/></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77.svg"/><Relationship Id="rId4" Type="http://schemas.openxmlformats.org/officeDocument/2006/relationships/image" Target="../media/image7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4.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8.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3.xml"/><Relationship Id="rId6" Type="http://schemas.openxmlformats.org/officeDocument/2006/relationships/image" Target="../media/image19.png"/><Relationship Id="rId5" Type="http://schemas.openxmlformats.org/officeDocument/2006/relationships/image" Target="../media/image10.jpeg"/><Relationship Id="rId4" Type="http://schemas.microsoft.com/office/2007/relationships/hdphoto" Target="../media/hdphoto1.wdp"/></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3.xml"/><Relationship Id="rId5" Type="http://schemas.openxmlformats.org/officeDocument/2006/relationships/image" Target="../media/image31.jpeg"/><Relationship Id="rId4" Type="http://schemas.openxmlformats.org/officeDocument/2006/relationships/image" Target="../media/image30.pn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3.xml"/><Relationship Id="rId4" Type="http://schemas.openxmlformats.org/officeDocument/2006/relationships/image" Target="../media/image36.pn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3.xml"/><Relationship Id="rId5" Type="http://schemas.openxmlformats.org/officeDocument/2006/relationships/image" Target="../media/image40.jpeg"/><Relationship Id="rId4" Type="http://schemas.openxmlformats.org/officeDocument/2006/relationships/image" Target="../media/image39.pn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3.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png"/></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3.xml"/><Relationship Id="rId4" Type="http://schemas.openxmlformats.org/officeDocument/2006/relationships/image" Target="../media/image48.png"/></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3.xml"/><Relationship Id="rId5" Type="http://schemas.openxmlformats.org/officeDocument/2006/relationships/image" Target="../media/image49.jpeg"/><Relationship Id="rId4" Type="http://schemas.openxmlformats.org/officeDocument/2006/relationships/image" Target="../media/image48.png"/></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Master" Target="../slideMasters/slideMaster3.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89.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Master" Target="../slideMasters/slideMaster3.xml"/><Relationship Id="rId4" Type="http://schemas.microsoft.com/office/2007/relationships/hdphoto" Target="../media/hdphoto2.wdp"/></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Master" Target="../slideMasters/slideMaster3.xml"/><Relationship Id="rId4" Type="http://schemas.openxmlformats.org/officeDocument/2006/relationships/image" Target="../media/image72.svg"/></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77.svg"/><Relationship Id="rId4" Type="http://schemas.openxmlformats.org/officeDocument/2006/relationships/image" Target="../media/image76.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3.jpeg"/><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jpeg"/><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4.png"/><Relationship Id="rId1" Type="http://schemas.openxmlformats.org/officeDocument/2006/relationships/slideMaster" Target="../slideMasters/slideMaster4.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slide" Target="../slides/slide19.xml"/></Relationships>
</file>

<file path=ppt/slideLayouts/_rels/slideLayout213.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96.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1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86.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1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87.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16.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88.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5.svg"/><Relationship Id="rId2" Type="http://schemas.openxmlformats.org/officeDocument/2006/relationships/image" Target="../media/image4.jpeg"/><Relationship Id="rId1" Type="http://schemas.openxmlformats.org/officeDocument/2006/relationships/slideMaster" Target="../slideMasters/slideMaster4.xml"/><Relationship Id="rId6" Type="http://schemas.openxmlformats.org/officeDocument/2006/relationships/image" Target="../media/image94.png"/><Relationship Id="rId5" Type="http://schemas.openxmlformats.org/officeDocument/2006/relationships/slide" Target="../slides/slide19.xml"/><Relationship Id="rId4" Type="http://schemas.openxmlformats.org/officeDocument/2006/relationships/image" Target="../media/image8.jpe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 Target="../slides/slide19.xml"/><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0.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4.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slide" Target="../slides/slide19.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4.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slide" Target="../slides/slide19.xml"/></Relationships>
</file>

<file path=ppt/slideLayouts/_rels/slideLayout23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0.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4.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slide" Target="../slides/slide19.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5.png"/><Relationship Id="rId1" Type="http://schemas.openxmlformats.org/officeDocument/2006/relationships/slideMaster" Target="../slideMasters/slideMaster4.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slide" Target="../slides/slide1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png"/><Relationship Id="rId1" Type="http://schemas.openxmlformats.org/officeDocument/2006/relationships/slideMaster" Target="../slideMasters/slideMaster4.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11.pn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4.pn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244.xml.rels><?xml version="1.0" encoding="UTF-8" standalone="yes"?>
<Relationships xmlns="http://schemas.openxmlformats.org/package/2006/relationships"><Relationship Id="rId8" Type="http://schemas.openxmlformats.org/officeDocument/2006/relationships/image" Target="../media/image95.svg"/><Relationship Id="rId3" Type="http://schemas.openxmlformats.org/officeDocument/2006/relationships/image" Target="../media/image18.png"/><Relationship Id="rId7" Type="http://schemas.openxmlformats.org/officeDocument/2006/relationships/image" Target="../media/image94.png"/><Relationship Id="rId2" Type="http://schemas.openxmlformats.org/officeDocument/2006/relationships/image" Target="../media/image17.png"/><Relationship Id="rId1" Type="http://schemas.openxmlformats.org/officeDocument/2006/relationships/slideMaster" Target="../slideMasters/slideMaster4.xml"/><Relationship Id="rId6" Type="http://schemas.openxmlformats.org/officeDocument/2006/relationships/image" Target="../media/image19.png"/><Relationship Id="rId5" Type="http://schemas.openxmlformats.org/officeDocument/2006/relationships/image" Target="../media/image10.jpeg"/><Relationship Id="rId4" Type="http://schemas.microsoft.com/office/2007/relationships/hdphoto" Target="../media/hdphoto1.wdp"/></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21.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4.xml"/><Relationship Id="rId4" Type="http://schemas.openxmlformats.org/officeDocument/2006/relationships/image" Target="../media/image27.png"/></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4.xml"/><Relationship Id="rId5" Type="http://schemas.openxmlformats.org/officeDocument/2006/relationships/image" Target="../media/image31.jpeg"/><Relationship Id="rId4" Type="http://schemas.openxmlformats.org/officeDocument/2006/relationships/image" Target="../media/image30.png"/></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4.xml"/><Relationship Id="rId4" Type="http://schemas.openxmlformats.org/officeDocument/2006/relationships/image" Target="../media/image36.png"/></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4.xml"/><Relationship Id="rId5" Type="http://schemas.openxmlformats.org/officeDocument/2006/relationships/image" Target="../media/image40.jpeg"/><Relationship Id="rId4" Type="http://schemas.openxmlformats.org/officeDocument/2006/relationships/image" Target="../media/image39.png"/></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4.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png"/></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4.xml"/><Relationship Id="rId4" Type="http://schemas.openxmlformats.org/officeDocument/2006/relationships/image" Target="../media/image48.png"/></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4.xml"/><Relationship Id="rId5" Type="http://schemas.openxmlformats.org/officeDocument/2006/relationships/image" Target="../media/image49.jpeg"/><Relationship Id="rId4" Type="http://schemas.openxmlformats.org/officeDocument/2006/relationships/image" Target="../media/image48.png"/></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Master" Target="../slideMasters/slideMaster4.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png"/></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7.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59.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1.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2.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3.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4.pn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6.pn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Master" Target="../slideMasters/slideMaster4.xml"/><Relationship Id="rId4" Type="http://schemas.microsoft.com/office/2007/relationships/hdphoto" Target="../media/hdphoto2.wdp"/></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Master" Target="../slideMasters/slideMaster4.xml"/><Relationship Id="rId4" Type="http://schemas.openxmlformats.org/officeDocument/2006/relationships/image" Target="../media/image98.svg"/></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4.pn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image" Target="../media/image90.png"/><Relationship Id="rId1" Type="http://schemas.openxmlformats.org/officeDocument/2006/relationships/slideMaster" Target="../slideMasters/slideMaster4.xml"/><Relationship Id="rId4" Type="http://schemas.openxmlformats.org/officeDocument/2006/relationships/image" Target="../media/image91.svg"/></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Master" Target="../slideMasters/slideMaster4.xml"/></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3.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103.png"/><Relationship Id="rId4" Type="http://schemas.openxmlformats.org/officeDocument/2006/relationships/image" Target="../media/image102.svg"/></Relationships>
</file>

<file path=ppt/slideLayouts/_rels/slideLayout302.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65.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303.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65.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30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65.png"/><Relationship Id="rId1" Type="http://schemas.openxmlformats.org/officeDocument/2006/relationships/slideMaster" Target="../slideMasters/slideMaster4.xml"/><Relationship Id="rId6" Type="http://schemas.openxmlformats.org/officeDocument/2006/relationships/image" Target="../media/image10.jpeg"/><Relationship Id="rId5" Type="http://schemas.openxmlformats.org/officeDocument/2006/relationships/image" Target="../media/image95.svg"/><Relationship Id="rId4" Type="http://schemas.openxmlformats.org/officeDocument/2006/relationships/image" Target="../media/image94.png"/></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87.jpeg"/><Relationship Id="rId7" Type="http://schemas.openxmlformats.org/officeDocument/2006/relationships/image" Target="../media/image95.svg"/><Relationship Id="rId2" Type="http://schemas.openxmlformats.org/officeDocument/2006/relationships/image" Target="../media/image65.png"/><Relationship Id="rId1" Type="http://schemas.openxmlformats.org/officeDocument/2006/relationships/slideMaster" Target="../slideMasters/slideMaster4.xml"/><Relationship Id="rId6" Type="http://schemas.openxmlformats.org/officeDocument/2006/relationships/image" Target="../media/image94.png"/><Relationship Id="rId5" Type="http://schemas.openxmlformats.org/officeDocument/2006/relationships/slide" Target="../slides/slide19.xml"/><Relationship Id="rId4" Type="http://schemas.openxmlformats.org/officeDocument/2006/relationships/image" Target="../media/image10.jpeg"/></Relationships>
</file>

<file path=ppt/slideLayouts/_rels/slideLayout306.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0.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4.pn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6.pn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86.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87.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88.jpeg"/><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jpeg"/><Relationship Id="rId1" Type="http://schemas.openxmlformats.org/officeDocument/2006/relationships/slideMaster" Target="../slideMasters/slideMaster4.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5.png"/></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 Target="../slides/slide19.xml"/><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image" Target="../media/image94.png"/><Relationship Id="rId1" Type="http://schemas.openxmlformats.org/officeDocument/2006/relationships/slideMaster" Target="../slideMasters/slideMaster4.xml"/></Relationships>
</file>

<file path=ppt/slideLayouts/_rels/slideLayout31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0.jpeg"/><Relationship Id="rId1" Type="http://schemas.openxmlformats.org/officeDocument/2006/relationships/slideMaster" Target="../slideMasters/slideMaster4.xml"/><Relationship Id="rId5" Type="http://schemas.openxmlformats.org/officeDocument/2006/relationships/image" Target="../media/image95.svg"/><Relationship Id="rId4" Type="http://schemas.openxmlformats.org/officeDocument/2006/relationships/image" Target="../media/image94.png"/></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 Target="../slides/slide19.xml"/><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 Target="../slides/slide19.xml"/><Relationship Id="rId1" Type="http://schemas.openxmlformats.org/officeDocument/2006/relationships/slideMaster" Target="../slideMasters/slideMaster4.xml"/><Relationship Id="rId4" Type="http://schemas.openxmlformats.org/officeDocument/2006/relationships/image" Target="../media/image95.svg"/></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83.png"/><Relationship Id="rId1" Type="http://schemas.openxmlformats.org/officeDocument/2006/relationships/slideMaster" Target="../slideMasters/slideMaster5.xml"/><Relationship Id="rId4" Type="http://schemas.openxmlformats.org/officeDocument/2006/relationships/image" Target="../media/image106.svg"/></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Master" Target="../slideMasters/slideMaster5.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Master" Target="../slideMasters/slideMaster5.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Master" Target="../slideMasters/slideMaster5.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Master" Target="../slideMasters/slideMaster5.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83.png"/><Relationship Id="rId1" Type="http://schemas.openxmlformats.org/officeDocument/2006/relationships/slideMaster" Target="../slideMasters/slideMaster5.xml"/><Relationship Id="rId5" Type="http://schemas.openxmlformats.org/officeDocument/2006/relationships/image" Target="../media/image107.png"/><Relationship Id="rId4" Type="http://schemas.openxmlformats.org/officeDocument/2006/relationships/image" Target="../media/image106.svg"/></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83.png"/><Relationship Id="rId1" Type="http://schemas.openxmlformats.org/officeDocument/2006/relationships/slideMaster" Target="../slideMasters/slideMaster5.xml"/><Relationship Id="rId4" Type="http://schemas.openxmlformats.org/officeDocument/2006/relationships/image" Target="../media/image106.svg"/></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83.png"/><Relationship Id="rId1" Type="http://schemas.openxmlformats.org/officeDocument/2006/relationships/slideMaster" Target="../slideMasters/slideMaster5.xml"/><Relationship Id="rId4" Type="http://schemas.openxmlformats.org/officeDocument/2006/relationships/image" Target="../media/image109.png"/></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83.png"/><Relationship Id="rId1" Type="http://schemas.openxmlformats.org/officeDocument/2006/relationships/slideMaster" Target="../slideMasters/slideMaster5.xml"/><Relationship Id="rId5" Type="http://schemas.openxmlformats.org/officeDocument/2006/relationships/image" Target="../media/image106.svg"/><Relationship Id="rId4" Type="http://schemas.openxmlformats.org/officeDocument/2006/relationships/image" Target="../media/image105.png"/></Relationships>
</file>

<file path=ppt/slideLayouts/_rels/slideLayout32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83.png"/><Relationship Id="rId1" Type="http://schemas.openxmlformats.org/officeDocument/2006/relationships/slideMaster" Target="../slideMasters/slideMaster5.xml"/><Relationship Id="rId4" Type="http://schemas.openxmlformats.org/officeDocument/2006/relationships/image" Target="../media/image109.png"/></Relationships>
</file>

<file path=ppt/slideLayouts/_rels/slideLayout32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83.png"/><Relationship Id="rId1" Type="http://schemas.openxmlformats.org/officeDocument/2006/relationships/slideMaster" Target="../slideMasters/slideMaster5.xml"/><Relationship Id="rId5" Type="http://schemas.openxmlformats.org/officeDocument/2006/relationships/image" Target="../media/image106.svg"/><Relationship Id="rId4" Type="http://schemas.openxmlformats.org/officeDocument/2006/relationships/image" Target="../media/image105.png"/></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83.png"/><Relationship Id="rId1" Type="http://schemas.openxmlformats.org/officeDocument/2006/relationships/slideMaster" Target="../slideMasters/slideMaster5.xml"/><Relationship Id="rId4" Type="http://schemas.openxmlformats.org/officeDocument/2006/relationships/image" Target="../media/image109.png"/></Relationships>
</file>

<file path=ppt/slideLayouts/_rels/slideLayout33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83.png"/><Relationship Id="rId1" Type="http://schemas.openxmlformats.org/officeDocument/2006/relationships/slideMaster" Target="../slideMasters/slideMaster5.xml"/><Relationship Id="rId5" Type="http://schemas.openxmlformats.org/officeDocument/2006/relationships/image" Target="../media/image106.svg"/><Relationship Id="rId4" Type="http://schemas.openxmlformats.org/officeDocument/2006/relationships/image" Target="../media/image105.png"/></Relationships>
</file>

<file path=ppt/slideLayouts/_rels/slideLayout33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83.png"/><Relationship Id="rId1" Type="http://schemas.openxmlformats.org/officeDocument/2006/relationships/slideMaster" Target="../slideMasters/slideMaster5.xml"/><Relationship Id="rId4" Type="http://schemas.openxmlformats.org/officeDocument/2006/relationships/image" Target="../media/image109.png"/></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4.jpeg"/><Relationship Id="rId1" Type="http://schemas.openxmlformats.org/officeDocument/2006/relationships/slideMaster" Target="../slideMasters/slideMaster6.xml"/><Relationship Id="rId4" Type="http://schemas.openxmlformats.org/officeDocument/2006/relationships/image" Target="../media/image8.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png"/><Relationship Id="rId1" Type="http://schemas.openxmlformats.org/officeDocument/2006/relationships/slideMaster" Target="../slideMasters/slideMaster6.xml"/><Relationship Id="rId4" Type="http://schemas.openxmlformats.org/officeDocument/2006/relationships/image" Target="../media/image11.png"/></Relationships>
</file>

<file path=ppt/slideLayouts/_rels/slideLayout35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Master" Target="../slideMasters/slideMaster6.xml"/></Relationships>
</file>

<file path=ppt/slideLayouts/_rels/slideLayout3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6.xml"/><Relationship Id="rId4" Type="http://schemas.openxmlformats.org/officeDocument/2006/relationships/image" Target="../media/image112.png"/></Relationships>
</file>

<file path=ppt/slideLayouts/_rels/slideLayout3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6.xml"/><Relationship Id="rId6" Type="http://schemas.openxmlformats.org/officeDocument/2006/relationships/image" Target="../media/image19.png"/><Relationship Id="rId5" Type="http://schemas.openxmlformats.org/officeDocument/2006/relationships/image" Target="../media/image113.jpeg"/><Relationship Id="rId4" Type="http://schemas.microsoft.com/office/2007/relationships/hdphoto" Target="../media/hdphoto1.wdp"/></Relationships>
</file>

<file path=ppt/slideLayouts/_rels/slideLayout3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35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6.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6.xml"/></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6.xml"/></Relationships>
</file>

<file path=ppt/slideLayouts/_rels/slideLayout36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6.xml"/><Relationship Id="rId4" Type="http://schemas.openxmlformats.org/officeDocument/2006/relationships/image" Target="../media/image27.png"/></Relationships>
</file>

<file path=ppt/slideLayouts/_rels/slideLayout36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6.xml"/><Relationship Id="rId5" Type="http://schemas.openxmlformats.org/officeDocument/2006/relationships/image" Target="../media/image31.jpeg"/><Relationship Id="rId4" Type="http://schemas.openxmlformats.org/officeDocument/2006/relationships/image" Target="../media/image30.png"/></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6.xml"/></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6.xml"/><Relationship Id="rId4" Type="http://schemas.openxmlformats.org/officeDocument/2006/relationships/image" Target="../media/image36.png"/></Relationships>
</file>

<file path=ppt/slideLayouts/_rels/slideLayout36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6.xml"/><Relationship Id="rId5" Type="http://schemas.openxmlformats.org/officeDocument/2006/relationships/image" Target="../media/image40.jpeg"/><Relationship Id="rId4" Type="http://schemas.openxmlformats.org/officeDocument/2006/relationships/image" Target="../media/image39.png"/></Relationships>
</file>

<file path=ppt/slideLayouts/_rels/slideLayout36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6.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png"/></Relationships>
</file>

<file path=ppt/slideLayouts/_rels/slideLayout36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6.xml"/><Relationship Id="rId4" Type="http://schemas.openxmlformats.org/officeDocument/2006/relationships/image" Target="../media/image48.png"/></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Master" Target="../slideMasters/slideMaster6.xml"/><Relationship Id="rId5" Type="http://schemas.openxmlformats.org/officeDocument/2006/relationships/image" Target="../media/image49.jpeg"/><Relationship Id="rId4" Type="http://schemas.openxmlformats.org/officeDocument/2006/relationships/image" Target="../media/image48.png"/></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Master" Target="../slideMasters/slideMaster6.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png"/></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55.png"/><Relationship Id="rId1" Type="http://schemas.openxmlformats.org/officeDocument/2006/relationships/slideMaster" Target="../slideMasters/slideMaster6.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Master" Target="../slideMasters/slideMaster6.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6.xml"/></Relationships>
</file>

<file path=ppt/slideLayouts/_rels/slideLayout382.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Master" Target="../slideMasters/slideMaster6.xml"/></Relationships>
</file>

<file path=ppt/slideLayouts/_rels/slideLayout38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6.xml"/></Relationships>
</file>

<file path=ppt/slideLayouts/_rels/slideLayout38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6.xml"/></Relationships>
</file>

<file path=ppt/slideLayouts/_rels/slideLayout385.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Master" Target="../slideMasters/slideMaster6.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6.xml"/></Relationships>
</file>

<file path=ppt/slideLayouts/_rels/slideLayout39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Master" Target="../slideMasters/slideMaster6.xml"/></Relationships>
</file>

<file path=ppt/slideLayouts/_rels/slideLayout39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6.xml"/></Relationships>
</file>

<file path=ppt/slideLayouts/_rels/slideLayout39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Master" Target="../slideMasters/slideMaster6.xml"/></Relationships>
</file>

<file path=ppt/slideLayouts/_rels/slideLayout39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68.png"/><Relationship Id="rId1" Type="http://schemas.openxmlformats.org/officeDocument/2006/relationships/slideMaster" Target="../slideMasters/slideMaster6.xml"/><Relationship Id="rId4" Type="http://schemas.microsoft.com/office/2007/relationships/hdphoto" Target="../media/hdphoto2.wdp"/></Relationships>
</file>

<file path=ppt/slideLayouts/_rels/slideLayout39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Master" Target="../slideMasters/slideMaster6.xml"/><Relationship Id="rId4" Type="http://schemas.openxmlformats.org/officeDocument/2006/relationships/image" Target="../media/image98.svg"/></Relationships>
</file>

<file path=ppt/slideLayouts/_rels/slideLayout39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6.xml"/></Relationships>
</file>

<file path=ppt/slideLayouts/_rels/slideLayout39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6.xml"/></Relationships>
</file>

<file path=ppt/slideLayouts/_rels/slideLayout39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Master" Target="../slideMasters/slideMaster6.xml"/></Relationships>
</file>

<file path=ppt/slideLayouts/_rels/slideLayout39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6.xml"/><Relationship Id="rId5" Type="http://schemas.openxmlformats.org/officeDocument/2006/relationships/image" Target="../media/image116.svg"/><Relationship Id="rId4" Type="http://schemas.openxmlformats.org/officeDocument/2006/relationships/image" Target="../media/image76.png"/></Relationships>
</file>

<file path=ppt/slideLayouts/_rels/slideLayout400.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78.png"/><Relationship Id="rId1" Type="http://schemas.openxmlformats.org/officeDocument/2006/relationships/slideMaster" Target="../slideMasters/slideMaster6.xml"/><Relationship Id="rId4" Type="http://schemas.openxmlformats.org/officeDocument/2006/relationships/image" Target="../media/image79.svg"/></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6.xml"/></Relationships>
</file>

<file path=ppt/slideLayouts/_rels/slideLayout40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Master" Target="../slideMasters/slideMaster6.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jpeg"/><Relationship Id="rId1" Type="http://schemas.openxmlformats.org/officeDocument/2006/relationships/slideMaster" Target="../slideMasters/slideMaster7.xml"/><Relationship Id="rId6" Type="http://schemas.openxmlformats.org/officeDocument/2006/relationships/image" Target="../media/image120.png"/><Relationship Id="rId5" Type="http://schemas.openxmlformats.org/officeDocument/2006/relationships/image" Target="../media/image93.emf"/><Relationship Id="rId4" Type="http://schemas.microsoft.com/office/2007/relationships/hdphoto" Target="../media/hdphoto3.wdp"/></Relationships>
</file>

<file path=ppt/slideLayouts/_rels/slideLayout407.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121.jpeg"/><Relationship Id="rId1" Type="http://schemas.openxmlformats.org/officeDocument/2006/relationships/slideMaster" Target="../slideMasters/slideMaster7.xml"/><Relationship Id="rId4" Type="http://schemas.openxmlformats.org/officeDocument/2006/relationships/image" Target="../media/image122.png"/></Relationships>
</file>

<file path=ppt/slideLayouts/_rels/slideLayout408.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123.jpeg"/><Relationship Id="rId1" Type="http://schemas.openxmlformats.org/officeDocument/2006/relationships/slideMaster" Target="../slideMasters/slideMaster7.xml"/></Relationships>
</file>

<file path=ppt/slideLayouts/_rels/slideLayout40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Master" Target="../slideMasters/slideMaster7.xml"/></Relationships>
</file>

<file path=ppt/slideLayouts/_rels/slideLayout41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jpeg"/><Relationship Id="rId1" Type="http://schemas.openxmlformats.org/officeDocument/2006/relationships/slideMaster" Target="../slideMasters/slideMaster7.xml"/><Relationship Id="rId4" Type="http://schemas.microsoft.com/office/2007/relationships/hdphoto" Target="../media/hdphoto4.wdp"/></Relationships>
</file>

<file path=ppt/slideLayouts/_rels/slideLayout411.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Master" Target="../slideMasters/slideMaster7.xml"/></Relationships>
</file>

<file path=ppt/slideLayouts/_rels/slideLayout412.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Master" Target="../slideMasters/slideMaster7.xml"/></Relationships>
</file>

<file path=ppt/slideLayouts/_rels/slideLayout4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30.png"/><Relationship Id="rId1" Type="http://schemas.openxmlformats.org/officeDocument/2006/relationships/slideMaster" Target="../slideMasters/slideMaster7.xml"/><Relationship Id="rId5" Type="http://schemas.openxmlformats.org/officeDocument/2006/relationships/image" Target="../media/image132.png"/><Relationship Id="rId4" Type="http://schemas.openxmlformats.org/officeDocument/2006/relationships/image" Target="../media/image131.png"/></Relationships>
</file>

<file path=ppt/slideLayouts/_rels/slideLayout41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30.png"/><Relationship Id="rId1" Type="http://schemas.openxmlformats.org/officeDocument/2006/relationships/slideMaster" Target="../slideMasters/slideMaster7.xml"/><Relationship Id="rId6" Type="http://schemas.openxmlformats.org/officeDocument/2006/relationships/image" Target="../media/image132.png"/><Relationship Id="rId5" Type="http://schemas.openxmlformats.org/officeDocument/2006/relationships/image" Target="../media/image133.png"/><Relationship Id="rId4" Type="http://schemas.openxmlformats.org/officeDocument/2006/relationships/image" Target="../media/image131.png"/></Relationships>
</file>

<file path=ppt/slideLayouts/_rels/slideLayout415.xml.rels><?xml version="1.0" encoding="UTF-8" standalone="yes"?>
<Relationships xmlns="http://schemas.openxmlformats.org/package/2006/relationships"><Relationship Id="rId2" Type="http://schemas.openxmlformats.org/officeDocument/2006/relationships/image" Target="../media/image134.jpeg"/><Relationship Id="rId1" Type="http://schemas.openxmlformats.org/officeDocument/2006/relationships/slideMaster" Target="../slideMasters/slideMaster7.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35.png"/><Relationship Id="rId1" Type="http://schemas.openxmlformats.org/officeDocument/2006/relationships/slideMaster" Target="../slideMasters/slideMaster7.xml"/></Relationships>
</file>

<file path=ppt/slideLayouts/_rels/slideLayout419.xml.rels><?xml version="1.0" encoding="UTF-8" standalone="yes"?>
<Relationships xmlns="http://schemas.openxmlformats.org/package/2006/relationships"><Relationship Id="rId2" Type="http://schemas.openxmlformats.org/officeDocument/2006/relationships/image" Target="../media/image136.jpeg"/><Relationship Id="rId1" Type="http://schemas.openxmlformats.org/officeDocument/2006/relationships/slideMaster" Target="../slideMasters/slideMaster7.xml"/></Relationships>
</file>

<file path=ppt/slideLayouts/_rels/slideLayout42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35.png"/><Relationship Id="rId1" Type="http://schemas.openxmlformats.org/officeDocument/2006/relationships/slideMaster" Target="../slideMasters/slideMaster7.xml"/></Relationships>
</file>

<file path=ppt/slideLayouts/_rels/slideLayout421.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Master" Target="../slideMasters/slideMaster7.xml"/></Relationships>
</file>

<file path=ppt/slideLayouts/_rels/slideLayout422.xml.rels><?xml version="1.0" encoding="UTF-8" standalone="yes"?>
<Relationships xmlns="http://schemas.openxmlformats.org/package/2006/relationships"><Relationship Id="rId2" Type="http://schemas.openxmlformats.org/officeDocument/2006/relationships/image" Target="../media/image138.jpeg"/><Relationship Id="rId1" Type="http://schemas.openxmlformats.org/officeDocument/2006/relationships/slideMaster" Target="../slideMasters/slideMaster7.xml"/></Relationships>
</file>

<file path=ppt/slideLayouts/_rels/slideLayout4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35.png"/><Relationship Id="rId1" Type="http://schemas.openxmlformats.org/officeDocument/2006/relationships/slideMaster" Target="../slideMasters/slideMaster7.xml"/></Relationships>
</file>

<file path=ppt/slideLayouts/_rels/slideLayout424.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Master" Target="../slideMasters/slideMaster7.xml"/></Relationships>
</file>

<file path=ppt/slideLayouts/_rels/slideLayout425.xml.rels><?xml version="1.0" encoding="UTF-8" standalone="yes"?>
<Relationships xmlns="http://schemas.openxmlformats.org/package/2006/relationships"><Relationship Id="rId2" Type="http://schemas.openxmlformats.org/officeDocument/2006/relationships/image" Target="../media/image140.jpeg"/><Relationship Id="rId1" Type="http://schemas.openxmlformats.org/officeDocument/2006/relationships/slideMaster" Target="../slideMasters/slideMaster7.xml"/></Relationships>
</file>

<file path=ppt/slideLayouts/_rels/slideLayout42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41.png"/><Relationship Id="rId1" Type="http://schemas.openxmlformats.org/officeDocument/2006/relationships/slideMaster" Target="../slideMasters/slideMaster7.xml"/><Relationship Id="rId4" Type="http://schemas.microsoft.com/office/2007/relationships/hdphoto" Target="../media/hdphoto6.wdp"/></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9.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Master" Target="../slideMasters/slideMaster7.xml"/></Relationships>
</file>

<file path=ppt/slideLayouts/_rels/slideLayout440.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143.jpeg"/><Relationship Id="rId1" Type="http://schemas.openxmlformats.org/officeDocument/2006/relationships/slideMaster" Target="../slideMasters/slideMaster7.xml"/></Relationships>
</file>

<file path=ppt/slideLayouts/_rels/slideLayout441.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Master" Target="../slideMasters/slideMaster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1402238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20095163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866447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9500628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38256621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84699225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4004191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69448214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5728230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8929019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35322923"/>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1276965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06291371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528777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1">
    <p:bg>
      <p:bgPr>
        <a:solidFill>
          <a:srgbClr val="FFF9F3"/>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036C5E3-1C9B-8F43-9E7C-7124F0477707}"/>
              </a:ext>
              <a:ext uri="{C183D7F6-B498-43B3-948B-1728B52AA6E4}">
                <adec:decorative xmlns:adec="http://schemas.microsoft.com/office/drawing/2017/decorative" val="1"/>
              </a:ext>
            </a:extLst>
          </p:cNvPr>
          <p:cNvSpPr>
            <a:spLocks/>
          </p:cNvSpPr>
          <p:nvPr userDrawn="1"/>
        </p:nvSpPr>
        <p:spPr bwMode="auto">
          <a:xfrm>
            <a:off x="573126" y="1100097"/>
            <a:ext cx="11035281" cy="5451037"/>
          </a:xfrm>
          <a:prstGeom prst="roundRect">
            <a:avLst>
              <a:gd name="adj" fmla="val 3603"/>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000000"/>
              </a:solidFill>
              <a:latin typeface="Segoe UI"/>
              <a:cs typeface="Segoe UI" pitchFamily="34" charset="0"/>
            </a:endParaRPr>
          </a:p>
        </p:txBody>
      </p:sp>
      <p:pic>
        <p:nvPicPr>
          <p:cNvPr id="5" name="Picture 4">
            <a:extLst>
              <a:ext uri="{FF2B5EF4-FFF2-40B4-BE49-F238E27FC236}">
                <a16:creationId xmlns:a16="http://schemas.microsoft.com/office/drawing/2014/main" id="{3DF811F8-4A6F-396F-1DD4-FA9EBCA07340}"/>
              </a:ext>
              <a:ext uri="{C183D7F6-B498-43B3-948B-1728B52AA6E4}">
                <adec:decorative xmlns:adec="http://schemas.microsoft.com/office/drawing/2017/decorative" val="1"/>
              </a:ext>
            </a:extLst>
          </p:cNvPr>
          <p:cNvPicPr>
            <a:picLocks/>
          </p:cNvPicPr>
          <p:nvPr userDrawn="1"/>
        </p:nvPicPr>
        <p:blipFill rotWithShape="1">
          <a:blip r:embed="rId2">
            <a:extLst>
              <a:ext uri="{28A0092B-C50C-407E-A947-70E740481C1C}">
                <a14:useLocalDpi xmlns:a14="http://schemas.microsoft.com/office/drawing/2010/main" val="0"/>
              </a:ext>
            </a:extLst>
          </a:blip>
          <a:srcRect/>
          <a:stretch/>
        </p:blipFill>
        <p:spPr>
          <a:xfrm>
            <a:off x="1" y="0"/>
            <a:ext cx="12191998" cy="1358900"/>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6" name="Freeform: Shape 5">
            <a:extLst>
              <a:ext uri="{FF2B5EF4-FFF2-40B4-BE49-F238E27FC236}">
                <a16:creationId xmlns:a16="http://schemas.microsoft.com/office/drawing/2014/main" id="{DB940884-550E-6BD2-C8DB-ED9A07667067}"/>
              </a:ext>
            </a:extLst>
          </p:cNvPr>
          <p:cNvSpPr>
            <a:spLocks/>
          </p:cNvSpPr>
          <p:nvPr userDrawn="1"/>
        </p:nvSpPr>
        <p:spPr>
          <a:xfrm>
            <a:off x="2" y="0"/>
            <a:ext cx="12191998" cy="1358900"/>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lvl1pPr marL="0" algn="l" defTabSz="932742" rtl="0" eaLnBrk="1" latinLnBrk="0" hangingPunct="1">
              <a:lnSpc>
                <a:spcPct val="100000"/>
              </a:lnSpc>
              <a:spcBef>
                <a:spcPct val="0"/>
              </a:spcBef>
              <a:spcAft>
                <a:spcPts val="600"/>
              </a:spcAft>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8" name="Graphic 34_1">
            <a:extLst>
              <a:ext uri="{FF2B5EF4-FFF2-40B4-BE49-F238E27FC236}">
                <a16:creationId xmlns:a16="http://schemas.microsoft.com/office/drawing/2014/main" id="{E448A26F-C0C9-DB36-2CFE-F7B47B2FAA77}"/>
              </a:ext>
            </a:extLst>
          </p:cNvPr>
          <p:cNvSpPr>
            <a:spLocks/>
          </p:cNvSpPr>
          <p:nvPr userDrawn="1"/>
        </p:nvSpPr>
        <p:spPr>
          <a:xfrm>
            <a:off x="1" y="1358900"/>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9" name="Rectangle: Rounded Corners 8">
            <a:extLst>
              <a:ext uri="{FF2B5EF4-FFF2-40B4-BE49-F238E27FC236}">
                <a16:creationId xmlns:a16="http://schemas.microsoft.com/office/drawing/2014/main" id="{431A5C14-682E-DB09-57E9-1C6BC1949611}"/>
              </a:ext>
            </a:extLst>
          </p:cNvPr>
          <p:cNvSpPr>
            <a:spLocks/>
          </p:cNvSpPr>
          <p:nvPr userDrawn="1"/>
        </p:nvSpPr>
        <p:spPr bwMode="auto">
          <a:xfrm>
            <a:off x="6894513" y="1562102"/>
            <a:ext cx="4541795" cy="4838697"/>
          </a:xfrm>
          <a:prstGeom prst="roundRect">
            <a:avLst>
              <a:gd name="adj" fmla="val 2471"/>
            </a:avLst>
          </a:prstGeom>
          <a:solidFill>
            <a:schemeClr val="accent3">
              <a:lumMod val="20000"/>
              <a:lumOff val="80000"/>
              <a:alpha val="50000"/>
            </a:schemeClr>
          </a:solidFill>
          <a:ln w="635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rtlCol="0" anchor="ctr" anchorCtr="0">
            <a:noAutofit/>
          </a:bodyPr>
          <a:lstStyle/>
          <a:p>
            <a:pPr marL="228600" marR="0" lvl="0" indent="-228600" algn="ctr" defTabSz="914367" fontAlgn="auto">
              <a:lnSpc>
                <a:spcPct val="100000"/>
              </a:lnSpc>
              <a:spcBef>
                <a:spcPts val="0"/>
              </a:spcBef>
              <a:spcAft>
                <a:spcPts val="200"/>
              </a:spcAft>
              <a:buClrTx/>
              <a:buSzTx/>
              <a:buFont typeface="Wingdings" panose="05000000000000000000" pitchFamily="2" charset="2"/>
              <a:buNone/>
              <a:tabLst/>
            </a:pPr>
            <a:endParaRPr kumimoji="0" lang="en-US" sz="2800" b="0" i="0" u="none" strike="noStrike" cap="none" spc="0" normalizeH="0" baseline="0">
              <a:ln>
                <a:noFill/>
              </a:ln>
              <a:solidFill>
                <a:schemeClr val="tx1"/>
              </a:solidFill>
              <a:effectLst/>
              <a:uLnTx/>
              <a:uFillTx/>
            </a:endParaRPr>
          </a:p>
        </p:txBody>
      </p:sp>
      <p:sp>
        <p:nvSpPr>
          <p:cNvPr id="29" name="Text Placeholder 2">
            <a:extLst>
              <a:ext uri="{FF2B5EF4-FFF2-40B4-BE49-F238E27FC236}">
                <a16:creationId xmlns:a16="http://schemas.microsoft.com/office/drawing/2014/main" id="{202B27A8-F8FC-857E-538F-6BFD7749E765}"/>
              </a:ext>
            </a:extLst>
          </p:cNvPr>
          <p:cNvSpPr>
            <a:spLocks noGrp="1"/>
          </p:cNvSpPr>
          <p:nvPr>
            <p:ph type="body" sz="quarter" idx="13" hasCustomPrompt="1"/>
          </p:nvPr>
        </p:nvSpPr>
        <p:spPr>
          <a:xfrm>
            <a:off x="755691" y="1660199"/>
            <a:ext cx="5921333" cy="659155"/>
          </a:xfrm>
        </p:spPr>
        <p:txBody>
          <a:bodyPr/>
          <a:lstStyle>
            <a:lvl1pPr marL="285750" indent="-285750" algn="l" defTabSz="914400" rtl="0" eaLnBrk="1" latinLnBrk="0" hangingPunct="1">
              <a:buFont typeface="Arial" panose="020B0604020202020204" pitchFamily="34" charset="0"/>
              <a:buChar char="•"/>
              <a:defRPr kumimoji="0" lang="en-US" sz="1600" b="0" i="0" u="none" strike="noStrike" kern="1200" cap="none" spc="0" normalizeH="0" baseline="0" dirty="0">
                <a:ln>
                  <a:noFill/>
                </a:ln>
                <a:solidFill>
                  <a:schemeClr val="accent2"/>
                </a:solidFill>
                <a:effectLst/>
                <a:uLnTx/>
                <a:uFillTx/>
                <a:latin typeface="Segoe Sans Display Semibold"/>
                <a:ea typeface="+mn-ea"/>
                <a:cs typeface="+mn-cs"/>
              </a:defRPr>
            </a:lvl1pPr>
            <a:lvl2pPr marL="0" indent="0" algn="l" defTabSz="914400" rtl="0" eaLnBrk="1" latinLnBrk="0" hangingPunct="1">
              <a:buNone/>
              <a:defRPr lang="en-US" sz="1600" kern="1200" dirty="0" smtClean="0">
                <a:solidFill>
                  <a:schemeClr val="accent1"/>
                </a:solidFill>
                <a:latin typeface="+mj-lt"/>
                <a:ea typeface="+mn-ea"/>
                <a:cs typeface="+mn-cs"/>
              </a:defRPr>
            </a:lvl2pPr>
            <a:lvl3pPr marL="0" indent="0" algn="l" defTabSz="914400" rtl="0" eaLnBrk="1" latinLnBrk="0" hangingPunct="1">
              <a:buNone/>
              <a:defRPr lang="en-US" sz="1600" kern="1200" dirty="0" smtClean="0">
                <a:solidFill>
                  <a:schemeClr val="accent1"/>
                </a:solidFill>
                <a:latin typeface="+mj-lt"/>
                <a:ea typeface="+mn-ea"/>
                <a:cs typeface="+mn-cs"/>
              </a:defRPr>
            </a:lvl3pPr>
            <a:lvl4pPr marL="0" indent="0" algn="l" defTabSz="914400" rtl="0" eaLnBrk="1" latinLnBrk="0" hangingPunct="1">
              <a:buNone/>
              <a:defRPr lang="en-US" sz="1600" kern="1200" dirty="0" smtClean="0">
                <a:solidFill>
                  <a:schemeClr val="accent1"/>
                </a:solidFill>
                <a:latin typeface="+mj-lt"/>
                <a:ea typeface="+mn-ea"/>
                <a:cs typeface="+mn-cs"/>
              </a:defRPr>
            </a:lvl4pPr>
            <a:lvl5pPr marL="0" indent="0" algn="l" defTabSz="914400" rtl="0" eaLnBrk="1" latinLnBrk="0" hangingPunct="1">
              <a:buNone/>
              <a:defRPr lang="en-US" sz="1600" kern="1200" dirty="0">
                <a:solidFill>
                  <a:schemeClr val="accent1"/>
                </a:solidFill>
                <a:latin typeface="+mj-lt"/>
                <a:ea typeface="+mn-ea"/>
                <a:cs typeface="+mn-cs"/>
              </a:defRPr>
            </a:lvl5pPr>
          </a:lstStyle>
          <a:p>
            <a:pPr marL="0" marR="0" lvl="0" indent="0" algn="l" defTabSz="914367" rtl="0" eaLnBrk="1" fontAlgn="base" latinLnBrk="0" hangingPunct="1">
              <a:lnSpc>
                <a:spcPct val="100000"/>
              </a:lnSpc>
              <a:spcBef>
                <a:spcPts val="1000"/>
              </a:spcBef>
              <a:spcAft>
                <a:spcPts val="300"/>
              </a:spcAft>
              <a:buClrTx/>
              <a:buSzTx/>
              <a:buFontTx/>
              <a:buNone/>
              <a:tabLst/>
              <a:defRPr/>
            </a:pPr>
            <a:r>
              <a:rPr lang="en-US"/>
              <a:t>Click to edit add text</a:t>
            </a:r>
          </a:p>
          <a:p>
            <a:pPr marL="0" marR="0" lvl="0" indent="0" algn="l" defTabSz="914367" rtl="0" eaLnBrk="1" fontAlgn="base" latinLnBrk="0" hangingPunct="1">
              <a:lnSpc>
                <a:spcPct val="100000"/>
              </a:lnSpc>
              <a:spcBef>
                <a:spcPts val="1000"/>
              </a:spcBef>
              <a:spcAft>
                <a:spcPts val="300"/>
              </a:spcAft>
              <a:buClrTx/>
              <a:buSzTx/>
              <a:buFontTx/>
              <a:buNone/>
              <a:tabLst/>
              <a:defRPr/>
            </a:pPr>
            <a:endParaRPr lang="en-US"/>
          </a:p>
        </p:txBody>
      </p:sp>
      <p:sp>
        <p:nvSpPr>
          <p:cNvPr id="30" name="Text Placeholder 2">
            <a:extLst>
              <a:ext uri="{FF2B5EF4-FFF2-40B4-BE49-F238E27FC236}">
                <a16:creationId xmlns:a16="http://schemas.microsoft.com/office/drawing/2014/main" id="{29A0E38D-0002-F6AA-D26F-06CF4A87C496}"/>
              </a:ext>
            </a:extLst>
          </p:cNvPr>
          <p:cNvSpPr>
            <a:spLocks noGrp="1"/>
          </p:cNvSpPr>
          <p:nvPr>
            <p:ph type="body" sz="quarter" idx="22" hasCustomPrompt="1"/>
          </p:nvPr>
        </p:nvSpPr>
        <p:spPr>
          <a:xfrm>
            <a:off x="755692" y="2120078"/>
            <a:ext cx="5921333" cy="215444"/>
          </a:xfrm>
        </p:spPr>
        <p:txBody>
          <a:bodyPr vert="horz" wrap="square" lIns="0" tIns="0" rIns="0" bIns="0" rtlCol="0">
            <a:noAutofit/>
          </a:bodyPr>
          <a:lstStyle>
            <a:lvl1pPr marL="0" indent="0">
              <a:buNone/>
              <a:defRPr lang="en-US" sz="1400" dirty="0"/>
            </a:lvl1pPr>
          </a:lstStyle>
          <a:p>
            <a:pPr marL="228600" lvl="0" indent="-228600">
              <a:buSzPct val="100000"/>
            </a:pPr>
            <a:r>
              <a:rPr lang="en-US"/>
              <a:t>Click to edit add text</a:t>
            </a:r>
          </a:p>
        </p:txBody>
      </p:sp>
      <p:sp>
        <p:nvSpPr>
          <p:cNvPr id="35" name="Text Placeholder 2">
            <a:extLst>
              <a:ext uri="{FF2B5EF4-FFF2-40B4-BE49-F238E27FC236}">
                <a16:creationId xmlns:a16="http://schemas.microsoft.com/office/drawing/2014/main" id="{F1027F2E-E6B7-4834-92E3-E7AC2135920B}"/>
              </a:ext>
            </a:extLst>
          </p:cNvPr>
          <p:cNvSpPr>
            <a:spLocks noGrp="1"/>
          </p:cNvSpPr>
          <p:nvPr>
            <p:ph type="body" sz="quarter" idx="24" hasCustomPrompt="1"/>
          </p:nvPr>
        </p:nvSpPr>
        <p:spPr>
          <a:xfrm>
            <a:off x="755691" y="2840023"/>
            <a:ext cx="5921333" cy="246221"/>
          </a:xfrm>
        </p:spPr>
        <p:txBody>
          <a:bodyPr/>
          <a:lstStyle>
            <a:lvl1pPr marL="0" indent="0" algn="l" defTabSz="914400" rtl="0" eaLnBrk="1" latinLnBrk="0" hangingPunct="1">
              <a:buNone/>
              <a:defRPr kumimoji="0" lang="en-US" sz="1600" b="0" i="0" u="none" strike="noStrike" kern="1200" cap="none" spc="0" normalizeH="0" baseline="0" dirty="0">
                <a:ln>
                  <a:noFill/>
                </a:ln>
                <a:solidFill>
                  <a:schemeClr val="accent2"/>
                </a:solidFill>
                <a:effectLst/>
                <a:uLnTx/>
                <a:uFillTx/>
                <a:latin typeface="Segoe Sans Display Semibold"/>
                <a:ea typeface="+mn-ea"/>
                <a:cs typeface="+mn-cs"/>
              </a:defRPr>
            </a:lvl1pPr>
            <a:lvl2pPr marL="0" indent="0" algn="l" defTabSz="914400" rtl="0" eaLnBrk="1" latinLnBrk="0" hangingPunct="1">
              <a:buNone/>
              <a:defRPr lang="en-US" sz="1600" kern="1200" dirty="0" smtClean="0">
                <a:solidFill>
                  <a:schemeClr val="accent1"/>
                </a:solidFill>
                <a:latin typeface="+mj-lt"/>
                <a:ea typeface="+mn-ea"/>
                <a:cs typeface="+mn-cs"/>
              </a:defRPr>
            </a:lvl2pPr>
            <a:lvl3pPr marL="0" indent="0" algn="l" defTabSz="914400" rtl="0" eaLnBrk="1" latinLnBrk="0" hangingPunct="1">
              <a:buNone/>
              <a:defRPr lang="en-US" sz="1600" kern="1200" dirty="0" smtClean="0">
                <a:solidFill>
                  <a:schemeClr val="accent1"/>
                </a:solidFill>
                <a:latin typeface="+mj-lt"/>
                <a:ea typeface="+mn-ea"/>
                <a:cs typeface="+mn-cs"/>
              </a:defRPr>
            </a:lvl3pPr>
            <a:lvl4pPr marL="0" indent="0" algn="l" defTabSz="914400" rtl="0" eaLnBrk="1" latinLnBrk="0" hangingPunct="1">
              <a:buNone/>
              <a:defRPr lang="en-US" sz="1600" kern="1200" dirty="0" smtClean="0">
                <a:solidFill>
                  <a:schemeClr val="accent1"/>
                </a:solidFill>
                <a:latin typeface="+mj-lt"/>
                <a:ea typeface="+mn-ea"/>
                <a:cs typeface="+mn-cs"/>
              </a:defRPr>
            </a:lvl4pPr>
            <a:lvl5pPr marL="0" indent="0" algn="l" defTabSz="914400" rtl="0" eaLnBrk="1" latinLnBrk="0" hangingPunct="1">
              <a:buNone/>
              <a:defRPr lang="en-US" sz="1600" kern="1200" dirty="0">
                <a:solidFill>
                  <a:schemeClr val="accent1"/>
                </a:solidFill>
                <a:latin typeface="+mj-lt"/>
                <a:ea typeface="+mn-ea"/>
                <a:cs typeface="+mn-cs"/>
              </a:defRPr>
            </a:lvl5pPr>
          </a:lstStyle>
          <a:p>
            <a:pPr marL="0" marR="0" lvl="0" indent="0" algn="l" defTabSz="914367" rtl="0" eaLnBrk="1" fontAlgn="base" latinLnBrk="0" hangingPunct="1">
              <a:lnSpc>
                <a:spcPct val="100000"/>
              </a:lnSpc>
              <a:spcBef>
                <a:spcPts val="1000"/>
              </a:spcBef>
              <a:spcAft>
                <a:spcPts val="300"/>
              </a:spcAft>
              <a:buClrTx/>
              <a:buSzTx/>
              <a:buFontTx/>
              <a:buNone/>
              <a:tabLst/>
              <a:defRPr/>
            </a:pPr>
            <a:r>
              <a:rPr lang="en-US"/>
              <a:t>Click to edit add text</a:t>
            </a:r>
          </a:p>
        </p:txBody>
      </p:sp>
      <p:sp>
        <p:nvSpPr>
          <p:cNvPr id="28" name="Text Placeholder 2">
            <a:extLst>
              <a:ext uri="{FF2B5EF4-FFF2-40B4-BE49-F238E27FC236}">
                <a16:creationId xmlns:a16="http://schemas.microsoft.com/office/drawing/2014/main" id="{DD9D3198-9AA0-5F80-DA12-149E3ECC6310}"/>
              </a:ext>
            </a:extLst>
          </p:cNvPr>
          <p:cNvSpPr>
            <a:spLocks noGrp="1"/>
          </p:cNvSpPr>
          <p:nvPr>
            <p:ph type="body" sz="quarter" idx="18" hasCustomPrompt="1"/>
          </p:nvPr>
        </p:nvSpPr>
        <p:spPr>
          <a:xfrm>
            <a:off x="755692" y="3299903"/>
            <a:ext cx="5921333" cy="646331"/>
          </a:xfrm>
        </p:spPr>
        <p:txBody>
          <a:bodyPr vert="horz" wrap="square" lIns="0" tIns="0" rIns="0" bIns="0" rtlCol="0">
            <a:noAutofit/>
          </a:bodyPr>
          <a:lstStyle>
            <a:lvl1pPr marL="0" indent="0">
              <a:buFont typeface="Arial" panose="020B0604020202020204" pitchFamily="34" charset="0"/>
              <a:buNone/>
              <a:defRPr lang="en-US" sz="1400" dirty="0"/>
            </a:lvl1pPr>
          </a:lstStyle>
          <a:p>
            <a:pPr marL="342900" lvl="0" indent="-342900">
              <a:buSzPct val="100000"/>
            </a:pPr>
            <a:r>
              <a:rPr lang="en-US"/>
              <a:t>Click to edit add text</a:t>
            </a:r>
          </a:p>
        </p:txBody>
      </p:sp>
      <p:sp>
        <p:nvSpPr>
          <p:cNvPr id="36" name="Text Placeholder 2">
            <a:extLst>
              <a:ext uri="{FF2B5EF4-FFF2-40B4-BE49-F238E27FC236}">
                <a16:creationId xmlns:a16="http://schemas.microsoft.com/office/drawing/2014/main" id="{03C5DC12-665A-86E5-C070-8C5F426DC93C}"/>
              </a:ext>
            </a:extLst>
          </p:cNvPr>
          <p:cNvSpPr>
            <a:spLocks noGrp="1"/>
          </p:cNvSpPr>
          <p:nvPr>
            <p:ph type="body" sz="quarter" idx="25" hasCustomPrompt="1"/>
          </p:nvPr>
        </p:nvSpPr>
        <p:spPr>
          <a:xfrm>
            <a:off x="755692" y="4450734"/>
            <a:ext cx="5921333" cy="246221"/>
          </a:xfrm>
        </p:spPr>
        <p:txBody>
          <a:bodyPr/>
          <a:lstStyle>
            <a:lvl1pPr marL="0" indent="0" algn="l" defTabSz="914400" rtl="0" eaLnBrk="1" latinLnBrk="0" hangingPunct="1">
              <a:buNone/>
              <a:defRPr kumimoji="0" lang="en-US" sz="1600" b="0" i="0" u="none" strike="noStrike" kern="1200" cap="none" spc="0" normalizeH="0" baseline="0" dirty="0">
                <a:ln>
                  <a:noFill/>
                </a:ln>
                <a:solidFill>
                  <a:schemeClr val="accent2"/>
                </a:solidFill>
                <a:effectLst/>
                <a:uLnTx/>
                <a:uFillTx/>
                <a:latin typeface="Segoe Sans Display Semibold"/>
                <a:ea typeface="+mn-ea"/>
                <a:cs typeface="+mn-cs"/>
              </a:defRPr>
            </a:lvl1pPr>
            <a:lvl2pPr marL="0" indent="0" algn="l" defTabSz="914400" rtl="0" eaLnBrk="1" latinLnBrk="0" hangingPunct="1">
              <a:buNone/>
              <a:defRPr lang="en-US" sz="1600" kern="1200" dirty="0" smtClean="0">
                <a:solidFill>
                  <a:schemeClr val="accent1"/>
                </a:solidFill>
                <a:latin typeface="+mj-lt"/>
                <a:ea typeface="+mn-ea"/>
                <a:cs typeface="+mn-cs"/>
              </a:defRPr>
            </a:lvl2pPr>
            <a:lvl3pPr marL="0" indent="0" algn="l" defTabSz="914400" rtl="0" eaLnBrk="1" latinLnBrk="0" hangingPunct="1">
              <a:buNone/>
              <a:defRPr lang="en-US" sz="1600" kern="1200" dirty="0" smtClean="0">
                <a:solidFill>
                  <a:schemeClr val="accent1"/>
                </a:solidFill>
                <a:latin typeface="+mj-lt"/>
                <a:ea typeface="+mn-ea"/>
                <a:cs typeface="+mn-cs"/>
              </a:defRPr>
            </a:lvl3pPr>
            <a:lvl4pPr marL="0" indent="0" algn="l" defTabSz="914400" rtl="0" eaLnBrk="1" latinLnBrk="0" hangingPunct="1">
              <a:buNone/>
              <a:defRPr lang="en-US" sz="1600" kern="1200" dirty="0" smtClean="0">
                <a:solidFill>
                  <a:schemeClr val="accent1"/>
                </a:solidFill>
                <a:latin typeface="+mj-lt"/>
                <a:ea typeface="+mn-ea"/>
                <a:cs typeface="+mn-cs"/>
              </a:defRPr>
            </a:lvl4pPr>
            <a:lvl5pPr marL="0" indent="0" algn="l" defTabSz="914400" rtl="0" eaLnBrk="1" latinLnBrk="0" hangingPunct="1">
              <a:buNone/>
              <a:defRPr lang="en-US" sz="1600" kern="1200" dirty="0">
                <a:solidFill>
                  <a:schemeClr val="accent1"/>
                </a:solidFill>
                <a:latin typeface="+mj-lt"/>
                <a:ea typeface="+mn-ea"/>
                <a:cs typeface="+mn-cs"/>
              </a:defRPr>
            </a:lvl5pPr>
          </a:lstStyle>
          <a:p>
            <a:pPr marL="0" marR="0" lvl="0" indent="0" algn="l" defTabSz="914367" rtl="0" eaLnBrk="1" fontAlgn="base" latinLnBrk="0" hangingPunct="1">
              <a:lnSpc>
                <a:spcPct val="100000"/>
              </a:lnSpc>
              <a:spcBef>
                <a:spcPts val="1000"/>
              </a:spcBef>
              <a:spcAft>
                <a:spcPts val="300"/>
              </a:spcAft>
              <a:buClrTx/>
              <a:buSzTx/>
              <a:buFontTx/>
              <a:buNone/>
              <a:tabLst/>
              <a:defRPr/>
            </a:pPr>
            <a:r>
              <a:rPr lang="en-US"/>
              <a:t>Click to edit add text</a:t>
            </a:r>
          </a:p>
        </p:txBody>
      </p:sp>
      <p:sp>
        <p:nvSpPr>
          <p:cNvPr id="32" name="Text Placeholder 31">
            <a:extLst>
              <a:ext uri="{FF2B5EF4-FFF2-40B4-BE49-F238E27FC236}">
                <a16:creationId xmlns:a16="http://schemas.microsoft.com/office/drawing/2014/main" id="{9D75FB69-4FEE-302B-4B45-772074E5F006}"/>
              </a:ext>
            </a:extLst>
          </p:cNvPr>
          <p:cNvSpPr>
            <a:spLocks noGrp="1"/>
          </p:cNvSpPr>
          <p:nvPr>
            <p:ph type="body" sz="quarter" idx="23"/>
          </p:nvPr>
        </p:nvSpPr>
        <p:spPr>
          <a:xfrm>
            <a:off x="755692" y="4910613"/>
            <a:ext cx="5921333" cy="1437317"/>
          </a:xfrm>
        </p:spPr>
        <p:txBody>
          <a:bodyPr>
            <a:noAutofit/>
          </a:bodyPr>
          <a:lstStyle>
            <a:lvl1pPr marL="195263" indent="-195263">
              <a:spcBef>
                <a:spcPts val="0"/>
              </a:spcBef>
              <a:spcAft>
                <a:spcPts val="600"/>
              </a:spcAft>
              <a:buSzPct val="100000"/>
              <a:buFont typeface="Arial" panose="020B0604020202020204" pitchFamily="34" charset="0"/>
              <a:buChar char="•"/>
              <a:defRPr sz="1400">
                <a:solidFill>
                  <a:schemeClr val="tx1"/>
                </a:solidFill>
              </a:defRPr>
            </a:lvl1pPr>
          </a:lstStyle>
          <a:p>
            <a:pPr lvl="0"/>
            <a:endParaRPr lang="en-US"/>
          </a:p>
        </p:txBody>
      </p:sp>
      <p:sp>
        <p:nvSpPr>
          <p:cNvPr id="7" name="Text Placeholder 6">
            <a:extLst>
              <a:ext uri="{FF2B5EF4-FFF2-40B4-BE49-F238E27FC236}">
                <a16:creationId xmlns:a16="http://schemas.microsoft.com/office/drawing/2014/main" id="{CD39A1C0-83B2-42B8-D6BA-B9E170E9B633}"/>
              </a:ext>
            </a:extLst>
          </p:cNvPr>
          <p:cNvSpPr>
            <a:spLocks noGrp="1"/>
          </p:cNvSpPr>
          <p:nvPr>
            <p:ph type="body" sz="quarter" idx="26"/>
          </p:nvPr>
        </p:nvSpPr>
        <p:spPr>
          <a:xfrm>
            <a:off x="2395536" y="2779200"/>
            <a:ext cx="3163888" cy="580159"/>
          </a:xfrm>
        </p:spPr>
        <p:txBody>
          <a:bodyPr/>
          <a:lstStyle>
            <a:lvl1pPr>
              <a:defRPr kumimoji="0" lang="en-US" sz="1600" b="0" i="0" u="none" strike="noStrike" kern="1200" cap="none" spc="0" normalizeH="0" baseline="0" dirty="0" smtClean="0">
                <a:ln>
                  <a:noFill/>
                </a:ln>
                <a:solidFill>
                  <a:schemeClr val="accent2"/>
                </a:solidFill>
                <a:effectLst/>
                <a:uLnTx/>
                <a:uFillTx/>
                <a:latin typeface="+mj-lt"/>
                <a:ea typeface="+mn-ea"/>
                <a:cs typeface="+mn-cs"/>
              </a:defRPr>
            </a:lvl1pPr>
            <a:lvl2pPr marL="0" indent="0">
              <a:defRPr/>
            </a:lvl2pPr>
            <a:lvl3pPr marL="0" indent="0">
              <a:defRPr/>
            </a:lvl3pPr>
            <a:lvl4pPr marL="0" indent="0">
              <a:defRPr/>
            </a:lvl4pPr>
            <a:lvl5pPr marL="0" indent="0">
              <a:defRPr/>
            </a:lvl5pPr>
          </a:lstStyle>
          <a:p>
            <a:pPr marL="0" marR="0" lvl="0" indent="0" algn="l" defTabSz="914367" rtl="0" eaLnBrk="1" fontAlgn="base" latinLnBrk="0" hangingPunct="1">
              <a:lnSpc>
                <a:spcPct val="100000"/>
              </a:lnSpc>
              <a:spcBef>
                <a:spcPts val="1000"/>
              </a:spcBef>
              <a:spcAft>
                <a:spcPts val="300"/>
              </a:spcAft>
              <a:buClrTx/>
              <a:buSzTx/>
              <a:buFontTx/>
              <a:buNone/>
              <a:tabLst/>
              <a:defRPr/>
            </a:pPr>
            <a:r>
              <a:rPr lang="en-US"/>
              <a:t>Click to edit Master text styles</a:t>
            </a:r>
          </a:p>
          <a:p>
            <a:pPr marL="228600" marR="0" lvl="0" indent="-228600" algn="l" defTabSz="932742" rtl="0" eaLnBrk="1" fontAlgn="auto" latinLnBrk="0" hangingPunct="1">
              <a:lnSpc>
                <a:spcPct val="100000"/>
              </a:lnSpc>
              <a:spcBef>
                <a:spcPct val="20000"/>
              </a:spcBef>
              <a:spcAft>
                <a:spcPts val="0"/>
              </a:spcAft>
              <a:buClrTx/>
              <a:buSzPct val="100000"/>
              <a:tabLst/>
            </a:pPr>
            <a:r>
              <a:rPr lang="en-US"/>
              <a:t>Second level</a:t>
            </a:r>
          </a:p>
        </p:txBody>
      </p:sp>
    </p:spTree>
    <p:extLst>
      <p:ext uri="{BB962C8B-B14F-4D97-AF65-F5344CB8AC3E}">
        <p14:creationId xmlns:p14="http://schemas.microsoft.com/office/powerpoint/2010/main" val="42900456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68">
          <p15:clr>
            <a:srgbClr val="A4A3A4"/>
          </p15:clr>
        </p15:guide>
        <p15:guide id="17" pos="3936">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200">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4626243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14614886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2CFD743-438B-21E8-B2BA-FF8644B73E5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9861065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7630548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54750015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311346243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7428420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947927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411632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348725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3D4BC3CE-C968-246E-EAC3-B829FDF59F19}"/>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4855052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8024265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72513440"/>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8714854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4359867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4606135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314309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821333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6323094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69381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1427165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4476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265583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772033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5896246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33779152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314583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3557456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362153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3609420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97764669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31998574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38458196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4271884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55723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7472941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6976347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33261640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8926258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3331169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6797657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96559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58577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59455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69426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3173064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27398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Lst>
          </p:cNvPr>
          <p:cNvPicPr>
            <a:picLocks noChangeAspect="1"/>
          </p:cNvPicPr>
          <p:nvPr/>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0946591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7723555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08333084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8154455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0830"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1500"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244592815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1001870910"/>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117471" y="222068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117471" y="331796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117471" y="441524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2" name="Title Placeholder 1">
            <a:extLst>
              <a:ext uri="{FF2B5EF4-FFF2-40B4-BE49-F238E27FC236}">
                <a16:creationId xmlns:a16="http://schemas.microsoft.com/office/drawing/2014/main" id="{8953A433-F2D5-7B5B-B3BD-45E3929D692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2994093575"/>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053594"/>
            <a:ext cx="4482124" cy="215444"/>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y</a:t>
            </a:r>
          </a:p>
          <a:p>
            <a:pPr defTabSz="932290" eaLnBrk="0" hangingPunct="0"/>
            <a:r>
              <a:rPr lang="en-US" sz="700" err="1">
                <a:solidFill>
                  <a:schemeClr val="tx1"/>
                </a:solidFill>
                <a:cs typeface="Segoe Sans Display" pitchFamily="2" charset="0"/>
              </a:rPr>
              <a:t>poration</a:t>
            </a:r>
            <a:r>
              <a:rPr lang="en-US" sz="700">
                <a:solidFill>
                  <a:schemeClr val="tx1"/>
                </a:solidFill>
                <a:cs typeface="Segoe Sans Display" pitchFamily="2" charset="0"/>
              </a:rPr>
              <a:t>.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p:nvPicPr>
        <p:blipFill rotWithShape="1">
          <a:blip r:embed="rId2"/>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40414885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98333813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01807-A01F-7A47-BFA2-2E7AC8AAB4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694D91-35B0-C3B9-5DF9-0C3EB8787E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7653BF-D0E2-A0AF-4CE4-D45FE589A1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2FA651-C015-5F00-30EE-824D2102F8CC}"/>
              </a:ext>
            </a:extLst>
          </p:cNvPr>
          <p:cNvSpPr>
            <a:spLocks noGrp="1"/>
          </p:cNvSpPr>
          <p:nvPr>
            <p:ph type="dt" sz="half" idx="10"/>
          </p:nvPr>
        </p:nvSpPr>
        <p:spPr/>
        <p:txBody>
          <a:bodyPr/>
          <a:lstStyle/>
          <a:p>
            <a:fld id="{3B6663D2-96AB-4D67-A758-A4133BC145A4}" type="datetimeFigureOut">
              <a:rPr lang="en-US" smtClean="0"/>
              <a:t>1/4/2026</a:t>
            </a:fld>
            <a:endParaRPr lang="en-US"/>
          </a:p>
        </p:txBody>
      </p:sp>
      <p:sp>
        <p:nvSpPr>
          <p:cNvPr id="6" name="Footer Placeholder 5">
            <a:extLst>
              <a:ext uri="{FF2B5EF4-FFF2-40B4-BE49-F238E27FC236}">
                <a16:creationId xmlns:a16="http://schemas.microsoft.com/office/drawing/2014/main" id="{EADABDC3-4792-08E9-FD25-4141050F84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6E73E0-FD66-0C32-6575-A446B18FE660}"/>
              </a:ext>
            </a:extLst>
          </p:cNvPr>
          <p:cNvSpPr>
            <a:spLocks noGrp="1"/>
          </p:cNvSpPr>
          <p:nvPr>
            <p:ph type="sldNum" sz="quarter" idx="12"/>
          </p:nvPr>
        </p:nvSpPr>
        <p:spPr/>
        <p:txBody>
          <a:bodyPr/>
          <a:lstStyle/>
          <a:p>
            <a:fld id="{26BB5BD5-DE12-4756-912C-604E0D4DA645}" type="slidenum">
              <a:rPr lang="en-US" smtClean="0"/>
              <a:t>‹#›</a:t>
            </a:fld>
            <a:endParaRPr lang="en-US"/>
          </a:p>
        </p:txBody>
      </p:sp>
    </p:spTree>
    <p:extLst>
      <p:ext uri="{BB962C8B-B14F-4D97-AF65-F5344CB8AC3E}">
        <p14:creationId xmlns:p14="http://schemas.microsoft.com/office/powerpoint/2010/main" val="3485964344"/>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69874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3189552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960534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8589335"/>
      </p:ext>
    </p:extLst>
  </p:cSld>
  <p:clrMapOvr>
    <a:masterClrMapping/>
  </p:clrMapOvr>
  <p:transition>
    <p:fade/>
  </p:transition>
  <p:hf sldNum="0" hdr="0" ftr="0" dt="0"/>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1494336"/>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59772578"/>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4981786"/>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5298670"/>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38463271"/>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067692"/>
      </p:ext>
    </p:extLst>
  </p:cSld>
  <p:clrMapOvr>
    <a:masterClrMapping/>
  </p:clrMapOvr>
  <p:transition>
    <p:fade/>
  </p:transition>
  <p:hf sldNum="0" hdr="0" ftr="0" dt="0"/>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4929770"/>
      </p:ext>
    </p:extLst>
  </p:cSld>
  <p:clrMapOvr>
    <a:masterClrMapping/>
  </p:clrMapOvr>
  <p:transition>
    <p:fade/>
  </p:transition>
  <p:hf sldNum="0" hdr="0" ftr="0" dt="0"/>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8169479"/>
      </p:ext>
    </p:extLst>
  </p:cSld>
  <p:clrMapOvr>
    <a:masterClrMapping/>
  </p:clrMapOvr>
  <p:transition>
    <p:fade/>
  </p:transition>
  <p:hf sldNum="0" hdr="0" ftr="0" dt="0"/>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90868" y="585788"/>
            <a:ext cx="11018520" cy="615553"/>
          </a:xfrm>
        </p:spPr>
        <p:txBody>
          <a:bodyPr/>
          <a:lstStyle>
            <a:lvl1pPr algn="ctr">
              <a:defRPr lang="en-US" sz="4000" b="1" kern="1200" cap="none" spc="-10" baseline="0" dirty="0" smtClean="0">
                <a:ln w="3175">
                  <a:noFill/>
                </a:ln>
                <a:gradFill>
                  <a:gsLst>
                    <a:gs pos="15000">
                      <a:srgbClr val="8DC8E8"/>
                    </a:gs>
                    <a:gs pos="85000">
                      <a:srgbClr val="D59ED7"/>
                    </a:gs>
                  </a:gsLst>
                  <a:lin ang="2700000" scaled="1"/>
                </a:gra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2643138226"/>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223634634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6386899"/>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732193277"/>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3302563"/>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65211099"/>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093417581"/>
      </p:ext>
    </p:extLst>
  </p:cSld>
  <p:clrMapOvr>
    <a:masterClrMapping/>
  </p:clrMapOvr>
  <p:transition>
    <p:fade/>
  </p:transition>
  <p:hf sldNum="0" hdr="0" ftr="0" dt="0"/>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006823155"/>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33651370"/>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369211058"/>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511857607"/>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371111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7604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9577149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2892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62347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8332586"/>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3" name="Text Box 3" descr="This is a copyright notice that should be included on the final slide.">
            <a:extLst>
              <a:ext uri="{FF2B5EF4-FFF2-40B4-BE49-F238E27FC236}">
                <a16:creationId xmlns:a16="http://schemas.microsoft.com/office/drawing/2014/main" id="{E477E949-E0D8-4538-8203-867BA736F0FC}"/>
              </a:ext>
            </a:extLst>
          </p:cNvPr>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4" name="MS logo white - EMF" descr="Microsoft logo white text version">
            <a:extLst>
              <a:ext uri="{FF2B5EF4-FFF2-40B4-BE49-F238E27FC236}">
                <a16:creationId xmlns:a16="http://schemas.microsoft.com/office/drawing/2014/main" id="{3807006D-60BB-144E-88AB-6D7B739CC6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956578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837272033"/>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3_4-column">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C97E917-311C-BB3D-94F2-AA5130473419}"/>
              </a:ext>
            </a:extLst>
          </p:cNvPr>
          <p:cNvSpPr/>
          <p:nvPr userDrawn="1"/>
        </p:nvSpPr>
        <p:spPr bwMode="auto">
          <a:xfrm>
            <a:off x="534766" y="1532928"/>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6" name="Rectangle: Rounded Corners 15">
            <a:extLst>
              <a:ext uri="{FF2B5EF4-FFF2-40B4-BE49-F238E27FC236}">
                <a16:creationId xmlns:a16="http://schemas.microsoft.com/office/drawing/2014/main" id="{062C8756-582A-4F6F-DE9B-CB2F82807E4D}"/>
              </a:ext>
            </a:extLst>
          </p:cNvPr>
          <p:cNvSpPr/>
          <p:nvPr userDrawn="1"/>
        </p:nvSpPr>
        <p:spPr bwMode="auto">
          <a:xfrm>
            <a:off x="2730627" y="3780280"/>
            <a:ext cx="357632" cy="357632"/>
          </a:xfrm>
          <a:prstGeom prst="roundRect">
            <a:avLst/>
          </a:prstGeom>
          <a:solidFill>
            <a:srgbClr val="E6E6E6">
              <a:alpha val="6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7" name="Rectangle: Rounded Corners 16">
            <a:extLst>
              <a:ext uri="{FF2B5EF4-FFF2-40B4-BE49-F238E27FC236}">
                <a16:creationId xmlns:a16="http://schemas.microsoft.com/office/drawing/2014/main" id="{2A75024A-DC8A-96CC-3E2D-532860231693}"/>
              </a:ext>
            </a:extLst>
          </p:cNvPr>
          <p:cNvSpPr/>
          <p:nvPr userDrawn="1"/>
        </p:nvSpPr>
        <p:spPr bwMode="auto">
          <a:xfrm>
            <a:off x="5333487" y="3432329"/>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A69F027A-8BBB-CB06-DAC2-355FB811D38C}"/>
              </a:ext>
            </a:extLst>
          </p:cNvPr>
          <p:cNvSpPr/>
          <p:nvPr userDrawn="1"/>
        </p:nvSpPr>
        <p:spPr bwMode="auto">
          <a:xfrm>
            <a:off x="6282037" y="1574897"/>
            <a:ext cx="500081" cy="500081"/>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01CD05F5-37AD-BBE8-73AD-24112FB38B0B}"/>
              </a:ext>
            </a:extLst>
          </p:cNvPr>
          <p:cNvSpPr/>
          <p:nvPr userDrawn="1"/>
        </p:nvSpPr>
        <p:spPr bwMode="auto">
          <a:xfrm>
            <a:off x="9060815" y="3432329"/>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22" name="Rectangle: Rounded Corners 21">
            <a:extLst>
              <a:ext uri="{FF2B5EF4-FFF2-40B4-BE49-F238E27FC236}">
                <a16:creationId xmlns:a16="http://schemas.microsoft.com/office/drawing/2014/main" id="{CEE2DF28-679D-AE21-255B-5E387917616F}"/>
              </a:ext>
            </a:extLst>
          </p:cNvPr>
          <p:cNvSpPr/>
          <p:nvPr userDrawn="1"/>
        </p:nvSpPr>
        <p:spPr bwMode="auto">
          <a:xfrm>
            <a:off x="11234158" y="1646122"/>
            <a:ext cx="357632" cy="357632"/>
          </a:xfrm>
          <a:prstGeom prst="roundRect">
            <a:avLst/>
          </a:prstGeom>
          <a:solidFill>
            <a:srgbClr val="E6E6E6">
              <a:alpha val="6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gradFill>
                  <a:gsLst>
                    <a:gs pos="0">
                      <a:srgbClr val="50E6FF"/>
                    </a:gs>
                    <a:gs pos="100000">
                      <a:srgbClr val="D59DFF"/>
                    </a:gs>
                  </a:gsLst>
                  <a:lin ang="2400000" scaled="0"/>
                </a:gra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noChangeAspect="1"/>
          </p:cNvSpPr>
          <p:nvPr>
            <p:ph type="pic" sz="quarter" idx="23"/>
          </p:nvPr>
        </p:nvSpPr>
        <p:spPr>
          <a:xfrm>
            <a:off x="774200"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noChangeAspect="1"/>
          </p:cNvSpPr>
          <p:nvPr>
            <p:ph type="pic" sz="quarter" idx="24"/>
          </p:nvPr>
        </p:nvSpPr>
        <p:spPr>
          <a:xfrm>
            <a:off x="360312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noChangeAspect="1"/>
          </p:cNvSpPr>
          <p:nvPr>
            <p:ph type="pic" sz="quarter" idx="25"/>
          </p:nvPr>
        </p:nvSpPr>
        <p:spPr>
          <a:xfrm>
            <a:off x="642887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noChangeAspect="1"/>
          </p:cNvSpPr>
          <p:nvPr>
            <p:ph type="pic" sz="quarter" idx="26"/>
          </p:nvPr>
        </p:nvSpPr>
        <p:spPr>
          <a:xfrm>
            <a:off x="926097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Tree>
    <p:extLst>
      <p:ext uri="{BB962C8B-B14F-4D97-AF65-F5344CB8AC3E}">
        <p14:creationId xmlns:p14="http://schemas.microsoft.com/office/powerpoint/2010/main" val="1795706170"/>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Stats - 4 stats">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852210"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0" y="2288059"/>
            <a:ext cx="5273648" cy="2031325"/>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852210"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592790"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592790"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852210"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852210"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592790"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592790"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41397765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Blank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9996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4_4-colum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90868" y="585788"/>
            <a:ext cx="11018520" cy="553998"/>
          </a:xfrm>
        </p:spPr>
        <p:txBody>
          <a:bodyPr>
            <a:spAutoFit/>
          </a:bodyPr>
          <a:lstStyle>
            <a:lvl1pPr algn="ctr">
              <a:defRPr>
                <a:gradFill>
                  <a:gsLst>
                    <a:gs pos="0">
                      <a:srgbClr val="50E6FF"/>
                    </a:gs>
                    <a:gs pos="100000">
                      <a:srgbClr val="D59DFF"/>
                    </a:gs>
                  </a:gsLst>
                  <a:lin ang="2400000" scaled="0"/>
                </a:gra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3413125" y="4408341"/>
            <a:ext cx="2520950" cy="276999"/>
          </a:xfrm>
        </p:spPr>
        <p:txBody>
          <a:bodyPr/>
          <a:lstStyle>
            <a:lvl1pPr marL="0" indent="0">
              <a:buNone/>
              <a:defRPr sz="1800">
                <a:gradFill>
                  <a:gsLst>
                    <a:gs pos="0">
                      <a:schemeClr val="accent3">
                        <a:lumMod val="20000"/>
                        <a:lumOff val="80000"/>
                      </a:schemeClr>
                    </a:gs>
                    <a:gs pos="100000">
                      <a:schemeClr val="accent1"/>
                    </a:gs>
                  </a:gsLst>
                  <a:lin ang="2400000" scaled="0"/>
                </a:gra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3413125"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6224586" y="4400550"/>
            <a:ext cx="2520950" cy="276999"/>
          </a:xfrm>
        </p:spPr>
        <p:txBody>
          <a:bodyPr/>
          <a:lstStyle>
            <a:lvl1pPr marL="0" indent="0">
              <a:buNone/>
              <a:defRPr lang="en-US" sz="1800" kern="1200" spc="0" baseline="0" dirty="0">
                <a:gradFill>
                  <a:gsLst>
                    <a:gs pos="0">
                      <a:schemeClr val="accent3">
                        <a:lumMod val="20000"/>
                        <a:lumOff val="80000"/>
                      </a:schemeClr>
                    </a:gs>
                    <a:gs pos="100000">
                      <a:schemeClr val="accent1"/>
                    </a:gs>
                  </a:gsLst>
                  <a:lin ang="2400000" scaled="0"/>
                </a:gradFill>
                <a:latin typeface="+mj-lt"/>
                <a:ea typeface="+mn-ea"/>
                <a:cs typeface="Segoe UI" panose="020B0502040204020203" pitchFamily="34" charset="0"/>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6224586"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4" name="Picture Placeholder 16">
            <a:extLst>
              <a:ext uri="{FF2B5EF4-FFF2-40B4-BE49-F238E27FC236}">
                <a16:creationId xmlns:a16="http://schemas.microsoft.com/office/drawing/2014/main" id="{8644B5A4-4C62-164B-9FCA-E1A62ECDC6A0}"/>
              </a:ext>
            </a:extLst>
          </p:cNvPr>
          <p:cNvSpPr>
            <a:spLocks noGrp="1" noChangeAspect="1"/>
          </p:cNvSpPr>
          <p:nvPr>
            <p:ph type="pic" sz="quarter" idx="23"/>
          </p:nvPr>
        </p:nvSpPr>
        <p:spPr>
          <a:xfrm>
            <a:off x="3585661"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noChangeAspect="1"/>
          </p:cNvSpPr>
          <p:nvPr>
            <p:ph type="pic" sz="quarter" idx="24"/>
          </p:nvPr>
        </p:nvSpPr>
        <p:spPr>
          <a:xfrm>
            <a:off x="6414586"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0" name="Text Placeholder 26">
            <a:extLst>
              <a:ext uri="{FF2B5EF4-FFF2-40B4-BE49-F238E27FC236}">
                <a16:creationId xmlns:a16="http://schemas.microsoft.com/office/drawing/2014/main" id="{7FC7D6E3-A9CE-DB0E-E5EB-C3DDBCED418F}"/>
              </a:ext>
            </a:extLst>
          </p:cNvPr>
          <p:cNvSpPr>
            <a:spLocks noGrp="1"/>
          </p:cNvSpPr>
          <p:nvPr>
            <p:ph type="body" sz="quarter" idx="25" hasCustomPrompt="1"/>
          </p:nvPr>
        </p:nvSpPr>
        <p:spPr>
          <a:xfrm>
            <a:off x="3413125" y="5132690"/>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Info</a:t>
            </a:r>
          </a:p>
        </p:txBody>
      </p:sp>
      <p:sp>
        <p:nvSpPr>
          <p:cNvPr id="21" name="Text Placeholder 26">
            <a:extLst>
              <a:ext uri="{FF2B5EF4-FFF2-40B4-BE49-F238E27FC236}">
                <a16:creationId xmlns:a16="http://schemas.microsoft.com/office/drawing/2014/main" id="{114D687C-73D8-E8BE-AFC9-33A255F5390E}"/>
              </a:ext>
            </a:extLst>
          </p:cNvPr>
          <p:cNvSpPr>
            <a:spLocks noGrp="1"/>
          </p:cNvSpPr>
          <p:nvPr>
            <p:ph type="body" sz="quarter" idx="26" hasCustomPrompt="1"/>
          </p:nvPr>
        </p:nvSpPr>
        <p:spPr>
          <a:xfrm>
            <a:off x="6224586" y="5124899"/>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Info</a:t>
            </a:r>
          </a:p>
        </p:txBody>
      </p:sp>
    </p:spTree>
    <p:extLst>
      <p:ext uri="{BB962C8B-B14F-4D97-AF65-F5344CB8AC3E}">
        <p14:creationId xmlns:p14="http://schemas.microsoft.com/office/powerpoint/2010/main" val="1604696812"/>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40826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0" y="1949505"/>
            <a:ext cx="4001052" cy="2708434"/>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3"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3"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3"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3"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55496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_Quote 0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B4F08D4-AD89-F67E-4C53-C6B6A6684C50}"/>
              </a:ext>
            </a:extLst>
          </p:cNvPr>
          <p:cNvSpPr/>
          <p:nvPr userDrawn="1"/>
        </p:nvSpPr>
        <p:spPr bwMode="auto">
          <a:xfrm>
            <a:off x="815830" y="857707"/>
            <a:ext cx="10614355" cy="5142585"/>
          </a:xfrm>
          <a:prstGeom prst="roundRect">
            <a:avLst>
              <a:gd name="adj" fmla="val 2016"/>
            </a:avLst>
          </a:prstGeom>
          <a:solidFill>
            <a:schemeClr val="bg1">
              <a:lumMod val="90000"/>
              <a:lumOff val="10000"/>
              <a:alpha val="62000"/>
            </a:schemeClr>
          </a:solidFill>
          <a:ln w="12700">
            <a:gradFill flip="none" rotWithShape="1">
              <a:gsLst>
                <a:gs pos="0">
                  <a:schemeClr val="accent3">
                    <a:lumMod val="60000"/>
                    <a:lumOff val="40000"/>
                  </a:schemeClr>
                </a:gs>
                <a:gs pos="100000">
                  <a:schemeClr val="accent1"/>
                </a:gs>
              </a:gsLst>
              <a:lin ang="27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000000"/>
              </a:solidFill>
              <a:latin typeface="Segoe UI"/>
              <a:cs typeface="Segoe UI" pitchFamily="34" charset="0"/>
            </a:endParaRPr>
          </a:p>
        </p:txBody>
      </p:sp>
      <p:sp>
        <p:nvSpPr>
          <p:cNvPr id="5" name="Title 1">
            <a:extLst>
              <a:ext uri="{FF2B5EF4-FFF2-40B4-BE49-F238E27FC236}">
                <a16:creationId xmlns:a16="http://schemas.microsoft.com/office/drawing/2014/main" id="{5772E02E-9408-3A16-2204-9A9ECDD48808}"/>
              </a:ext>
            </a:extLst>
          </p:cNvPr>
          <p:cNvSpPr txBox="1">
            <a:spLocks/>
          </p:cNvSpPr>
          <p:nvPr userDrawn="1"/>
        </p:nvSpPr>
        <p:spPr>
          <a:xfrm>
            <a:off x="377443" y="-248761"/>
            <a:ext cx="9866313" cy="3493264"/>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accent2"/>
                </a:solidFill>
                <a:effectLst/>
                <a:latin typeface="Segoe UI Semibold" panose="020B0702040204020203" pitchFamily="34" charset="0"/>
                <a:ea typeface="+mn-ea"/>
                <a:cs typeface="Segoe UI Semibold" panose="020B0702040204020203" pitchFamily="34" charset="0"/>
              </a:defRPr>
            </a:lvl1pPr>
          </a:lstStyle>
          <a:p>
            <a:r>
              <a:rPr lang="en-US" sz="22700">
                <a:gradFill>
                  <a:gsLst>
                    <a:gs pos="0">
                      <a:srgbClr val="50E6FF"/>
                    </a:gs>
                    <a:gs pos="62000">
                      <a:srgbClr val="D59DFF"/>
                    </a:gs>
                  </a:gsLst>
                  <a:lin ang="2400000" scaled="0"/>
                </a:gradFill>
                <a:effectLst>
                  <a:outerShdw blurRad="50800" dist="38100" dir="2700000" algn="tl" rotWithShape="0">
                    <a:prstClr val="black">
                      <a:alpha val="68000"/>
                    </a:prstClr>
                  </a:outerShdw>
                </a:effectLst>
                <a:latin typeface="Arial Black" panose="020B0A04020102020204" pitchFamily="34" charset="0"/>
              </a:rPr>
              <a:t>”</a:t>
            </a:r>
          </a:p>
        </p:txBody>
      </p:sp>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3248098" y="4456023"/>
            <a:ext cx="3855502" cy="276999"/>
          </a:xfrm>
        </p:spPr>
        <p:txBody>
          <a:bodyPr/>
          <a:lstStyle>
            <a:lvl1pPr marL="0" indent="0" algn="l">
              <a:spcBef>
                <a:spcPts val="0"/>
              </a:spcBef>
              <a:buNone/>
              <a:defRPr sz="1800">
                <a:gradFill>
                  <a:gsLst>
                    <a:gs pos="0">
                      <a:srgbClr val="50E6FF"/>
                    </a:gs>
                    <a:gs pos="100000">
                      <a:srgbClr val="D59DFF"/>
                    </a:gs>
                  </a:gsLst>
                  <a:lin ang="5400000" scaled="1"/>
                </a:gra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3248098" y="4753602"/>
            <a:ext cx="3855502" cy="430887"/>
          </a:xfrm>
        </p:spPr>
        <p:txBody>
          <a:bodyPr/>
          <a:lstStyle>
            <a:lvl1pPr marL="0" indent="0" algn="l">
              <a:spcBef>
                <a:spcPts val="0"/>
              </a:spcBef>
              <a:buNone/>
              <a:defRPr sz="1400">
                <a:solidFill>
                  <a:schemeClr val="tx1"/>
                </a:solidFill>
                <a:latin typeface="+mn-lt"/>
              </a:defRPr>
            </a:lvl1pPr>
          </a:lstStyle>
          <a:p>
            <a:pPr lvl="0"/>
            <a:r>
              <a:rPr lang="en-US"/>
              <a:t>Job title or another attribute</a:t>
            </a:r>
            <a:br>
              <a:rPr lang="en-US"/>
            </a:br>
            <a:r>
              <a:rPr lang="en-US"/>
              <a:t>Company if applicable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82502" y="2820107"/>
            <a:ext cx="8681012" cy="984885"/>
          </a:xfrm>
        </p:spPr>
        <p:txBody>
          <a:bodyPr anchor="b"/>
          <a:lstStyle>
            <a:lvl1pPr>
              <a:defRPr sz="3200">
                <a:solidFill>
                  <a:schemeClr val="tx1"/>
                </a:solidFill>
              </a:defRPr>
            </a:lvl1pPr>
          </a:lstStyle>
          <a:p>
            <a:r>
              <a:rPr lang="en-US"/>
              <a:t>“Add quote text here Add quote text here Add quote text here Add quote text here”</a:t>
            </a:r>
          </a:p>
        </p:txBody>
      </p:sp>
      <p:sp>
        <p:nvSpPr>
          <p:cNvPr id="4" name="Picture Placeholder 9">
            <a:extLst>
              <a:ext uri="{FF2B5EF4-FFF2-40B4-BE49-F238E27FC236}">
                <a16:creationId xmlns:a16="http://schemas.microsoft.com/office/drawing/2014/main" id="{5626D962-E9CD-6F4C-B97E-76DFFBF4EEB7}"/>
              </a:ext>
            </a:extLst>
          </p:cNvPr>
          <p:cNvSpPr>
            <a:spLocks noGrp="1" noChangeAspect="1"/>
          </p:cNvSpPr>
          <p:nvPr>
            <p:ph type="pic" sz="quarter" idx="14" hasCustomPrompt="1"/>
          </p:nvPr>
        </p:nvSpPr>
        <p:spPr>
          <a:xfrm>
            <a:off x="1929747" y="4296113"/>
            <a:ext cx="999276" cy="997527"/>
          </a:xfrm>
          <a:prstGeom prst="roundRect">
            <a:avLst/>
          </a:prstGeom>
          <a:solidFill>
            <a:schemeClr val="bg1"/>
          </a:solidFill>
        </p:spPr>
        <p:txBody>
          <a:bodyPr>
            <a:noAutofit/>
          </a:bodyPr>
          <a:lstStyle>
            <a:lvl1pPr marL="0" indent="0" algn="ctr">
              <a:buNone/>
              <a:defRPr sz="1050">
                <a:solidFill>
                  <a:schemeClr val="tx1"/>
                </a:solidFill>
                <a:latin typeface="+mj-lt"/>
              </a:defRPr>
            </a:lvl1pPr>
          </a:lstStyle>
          <a:p>
            <a:r>
              <a:rPr lang="en-CA"/>
              <a:t>Click to insert picture</a:t>
            </a:r>
          </a:p>
        </p:txBody>
      </p:sp>
    </p:spTree>
    <p:extLst>
      <p:ext uri="{BB962C8B-B14F-4D97-AF65-F5344CB8AC3E}">
        <p14:creationId xmlns:p14="http://schemas.microsoft.com/office/powerpoint/2010/main" val="4220661301"/>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opic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3637" cy="5683250"/>
          </a:xfrm>
        </p:spPr>
        <p:txBody>
          <a:bodyPr anchor="ctr">
            <a:noAutofit/>
          </a:bodyPr>
          <a:lstStyle>
            <a:lvl1pPr algn="l">
              <a:defRPr sz="3600">
                <a:gradFill flip="none" rotWithShape="1">
                  <a:gsLst>
                    <a:gs pos="0">
                      <a:schemeClr val="accent3">
                        <a:lumMod val="40000"/>
                        <a:lumOff val="60000"/>
                      </a:schemeClr>
                    </a:gs>
                    <a:gs pos="100000">
                      <a:schemeClr val="accent1"/>
                    </a:gs>
                  </a:gsLst>
                  <a:lin ang="0" scaled="1"/>
                  <a:tileRect/>
                </a:gradFill>
              </a:defRPr>
            </a:lvl1pPr>
          </a:lstStyle>
          <a:p>
            <a:r>
              <a:rPr lang="en-US"/>
              <a:t>Subheading</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6964017" y="1621962"/>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2">
            <a:extLst>
              <a:ext uri="{FF2B5EF4-FFF2-40B4-BE49-F238E27FC236}">
                <a16:creationId xmlns:a16="http://schemas.microsoft.com/office/drawing/2014/main" id="{3EF51500-7F31-99F7-4E08-706B57C7B9B5}"/>
              </a:ext>
            </a:extLst>
          </p:cNvPr>
          <p:cNvSpPr>
            <a:spLocks noGrp="1"/>
          </p:cNvSpPr>
          <p:nvPr>
            <p:ph type="body" sz="quarter" idx="12"/>
          </p:nvPr>
        </p:nvSpPr>
        <p:spPr>
          <a:xfrm>
            <a:off x="6964017" y="3106415"/>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7" name="Text Placeholder 2">
            <a:extLst>
              <a:ext uri="{FF2B5EF4-FFF2-40B4-BE49-F238E27FC236}">
                <a16:creationId xmlns:a16="http://schemas.microsoft.com/office/drawing/2014/main" id="{1C192156-0C90-14D8-779B-222D86A9A401}"/>
              </a:ext>
            </a:extLst>
          </p:cNvPr>
          <p:cNvSpPr>
            <a:spLocks noGrp="1"/>
          </p:cNvSpPr>
          <p:nvPr>
            <p:ph type="body" sz="quarter" idx="14"/>
          </p:nvPr>
        </p:nvSpPr>
        <p:spPr>
          <a:xfrm>
            <a:off x="6964017" y="4522513"/>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86828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3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a:alphaModFix amt="46000"/>
          </a:blip>
          <a:srcRect l="10595" t="987" r="10595"/>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800996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a:t>CLICK TO EDIT MASTER TEXT STYLES</a:t>
            </a:r>
          </a:p>
        </p:txBody>
      </p:sp>
    </p:spTree>
    <p:extLst>
      <p:ext uri="{BB962C8B-B14F-4D97-AF65-F5344CB8AC3E}">
        <p14:creationId xmlns:p14="http://schemas.microsoft.com/office/powerpoint/2010/main" val="101177457"/>
      </p:ext>
    </p:extLst>
  </p:cSld>
  <p:clrMapOvr>
    <a:overrideClrMapping bg1="dk1" tx1="lt1" bg2="dk2" tx2="lt2" accent1="accent1" accent2="accent2" accent3="accent3" accent4="accent4" accent5="accent5" accent6="accent6" hlink="hlink" folHlink="folHlink"/>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7592511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
        <p:nvSpPr>
          <p:cNvPr id="6" name="TextBox 5">
            <a:extLst>
              <a:ext uri="{FF2B5EF4-FFF2-40B4-BE49-F238E27FC236}">
                <a16:creationId xmlns:a16="http://schemas.microsoft.com/office/drawing/2014/main" id="{758CB968-3D76-8486-941E-C37C76B764A9}"/>
              </a:ext>
            </a:extLst>
          </p:cNvPr>
          <p:cNvSpPr txBox="1"/>
          <p:nvPr userDrawn="1">
            <p:extLst>
              <p:ext uri="{1162E1C5-73C7-4A58-AE30-91384D911F3F}">
                <p184:classification xmlns:p184="http://schemas.microsoft.com/office/powerpoint/2018/4/main" val="ftr"/>
              </p:ext>
            </p:extLst>
          </p:nvPr>
        </p:nvSpPr>
        <p:spPr>
          <a:xfrm>
            <a:off x="146893" y="654394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439942216"/>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
        <p:nvSpPr>
          <p:cNvPr id="2" name="TextBox 1">
            <a:extLst>
              <a:ext uri="{FF2B5EF4-FFF2-40B4-BE49-F238E27FC236}">
                <a16:creationId xmlns:a16="http://schemas.microsoft.com/office/drawing/2014/main" id="{D364435F-9B02-8D88-C352-7C56B6930A6A}"/>
              </a:ext>
            </a:extLst>
          </p:cNvPr>
          <p:cNvSpPr txBox="1"/>
          <p:nvPr userDrawn="1">
            <p:extLst>
              <p:ext uri="{1162E1C5-73C7-4A58-AE30-91384D911F3F}">
                <p184:classification xmlns:p184="http://schemas.microsoft.com/office/powerpoint/2018/4/main" val="ftr"/>
              </p:ext>
            </p:extLst>
          </p:nvPr>
        </p:nvSpPr>
        <p:spPr>
          <a:xfrm>
            <a:off x="146712" y="6590342"/>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84794790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TextBox 3">
            <a:extLst>
              <a:ext uri="{FF2B5EF4-FFF2-40B4-BE49-F238E27FC236}">
                <a16:creationId xmlns:a16="http://schemas.microsoft.com/office/drawing/2014/main" id="{0FDD092B-71AA-0D54-EE1E-68F3E5FA4430}"/>
              </a:ext>
            </a:extLst>
          </p:cNvPr>
          <p:cNvSpPr txBox="1"/>
          <p:nvPr userDrawn="1">
            <p:extLst>
              <p:ext uri="{1162E1C5-73C7-4A58-AE30-91384D911F3F}">
                <p184:classification xmlns:p184="http://schemas.microsoft.com/office/powerpoint/2018/4/main" val="ftr"/>
              </p:ext>
            </p:extLst>
          </p:nvPr>
        </p:nvSpPr>
        <p:spPr>
          <a:xfrm>
            <a:off x="63500" y="6549995"/>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25842358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TextBox 3">
            <a:extLst>
              <a:ext uri="{FF2B5EF4-FFF2-40B4-BE49-F238E27FC236}">
                <a16:creationId xmlns:a16="http://schemas.microsoft.com/office/drawing/2014/main" id="{3451789E-7D98-521E-F278-95D54BAE93D2}"/>
              </a:ext>
            </a:extLst>
          </p:cNvPr>
          <p:cNvSpPr txBox="1"/>
          <p:nvPr userDrawn="1">
            <p:extLst>
              <p:ext uri="{1162E1C5-73C7-4A58-AE30-91384D911F3F}">
                <p184:classification xmlns:p184="http://schemas.microsoft.com/office/powerpoint/2018/4/main" val="ftr"/>
              </p:ext>
            </p:extLst>
          </p:nvPr>
        </p:nvSpPr>
        <p:spPr>
          <a:xfrm>
            <a:off x="90177" y="6580088"/>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1494486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TextBox 3">
            <a:extLst>
              <a:ext uri="{FF2B5EF4-FFF2-40B4-BE49-F238E27FC236}">
                <a16:creationId xmlns:a16="http://schemas.microsoft.com/office/drawing/2014/main" id="{3A27E35A-5B0C-E538-63FF-002E286689CF}"/>
              </a:ext>
            </a:extLst>
          </p:cNvPr>
          <p:cNvSpPr txBox="1"/>
          <p:nvPr userDrawn="1">
            <p:extLst>
              <p:ext uri="{1162E1C5-73C7-4A58-AE30-91384D911F3F}">
                <p184:classification xmlns:p184="http://schemas.microsoft.com/office/powerpoint/2018/4/main" val="ftr"/>
              </p:ext>
            </p:extLst>
          </p:nvPr>
        </p:nvSpPr>
        <p:spPr>
          <a:xfrm>
            <a:off x="63499" y="659383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26669988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069993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9219308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781809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582985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3182492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3604626"/>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19149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438506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00900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2767571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1823862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180426491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grpSp>
      <p:sp>
        <p:nvSpPr>
          <p:cNvPr id="2" name="Oval 1">
            <a:extLst>
              <a:ext uri="{FF2B5EF4-FFF2-40B4-BE49-F238E27FC236}">
                <a16:creationId xmlns:a16="http://schemas.microsoft.com/office/drawing/2014/main" id="{1F44C497-32BF-105B-0A3A-CD3D4F824B9E}"/>
              </a:ext>
            </a:extLst>
          </p:cNvPr>
          <p:cNvSpPr/>
          <p:nvPr userDrawn="1"/>
        </p:nvSpPr>
        <p:spPr bwMode="auto">
          <a:xfrm>
            <a:off x="4017818" y="1163782"/>
            <a:ext cx="3722255" cy="2401454"/>
          </a:xfrm>
          <a:prstGeom prst="ellipse">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D76FA118-8300-D7B3-AA66-8F3A78CEC320}"/>
              </a:ext>
            </a:extLst>
          </p:cNvPr>
          <p:cNvSpPr txBox="1"/>
          <p:nvPr userDrawn="1">
            <p:extLst>
              <p:ext uri="{1162E1C5-73C7-4A58-AE30-91384D911F3F}">
                <p184:classification xmlns:p184="http://schemas.microsoft.com/office/powerpoint/2018/4/main" val="ftr"/>
              </p:ext>
            </p:extLst>
          </p:nvPr>
        </p:nvSpPr>
        <p:spPr>
          <a:xfrm>
            <a:off x="77639" y="6475212"/>
            <a:ext cx="7573991" cy="184666"/>
          </a:xfrm>
          <a:prstGeom prst="rect">
            <a:avLst/>
          </a:prstGeom>
        </p:spPr>
        <p:txBody>
          <a:bodyPr horzOverflow="overflow" wrap="square" lIns="0" tIns="0" rIns="0" bIns="0">
            <a:spAutoFit/>
          </a:bodyPr>
          <a:lstStyle/>
          <a:p>
            <a:pPr algn="l"/>
            <a:r>
              <a:rPr lang="en-US" sz="1200" b="0">
                <a:solidFill>
                  <a:schemeClr val="bg1">
                    <a:lumMod val="65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70598982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1241474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5196207"/>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84666"/>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981084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489181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792480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7043927"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7043927"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F59202E9-9335-5956-7D59-A456E170B6E2}"/>
              </a:ext>
            </a:extLst>
          </p:cNvPr>
          <p:cNvSpPr txBox="1"/>
          <p:nvPr userDrawn="1">
            <p:extLst>
              <p:ext uri="{1162E1C5-73C7-4A58-AE30-91384D911F3F}">
                <p184:classification xmlns:p184="http://schemas.microsoft.com/office/powerpoint/2018/4/main" val="ftr"/>
              </p:ext>
            </p:extLst>
          </p:nvPr>
        </p:nvSpPr>
        <p:spPr>
          <a:xfrm>
            <a:off x="145369" y="657083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43215268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534763" y="2204047"/>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4311396" y="2204047"/>
            <a:ext cx="3566160" cy="3968147"/>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2204048"/>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vert="horz" wrap="square" lIns="0" tIns="45720" rIns="0" bIns="45720" rtlCol="0" anchor="ctr">
            <a:spAutoFit/>
          </a:bodyPr>
          <a:lstStyle>
            <a:defPPr>
              <a:defRPr lang="en-US"/>
            </a:defPPr>
            <a:lvl1pPr marL="0" algn="r"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67CA0B0-04EF-433A-8113-67BC344D39D3}" type="slidenum">
              <a:rPr lang="en-US" smtClean="0">
                <a:solidFill>
                  <a:prstClr val="black">
                    <a:lumMod val="50000"/>
                    <a:lumOff val="50000"/>
                  </a:prstClr>
                </a:solidFill>
              </a:rPr>
              <a:pPr>
                <a:defRPr/>
              </a:pPr>
              <a:t>‹#›</a:t>
            </a:fld>
            <a:endParaRPr lang="en-US">
              <a:solidFill>
                <a:prstClr val="black">
                  <a:lumMod val="50000"/>
                  <a:lumOff val="50000"/>
                </a:prstClr>
              </a:solidFill>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4311396" y="2204047"/>
            <a:ext cx="3566160" cy="3768489"/>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8028432" y="2219324"/>
            <a:ext cx="3566160"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542701" y="2204047"/>
            <a:ext cx="3566159"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5470546-1AF4-A567-0A53-2B1D6520CB54}"/>
              </a:ext>
            </a:extLst>
          </p:cNvPr>
          <p:cNvSpPr txBox="1"/>
          <p:nvPr userDrawn="1">
            <p:extLst>
              <p:ext uri="{1162E1C5-73C7-4A58-AE30-91384D911F3F}">
                <p184:classification xmlns:p184="http://schemas.microsoft.com/office/powerpoint/2018/4/main" val="ftr"/>
              </p:ext>
            </p:extLst>
          </p:nvPr>
        </p:nvSpPr>
        <p:spPr>
          <a:xfrm>
            <a:off x="122827" y="6570695"/>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4027064060"/>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4" name="TextBox 13">
            <a:extLst>
              <a:ext uri="{FF2B5EF4-FFF2-40B4-BE49-F238E27FC236}">
                <a16:creationId xmlns:a16="http://schemas.microsoft.com/office/drawing/2014/main" id="{4035A54B-E8AB-0CB4-F486-CAA322873F5F}"/>
              </a:ext>
            </a:extLst>
          </p:cNvPr>
          <p:cNvSpPr txBox="1"/>
          <p:nvPr userDrawn="1">
            <p:extLst>
              <p:ext uri="{1162E1C5-73C7-4A58-AE30-91384D911F3F}">
                <p184:classification xmlns:p184="http://schemas.microsoft.com/office/powerpoint/2018/4/main" val="ftr"/>
              </p:ext>
            </p:extLst>
          </p:nvPr>
        </p:nvSpPr>
        <p:spPr>
          <a:xfrm>
            <a:off x="7378700" y="6570763"/>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200692516"/>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F3A1138B-E26F-617A-C58B-021B66845D33}"/>
              </a:ext>
            </a:extLst>
          </p:cNvPr>
          <p:cNvSpPr txBox="1"/>
          <p:nvPr userDrawn="1">
            <p:extLst>
              <p:ext uri="{1162E1C5-73C7-4A58-AE30-91384D911F3F}">
                <p184:classification xmlns:p184="http://schemas.microsoft.com/office/powerpoint/2018/4/main" val="ftr"/>
              </p:ext>
            </p:extLst>
          </p:nvPr>
        </p:nvSpPr>
        <p:spPr>
          <a:xfrm>
            <a:off x="7421832" y="6570696"/>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3644614072"/>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11806608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177150399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98974590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TextBox 3">
            <a:extLst>
              <a:ext uri="{FF2B5EF4-FFF2-40B4-BE49-F238E27FC236}">
                <a16:creationId xmlns:a16="http://schemas.microsoft.com/office/drawing/2014/main" id="{AA62D674-1D52-1FC0-3F45-1A6F019CE533}"/>
              </a:ext>
            </a:extLst>
          </p:cNvPr>
          <p:cNvSpPr txBox="1"/>
          <p:nvPr userDrawn="1">
            <p:extLst>
              <p:ext uri="{1162E1C5-73C7-4A58-AE30-91384D911F3F}">
                <p184:classification xmlns:p184="http://schemas.microsoft.com/office/powerpoint/2018/4/main" val="ftr"/>
              </p:ext>
            </p:extLst>
          </p:nvPr>
        </p:nvSpPr>
        <p:spPr>
          <a:xfrm>
            <a:off x="63500" y="664210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19540265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TextBox 3">
            <a:extLst>
              <a:ext uri="{FF2B5EF4-FFF2-40B4-BE49-F238E27FC236}">
                <a16:creationId xmlns:a16="http://schemas.microsoft.com/office/drawing/2014/main" id="{91E7B04B-B090-F0D5-B23F-7DA40C1029C9}"/>
              </a:ext>
            </a:extLst>
          </p:cNvPr>
          <p:cNvSpPr txBox="1"/>
          <p:nvPr userDrawn="1">
            <p:extLst>
              <p:ext uri="{1162E1C5-73C7-4A58-AE30-91384D911F3F}">
                <p184:classification xmlns:p184="http://schemas.microsoft.com/office/powerpoint/2018/4/main" val="ftr"/>
              </p:ext>
            </p:extLst>
          </p:nvPr>
        </p:nvSpPr>
        <p:spPr>
          <a:xfrm>
            <a:off x="63500" y="664210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60821400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403741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419095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56307914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320624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Tree>
    <p:extLst>
      <p:ext uri="{BB962C8B-B14F-4D97-AF65-F5344CB8AC3E}">
        <p14:creationId xmlns:p14="http://schemas.microsoft.com/office/powerpoint/2010/main" val="227153917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99612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240485616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
        <p:nvSpPr>
          <p:cNvPr id="4" name="TextBox 3">
            <a:extLst>
              <a:ext uri="{FF2B5EF4-FFF2-40B4-BE49-F238E27FC236}">
                <a16:creationId xmlns:a16="http://schemas.microsoft.com/office/drawing/2014/main" id="{847D24F0-0167-9B34-5BB5-0EAFF5079EDD}"/>
              </a:ext>
            </a:extLst>
          </p:cNvPr>
          <p:cNvSpPr txBox="1"/>
          <p:nvPr userDrawn="1">
            <p:extLst>
              <p:ext uri="{1162E1C5-73C7-4A58-AE30-91384D911F3F}">
                <p184:classification xmlns:p184="http://schemas.microsoft.com/office/powerpoint/2018/4/main" val="ftr"/>
              </p:ext>
            </p:extLst>
          </p:nvPr>
        </p:nvSpPr>
        <p:spPr>
          <a:xfrm>
            <a:off x="63500" y="664210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92395272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68666959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3022459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41939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4522047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18671601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2045487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8470143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2063512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416955774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200622026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TextBox 5">
            <a:extLst>
              <a:ext uri="{FF2B5EF4-FFF2-40B4-BE49-F238E27FC236}">
                <a16:creationId xmlns:a16="http://schemas.microsoft.com/office/drawing/2014/main" id="{13746466-CA67-1851-B821-F4F1F10CAF7E}"/>
              </a:ext>
            </a:extLst>
          </p:cNvPr>
          <p:cNvSpPr txBox="1"/>
          <p:nvPr userDrawn="1">
            <p:extLst>
              <p:ext uri="{1162E1C5-73C7-4A58-AE30-91384D911F3F}">
                <p184:classification xmlns:p184="http://schemas.microsoft.com/office/powerpoint/2018/4/main" val="ftr"/>
              </p:ext>
            </p:extLst>
          </p:nvPr>
        </p:nvSpPr>
        <p:spPr>
          <a:xfrm>
            <a:off x="63500" y="656046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40522022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extBox 6">
            <a:extLst>
              <a:ext uri="{FF2B5EF4-FFF2-40B4-BE49-F238E27FC236}">
                <a16:creationId xmlns:a16="http://schemas.microsoft.com/office/drawing/2014/main" id="{BED58329-2DA8-6E41-2BBB-E6AC86D49001}"/>
              </a:ext>
            </a:extLst>
          </p:cNvPr>
          <p:cNvSpPr txBox="1"/>
          <p:nvPr userDrawn="1"/>
        </p:nvSpPr>
        <p:spPr>
          <a:xfrm>
            <a:off x="7662414" y="0"/>
            <a:ext cx="4409424" cy="369332"/>
          </a:xfrm>
          <a:prstGeom prst="rect">
            <a:avLst/>
          </a:prstGeom>
          <a:noFill/>
        </p:spPr>
        <p:txBody>
          <a:bodyPr wrap="square">
            <a:spAutoFit/>
          </a:bodyPr>
          <a:lstStyle/>
          <a:p>
            <a:pPr algn="l"/>
            <a:r>
              <a:rPr lang="en-US" sz="1800" b="1" i="0" kern="1200" cap="none" spc="-50" baseline="0">
                <a:ln w="3175">
                  <a:noFill/>
                </a:ln>
                <a:solidFill>
                  <a:schemeClr val="accent4">
                    <a:lumMod val="75000"/>
                  </a:schemeClr>
                </a:solidFill>
                <a:effectLst/>
                <a:latin typeface="Segoe Sans Display Semibold" pitchFamily="2" charset="0"/>
                <a:ea typeface="+mn-ea"/>
                <a:cs typeface="Segoe Sans Display Semibold" pitchFamily="2" charset="0"/>
              </a:rPr>
              <a:t>Content under embargo until Nov 18, 2025</a:t>
            </a:r>
          </a:p>
        </p:txBody>
      </p:sp>
      <p:sp>
        <p:nvSpPr>
          <p:cNvPr id="8" name="TextBox 7">
            <a:extLst>
              <a:ext uri="{FF2B5EF4-FFF2-40B4-BE49-F238E27FC236}">
                <a16:creationId xmlns:a16="http://schemas.microsoft.com/office/drawing/2014/main" id="{664E6C7A-BFEE-1E37-C9CA-1438861E3CA3}"/>
              </a:ext>
            </a:extLst>
          </p:cNvPr>
          <p:cNvSpPr txBox="1"/>
          <p:nvPr userDrawn="1">
            <p:extLst>
              <p:ext uri="{1162E1C5-73C7-4A58-AE30-91384D911F3F}">
                <p184:classification xmlns:p184="http://schemas.microsoft.com/office/powerpoint/2018/4/main" val="ftr"/>
              </p:ext>
            </p:extLst>
          </p:nvPr>
        </p:nvSpPr>
        <p:spPr>
          <a:xfrm>
            <a:off x="63500" y="6569086"/>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157126544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49707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13219553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28386864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931865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55E1E98-66FF-FDE8-C679-48CEA9AFE75F}"/>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1358574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34369669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0549418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27616080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5D1D5487-40DD-B938-F7E3-48B2FF46F632}"/>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6244881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60F0B625-E72E-AB1B-19E6-DDE6B4D3DA95}"/>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27258393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570213"/>
            <a:ext cx="12188952" cy="287719"/>
          </a:xfrm>
          <a:prstGeom prst="roundRect">
            <a:avLst>
              <a:gd name="adj" fmla="val 0"/>
            </a:avLst>
          </a:prstGeom>
        </p:spPr>
      </p:pic>
      <p:sp>
        <p:nvSpPr>
          <p:cNvPr id="4" name="TextBox 3">
            <a:extLst>
              <a:ext uri="{FF2B5EF4-FFF2-40B4-BE49-F238E27FC236}">
                <a16:creationId xmlns:a16="http://schemas.microsoft.com/office/drawing/2014/main" id="{F5E49B8E-3EFC-6116-888B-2A203733FACE}"/>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6401589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0900610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45353411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655097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27783061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60613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57274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74599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39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86736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76448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40206884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26175567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8539554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a:prstGeom prst="rect">
            <a:avLst/>
          </a:prstGeo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
        <p:nvSpPr>
          <p:cNvPr id="3" name="TextBox 2">
            <a:extLst>
              <a:ext uri="{FF2B5EF4-FFF2-40B4-BE49-F238E27FC236}">
                <a16:creationId xmlns:a16="http://schemas.microsoft.com/office/drawing/2014/main" id="{1DBD0CEA-2D64-F284-E2F7-AA4A05C54C82}"/>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149870459"/>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3756904101"/>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49005658"/>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
        <p:nvSpPr>
          <p:cNvPr id="3" name="TextBox 2">
            <a:extLst>
              <a:ext uri="{FF2B5EF4-FFF2-40B4-BE49-F238E27FC236}">
                <a16:creationId xmlns:a16="http://schemas.microsoft.com/office/drawing/2014/main" id="{A077EF86-1141-1F10-6C23-09A3F657441C}"/>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3197160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5782408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1447595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a:prstGeom prst="rect">
            <a:avLst/>
          </a:prstGeo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7404871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a:prstGeom prst="rect">
            <a:avLst/>
          </a:prstGeo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547291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4" name="TextBox 3">
            <a:extLst>
              <a:ext uri="{FF2B5EF4-FFF2-40B4-BE49-F238E27FC236}">
                <a16:creationId xmlns:a16="http://schemas.microsoft.com/office/drawing/2014/main" id="{11664EFB-A16D-40D4-8523-10A424CA5C71}"/>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37312946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2" name="TextBox 1">
            <a:extLst>
              <a:ext uri="{FF2B5EF4-FFF2-40B4-BE49-F238E27FC236}">
                <a16:creationId xmlns:a16="http://schemas.microsoft.com/office/drawing/2014/main" id="{B6AE5587-6E63-26E3-91B2-CD37FEF60B7A}"/>
              </a:ext>
            </a:extLst>
          </p:cNvPr>
          <p:cNvSpPr txBox="1"/>
          <p:nvPr userDrawn="1">
            <p:extLst>
              <p:ext uri="{1162E1C5-73C7-4A58-AE30-91384D911F3F}">
                <p184:classification xmlns:p184="http://schemas.microsoft.com/office/powerpoint/2018/4/main" val="ftr"/>
              </p:ext>
            </p:extLst>
          </p:nvPr>
        </p:nvSpPr>
        <p:spPr>
          <a:xfrm>
            <a:off x="145369" y="658075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6655527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16514284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20697035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Tree>
    <p:extLst>
      <p:ext uri="{BB962C8B-B14F-4D97-AF65-F5344CB8AC3E}">
        <p14:creationId xmlns:p14="http://schemas.microsoft.com/office/powerpoint/2010/main" val="26906888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715449" y="512064"/>
            <a:ext cx="11018520" cy="430887"/>
          </a:xfrm>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1266275" y="1983465"/>
            <a:ext cx="3689058" cy="4071207"/>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5355382" y="1983465"/>
            <a:ext cx="5814391" cy="4071207"/>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4162339" y="28591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4252509" y="482887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5521607" y="2346387"/>
            <a:ext cx="5479000" cy="1421115"/>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5481751" y="4304287"/>
            <a:ext cx="5479000" cy="149287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1406608" y="2346388"/>
            <a:ext cx="3434324" cy="1421115"/>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1393642" y="4324707"/>
            <a:ext cx="3434324" cy="147245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1266276" y="1863441"/>
            <a:ext cx="2564907" cy="273059"/>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 </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1505696" y="2640889"/>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4358936" y="1883804"/>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2605832" y="2844791"/>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5811732" y="2818537"/>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1505696" y="408425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2605832" y="428815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5812757" y="485554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344418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13739555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18126909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39" name="Text Placeholder 12">
            <a:extLst>
              <a:ext uri="{FF2B5EF4-FFF2-40B4-BE49-F238E27FC236}">
                <a16:creationId xmlns:a16="http://schemas.microsoft.com/office/drawing/2014/main" id="{390451D9-D908-3B97-C523-5AD916D4DAB8}"/>
              </a:ext>
            </a:extLst>
          </p:cNvPr>
          <p:cNvSpPr>
            <a:spLocks noGrp="1"/>
          </p:cNvSpPr>
          <p:nvPr>
            <p:ph type="body" sz="quarter" idx="41"/>
          </p:nvPr>
        </p:nvSpPr>
        <p:spPr>
          <a:xfrm>
            <a:off x="584200" y="6482767"/>
            <a:ext cx="10058400" cy="123111"/>
          </a:xfrm>
          <a:prstGeom prst="rect">
            <a:avLst/>
          </a:prstGeom>
        </p:spPr>
        <p:txBody>
          <a:bodyPr anchor="b" anchorCtr="0"/>
          <a:lstStyle>
            <a:lvl1pPr>
              <a:spcBef>
                <a:spcPts val="100"/>
              </a:spcBef>
              <a:defRPr sz="8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325557864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5" name="Text Placeholder 12">
            <a:extLst>
              <a:ext uri="{FF2B5EF4-FFF2-40B4-BE49-F238E27FC236}">
                <a16:creationId xmlns:a16="http://schemas.microsoft.com/office/drawing/2014/main" id="{31D56D28-AB28-EDB2-5C51-5973494FA214}"/>
              </a:ext>
            </a:extLst>
          </p:cNvPr>
          <p:cNvSpPr>
            <a:spLocks noGrp="1"/>
          </p:cNvSpPr>
          <p:nvPr>
            <p:ph type="body" sz="quarter" idx="41"/>
          </p:nvPr>
        </p:nvSpPr>
        <p:spPr>
          <a:xfrm>
            <a:off x="584200" y="6498156"/>
            <a:ext cx="10058400" cy="107722"/>
          </a:xfrm>
          <a:prstGeom prst="rect">
            <a:avLst/>
          </a:prstGeom>
        </p:spPr>
        <p:txBody>
          <a:bodyPr anchor="b" anchorCtr="0"/>
          <a:lstStyle>
            <a:lvl1pPr>
              <a:spcBef>
                <a:spcPts val="100"/>
              </a:spcBef>
              <a:defRPr sz="7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552078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36174021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a:prstGeom prst="rect">
            <a:avLst/>
          </a:prstGeo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525722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583012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1_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80841575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25267754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
        <p:nvSpPr>
          <p:cNvPr id="6" name="Rectangle: Single Corner Rounded 5">
            <a:extLst>
              <a:ext uri="{FF2B5EF4-FFF2-40B4-BE49-F238E27FC236}">
                <a16:creationId xmlns:a16="http://schemas.microsoft.com/office/drawing/2014/main" id="{EF03C0EE-B20E-7BEE-264D-22A9727A9CF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7C27A3C-E199-76C7-D306-E881AA30FC6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D1616FA2-9D2C-8ECA-5E45-469CD1582EE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5E45A406-A3D7-5E6D-263B-E4B7E15B19D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4" action="ppaction://hlinksldjump"/>
            <a:extLst>
              <a:ext uri="{FF2B5EF4-FFF2-40B4-BE49-F238E27FC236}">
                <a16:creationId xmlns:a16="http://schemas.microsoft.com/office/drawing/2014/main" id="{FD996E6E-A44D-B8BA-C56D-FB5F8A4B8767}"/>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274951643"/>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
        <p:nvSpPr>
          <p:cNvPr id="2" name="Rectangle: Single Corner Rounded 1">
            <a:extLst>
              <a:ext uri="{FF2B5EF4-FFF2-40B4-BE49-F238E27FC236}">
                <a16:creationId xmlns:a16="http://schemas.microsoft.com/office/drawing/2014/main" id="{8300F718-54FA-0F60-6477-C3B2081EF459}"/>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38F7E899-7584-0EDE-88B6-5D5CABB8969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528EA8FC-A99A-B075-3D3D-3725C7A6905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943166D0-A493-CEAD-ECA7-8AFF8E32A70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3" action="ppaction://hlinksldjump"/>
            <a:extLst>
              <a:ext uri="{FF2B5EF4-FFF2-40B4-BE49-F238E27FC236}">
                <a16:creationId xmlns:a16="http://schemas.microsoft.com/office/drawing/2014/main" id="{557AC2D0-2F2C-82AA-7360-5EE934F3406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949101696"/>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1B2DEF80-041D-77FD-B8E8-C078C398FE9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5342565D-CBC1-C9DD-F7C5-511242B2A04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32FF796-ADFB-5545-548F-90CDDDC4062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EEB67BBC-5480-5157-9928-EE34ECDDFF7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BAF96844-5EF7-DF0F-3561-4686671DC597}"/>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29629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B7DA1E5F-0B6E-D84E-A969-54274B041F0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7ECBD64D-391D-DDD5-0999-4B1C2432347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45F2B9EF-FA29-7736-674A-BBEF24A2A84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8456457-B645-6B4A-9234-FD13629610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909A2849-8DB7-F1AF-08A2-B13986370749}"/>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1046633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3531283E-7E05-06D6-CED0-423403AF3C8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F906741F-F457-6312-7C1C-A09F6440F65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85E7ACB5-6589-7A26-354C-E93AE4CABE4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C0FF2EFA-C10B-EEC9-6956-36C7BFDE94B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564C131B-6169-FE63-81DA-06E2313FB04F}"/>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474094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459478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20871262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Rectangle: Single Corner Rounded 2">
            <a:extLst>
              <a:ext uri="{FF2B5EF4-FFF2-40B4-BE49-F238E27FC236}">
                <a16:creationId xmlns:a16="http://schemas.microsoft.com/office/drawing/2014/main" id="{758B2ED8-1F95-9E15-AD78-1640240A5F5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F1A10584-5E85-378F-3690-87D31F7E1D6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53AD5CD-EA72-71FE-650E-F024476CF13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305FEDCE-8D88-1C78-28C6-93D3FEFD456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5" action="ppaction://hlinksldjump"/>
            <a:extLst>
              <a:ext uri="{FF2B5EF4-FFF2-40B4-BE49-F238E27FC236}">
                <a16:creationId xmlns:a16="http://schemas.microsoft.com/office/drawing/2014/main" id="{68337658-7BB2-6A81-B50F-082644C36077}"/>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0215953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882871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197836183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1131676"/>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578712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537851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886941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7864689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3" name="Rectangle: Single Corner Rounded 2">
            <a:extLst>
              <a:ext uri="{FF2B5EF4-FFF2-40B4-BE49-F238E27FC236}">
                <a16:creationId xmlns:a16="http://schemas.microsoft.com/office/drawing/2014/main" id="{7F3DBCB9-091E-64E7-9024-924C0419DCE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4A0ACFB-F961-A014-386B-ECF382E3A025}"/>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CFB7F0D-154E-F599-E9CD-E5B860162C2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F31A2294-3704-9C17-00A3-5E7F5B13B2A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2" action="ppaction://hlinksldjump"/>
            <a:extLst>
              <a:ext uri="{FF2B5EF4-FFF2-40B4-BE49-F238E27FC236}">
                <a16:creationId xmlns:a16="http://schemas.microsoft.com/office/drawing/2014/main" id="{B28B5922-6563-F0FD-8795-8108550FB03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4598033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76428472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2" name="Rectangle: Single Corner Rounded 1">
            <a:extLst>
              <a:ext uri="{FF2B5EF4-FFF2-40B4-BE49-F238E27FC236}">
                <a16:creationId xmlns:a16="http://schemas.microsoft.com/office/drawing/2014/main" id="{D2481967-D510-2C9B-AF33-B2CF91E1A8F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70A396F1-112F-15B3-C82A-E461FC744DA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9538267E-0363-5E4F-6768-A49EC7BFBFA9}"/>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FAADF89-CB76-6AD1-6A51-D486F82AA15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DC7123A5-9A6B-2145-5731-EEB51A5D59FB}"/>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68981534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480172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580393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84666"/>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169057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Single Corner Rounded 6">
            <a:extLst>
              <a:ext uri="{FF2B5EF4-FFF2-40B4-BE49-F238E27FC236}">
                <a16:creationId xmlns:a16="http://schemas.microsoft.com/office/drawing/2014/main" id="{5A7D2368-3C2D-37B2-A2AC-BFB4AA4E14E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7EFDC503-4B2B-7AA8-2F1C-1217F07EAE1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9FF17851-8442-0F46-81A2-0CE4E976468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CF63050-A229-DF5B-344F-3034F467A5E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4" action="ppaction://hlinksldjump"/>
            <a:extLst>
              <a:ext uri="{FF2B5EF4-FFF2-40B4-BE49-F238E27FC236}">
                <a16:creationId xmlns:a16="http://schemas.microsoft.com/office/drawing/2014/main" id="{808CC916-100F-93AA-1B0A-D65C7B77BFF3}"/>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74155223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792480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7043927"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7043927"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Single Corner Rounded 6">
            <a:extLst>
              <a:ext uri="{FF2B5EF4-FFF2-40B4-BE49-F238E27FC236}">
                <a16:creationId xmlns:a16="http://schemas.microsoft.com/office/drawing/2014/main" id="{A7A6CA99-8EA8-3872-52B6-761D7401081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98CE3142-633E-0847-B776-91B95911ECE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CDB3D5A9-03FC-E86D-8C21-C59B5D07072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68DBB1E1-64A9-98C9-459B-F7C94C2B1CD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4" action="ppaction://hlinksldjump"/>
            <a:extLst>
              <a:ext uri="{FF2B5EF4-FFF2-40B4-BE49-F238E27FC236}">
                <a16:creationId xmlns:a16="http://schemas.microsoft.com/office/drawing/2014/main" id="{65246551-DC5D-0E94-9564-BE29F9EB87F8}"/>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28095650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534763" y="2204047"/>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4311396" y="2204047"/>
            <a:ext cx="3566160" cy="3968147"/>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2204048"/>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4311396" y="2204047"/>
            <a:ext cx="3566160" cy="3768489"/>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8028432" y="2219324"/>
            <a:ext cx="3566160"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542701" y="2204047"/>
            <a:ext cx="3566159"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BC732C56-ED2E-0A3B-06A2-AC30ED382C54}"/>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F29852D-7B7A-BBB6-D40C-4541D67DAA9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E6DAF8E7-D37C-89CA-BB88-EB251011DC4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9653F409-769E-6A6C-356C-D6D8209A157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652C157A-5D01-6359-0BC3-B4A62179D248}"/>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2718091"/>
      </p:ext>
    </p:extLst>
  </p:cSld>
  <p:clrMapOvr>
    <a:masterClrMapping/>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Rectangle: Single Corner Rounded 5">
            <a:extLst>
              <a:ext uri="{FF2B5EF4-FFF2-40B4-BE49-F238E27FC236}">
                <a16:creationId xmlns:a16="http://schemas.microsoft.com/office/drawing/2014/main" id="{E845F47E-F8B8-2F10-A575-4C26F81C295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F778DE5D-64F7-A7FF-FC5F-D5C8582940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87082224-68CF-42A7-EE72-D9A06FDBB33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0DEE8651-3D56-7F5B-E2F0-F90A4B47951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rId4" action="ppaction://hlinksldjump"/>
            <a:extLst>
              <a:ext uri="{FF2B5EF4-FFF2-40B4-BE49-F238E27FC236}">
                <a16:creationId xmlns:a16="http://schemas.microsoft.com/office/drawing/2014/main" id="{1D553159-0E05-FC12-C3AE-4B63ADD543B1}"/>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34816348"/>
      </p:ext>
    </p:extLst>
  </p:cSld>
  <p:clrMapOvr>
    <a:masterClrMapping/>
  </p:clrMapOvr>
  <p:transition>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Rectangle: Single Corner Rounded 5">
            <a:extLst>
              <a:ext uri="{FF2B5EF4-FFF2-40B4-BE49-F238E27FC236}">
                <a16:creationId xmlns:a16="http://schemas.microsoft.com/office/drawing/2014/main" id="{2BB51DDC-39E7-73A7-51D6-E69E30B8D64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2A35711-ACD9-8045-AA5A-124DE98813C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E98146FC-184D-6C88-E507-23F349C95D3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FD1BE0-BECA-38DB-033E-5F4C01E1C99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rId4" action="ppaction://hlinksldjump"/>
            <a:extLst>
              <a:ext uri="{FF2B5EF4-FFF2-40B4-BE49-F238E27FC236}">
                <a16:creationId xmlns:a16="http://schemas.microsoft.com/office/drawing/2014/main" id="{80C4EECE-A67A-C184-DE9C-73112FAE3FB9}"/>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776179497"/>
      </p:ext>
    </p:extLst>
  </p:cSld>
  <p:clrMapOvr>
    <a:masterClrMapping/>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41294224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preserve="1" userDrawn="1">
  <p:cSld name="Devic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2" name="Rectangle: Single Corner Rounded 1">
            <a:extLst>
              <a:ext uri="{FF2B5EF4-FFF2-40B4-BE49-F238E27FC236}">
                <a16:creationId xmlns:a16="http://schemas.microsoft.com/office/drawing/2014/main" id="{2EC7005D-CC0C-08CE-F03E-5D3ACEDE5E0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281DA96-ECFA-6144-762A-F5C05CAAAD7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63A31DD5-7742-2690-0B60-B7365868213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3937CA6-20F3-6B07-A339-8535ECFA474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46434BB2-B840-B080-6AB9-E5F2202DDEF3}"/>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46491024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4" name="Rectangle: Single Corner Rounded 3">
            <a:extLst>
              <a:ext uri="{FF2B5EF4-FFF2-40B4-BE49-F238E27FC236}">
                <a16:creationId xmlns:a16="http://schemas.microsoft.com/office/drawing/2014/main" id="{DDC540BA-BDCD-29AD-D97E-B3BE7E9A024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F4BB1920-D367-339B-60E4-6856399F2D1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77CCFB48-6133-BDA4-81E3-2204F522B76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1D75DC79-ADDF-B7DC-6088-8B0FA4703EA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126636B3-5FF1-A8F9-3F52-15644BBA5FFA}"/>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57645234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Rectangle: Single Corner Rounded 3">
            <a:extLst>
              <a:ext uri="{FF2B5EF4-FFF2-40B4-BE49-F238E27FC236}">
                <a16:creationId xmlns:a16="http://schemas.microsoft.com/office/drawing/2014/main" id="{27DA7B02-A8DB-DA73-CE35-A14A3918C08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C8EF74B1-3EDD-C923-2EDB-E4C7BA7AC61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F5A23029-C5E5-D5AC-3AC8-3304DE1DBA6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EE5BA749-FBFC-058C-941C-F539A7423C3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70FBBE71-EAE0-D02B-DE2B-A597687841A0}"/>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54838205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Rectangle: Single Corner Rounded 3">
            <a:extLst>
              <a:ext uri="{FF2B5EF4-FFF2-40B4-BE49-F238E27FC236}">
                <a16:creationId xmlns:a16="http://schemas.microsoft.com/office/drawing/2014/main" id="{DC319D06-A325-3865-9961-F792503CFB0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A69DE2D5-1CBA-1BA9-B3E1-8C6D57D78F3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C1B3D3D6-1D89-6E1B-74D8-45C6537482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DEB29377-46DA-3EE3-F09D-2E16FE55751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E2699D2E-C693-FCE7-0E94-CA46C36329C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7814853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64003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Single Corner Rounded 3">
            <a:extLst>
              <a:ext uri="{FF2B5EF4-FFF2-40B4-BE49-F238E27FC236}">
                <a16:creationId xmlns:a16="http://schemas.microsoft.com/office/drawing/2014/main" id="{47E0569E-7B47-3608-F28C-6C86B1ECDAA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8D0D0FB-0F7A-466F-5253-A13EE131132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56098C1F-10B2-D4D5-A76C-072D54ACB1B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F2309F8-FAEB-AA27-B9D9-84150D9631E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416224B9-8F77-C636-D902-5A4D93EF3C60}"/>
              </a:ext>
            </a:extLst>
          </p:cNvPr>
          <p:cNvPicPr>
            <a:picLocks noChangeAspect="1"/>
          </p:cNvPicPr>
          <p:nvPr userDrawn="1"/>
        </p:nvPicPr>
        <p:blipFill>
          <a:blip r:embed="rId7">
            <a:extLst>
              <a:ext uri="{96DAC541-7B7A-43D3-8B79-37D633B846F1}">
                <asvg:svgBlip xmlns:asvg="http://schemas.microsoft.com/office/drawing/2016/SVG/main" r:embed="rId8"/>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4558912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Rectangle: Single Corner Rounded 3">
            <a:extLst>
              <a:ext uri="{FF2B5EF4-FFF2-40B4-BE49-F238E27FC236}">
                <a16:creationId xmlns:a16="http://schemas.microsoft.com/office/drawing/2014/main" id="{BCCA12CC-F878-88D5-3508-7D352F94663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4556F2F7-83FD-54A8-7FC7-8F0EA6AD8D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8067BF19-6765-129F-2A22-B5769FE497A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8459F15-C029-8AA3-23C0-5144A17B435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C9FA043C-D059-A270-0450-9191F5E3E5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63174266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Single Corner Rounded 1">
            <a:extLst>
              <a:ext uri="{FF2B5EF4-FFF2-40B4-BE49-F238E27FC236}">
                <a16:creationId xmlns:a16="http://schemas.microsoft.com/office/drawing/2014/main" id="{D34224B2-49EE-4739-FEB9-697CB69A0CA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7F59BA4-2BA0-006A-392C-BCA8F17C79F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45EB44EA-4DC1-F06E-B8C8-1DBCC3A31D0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9583D399-5223-78DF-6F57-2E14A555D74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A668999E-5ABE-F11B-0E4D-3B79023F8E1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00183983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
        <p:nvSpPr>
          <p:cNvPr id="4" name="Rectangle: Single Corner Rounded 3">
            <a:extLst>
              <a:ext uri="{FF2B5EF4-FFF2-40B4-BE49-F238E27FC236}">
                <a16:creationId xmlns:a16="http://schemas.microsoft.com/office/drawing/2014/main" id="{BA10B8F8-B879-8FBB-6228-91ECCEECAB1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AFEC347B-0275-DB3C-F239-4C31369DA49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3C2CDF6-96FE-B28C-26EB-9AFD0AB1ECA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4EA3312F-5077-8A59-BE99-888D828876C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359C1D64-578B-CFB9-EE05-DBE0C155EAE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22847733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31379C6C-0B38-16B3-A8CD-95D3AE01BD0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7F36B3FE-9A37-EF7C-EF30-65D253DC58F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2F1A22B-E72F-3C9A-02CD-CDE5A9D0B03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EAE8C3CF-F5BF-ACFB-5F12-E882962CF55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5C7A1019-B833-3C60-7F42-83029763C71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0481598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72618969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96672587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0299165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174704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77122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0838757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4646424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9197987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07921393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5242181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29355586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Rectangle: Single Corner Rounded 2">
            <a:extLst>
              <a:ext uri="{FF2B5EF4-FFF2-40B4-BE49-F238E27FC236}">
                <a16:creationId xmlns:a16="http://schemas.microsoft.com/office/drawing/2014/main" id="{6BBAF511-66CD-6862-E124-25E398EC68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E18A3A5-B866-3F3F-C94F-DFDE280B6F1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83248046-EB0E-67FC-7DC4-58E8B7AB1C7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BDC79A5-6FA6-6CFD-5398-E1829053D02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hlinkshowjump?jump=firstslide"/>
            <a:extLst>
              <a:ext uri="{FF2B5EF4-FFF2-40B4-BE49-F238E27FC236}">
                <a16:creationId xmlns:a16="http://schemas.microsoft.com/office/drawing/2014/main" id="{104E4C97-89D7-5997-B5FB-82DD183B7FB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57569202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Rectangle: Single Corner Rounded 5">
            <a:extLst>
              <a:ext uri="{FF2B5EF4-FFF2-40B4-BE49-F238E27FC236}">
                <a16:creationId xmlns:a16="http://schemas.microsoft.com/office/drawing/2014/main" id="{665B6C1C-49FD-9769-C225-FA9BF9E0ED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DA8F9BB5-401A-AECD-18A3-F0EFB301920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85BCEA1E-E11D-D1BB-49C5-5D1A6CD295B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1FA0DAAB-E22F-0853-9257-66AAED12069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hlinkshowjump?jump=firstslide"/>
            <a:extLst>
              <a:ext uri="{FF2B5EF4-FFF2-40B4-BE49-F238E27FC236}">
                <a16:creationId xmlns:a16="http://schemas.microsoft.com/office/drawing/2014/main" id="{8F70019E-EF4E-81F3-935C-CC49BB0E062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1832660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Rectangle: Single Corner Rounded 2">
            <a:extLst>
              <a:ext uri="{FF2B5EF4-FFF2-40B4-BE49-F238E27FC236}">
                <a16:creationId xmlns:a16="http://schemas.microsoft.com/office/drawing/2014/main" id="{28AC9BDA-E2D0-E751-039F-C83C04BF8FBD}"/>
              </a:ext>
            </a:extLst>
          </p:cNvPr>
          <p:cNvSpPr/>
          <p:nvPr userDrawn="1"/>
        </p:nvSpPr>
        <p:spPr bwMode="auto">
          <a:xfrm flipH="1">
            <a:off x="10794205" y="644273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0D75BA9-39AA-B323-3D67-CE9707420A65}"/>
              </a:ext>
              <a:ext uri="{C183D7F6-B498-43B3-948B-1728B52AA6E4}">
                <adec:decorative xmlns:adec="http://schemas.microsoft.com/office/drawing/2017/decorative" val="1"/>
              </a:ext>
            </a:extLst>
          </p:cNvPr>
          <p:cNvCxnSpPr>
            <a:cxnSpLocks/>
          </p:cNvCxnSpPr>
          <p:nvPr userDrawn="1"/>
        </p:nvCxnSpPr>
        <p:spPr>
          <a:xfrm>
            <a:off x="11695960" y="656841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0B5F1935-2AE2-25F8-12B6-D1C951036886}"/>
              </a:ext>
            </a:extLst>
          </p:cNvPr>
          <p:cNvSpPr/>
          <p:nvPr userDrawn="1"/>
        </p:nvSpPr>
        <p:spPr bwMode="auto">
          <a:xfrm rot="16200000">
            <a:off x="11421321" y="659321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3B7BB8F0-D028-147B-5BFE-554257916D35}"/>
              </a:ext>
            </a:extLst>
          </p:cNvPr>
          <p:cNvSpPr/>
          <p:nvPr userDrawn="1"/>
        </p:nvSpPr>
        <p:spPr bwMode="auto">
          <a:xfrm rot="5400000" flipH="1">
            <a:off x="11812645" y="659321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6D50E656-790D-7341-913C-CD09717C46C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514422"/>
            <a:ext cx="290467" cy="290871"/>
          </a:xfrm>
          <a:prstGeom prst="rect">
            <a:avLst/>
          </a:prstGeom>
        </p:spPr>
      </p:pic>
    </p:spTree>
    <p:extLst>
      <p:ext uri="{BB962C8B-B14F-4D97-AF65-F5344CB8AC3E}">
        <p14:creationId xmlns:p14="http://schemas.microsoft.com/office/powerpoint/2010/main" val="15680074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
        <p:nvSpPr>
          <p:cNvPr id="3" name="Rectangle: Single Corner Rounded 2">
            <a:extLst>
              <a:ext uri="{FF2B5EF4-FFF2-40B4-BE49-F238E27FC236}">
                <a16:creationId xmlns:a16="http://schemas.microsoft.com/office/drawing/2014/main" id="{C7C10F3F-D14B-3EBB-57AD-7F6629846557}"/>
              </a:ext>
            </a:extLst>
          </p:cNvPr>
          <p:cNvSpPr/>
          <p:nvPr userDrawn="1"/>
        </p:nvSpPr>
        <p:spPr bwMode="auto">
          <a:xfrm flipH="1">
            <a:off x="10794205" y="6433207"/>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6BBD3826-4683-09FE-D383-C9233BB8B9FB}"/>
              </a:ext>
              <a:ext uri="{C183D7F6-B498-43B3-948B-1728B52AA6E4}">
                <adec:decorative xmlns:adec="http://schemas.microsoft.com/office/drawing/2017/decorative" val="1"/>
              </a:ext>
            </a:extLst>
          </p:cNvPr>
          <p:cNvCxnSpPr>
            <a:cxnSpLocks/>
          </p:cNvCxnSpPr>
          <p:nvPr userDrawn="1"/>
        </p:nvCxnSpPr>
        <p:spPr>
          <a:xfrm>
            <a:off x="11695960" y="6558892"/>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2399B0D4-62AC-BE9C-8C07-6A9E5A9702A8}"/>
              </a:ext>
            </a:extLst>
          </p:cNvPr>
          <p:cNvSpPr/>
          <p:nvPr userDrawn="1"/>
        </p:nvSpPr>
        <p:spPr bwMode="auto">
          <a:xfrm rot="16200000">
            <a:off x="11421321" y="6583692"/>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B50C8814-8E70-F7C2-2E82-8FB8ED3009A1}"/>
              </a:ext>
            </a:extLst>
          </p:cNvPr>
          <p:cNvSpPr/>
          <p:nvPr userDrawn="1"/>
        </p:nvSpPr>
        <p:spPr bwMode="auto">
          <a:xfrm rot="5400000" flipH="1">
            <a:off x="11812645" y="6583692"/>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60289E07-0EA3-6191-D334-9BD13F078A2D}"/>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504897"/>
            <a:ext cx="290467" cy="290871"/>
          </a:xfrm>
          <a:prstGeom prst="rect">
            <a:avLst/>
          </a:prstGeom>
        </p:spPr>
      </p:pic>
    </p:spTree>
    <p:extLst>
      <p:ext uri="{BB962C8B-B14F-4D97-AF65-F5344CB8AC3E}">
        <p14:creationId xmlns:p14="http://schemas.microsoft.com/office/powerpoint/2010/main" val="24170097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21391424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tx1"/>
              </a:solidFill>
              <a:ea typeface="Segoe UI" pitchFamily="34" charset="0"/>
              <a:cs typeface="Segoe UI" pitchFamily="34" charset="0"/>
            </a:endParaRPr>
          </a:p>
        </p:txBody>
      </p:sp>
      <p:sp>
        <p:nvSpPr>
          <p:cNvPr id="6" name="Rectangle: Single Corner Rounded 5">
            <a:extLst>
              <a:ext uri="{FF2B5EF4-FFF2-40B4-BE49-F238E27FC236}">
                <a16:creationId xmlns:a16="http://schemas.microsoft.com/office/drawing/2014/main" id="{A758B578-B4EF-3845-644E-C40A98C7C06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658A4C9F-3ABD-2024-4BDE-E16C6879B9B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54CE01F4-A614-E55F-5F92-DD1DC56631C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CACA2557-246E-AED4-CB3C-FC99011A7CD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2F8A536-60CF-713B-CE3A-C9AB2BF3001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9601305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55E1E98-66FF-FDE8-C679-48CEA9AFE75F}"/>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
        <p:nvSpPr>
          <p:cNvPr id="6" name="Rectangle: Single Corner Rounded 5">
            <a:extLst>
              <a:ext uri="{FF2B5EF4-FFF2-40B4-BE49-F238E27FC236}">
                <a16:creationId xmlns:a16="http://schemas.microsoft.com/office/drawing/2014/main" id="{5980DEC3-1A5B-A4CE-BDB0-20F9B5246A2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3F0D98B4-ED81-1C98-B94D-F4AD7A7C32E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E2668668-2534-CE75-DA6E-A025CB87856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97AEF635-A538-362C-CA59-101AC855E7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0D475A54-28C4-9609-0F9C-DFFBAF7C9D5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494257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
        <p:nvSpPr>
          <p:cNvPr id="3" name="Rectangle: Single Corner Rounded 2">
            <a:extLst>
              <a:ext uri="{FF2B5EF4-FFF2-40B4-BE49-F238E27FC236}">
                <a16:creationId xmlns:a16="http://schemas.microsoft.com/office/drawing/2014/main" id="{1021BC44-D517-72A9-FB95-5BBF5D44B82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672F09F3-B1AC-97C6-D2DF-576877772B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FF587DED-7E36-E992-4515-9122E22347C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14B8E33C-A609-3DE4-AB92-68CA2A98C16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2D43C62B-834C-7B1E-C2BD-F1CD5B885B28}"/>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09377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Rectangle: Single Corner Rounded 2">
            <a:extLst>
              <a:ext uri="{FF2B5EF4-FFF2-40B4-BE49-F238E27FC236}">
                <a16:creationId xmlns:a16="http://schemas.microsoft.com/office/drawing/2014/main" id="{6761B9BA-F260-6665-A9FC-F26BDAC23DC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529A5E3E-815E-E9BA-233D-62F61A38597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EBC91024-3EA7-7BE2-F91F-7DEBCB659EB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3CEA3583-CF78-A530-07F6-89208C2A045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7" name="Graphic 6" descr="Home outline">
            <a:hlinkClick r:id="" action="ppaction://hlinkshowjump?jump=firstslide"/>
            <a:extLst>
              <a:ext uri="{FF2B5EF4-FFF2-40B4-BE49-F238E27FC236}">
                <a16:creationId xmlns:a16="http://schemas.microsoft.com/office/drawing/2014/main" id="{B7629007-E174-3640-1E04-C6F670242589}"/>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4489986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
        <p:nvSpPr>
          <p:cNvPr id="3" name="Rectangle: Single Corner Rounded 2">
            <a:extLst>
              <a:ext uri="{FF2B5EF4-FFF2-40B4-BE49-F238E27FC236}">
                <a16:creationId xmlns:a16="http://schemas.microsoft.com/office/drawing/2014/main" id="{EC7B6110-5481-E7B4-53AC-051C66AAE59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BE77BD12-964A-D4CA-E323-710B8503689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B884CBC4-57BA-00BA-E8DF-37211D66E45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9546D00B-FE2D-2D4A-3E5D-BE0EF32DB8D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69D41EB2-86E4-E7BB-FDD4-D1FE015AFB3E}"/>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6799787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Rectangle: Single Corner Rounded 3">
            <a:extLst>
              <a:ext uri="{FF2B5EF4-FFF2-40B4-BE49-F238E27FC236}">
                <a16:creationId xmlns:a16="http://schemas.microsoft.com/office/drawing/2014/main" id="{8D381952-EF29-4B2D-9E22-CC5F1E89CC9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DB729FA0-25BB-2DEC-1AD6-ECE4F769B02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27641C03-4E93-A8ED-4F50-B0C7C24A501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040F1D0D-6D21-3FDE-C7C3-89CD9559B1D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919CAA01-5030-8F74-FC0D-07298DC72093}"/>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0892672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Rectangle: Single Corner Rounded 2">
            <a:extLst>
              <a:ext uri="{FF2B5EF4-FFF2-40B4-BE49-F238E27FC236}">
                <a16:creationId xmlns:a16="http://schemas.microsoft.com/office/drawing/2014/main" id="{36EFF19C-AE2A-99CD-0683-71CCB0E62F7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927A167A-6108-573B-3F72-AC70A365304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637ECFD1-2073-08FE-7F92-052F35A898F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C6A6B8CF-1C21-A01E-8B5B-03F38C734D7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84C96DFF-F453-DD42-2DD3-18C93A0D264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249251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570213"/>
            <a:ext cx="12188952" cy="287719"/>
          </a:xfrm>
          <a:prstGeom prst="roundRect">
            <a:avLst>
              <a:gd name="adj" fmla="val 0"/>
            </a:avLst>
          </a:prstGeom>
        </p:spPr>
      </p:pic>
      <p:sp>
        <p:nvSpPr>
          <p:cNvPr id="3" name="Rectangle: Single Corner Rounded 2">
            <a:extLst>
              <a:ext uri="{FF2B5EF4-FFF2-40B4-BE49-F238E27FC236}">
                <a16:creationId xmlns:a16="http://schemas.microsoft.com/office/drawing/2014/main" id="{4B727FEE-2BDB-F399-E5A8-5CF8AA8D42B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E4E163E0-B5A5-DA3E-F9F2-E0AA1CCFE41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54A032E6-7F84-02C6-C620-672D0A723AD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34DF0A6F-9AB6-4B73-C803-6738550E28C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F019D4F8-5FCB-91A0-C9B9-7B387210FC5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9691261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1621067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73254900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87868933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33275237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83402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3160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87920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18414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616790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83667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745262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4879322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3131420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3" name="Rectangle: Single Corner Rounded 2">
            <a:extLst>
              <a:ext uri="{FF2B5EF4-FFF2-40B4-BE49-F238E27FC236}">
                <a16:creationId xmlns:a16="http://schemas.microsoft.com/office/drawing/2014/main" id="{34D61862-2205-6859-6E94-19AE400C5A9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4E070AB6-CD2D-8CE4-E836-3445A37CDEC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D04B5961-BB19-D1E4-B13E-450C373EDB2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9758ED1B-4057-451F-65B6-775A50F0BB51}"/>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A356BCAB-2C61-ED23-17FC-AFB63AA81C66}"/>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808699912"/>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3996651013"/>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77730079"/>
      </p:ext>
    </p:extLst>
  </p:cSld>
  <p:clrMapOvr>
    <a:masterClrMapping/>
  </p:clrMapOvr>
  <p:transition>
    <p:fade/>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2828046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2" name="Rectangle: Single Corner Rounded 1">
            <a:extLst>
              <a:ext uri="{FF2B5EF4-FFF2-40B4-BE49-F238E27FC236}">
                <a16:creationId xmlns:a16="http://schemas.microsoft.com/office/drawing/2014/main" id="{4373A990-6576-E56E-B5C5-EDAD96672C4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92E229B9-4F5D-5524-1A4B-30D1164461D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2E3795B-DE18-9DEC-C3FE-D010AB510B1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8BF6B19D-BC9C-4521-859D-292538C1348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86DC15CE-30AC-B574-977E-A69668237F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17323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4" name="Rectangle: Single Corner Rounded 3">
            <a:extLst>
              <a:ext uri="{FF2B5EF4-FFF2-40B4-BE49-F238E27FC236}">
                <a16:creationId xmlns:a16="http://schemas.microsoft.com/office/drawing/2014/main" id="{CE92136D-D214-2EA1-4662-AEE174FB363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5B47794B-09CF-7B1C-7E38-36921A98CB2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BF31C40-FC1C-1356-04D5-6DEA572D0A0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2CCD3CD6-7169-4181-3D7C-6DB044D18FE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33503953-BF40-9A9A-A73F-3F80640D70B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76268845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3721210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ectangle: Single Corner Rounded 3">
            <a:extLst>
              <a:ext uri="{FF2B5EF4-FFF2-40B4-BE49-F238E27FC236}">
                <a16:creationId xmlns:a16="http://schemas.microsoft.com/office/drawing/2014/main" id="{2B779BDC-941E-E180-5F66-9C30B4BDB7B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14535233-88C1-D3BC-F952-ED7F89EE054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Isosceles Triangle 22">
            <a:hlinkClick r:id="" action="ppaction://hlinkshowjump?jump=previousslide"/>
            <a:extLst>
              <a:ext uri="{FF2B5EF4-FFF2-40B4-BE49-F238E27FC236}">
                <a16:creationId xmlns:a16="http://schemas.microsoft.com/office/drawing/2014/main" id="{EF64F527-E044-D4B5-3B44-DAB011AAFA4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7" name="Isosceles Triangle 26">
            <a:hlinkClick r:id="" action="ppaction://hlinkshowjump?jump=nextslide"/>
            <a:extLst>
              <a:ext uri="{FF2B5EF4-FFF2-40B4-BE49-F238E27FC236}">
                <a16:creationId xmlns:a16="http://schemas.microsoft.com/office/drawing/2014/main" id="{6D182BEB-5320-3640-9096-967EDF2E727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8" name="Graphic 27" descr="Home outline">
            <a:hlinkClick r:id="" action="ppaction://hlinkshowjump?jump=firstslide"/>
            <a:extLst>
              <a:ext uri="{FF2B5EF4-FFF2-40B4-BE49-F238E27FC236}">
                <a16:creationId xmlns:a16="http://schemas.microsoft.com/office/drawing/2014/main" id="{B086BA71-402F-8B84-8590-784AF2954109}"/>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3936597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715449" y="512064"/>
            <a:ext cx="11018520" cy="430887"/>
          </a:xfrm>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1266275" y="1983465"/>
            <a:ext cx="3689058" cy="4071207"/>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5355382" y="1983465"/>
            <a:ext cx="5814391" cy="4071207"/>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4162339" y="28591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4252509" y="482887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5521607" y="2346387"/>
            <a:ext cx="5479000" cy="1421115"/>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5481751" y="4304287"/>
            <a:ext cx="5479000" cy="149287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1406608" y="2346388"/>
            <a:ext cx="3434324" cy="1421115"/>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1393642" y="4324707"/>
            <a:ext cx="3434324" cy="147245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1266276" y="1863441"/>
            <a:ext cx="2564907" cy="273059"/>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 </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1505696" y="2640889"/>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4358936" y="1883804"/>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2605832" y="2844791"/>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5811732" y="2818537"/>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1505696" y="408425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2605832" y="428815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5812757" y="485554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8" name="Rectangle: Single Corner Rounded 7">
            <a:extLst>
              <a:ext uri="{FF2B5EF4-FFF2-40B4-BE49-F238E27FC236}">
                <a16:creationId xmlns:a16="http://schemas.microsoft.com/office/drawing/2014/main" id="{C7BC38C5-F5D4-9ED1-1E1E-32FEB9A080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B860817F-32BB-E422-BAFE-55AF9FC874C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574C671B-2C3C-3C8E-8316-C6662C7D36E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16146292-28F3-84FF-C85D-37A896DDCF0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ED39CAAD-B983-19D6-5B68-40B2E74799A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068194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13" name="Rectangle: Single Corner Rounded 12">
            <a:extLst>
              <a:ext uri="{FF2B5EF4-FFF2-40B4-BE49-F238E27FC236}">
                <a16:creationId xmlns:a16="http://schemas.microsoft.com/office/drawing/2014/main" id="{DE12BA9D-64F3-9CB0-39C8-8C9892AFB3E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7" name="Straight Connector 16">
            <a:extLst>
              <a:ext uri="{FF2B5EF4-FFF2-40B4-BE49-F238E27FC236}">
                <a16:creationId xmlns:a16="http://schemas.microsoft.com/office/drawing/2014/main" id="{4937A7FD-3C17-EA2D-1709-E81154380DD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Isosceles Triangle 19">
            <a:hlinkClick r:id="" action="ppaction://hlinkshowjump?jump=previousslide"/>
            <a:extLst>
              <a:ext uri="{FF2B5EF4-FFF2-40B4-BE49-F238E27FC236}">
                <a16:creationId xmlns:a16="http://schemas.microsoft.com/office/drawing/2014/main" id="{CFF4EEEF-A4B3-D136-365A-64E4EBC3048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7" name="Isosceles Triangle 26">
            <a:hlinkClick r:id="" action="ppaction://hlinkshowjump?jump=nextslide"/>
            <a:extLst>
              <a:ext uri="{FF2B5EF4-FFF2-40B4-BE49-F238E27FC236}">
                <a16:creationId xmlns:a16="http://schemas.microsoft.com/office/drawing/2014/main" id="{DE693596-00A9-F250-52BF-67956B9C07F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8" name="Graphic 27" descr="Home outline">
            <a:hlinkClick r:id="" action="ppaction://hlinkshowjump?jump=firstslide"/>
            <a:extLst>
              <a:ext uri="{FF2B5EF4-FFF2-40B4-BE49-F238E27FC236}">
                <a16:creationId xmlns:a16="http://schemas.microsoft.com/office/drawing/2014/main" id="{5A5B42B6-F91D-D665-FD94-8A7607C7E552}"/>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3153489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27" name="Rectangle: Single Corner Rounded 26">
            <a:extLst>
              <a:ext uri="{FF2B5EF4-FFF2-40B4-BE49-F238E27FC236}">
                <a16:creationId xmlns:a16="http://schemas.microsoft.com/office/drawing/2014/main" id="{FAA21DAF-EC74-9C8C-71CA-545F31657C6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28" name="Straight Connector 27">
            <a:extLst>
              <a:ext uri="{FF2B5EF4-FFF2-40B4-BE49-F238E27FC236}">
                <a16:creationId xmlns:a16="http://schemas.microsoft.com/office/drawing/2014/main" id="{918BEC69-A4DA-30C8-90CD-4B950223426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Isosceles Triangle 28">
            <a:hlinkClick r:id="" action="ppaction://hlinkshowjump?jump=previousslide"/>
            <a:extLst>
              <a:ext uri="{FF2B5EF4-FFF2-40B4-BE49-F238E27FC236}">
                <a16:creationId xmlns:a16="http://schemas.microsoft.com/office/drawing/2014/main" id="{CDFBE890-4D59-74C7-7704-C26DD461FDF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1" name="Isosceles Triangle 30">
            <a:hlinkClick r:id="" action="ppaction://hlinkshowjump?jump=nextslide"/>
            <a:extLst>
              <a:ext uri="{FF2B5EF4-FFF2-40B4-BE49-F238E27FC236}">
                <a16:creationId xmlns:a16="http://schemas.microsoft.com/office/drawing/2014/main" id="{2C529301-B41E-D138-8DC4-517A233D51B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2" name="Graphic 31" descr="Home outline">
            <a:hlinkClick r:id="" action="ppaction://hlinkshowjump?jump=firstslide"/>
            <a:extLst>
              <a:ext uri="{FF2B5EF4-FFF2-40B4-BE49-F238E27FC236}">
                <a16:creationId xmlns:a16="http://schemas.microsoft.com/office/drawing/2014/main" id="{1256A435-D458-B62D-7FAA-F0095092E10D}"/>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0061044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39" name="Text Placeholder 12">
            <a:extLst>
              <a:ext uri="{FF2B5EF4-FFF2-40B4-BE49-F238E27FC236}">
                <a16:creationId xmlns:a16="http://schemas.microsoft.com/office/drawing/2014/main" id="{390451D9-D908-3B97-C523-5AD916D4DAB8}"/>
              </a:ext>
            </a:extLst>
          </p:cNvPr>
          <p:cNvSpPr>
            <a:spLocks noGrp="1"/>
          </p:cNvSpPr>
          <p:nvPr>
            <p:ph type="body" sz="quarter" idx="41"/>
          </p:nvPr>
        </p:nvSpPr>
        <p:spPr>
          <a:xfrm>
            <a:off x="584200" y="6482767"/>
            <a:ext cx="10058400" cy="123111"/>
          </a:xfrm>
          <a:prstGeom prst="rect">
            <a:avLst/>
          </a:prstGeom>
        </p:spPr>
        <p:txBody>
          <a:bodyPr anchor="b" anchorCtr="0"/>
          <a:lstStyle>
            <a:lvl1pPr>
              <a:spcBef>
                <a:spcPts val="100"/>
              </a:spcBef>
              <a:defRPr sz="8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
        <p:nvSpPr>
          <p:cNvPr id="2" name="Rectangle: Single Corner Rounded 1">
            <a:extLst>
              <a:ext uri="{FF2B5EF4-FFF2-40B4-BE49-F238E27FC236}">
                <a16:creationId xmlns:a16="http://schemas.microsoft.com/office/drawing/2014/main" id="{423423DB-D921-2C72-55BF-09996E79913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D3252C60-85F2-3B91-C0AB-290E0F3E42B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97127449-1432-A83C-56B9-22DA7F7A79C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5" name="Isosceles Triangle 14">
            <a:hlinkClick r:id="" action="ppaction://hlinkshowjump?jump=nextslide"/>
            <a:extLst>
              <a:ext uri="{FF2B5EF4-FFF2-40B4-BE49-F238E27FC236}">
                <a16:creationId xmlns:a16="http://schemas.microsoft.com/office/drawing/2014/main" id="{9B62B40E-678E-F96D-E26B-7C84646C5ED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55996723-68E7-0255-2A75-59323C275E8D}"/>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66816173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5" name="Text Placeholder 12">
            <a:extLst>
              <a:ext uri="{FF2B5EF4-FFF2-40B4-BE49-F238E27FC236}">
                <a16:creationId xmlns:a16="http://schemas.microsoft.com/office/drawing/2014/main" id="{31D56D28-AB28-EDB2-5C51-5973494FA214}"/>
              </a:ext>
            </a:extLst>
          </p:cNvPr>
          <p:cNvSpPr>
            <a:spLocks noGrp="1"/>
          </p:cNvSpPr>
          <p:nvPr>
            <p:ph type="body" sz="quarter" idx="41"/>
          </p:nvPr>
        </p:nvSpPr>
        <p:spPr>
          <a:xfrm>
            <a:off x="584200" y="6498156"/>
            <a:ext cx="10058400" cy="107722"/>
          </a:xfrm>
          <a:prstGeom prst="rect">
            <a:avLst/>
          </a:prstGeom>
        </p:spPr>
        <p:txBody>
          <a:bodyPr anchor="b" anchorCtr="0"/>
          <a:lstStyle>
            <a:lvl1pPr>
              <a:spcBef>
                <a:spcPts val="100"/>
              </a:spcBef>
              <a:defRPr sz="7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
        <p:nvSpPr>
          <p:cNvPr id="9" name="Rectangle: Single Corner Rounded 8">
            <a:extLst>
              <a:ext uri="{FF2B5EF4-FFF2-40B4-BE49-F238E27FC236}">
                <a16:creationId xmlns:a16="http://schemas.microsoft.com/office/drawing/2014/main" id="{0D9AAF98-F657-8391-A833-9D3621CE41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E446769B-B762-122B-0F01-4A69E26361E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B4CB9675-3882-5E83-0732-91F5E4389F7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5" name="Isosceles Triangle 14">
            <a:hlinkClick r:id="" action="ppaction://hlinkshowjump?jump=nextslide"/>
            <a:extLst>
              <a:ext uri="{FF2B5EF4-FFF2-40B4-BE49-F238E27FC236}">
                <a16:creationId xmlns:a16="http://schemas.microsoft.com/office/drawing/2014/main" id="{8EFD27AC-377A-049B-A5C8-40C31DA5D59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F8E6C1E2-7EC2-3EBC-20E9-A8E3CE7D6FD0}"/>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9910130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4457268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6189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cSld name="1_Title Slide 1">
    <p:bg>
      <p:bgPr>
        <a:solidFill>
          <a:schemeClr val="bg1"/>
        </a:solidFill>
        <a:effectLst/>
      </p:bgPr>
    </p:bg>
    <p:spTree>
      <p:nvGrpSpPr>
        <p:cNvPr id="1" name=""/>
        <p:cNvGrpSpPr/>
        <p:nvPr/>
      </p:nvGrpSpPr>
      <p:grpSpPr>
        <a:xfrm>
          <a:off x="0" y="0"/>
          <a:ext cx="0" cy="0"/>
          <a:chOff x="0" y="0"/>
          <a:chExt cx="0" cy="0"/>
        </a:xfrm>
      </p:grpSpPr>
      <p:pic>
        <p:nvPicPr>
          <p:cNvPr id="12" name="Picture 11" descr="A close-up of a computer screen&#10;&#10;Description automatically generated">
            <a:extLst>
              <a:ext uri="{FF2B5EF4-FFF2-40B4-BE49-F238E27FC236}">
                <a16:creationId xmlns:a16="http://schemas.microsoft.com/office/drawing/2014/main" id="{B44BACAF-9070-A1CF-E5F1-FA909F804DE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5" name="Screen">
            <a:extLst>
              <a:ext uri="{FF2B5EF4-FFF2-40B4-BE49-F238E27FC236}">
                <a16:creationId xmlns:a16="http://schemas.microsoft.com/office/drawing/2014/main" id="{FE81335F-53ED-7EBB-DFA1-7CA67C08F520}"/>
              </a:ext>
            </a:extLst>
          </p:cNvPr>
          <p:cNvPicPr>
            <a:picLocks noChangeAspect="1"/>
          </p:cNvPicPr>
          <p:nvPr userDrawn="1"/>
        </p:nvPicPr>
        <p:blipFill>
          <a:blip r:embed="rId3">
            <a:extLst>
              <a:ext uri="{96DAC541-7B7A-43D3-8B79-37D633B846F1}">
                <asvg:svgBlip xmlns:asvg="http://schemas.microsoft.com/office/drawing/2016/SVG/main" r:embed="rId4"/>
              </a:ext>
            </a:extLst>
          </a:blip>
          <a:srcRect l="533" t="5537" r="49745" b="5537"/>
          <a:stretch/>
        </p:blipFill>
        <p:spPr>
          <a:xfrm>
            <a:off x="0" y="389898"/>
            <a:ext cx="6061961" cy="6078206"/>
          </a:xfrm>
          <a:prstGeom prst="rect">
            <a:avLst/>
          </a:prstGeom>
        </p:spPr>
      </p:pic>
      <p:pic>
        <p:nvPicPr>
          <p:cNvPr id="10" name="To trace" descr="A close up of a computer screen&#10;&#10;Description automatically generated" hidden="1">
            <a:extLst>
              <a:ext uri="{FF2B5EF4-FFF2-40B4-BE49-F238E27FC236}">
                <a16:creationId xmlns:a16="http://schemas.microsoft.com/office/drawing/2014/main" id="{B00308E2-43A2-C5A7-AAB3-E96FDBD85011}"/>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625370"/>
            <a:ext cx="4080397" cy="1107996"/>
          </a:xfrm>
          <a:noFill/>
        </p:spPr>
        <p:txBody>
          <a:bodyPr wrap="square" lIns="0" tIns="0" rIns="0" bIns="0" anchor="b" anchorCtr="0">
            <a:spAutoFit/>
          </a:bodyPr>
          <a:lstStyle>
            <a:lvl1pPr>
              <a:lnSpc>
                <a:spcPct val="90000"/>
              </a:lnSpc>
              <a:defRPr sz="4000" spc="-50" baseline="0">
                <a:solidFill>
                  <a:srgbClr val="2A446F"/>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2707"/>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 a max of 2 lines</a:t>
            </a:r>
          </a:p>
        </p:txBody>
      </p:sp>
      <p:sp>
        <p:nvSpPr>
          <p:cNvPr id="17" name="Text Placeholder 4">
            <a:extLst>
              <a:ext uri="{FF2B5EF4-FFF2-40B4-BE49-F238E27FC236}">
                <a16:creationId xmlns:a16="http://schemas.microsoft.com/office/drawing/2014/main" id="{FAC6474F-0CF9-6C18-5117-3EA7B7CF6A67}"/>
              </a:ext>
            </a:extLst>
          </p:cNvPr>
          <p:cNvSpPr>
            <a:spLocks noGrp="1"/>
          </p:cNvSpPr>
          <p:nvPr>
            <p:ph type="body" sz="quarter" idx="13" hasCustomPrompt="1"/>
          </p:nvPr>
        </p:nvSpPr>
        <p:spPr>
          <a:xfrm>
            <a:off x="584200" y="5898445"/>
            <a:ext cx="4080397" cy="215444"/>
          </a:xfrm>
          <a:noFill/>
        </p:spPr>
        <p:txBody>
          <a:bodyPr wrap="square" lIns="0" tIns="0" rIns="0" bIns="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More here max 1 line</a:t>
            </a:r>
          </a:p>
        </p:txBody>
      </p:sp>
      <p:pic>
        <p:nvPicPr>
          <p:cNvPr id="2" name="Picture 1" descr="A logo of a company&#10;&#10;Description automatically generated">
            <a:extLst>
              <a:ext uri="{FF2B5EF4-FFF2-40B4-BE49-F238E27FC236}">
                <a16:creationId xmlns:a16="http://schemas.microsoft.com/office/drawing/2014/main" id="{C8EB8B11-2600-F606-BEA4-6A68ABBA8E30}"/>
              </a:ext>
            </a:extLst>
          </p:cNvPr>
          <p:cNvPicPr>
            <a:picLocks noChangeAspect="1"/>
          </p:cNvPicPr>
          <p:nvPr userDrawn="1"/>
        </p:nvPicPr>
        <p:blipFill rotWithShape="1">
          <a:blip r:embed="rId6"/>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482392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userDrawn="1">
  <p:cSld name="Third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67"/>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rId3" action="ppaction://hlinksldjump"/>
              <a:extLst>
                <a:ext uri="{FF2B5EF4-FFF2-40B4-BE49-F238E27FC236}">
                  <a16:creationId xmlns:a16="http://schemas.microsoft.com/office/drawing/2014/main" id="{069C0D11-739D-F151-FFE5-3C1349AA3EF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81352292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userDrawn="1">
  <p:cSld name="Wider 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6" name="Rectangle 5">
            <a:extLst>
              <a:ext uri="{FF2B5EF4-FFF2-40B4-BE49-F238E27FC236}">
                <a16:creationId xmlns:a16="http://schemas.microsoft.com/office/drawing/2014/main" id="{EFC373D7-4179-185C-38E4-71040A4839E9}"/>
              </a:ext>
              <a:ext uri="{C183D7F6-B498-43B3-948B-1728B52AA6E4}">
                <adec:decorative xmlns:adec="http://schemas.microsoft.com/office/drawing/2017/decorative" val="1"/>
              </a:ext>
            </a:extLst>
          </p:cNvPr>
          <p:cNvSpPr/>
          <p:nvPr userDrawn="1"/>
        </p:nvSpPr>
        <p:spPr bwMode="auto">
          <a:xfrm>
            <a:off x="0" y="0"/>
            <a:ext cx="5931226" cy="6857932"/>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9911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rId3" action="ppaction://hlinksldjump"/>
              <a:extLst>
                <a:ext uri="{FF2B5EF4-FFF2-40B4-BE49-F238E27FC236}">
                  <a16:creationId xmlns:a16="http://schemas.microsoft.com/office/drawing/2014/main" id="{069C0D11-739D-F151-FFE5-3C1349AA3EF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08330137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userDrawn="1">
  <p:cSld name="TItle, subtitle over blue gradient">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B633C1D-6BA8-FADD-23C7-3C0EF5D21DF8}"/>
              </a:ext>
              <a:ext uri="{C183D7F6-B498-43B3-948B-1728B52AA6E4}">
                <adec:decorative xmlns:adec="http://schemas.microsoft.com/office/drawing/2017/decorative" val="1"/>
              </a:ext>
            </a:extLst>
          </p:cNvPr>
          <p:cNvGrpSpPr/>
          <p:nvPr userDrawn="1"/>
        </p:nvGrpSpPr>
        <p:grpSpPr>
          <a:xfrm>
            <a:off x="0" y="0"/>
            <a:ext cx="12192000" cy="6857999"/>
            <a:chOff x="0" y="0"/>
            <a:chExt cx="12192000" cy="6857999"/>
          </a:xfrm>
        </p:grpSpPr>
        <p:pic>
          <p:nvPicPr>
            <p:cNvPr id="2" name="Picture 1">
              <a:extLst>
                <a:ext uri="{FF2B5EF4-FFF2-40B4-BE49-F238E27FC236}">
                  <a16:creationId xmlns:a16="http://schemas.microsoft.com/office/drawing/2014/main" id="{E8153CB7-5782-1038-8AFC-22E9CF38D212}"/>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0" y="0"/>
              <a:ext cx="12191999" cy="6857999"/>
            </a:xfrm>
            <a:prstGeom prst="rect">
              <a:avLst/>
            </a:prstGeom>
          </p:spPr>
        </p:pic>
        <p:grpSp>
          <p:nvGrpSpPr>
            <p:cNvPr id="12" name="Nav bar">
              <a:extLst>
                <a:ext uri="{FF2B5EF4-FFF2-40B4-BE49-F238E27FC236}">
                  <a16:creationId xmlns:a16="http://schemas.microsoft.com/office/drawing/2014/main" id="{4ADAC638-92D4-96CC-3CA9-257AAB4928B6}"/>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4679600F-DF56-9595-0E8E-B4C9207D55B0}"/>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CAD2145B-8C2D-02D8-D36D-7488E09C9809}"/>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Isosceles Triangle 14">
                <a:hlinkClick r:id="" action="ppaction://hlinkshowjump?jump=previousslide"/>
                <a:extLst>
                  <a:ext uri="{FF2B5EF4-FFF2-40B4-BE49-F238E27FC236}">
                    <a16:creationId xmlns:a16="http://schemas.microsoft.com/office/drawing/2014/main" id="{9BE4C488-67CE-E009-9476-B9596E7D522D}"/>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E656B7-4380-4B26-06E6-2BC4006A439B}"/>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rId3" action="ppaction://hlinksldjump"/>
                <a:extLst>
                  <a:ext uri="{FF2B5EF4-FFF2-40B4-BE49-F238E27FC236}">
                    <a16:creationId xmlns:a16="http://schemas.microsoft.com/office/drawing/2014/main" id="{9DD9021A-8401-5EC7-9DFF-7080B633CFF5}"/>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pic>
        <p:nvPicPr>
          <p:cNvPr id="22" name="Picture 21">
            <a:extLst>
              <a:ext uri="{FF2B5EF4-FFF2-40B4-BE49-F238E27FC236}">
                <a16:creationId xmlns:a16="http://schemas.microsoft.com/office/drawing/2014/main" id="{0741831B-78D2-FE2C-2DBF-0ABC59D6B84B}"/>
              </a:ext>
              <a:ext uri="{C183D7F6-B498-43B3-948B-1728B52AA6E4}">
                <adec:decorative xmlns:adec="http://schemas.microsoft.com/office/drawing/2017/decorative" val="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3C097CEF-3A0C-DBF3-7A09-CDA071D15794}"/>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45368339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userDrawn="1">
  <p:cSld name="Third content with ghosted ribbon over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F329A3AC-5CEF-25BE-B13B-7D727898D002}"/>
              </a:ext>
              <a:ext uri="{C183D7F6-B498-43B3-948B-1728B52AA6E4}">
                <adec:decorative xmlns:adec="http://schemas.microsoft.com/office/drawing/2017/decorative" val="1"/>
              </a:ext>
            </a:extLst>
          </p:cNvPr>
          <p:cNvGrpSpPr/>
          <p:nvPr userDrawn="1"/>
        </p:nvGrpSpPr>
        <p:grpSpPr>
          <a:xfrm>
            <a:off x="0" y="0"/>
            <a:ext cx="4319992" cy="6858000"/>
            <a:chOff x="0" y="0"/>
            <a:chExt cx="4319992" cy="6858000"/>
          </a:xfrm>
        </p:grpSpPr>
        <p:grpSp>
          <p:nvGrpSpPr>
            <p:cNvPr id="15" name="Group 14">
              <a:extLst>
                <a:ext uri="{FF2B5EF4-FFF2-40B4-BE49-F238E27FC236}">
                  <a16:creationId xmlns:a16="http://schemas.microsoft.com/office/drawing/2014/main" id="{22D60F67-30E9-F886-ED8B-249EEAAA6ED5}"/>
                </a:ext>
                <a:ext uri="{C183D7F6-B498-43B3-948B-1728B52AA6E4}">
                  <adec:decorative xmlns:adec="http://schemas.microsoft.com/office/drawing/2017/decorative" val="1"/>
                </a:ext>
              </a:extLst>
            </p:cNvPr>
            <p:cNvGrpSpPr/>
            <p:nvPr/>
          </p:nvGrpSpPr>
          <p:grpSpPr>
            <a:xfrm>
              <a:off x="0" y="3384912"/>
              <a:ext cx="4265959" cy="3473020"/>
              <a:chOff x="1828800" y="3384912"/>
              <a:chExt cx="4265959" cy="3473020"/>
            </a:xfrm>
          </p:grpSpPr>
          <p:pic>
            <p:nvPicPr>
              <p:cNvPr id="17" name="Picture 16" descr="A close-up of a colorful spiral&#10;&#10;Description automatically generated">
                <a:extLst>
                  <a:ext uri="{FF2B5EF4-FFF2-40B4-BE49-F238E27FC236}">
                    <a16:creationId xmlns:a16="http://schemas.microsoft.com/office/drawing/2014/main" id="{C2525AD2-C126-4128-3E78-021B840345B2}"/>
                  </a:ext>
                </a:extLst>
              </p:cNvPr>
              <p:cNvPicPr>
                <a:picLocks noChangeAspect="1"/>
              </p:cNvPicPr>
              <p:nvPr/>
            </p:nvPicPr>
            <p:blipFill>
              <a:blip r:embed="rId3">
                <a:alphaModFix amt="70000"/>
              </a:blip>
              <a:srcRect l="10267" r="13378" b="10287"/>
              <a:stretch/>
            </p:blipFill>
            <p:spPr>
              <a:xfrm>
                <a:off x="1828800" y="4038532"/>
                <a:ext cx="4265959" cy="2819400"/>
              </a:xfrm>
              <a:prstGeom prst="rect">
                <a:avLst/>
              </a:prstGeom>
            </p:spPr>
          </p:pic>
          <p:sp>
            <p:nvSpPr>
              <p:cNvPr id="18" name="Rectangle 17">
                <a:extLst>
                  <a:ext uri="{FF2B5EF4-FFF2-40B4-BE49-F238E27FC236}">
                    <a16:creationId xmlns:a16="http://schemas.microsoft.com/office/drawing/2014/main" id="{23075077-CD57-1D28-C750-FA8D8A5B81E1}"/>
                  </a:ext>
                </a:extLst>
              </p:cNvPr>
              <p:cNvSpPr/>
              <p:nvPr/>
            </p:nvSpPr>
            <p:spPr bwMode="auto">
              <a:xfrm>
                <a:off x="1828800" y="3384912"/>
                <a:ext cx="4264717" cy="1464824"/>
              </a:xfrm>
              <a:prstGeom prst="rect">
                <a:avLst/>
              </a:prstGeom>
              <a:gradFill flip="none" rotWithShape="1">
                <a:gsLst>
                  <a:gs pos="0">
                    <a:srgbClr val="FFF8F3"/>
                  </a:gs>
                  <a:gs pos="97899">
                    <a:srgbClr val="FEFAF8">
                      <a:alpha val="0"/>
                    </a:srgbClr>
                  </a:gs>
                  <a:gs pos="52000">
                    <a:srgbClr val="FEFAF8">
                      <a:alpha val="5000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16" name="Rectangle 15">
              <a:extLst>
                <a:ext uri="{FF2B5EF4-FFF2-40B4-BE49-F238E27FC236}">
                  <a16:creationId xmlns:a16="http://schemas.microsoft.com/office/drawing/2014/main" id="{2EFE65EB-4F82-8126-1DDF-BF597C33A39A}"/>
                </a:ext>
                <a:ext uri="{C183D7F6-B498-43B3-948B-1728B52AA6E4}">
                  <adec:decorative xmlns:adec="http://schemas.microsoft.com/office/drawing/2017/decorative" val="1"/>
                </a:ext>
              </a:extLst>
            </p:cNvPr>
            <p:cNvSpPr/>
            <p:nvPr/>
          </p:nvSpPr>
          <p:spPr bwMode="auto">
            <a:xfrm>
              <a:off x="0" y="0"/>
              <a:ext cx="4319992"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53926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E4FDF6FC-FE63-721F-1FB8-C74EA4158457}"/>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0" name="Picture 9" descr="A colorful gradient going from darker blue on the left side to light blue to magenta to orange on the right side">
              <a:extLst>
                <a:ext uri="{FF2B5EF4-FFF2-40B4-BE49-F238E27FC236}">
                  <a16:creationId xmlns:a16="http://schemas.microsoft.com/office/drawing/2014/main" id="{FBF9CC62-B64D-CB52-B6A4-C0A30E71F4C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1" name="Group 10">
              <a:extLst>
                <a:ext uri="{FF2B5EF4-FFF2-40B4-BE49-F238E27FC236}">
                  <a16:creationId xmlns:a16="http://schemas.microsoft.com/office/drawing/2014/main" id="{744AE002-B497-E409-80B1-CD9C3447148C}"/>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38AE289D-5EC0-DEBC-D259-02271B9346D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6C0DBFAF-20D1-9824-0230-FFD33B83143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0EC88C8B-C0B9-34B2-014D-0B8DF9E64AF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9" name="Isosceles Triangle 18">
                <a:hlinkClick r:id="" action="ppaction://hlinkshowjump?jump=nextslide"/>
                <a:extLst>
                  <a:ext uri="{FF2B5EF4-FFF2-40B4-BE49-F238E27FC236}">
                    <a16:creationId xmlns:a16="http://schemas.microsoft.com/office/drawing/2014/main" id="{E9315D03-2A06-40A1-083C-B59E04147FD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rId5" action="ppaction://hlinksldjump"/>
                <a:extLst>
                  <a:ext uri="{FF2B5EF4-FFF2-40B4-BE49-F238E27FC236}">
                    <a16:creationId xmlns:a16="http://schemas.microsoft.com/office/drawing/2014/main" id="{80B726D5-DF31-E14C-4F11-CC78EB5636F7}"/>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4446658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1_Two Column 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750"/>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3" action="ppaction://hlinksldjump"/>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37794649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
        <p:nvSpPr>
          <p:cNvPr id="6" name="Rectangle: Single Corner Rounded 5">
            <a:extLst>
              <a:ext uri="{FF2B5EF4-FFF2-40B4-BE49-F238E27FC236}">
                <a16:creationId xmlns:a16="http://schemas.microsoft.com/office/drawing/2014/main" id="{316225E7-080E-A6C5-7012-D52192587909}"/>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1297C7F0-85A6-B13E-5CFB-1F4169989FE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A18730BD-A0B1-A9B9-DB3E-FC3245F40B2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BCC38EF-6717-7F09-8319-57E061242A3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E9347FEE-CAAF-793A-E5A7-8CAE7941DACF}"/>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79835893"/>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19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
        <p:nvSpPr>
          <p:cNvPr id="2" name="Rectangle: Single Corner Rounded 1">
            <a:extLst>
              <a:ext uri="{FF2B5EF4-FFF2-40B4-BE49-F238E27FC236}">
                <a16:creationId xmlns:a16="http://schemas.microsoft.com/office/drawing/2014/main" id="{8B54C95D-2013-9A82-5E9B-D33C4E45E0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1649A4B8-C40B-F458-F680-4B926DE38D4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DDDF9D70-8C5A-45CA-2FF7-B72FCC510F4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CCAEE316-2DF7-D3B3-1CBF-9956E6871C9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080DF1E1-FC96-C2A7-07FD-81E40221880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29017025"/>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3_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80E2AF5A-38A6-6B0B-B8BB-4EAA56063B6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3434418-D87D-B0D3-5BB8-009064C45F3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EF5166D-27E2-DA05-9F07-83CC14E2AA2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ABB87711-44EA-AB5A-F69D-09F7E016A01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7219826-8E0D-12E9-B32E-2FB52F2C340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524931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4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043B36F6-2D4A-BF68-463F-8198F085EB4E}"/>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93D41253-BD96-FB2B-8C4E-3893CBE8340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798A1CF5-8A7A-3790-4DEC-D9099334F85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3638D70-65FA-1272-F821-F87462ADD77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5E3B25F-479C-4152-55C5-4B93EA00720C}"/>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7957840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5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B4F9710B-F765-7104-F48D-6E52337DB7F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D800256A-3213-7462-1973-8B978A9DA07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9F1BF2AF-6072-6D06-DCEB-3A022376881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C60F317A-5C56-6343-2B7B-BFF72D05D7F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2930ABDD-E694-A545-F3DD-8AD2985CBD0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2690600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1_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4" name="Picture 3" descr="A logo of a company&#10;&#10;Description automatically generated">
            <a:extLst>
              <a:ext uri="{FF2B5EF4-FFF2-40B4-BE49-F238E27FC236}">
                <a16:creationId xmlns:a16="http://schemas.microsoft.com/office/drawing/2014/main" id="{BDBF080B-BF21-EB33-9A4D-312E502815DD}"/>
              </a:ext>
            </a:extLst>
          </p:cNvPr>
          <p:cNvPicPr>
            <a:picLocks noChangeAspect="1"/>
          </p:cNvPicPr>
          <p:nvPr userDrawn="1"/>
        </p:nvPicPr>
        <p:blipFill rotWithShape="1">
          <a:blip r:embed="rId4"/>
          <a:srcRect l="12448" t="32535" r="14401" b="28160"/>
          <a:stretch/>
        </p:blipFill>
        <p:spPr>
          <a:xfrm>
            <a:off x="571500" y="764113"/>
            <a:ext cx="1454782" cy="343851"/>
          </a:xfrm>
          <a:prstGeom prst="rect">
            <a:avLst/>
          </a:prstGeom>
        </p:spPr>
      </p:pic>
      <p:sp>
        <p:nvSpPr>
          <p:cNvPr id="3" name="Rectangle: Single Corner Rounded 2">
            <a:extLst>
              <a:ext uri="{FF2B5EF4-FFF2-40B4-BE49-F238E27FC236}">
                <a16:creationId xmlns:a16="http://schemas.microsoft.com/office/drawing/2014/main" id="{AA203A0B-E098-2B20-A3C5-C2CE79D4BAA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0DF71CA3-196C-057C-53B7-536CEBADB14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A5468F6-6D4E-C292-9974-54AC22ED636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ACACCFD-344E-A30D-EF2B-D16F806B5C7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058433DC-47C2-1C6F-2B66-82C0A866D3D0}"/>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8963406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latin typeface="Segoe UI Semibold" panose="020B0702040204020203" pitchFamily="34" charset="0"/>
                <a:cs typeface="Segoe UI Semibold" panose="020B07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2F1F068A-0425-4B11-CDF5-54041539891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6785968-64BC-1F8E-5B9C-F0CCA450E9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9A7DFAD-8D5B-B898-C101-540848445DA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B210C5F-883F-640B-479C-F8807D664EC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rId2" action="ppaction://hlinksldjump"/>
            <a:extLst>
              <a:ext uri="{FF2B5EF4-FFF2-40B4-BE49-F238E27FC236}">
                <a16:creationId xmlns:a16="http://schemas.microsoft.com/office/drawing/2014/main" id="{92673C75-5418-87DD-41E8-B9A6AD4EB58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
        <p:nvSpPr>
          <p:cNvPr id="10" name="Slide Number Placeholder 7">
            <a:extLst>
              <a:ext uri="{FF2B5EF4-FFF2-40B4-BE49-F238E27FC236}">
                <a16:creationId xmlns:a16="http://schemas.microsoft.com/office/drawing/2014/main" id="{256D5A23-0A22-0CED-C06F-701F18F0042F}"/>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46078456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
        <p:nvSpPr>
          <p:cNvPr id="4" name="Rectangle: Single Corner Rounded 3">
            <a:extLst>
              <a:ext uri="{FF2B5EF4-FFF2-40B4-BE49-F238E27FC236}">
                <a16:creationId xmlns:a16="http://schemas.microsoft.com/office/drawing/2014/main" id="{400C5722-B833-AFD6-77A0-7EFAC13C110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477EF016-5F7E-9326-B946-5A7EFF42AC3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538327A6-17BB-058B-F31E-EC3EBB3F5E0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1A7DD24-A028-DB07-B757-64137CBA833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DDEB16D5-22A6-FEA8-E340-60F15B978E2F}"/>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1375604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2_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lvl1pPr>
              <a:defRPr>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latin typeface="Segoe UI Semibold" panose="020B0702040204020203" pitchFamily="34" charset="0"/>
                <a:cs typeface="Segoe UI Semibold" panose="020B07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7">
            <a:extLst>
              <a:ext uri="{FF2B5EF4-FFF2-40B4-BE49-F238E27FC236}">
                <a16:creationId xmlns:a16="http://schemas.microsoft.com/office/drawing/2014/main" id="{13D847D2-3F42-8DEF-3A68-70FE486772AD}"/>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3" action="ppaction://hlinksldjump"/>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604078666"/>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1_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6D5CC598-39BC-01A4-9EC6-9B09F6238E21}"/>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55982F81-1C89-B8A3-9E65-38B3E64FA7B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C7A0023D-D519-05ED-5CBD-EC0B3D5F1C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3E1664EF-2DEF-81AA-AECB-A4911BAC8C0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123D35B2-E9E5-2D49-8BBA-DCC522C18E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rId2" action="ppaction://hlinksldjump"/>
              <a:extLst>
                <a:ext uri="{FF2B5EF4-FFF2-40B4-BE49-F238E27FC236}">
                  <a16:creationId xmlns:a16="http://schemas.microsoft.com/office/drawing/2014/main" id="{62308DD5-42B8-06F4-EC12-C98224B59707}"/>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86359544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2" name="Slide Number Placeholder 7">
            <a:extLst>
              <a:ext uri="{FF2B5EF4-FFF2-40B4-BE49-F238E27FC236}">
                <a16:creationId xmlns:a16="http://schemas.microsoft.com/office/drawing/2014/main" id="{CF0D59DA-576E-407F-1B07-A09F413CCC4B}"/>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grpSp>
        <p:nvGrpSpPr>
          <p:cNvPr id="3" name="Group 2">
            <a:extLst>
              <a:ext uri="{FF2B5EF4-FFF2-40B4-BE49-F238E27FC236}">
                <a16:creationId xmlns:a16="http://schemas.microsoft.com/office/drawing/2014/main" id="{54EA3B3A-3F92-E496-AF91-F43192FB76CD}"/>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FABA2241-0695-380D-6708-080FEF0802D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CDDBA99B-8DD0-4D01-2348-BB02834EBD8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C6689718-88BB-2F56-E271-F406961607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FE20146-7F8A-03E9-8B4B-9EB46F28E9F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2" action="ppaction://hlinksldjump"/>
              <a:extLst>
                <a:ext uri="{FF2B5EF4-FFF2-40B4-BE49-F238E27FC236}">
                  <a16:creationId xmlns:a16="http://schemas.microsoft.com/office/drawing/2014/main" id="{D50D71EB-E93B-D2F3-8388-586EA247464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8798024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Blank Titl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A8F596-547C-B5A5-29A4-C0DF26B8B3A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3" name="Title 1">
            <a:extLst>
              <a:ext uri="{FF2B5EF4-FFF2-40B4-BE49-F238E27FC236}">
                <a16:creationId xmlns:a16="http://schemas.microsoft.com/office/drawing/2014/main" id="{4C4137C1-5AB0-04F6-B131-357385A94C29}"/>
              </a:ext>
            </a:extLst>
          </p:cNvPr>
          <p:cNvSpPr>
            <a:spLocks noGrp="1"/>
          </p:cNvSpPr>
          <p:nvPr>
            <p:ph type="title" hasCustomPrompt="1"/>
          </p:nvPr>
        </p:nvSpPr>
        <p:spPr>
          <a:xfrm>
            <a:off x="582043" y="2875002"/>
            <a:ext cx="3616326"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7" name="Graphic 6" descr="Microsoft 365 logo">
            <a:extLst>
              <a:ext uri="{FF2B5EF4-FFF2-40B4-BE49-F238E27FC236}">
                <a16:creationId xmlns:a16="http://schemas.microsoft.com/office/drawing/2014/main" id="{8E4092CF-FA50-AAC8-776C-9625BE10200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15572393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Generic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4ECF35-723D-F2B7-1D90-B4C36BB5B1C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Text Placeholder 6">
            <a:extLst>
              <a:ext uri="{FF2B5EF4-FFF2-40B4-BE49-F238E27FC236}">
                <a16:creationId xmlns:a16="http://schemas.microsoft.com/office/drawing/2014/main" id="{3D422FFC-EA02-C1BD-8FF4-CB3C908099CE}"/>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3" name="Text Placeholder 6">
            <a:extLst>
              <a:ext uri="{FF2B5EF4-FFF2-40B4-BE49-F238E27FC236}">
                <a16:creationId xmlns:a16="http://schemas.microsoft.com/office/drawing/2014/main" id="{6728B42B-9012-5BF6-DA67-E5DFCDD58F87}"/>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4733125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C112AB-8E9F-E783-5858-FE7A4FA3BDFA}"/>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Content Placeholder 3">
            <a:extLst>
              <a:ext uri="{FF2B5EF4-FFF2-40B4-BE49-F238E27FC236}">
                <a16:creationId xmlns:a16="http://schemas.microsoft.com/office/drawing/2014/main" id="{A401D12F-2BC3-7B54-DC2B-87E89B7980E6}"/>
              </a:ext>
            </a:extLst>
          </p:cNvPr>
          <p:cNvSpPr>
            <a:spLocks noGrp="1"/>
          </p:cNvSpPr>
          <p:nvPr>
            <p:ph sz="quarter" idx="12"/>
          </p:nvPr>
        </p:nvSpPr>
        <p:spPr>
          <a:xfrm>
            <a:off x="415771" y="1337911"/>
            <a:ext cx="11375176"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1F1EB903-C333-8D9A-6046-4FCB8B25ABA2}"/>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4" name="Text Placeholder 6">
            <a:extLst>
              <a:ext uri="{FF2B5EF4-FFF2-40B4-BE49-F238E27FC236}">
                <a16:creationId xmlns:a16="http://schemas.microsoft.com/office/drawing/2014/main" id="{EC45E19A-4450-1708-9BFC-9F757AD188EA}"/>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8200410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8BA1C3-7D14-9C81-F7F8-A3A7AFB08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5" name="Text Placeholder 6">
            <a:extLst>
              <a:ext uri="{FF2B5EF4-FFF2-40B4-BE49-F238E27FC236}">
                <a16:creationId xmlns:a16="http://schemas.microsoft.com/office/drawing/2014/main" id="{87A16C65-2AB9-B406-D55D-D3E0B29CED77}"/>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4931107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Title Only with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E82CCF-B6FF-494E-D7EF-177263462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4" name="Content Placeholder 3">
            <a:extLst>
              <a:ext uri="{FF2B5EF4-FFF2-40B4-BE49-F238E27FC236}">
                <a16:creationId xmlns:a16="http://schemas.microsoft.com/office/drawing/2014/main" id="{645F9357-D518-D95A-360B-C3CDE9620E68}"/>
              </a:ext>
            </a:extLst>
          </p:cNvPr>
          <p:cNvSpPr>
            <a:spLocks noGrp="1"/>
          </p:cNvSpPr>
          <p:nvPr>
            <p:ph sz="quarter" idx="10"/>
          </p:nvPr>
        </p:nvSpPr>
        <p:spPr>
          <a:xfrm>
            <a:off x="422758" y="1337911"/>
            <a:ext cx="11267124"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id="{392610A9-A4E2-EF10-073C-C14B5008637A}"/>
              </a:ext>
            </a:extLst>
          </p:cNvPr>
          <p:cNvSpPr>
            <a:spLocks noGrp="1"/>
          </p:cNvSpPr>
          <p:nvPr>
            <p:ph type="body" sz="quarter" idx="11"/>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669460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0745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Copilot Title">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B1C4C70-0EAC-2A88-23A7-E7C136EFFAED}"/>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pic>
        <p:nvPicPr>
          <p:cNvPr id="5" name="!Copilot" descr="Copilot icon">
            <a:extLst>
              <a:ext uri="{FF2B5EF4-FFF2-40B4-BE49-F238E27FC236}">
                <a16:creationId xmlns:a16="http://schemas.microsoft.com/office/drawing/2014/main" id="{8AA5F710-21EC-D584-6ABB-E7B060405753}"/>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Tree>
    <p:extLst>
      <p:ext uri="{BB962C8B-B14F-4D97-AF65-F5344CB8AC3E}">
        <p14:creationId xmlns:p14="http://schemas.microsoft.com/office/powerpoint/2010/main" val="1284566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3519775-AD75-0CF4-6146-B7129EC0BAC4}"/>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37647911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Copilot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53D110-41E3-F8F5-E4E1-0E3FFB4C1532}"/>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schemeClr val="accent6">
                <a:shade val="45000"/>
                <a:satMod val="135000"/>
              </a:schemeClr>
              <a:prstClr val="white"/>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23308557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Fundamental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2BF5E6-3864-88D8-F8D8-5943207DC2F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3">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9532122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Fundamentals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881F1AE-F776-7873-50C3-FFDB2338C8FB}"/>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3">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42701443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Adoption Planning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18E66E-7394-9BFF-CF23-23FD8F61A698}"/>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1">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8299775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Adoption Planning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5B35E7-A8FE-50CE-0AE4-8B5E03AE26C9}"/>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1">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18659622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Technical Readines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BA890C-9AC4-9185-6F8D-7F36450FC55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4">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39663551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echnical Readiness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6C2E5C-A903-18C8-DBB6-4A939616A29E}"/>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4">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4">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2601477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893687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21520592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2806133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39677589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Title Slide with replaceable imag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4" cstate="email">
              <a:extLst>
                <a:ext uri="{28A0092B-C50C-407E-A947-70E740481C1C}">
                  <a14:useLocalDpi xmlns:a14="http://schemas.microsoft.com/office/drawing/2010/main" val="0"/>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330877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84793140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12471836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93618605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827225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43560153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990313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34233048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43039243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22518583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0232709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369865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31882319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2CFD743-438B-21E8-B2BA-FF8644B73E5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val="0"/>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02048796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p:cSld name="Device 2">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val="0"/>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197560047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val="0"/>
                </a:ext>
              </a:extLst>
            </a:blip>
            <a:stretch>
              <a:fillRect/>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59758392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p:cSld name="Square Photo Graphic 2">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val="0"/>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396919616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Square Photo Graphic 3">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val="0"/>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p:nvPicPr>
        <p:blipFill rotWithShape="1">
          <a:blip r:embed="rId5" cstate="email">
            <a:alphaModFix amt="50000"/>
            <a:extLst>
              <a:ext uri="{28A0092B-C50C-407E-A947-70E740481C1C}">
                <a14:useLocalDpi xmlns:a14="http://schemas.microsoft.com/office/drawing/2010/main" val="0"/>
              </a:ext>
            </a:extLst>
          </a:blip>
          <a:srcRect/>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val="0"/>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2727639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p:cSld name="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val="0"/>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765663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val="0"/>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8222657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321815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3D4BC3CE-C968-246E-EAC3-B829FDF59F19}"/>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val="0"/>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78007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val="0"/>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0035052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val="0"/>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110246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cstate="email">
              <a:extLst>
                <a:ext uri="{28A0092B-C50C-407E-A947-70E740481C1C}">
                  <a14:useLocalDpi xmlns:a14="http://schemas.microsoft.com/office/drawing/2010/main" val="0"/>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val="0"/>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7035839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cstate="email">
              <a:extLst>
                <a:ext uri="{28A0092B-C50C-407E-A947-70E740481C1C}">
                  <a14:useLocalDpi xmlns:a14="http://schemas.microsoft.com/office/drawing/2010/main" val="0"/>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val="0"/>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val="0"/>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1205156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2346585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2342417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145536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61985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val="0"/>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val="0"/>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val="0"/>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val="0"/>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val="0"/>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834122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2867357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val="0"/>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1736809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val="0"/>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73603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0220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5807624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25789801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845502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7305980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1582722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3483765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val="0"/>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389970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p:cSld name="Demo slide 2">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p:nvPicPr>
        <p:blipFill>
          <a:blip r:embed="rId3" cstate="screen">
            <a:alphaModFix/>
            <a:extLst>
              <a:ext uri="{28A0092B-C50C-407E-A947-70E740481C1C}">
                <a14:useLocalDpi xmlns:a14="http://schemas.microsoft.com/office/drawing/2010/main" val="0"/>
              </a:ext>
            </a:extLst>
          </a:blip>
          <a:srcRect/>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510008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p:cSld name="Demo slide 3">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17196533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1001880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val="0"/>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7541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23796630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040241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38966649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8920055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68259928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25516413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4711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882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2509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3430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p:cSld name="Content Graphic">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7787991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p:cSld name="Content Graphic 2">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5000"/>
                    </a14:imgEffect>
                  </a14:imgLayer>
                </a14:imgProps>
              </a:ext>
              <a:ext uri="{28A0092B-C50C-407E-A947-70E740481C1C}">
                <a14:useLocalDpi xmlns:a14="http://schemas.microsoft.com/office/drawing/2010/main" val="0"/>
              </a:ext>
            </a:extLst>
          </a:blip>
          <a:srcRect/>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6631531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p:cSld name="Content Graphic 3">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Lst>
          </p:cNvPr>
          <p:cNvPicPr>
            <a:picLocks noChangeAspect="1"/>
          </p:cNvPicPr>
          <p:nvPr/>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9590215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p:cSld name="Big Numb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2245705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p:cSld name="Big Number 2">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1461826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p:cSld name="Big Number 3">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6195784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0830"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1500"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val="0"/>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105895216"/>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418484688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Prompt layout">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117471" y="222068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117471" y="331796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117471" y="441524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2" name="Title Placeholder 1">
            <a:extLst>
              <a:ext uri="{FF2B5EF4-FFF2-40B4-BE49-F238E27FC236}">
                <a16:creationId xmlns:a16="http://schemas.microsoft.com/office/drawing/2014/main" id="{8953A433-F2D5-7B5B-B3BD-45E3929D692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3357447134"/>
      </p:ext>
    </p:extLst>
  </p:cSld>
  <p:clrMapOvr>
    <a:masterClrMapping/>
  </p:clrMapOvr>
  <p:transition>
    <p:fade/>
  </p:transition>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42479786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306954319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0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FC65-3B50-42AC-4036-1863D65306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7D3B27-5234-FE3F-42AE-840B0EDADC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C3ED53-5DD3-963E-A4EC-04468824CA43}"/>
              </a:ext>
            </a:extLst>
          </p:cNvPr>
          <p:cNvSpPr>
            <a:spLocks noGrp="1"/>
          </p:cNvSpPr>
          <p:nvPr>
            <p:ph type="dt" sz="half" idx="10"/>
          </p:nvPr>
        </p:nvSpPr>
        <p:spPr/>
        <p:txBody>
          <a:bodyPr/>
          <a:lstStyle/>
          <a:p>
            <a:fld id="{C7A15395-D639-457C-A791-0247B39F8B96}" type="datetimeFigureOut">
              <a:rPr lang="en-US" smtClean="0"/>
              <a:t>1/4/2026</a:t>
            </a:fld>
            <a:endParaRPr lang="en-US"/>
          </a:p>
        </p:txBody>
      </p:sp>
      <p:sp>
        <p:nvSpPr>
          <p:cNvPr id="5" name="Footer Placeholder 4">
            <a:extLst>
              <a:ext uri="{FF2B5EF4-FFF2-40B4-BE49-F238E27FC236}">
                <a16:creationId xmlns:a16="http://schemas.microsoft.com/office/drawing/2014/main" id="{76ECFC11-5CF3-BB0D-180A-596BBB32C7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7EC95-D302-69F5-56BE-862B2483FDF3}"/>
              </a:ext>
            </a:extLst>
          </p:cNvPr>
          <p:cNvSpPr>
            <a:spLocks noGrp="1"/>
          </p:cNvSpPr>
          <p:nvPr>
            <p:ph type="sldNum" sz="quarter" idx="12"/>
          </p:nvPr>
        </p:nvSpPr>
        <p:spPr/>
        <p:txBody>
          <a:bodyPr/>
          <a:lstStyle/>
          <a:p>
            <a:fld id="{53509CF4-7FFC-4D4D-9D31-04C5DC005F30}" type="slidenum">
              <a:rPr lang="en-US" smtClean="0"/>
              <a:t>‹#›</a:t>
            </a:fld>
            <a:endParaRPr lang="en-US"/>
          </a:p>
        </p:txBody>
      </p:sp>
    </p:spTree>
    <p:extLst>
      <p:ext uri="{BB962C8B-B14F-4D97-AF65-F5344CB8AC3E}">
        <p14:creationId xmlns:p14="http://schemas.microsoft.com/office/powerpoint/2010/main" val="1899326706"/>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a:xfrm>
            <a:off x="588263" y="497541"/>
            <a:ext cx="11018520" cy="430887"/>
          </a:xfrm>
        </p:spPr>
        <p:txBody>
          <a:bodyPr/>
          <a:lstStyle>
            <a:lvl1pPr>
              <a:defRPr sz="2800">
                <a:solidFill>
                  <a:srgbClr val="000000"/>
                </a:solidFill>
              </a:defRPr>
            </a:lvl1pPr>
          </a:lstStyle>
          <a:p>
            <a:r>
              <a:rPr lang="en-US"/>
              <a:t>Click to edit Master title style</a:t>
            </a:r>
          </a:p>
        </p:txBody>
      </p:sp>
      <p:sp>
        <p:nvSpPr>
          <p:cNvPr id="3" name="Footer Placeholder 10">
            <a:extLst>
              <a:ext uri="{FF2B5EF4-FFF2-40B4-BE49-F238E27FC236}">
                <a16:creationId xmlns:a16="http://schemas.microsoft.com/office/drawing/2014/main" id="{9438946C-117E-D444-B499-2F521D38BF54}"/>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r>
              <a:rPr lang="en-US"/>
              <a:t>© Microsoft Corporation                                                                                  					   	    	                                     Microsoft 365 </a:t>
            </a:r>
          </a:p>
        </p:txBody>
      </p:sp>
    </p:spTree>
    <p:extLst>
      <p:ext uri="{BB962C8B-B14F-4D97-AF65-F5344CB8AC3E}">
        <p14:creationId xmlns:p14="http://schemas.microsoft.com/office/powerpoint/2010/main" val="3259271648"/>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7" name="Picture 6" descr="A close-up of a colorful spiral&#10;&#10;Description automatically generated">
            <a:extLst>
              <a:ext uri="{FF2B5EF4-FFF2-40B4-BE49-F238E27FC236}">
                <a16:creationId xmlns:a16="http://schemas.microsoft.com/office/drawing/2014/main" id="{05AD6BD6-B499-AF84-E9A5-BE7C78BBE3E7}"/>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108F13F4-2AA0-2751-9C54-183410D351E2}"/>
              </a:ext>
            </a:extLst>
          </p:cNvPr>
          <p:cNvSpPr/>
          <p:nvPr/>
        </p:nvSpPr>
        <p:spPr>
          <a:xfrm>
            <a:off x="0" y="0"/>
            <a:ext cx="6616700" cy="6858000"/>
          </a:xfrm>
          <a:prstGeom prst="rect">
            <a:avLst/>
          </a:prstGeom>
          <a:gradFill flip="none" rotWithShape="1">
            <a:gsLst>
              <a:gs pos="26000">
                <a:schemeClr val="bg1">
                  <a:alpha val="58000"/>
                </a:schemeClr>
              </a:gs>
              <a:gs pos="70000">
                <a:schemeClr val="bg1">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DF4F93-13B7-9E90-F2C3-66C182809D1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lose-up of a colorful spiral&#10;&#10;Description automatically generated">
            <a:extLst>
              <a:ext uri="{FF2B5EF4-FFF2-40B4-BE49-F238E27FC236}">
                <a16:creationId xmlns:a16="http://schemas.microsoft.com/office/drawing/2014/main" id="{799145B4-A11C-C3DF-BA47-3700F47BF4ED}"/>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artisticBlur radius="56"/>
                    </a14:imgEffect>
                  </a14:imgLayer>
                </a14:imgProps>
              </a:ext>
              <a:ext uri="{28A0092B-C50C-407E-A947-70E740481C1C}">
                <a14:useLocalDpi xmlns:a14="http://schemas.microsoft.com/office/drawing/2010/main" val="0"/>
              </a:ext>
            </a:extLst>
          </a:blip>
          <a:srcRect/>
          <a:stretch/>
        </p:blipFill>
        <p:spPr>
          <a:xfrm>
            <a:off x="508000" y="2282624"/>
            <a:ext cx="8534400" cy="3006050"/>
          </a:xfrm>
          <a:prstGeom prst="roundRect">
            <a:avLst>
              <a:gd name="adj" fmla="val 16667"/>
            </a:avLst>
          </a:prstGeom>
          <a:ln>
            <a:noFill/>
          </a:ln>
          <a:effectLst>
            <a:softEdge rad="0"/>
          </a:effectLst>
          <a:scene3d>
            <a:camera prst="orthographicFront"/>
            <a:lightRig rig="contrasting" dir="t">
              <a:rot lat="0" lon="0" rev="4200000"/>
            </a:lightRig>
          </a:scene3d>
          <a:sp3d prstMaterial="plastic">
            <a:bevelT w="0" h="0" prst="relaxedInset"/>
            <a:contourClr>
              <a:srgbClr val="969696"/>
            </a:contourClr>
          </a:sp3d>
        </p:spPr>
      </p:pic>
      <p:sp>
        <p:nvSpPr>
          <p:cNvPr id="4" name="Rectangle: Rounded Corners 3">
            <a:extLst>
              <a:ext uri="{FF2B5EF4-FFF2-40B4-BE49-F238E27FC236}">
                <a16:creationId xmlns:a16="http://schemas.microsoft.com/office/drawing/2014/main" id="{6CFC3848-31B0-12FC-5D3C-1FC94FD228E5}"/>
              </a:ext>
            </a:extLst>
          </p:cNvPr>
          <p:cNvSpPr/>
          <p:nvPr/>
        </p:nvSpPr>
        <p:spPr>
          <a:xfrm>
            <a:off x="508000" y="2282623"/>
            <a:ext cx="8534400" cy="3006050"/>
          </a:xfrm>
          <a:prstGeom prst="roundRect">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7DF3D89-1F38-68AF-6810-97AA81AC8C89}"/>
              </a:ext>
            </a:extLst>
          </p:cNvPr>
          <p:cNvSpPr/>
          <p:nvPr/>
        </p:nvSpPr>
        <p:spPr>
          <a:xfrm>
            <a:off x="968887" y="4124123"/>
            <a:ext cx="7552813" cy="70788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agnify" title="Icon of a magnifying glass">
            <a:extLst>
              <a:ext uri="{FF2B5EF4-FFF2-40B4-BE49-F238E27FC236}">
                <a16:creationId xmlns:a16="http://schemas.microsoft.com/office/drawing/2014/main" id="{B5E74FB4-99CE-B56C-F3BE-9224CCF064E1}"/>
              </a:ext>
            </a:extLst>
          </p:cNvPr>
          <p:cNvSpPr>
            <a:spLocks noChangeAspect="1" noEditPoints="1"/>
          </p:cNvSpPr>
          <p:nvPr/>
        </p:nvSpPr>
        <p:spPr bwMode="auto">
          <a:xfrm flipH="1">
            <a:off x="7929465" y="4314225"/>
            <a:ext cx="308170" cy="302281"/>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9124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980803" y="4236857"/>
            <a:ext cx="6823075" cy="454517"/>
          </a:xfrm>
        </p:spPr>
        <p:txBody>
          <a:bodyPr/>
          <a:lstStyle>
            <a:lvl1pPr marL="0" indent="0">
              <a:buNone/>
              <a:defRPr/>
            </a:lvl1pPr>
          </a:lstStyle>
          <a:p>
            <a:pPr lvl="0"/>
            <a:r>
              <a:rPr lang="en-US"/>
              <a:t>Click to edit Master text styles</a:t>
            </a:r>
          </a:p>
        </p:txBody>
      </p:sp>
      <p:grpSp>
        <p:nvGrpSpPr>
          <p:cNvPr id="31" name="Group 30">
            <a:extLst>
              <a:ext uri="{FF2B5EF4-FFF2-40B4-BE49-F238E27FC236}">
                <a16:creationId xmlns:a16="http://schemas.microsoft.com/office/drawing/2014/main" id="{F9844A26-1988-5CF0-0512-FD5DB0A10493}"/>
              </a:ext>
            </a:extLst>
          </p:cNvPr>
          <p:cNvGrpSpPr/>
          <p:nvPr/>
        </p:nvGrpSpPr>
        <p:grpSpPr>
          <a:xfrm>
            <a:off x="500380" y="692322"/>
            <a:ext cx="1549400" cy="331285"/>
            <a:chOff x="508000" y="692322"/>
            <a:chExt cx="1742534" cy="372580"/>
          </a:xfrm>
        </p:grpSpPr>
        <p:pic>
          <p:nvPicPr>
            <p:cNvPr id="9" name="MS logo gray - EMF" descr="Microsoft logo, gray text version">
              <a:extLst>
                <a:ext uri="{FF2B5EF4-FFF2-40B4-BE49-F238E27FC236}">
                  <a16:creationId xmlns:a16="http://schemas.microsoft.com/office/drawing/2014/main" id="{9F910978-B2E2-A761-DB69-56257446170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30" name="Freeform: Shape 29">
              <a:extLst>
                <a:ext uri="{FF2B5EF4-FFF2-40B4-BE49-F238E27FC236}">
                  <a16:creationId xmlns:a16="http://schemas.microsoft.com/office/drawing/2014/main" id="{71A4613D-97FC-C7D4-40A9-576E9C03D440}"/>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4" name="Freeform: Shape 33">
            <a:extLst>
              <a:ext uri="{FF2B5EF4-FFF2-40B4-BE49-F238E27FC236}">
                <a16:creationId xmlns:a16="http://schemas.microsoft.com/office/drawing/2014/main" id="{F93F6363-616A-CDD2-CAE0-DBC4E69EE419}"/>
              </a:ext>
            </a:extLst>
          </p:cNvPr>
          <p:cNvSpPr/>
          <p:nvPr/>
        </p:nvSpPr>
        <p:spPr>
          <a:xfrm>
            <a:off x="1645690" y="2768269"/>
            <a:ext cx="3145938" cy="308493"/>
          </a:xfrm>
          <a:custGeom>
            <a:avLst/>
            <a:gdLst/>
            <a:ahLst/>
            <a:cxnLst/>
            <a:rect l="l" t="t" r="r" b="b"/>
            <a:pathLst>
              <a:path w="3145938" h="308493">
                <a:moveTo>
                  <a:pt x="1730876" y="125853"/>
                </a:moveTo>
                <a:cubicBezTo>
                  <a:pt x="1724737" y="125853"/>
                  <a:pt x="1719339" y="126953"/>
                  <a:pt x="1714684" y="129153"/>
                </a:cubicBezTo>
                <a:cubicBezTo>
                  <a:pt x="1710028" y="131352"/>
                  <a:pt x="1706114" y="134243"/>
                  <a:pt x="1702943" y="137824"/>
                </a:cubicBezTo>
                <a:cubicBezTo>
                  <a:pt x="1699771" y="141405"/>
                  <a:pt x="1697392" y="145498"/>
                  <a:pt x="1695806" y="150102"/>
                </a:cubicBezTo>
                <a:cubicBezTo>
                  <a:pt x="1694220" y="154707"/>
                  <a:pt x="1693427" y="159413"/>
                  <a:pt x="1693427" y="164222"/>
                </a:cubicBezTo>
                <a:cubicBezTo>
                  <a:pt x="1693427" y="169441"/>
                  <a:pt x="1694169" y="174787"/>
                  <a:pt x="1695652" y="180261"/>
                </a:cubicBezTo>
                <a:cubicBezTo>
                  <a:pt x="1697136" y="185735"/>
                  <a:pt x="1699413" y="190723"/>
                  <a:pt x="1702482" y="195225"/>
                </a:cubicBezTo>
                <a:cubicBezTo>
                  <a:pt x="1705552" y="199727"/>
                  <a:pt x="1709465" y="203436"/>
                  <a:pt x="1714223" y="206352"/>
                </a:cubicBezTo>
                <a:cubicBezTo>
                  <a:pt x="1718981" y="209269"/>
                  <a:pt x="1724634" y="210727"/>
                  <a:pt x="1731183" y="210727"/>
                </a:cubicBezTo>
                <a:cubicBezTo>
                  <a:pt x="1737015" y="210727"/>
                  <a:pt x="1742182" y="209652"/>
                  <a:pt x="1746684" y="207504"/>
                </a:cubicBezTo>
                <a:cubicBezTo>
                  <a:pt x="1751186" y="205355"/>
                  <a:pt x="1754946" y="202388"/>
                  <a:pt x="1757965" y="198602"/>
                </a:cubicBezTo>
                <a:cubicBezTo>
                  <a:pt x="1760983" y="194816"/>
                  <a:pt x="1763285" y="190339"/>
                  <a:pt x="1764871" y="185172"/>
                </a:cubicBezTo>
                <a:cubicBezTo>
                  <a:pt x="1766457" y="180005"/>
                  <a:pt x="1767250" y="174403"/>
                  <a:pt x="1767250" y="168366"/>
                </a:cubicBezTo>
                <a:cubicBezTo>
                  <a:pt x="1767250" y="162023"/>
                  <a:pt x="1766508" y="156242"/>
                  <a:pt x="1765025" y="151023"/>
                </a:cubicBezTo>
                <a:cubicBezTo>
                  <a:pt x="1763541" y="145805"/>
                  <a:pt x="1761290" y="141329"/>
                  <a:pt x="1758272" y="137594"/>
                </a:cubicBezTo>
                <a:cubicBezTo>
                  <a:pt x="1755253" y="133859"/>
                  <a:pt x="1751468" y="130969"/>
                  <a:pt x="1746914" y="128922"/>
                </a:cubicBezTo>
                <a:cubicBezTo>
                  <a:pt x="1742361" y="126876"/>
                  <a:pt x="1737015" y="125853"/>
                  <a:pt x="1730876" y="125853"/>
                </a:cubicBezTo>
                <a:close/>
                <a:moveTo>
                  <a:pt x="2943927" y="103752"/>
                </a:moveTo>
                <a:cubicBezTo>
                  <a:pt x="2930012" y="103752"/>
                  <a:pt x="2919012" y="108612"/>
                  <a:pt x="2910929" y="118332"/>
                </a:cubicBezTo>
                <a:cubicBezTo>
                  <a:pt x="2902846" y="128053"/>
                  <a:pt x="2898804" y="141456"/>
                  <a:pt x="2898804" y="158544"/>
                </a:cubicBezTo>
                <a:cubicBezTo>
                  <a:pt x="2898804" y="175017"/>
                  <a:pt x="2902897" y="187986"/>
                  <a:pt x="2911083" y="197451"/>
                </a:cubicBezTo>
                <a:cubicBezTo>
                  <a:pt x="2919268" y="206915"/>
                  <a:pt x="2930216" y="211647"/>
                  <a:pt x="2943927" y="211647"/>
                </a:cubicBezTo>
                <a:cubicBezTo>
                  <a:pt x="2957945" y="211647"/>
                  <a:pt x="2968714" y="206992"/>
                  <a:pt x="2976235" y="197681"/>
                </a:cubicBezTo>
                <a:cubicBezTo>
                  <a:pt x="2983755" y="188370"/>
                  <a:pt x="2987515" y="175119"/>
                  <a:pt x="2987515" y="157930"/>
                </a:cubicBezTo>
                <a:cubicBezTo>
                  <a:pt x="2987515" y="140638"/>
                  <a:pt x="2983755" y="127285"/>
                  <a:pt x="2976235" y="117872"/>
                </a:cubicBezTo>
                <a:cubicBezTo>
                  <a:pt x="2968714" y="108458"/>
                  <a:pt x="2957945" y="103752"/>
                  <a:pt x="2943927" y="103752"/>
                </a:cubicBezTo>
                <a:close/>
                <a:moveTo>
                  <a:pt x="2588116" y="103752"/>
                </a:moveTo>
                <a:cubicBezTo>
                  <a:pt x="2575429" y="103752"/>
                  <a:pt x="2565222" y="108254"/>
                  <a:pt x="2557497" y="117258"/>
                </a:cubicBezTo>
                <a:cubicBezTo>
                  <a:pt x="2549772" y="126262"/>
                  <a:pt x="2545910" y="137517"/>
                  <a:pt x="2545910" y="151023"/>
                </a:cubicBezTo>
                <a:lnTo>
                  <a:pt x="2545910" y="170515"/>
                </a:lnTo>
                <a:cubicBezTo>
                  <a:pt x="2545910" y="181975"/>
                  <a:pt x="2549568" y="191695"/>
                  <a:pt x="2556883" y="199676"/>
                </a:cubicBezTo>
                <a:cubicBezTo>
                  <a:pt x="2564199" y="207657"/>
                  <a:pt x="2573485" y="211647"/>
                  <a:pt x="2584740" y="211647"/>
                </a:cubicBezTo>
                <a:cubicBezTo>
                  <a:pt x="2597939" y="211647"/>
                  <a:pt x="2608299" y="206506"/>
                  <a:pt x="2615819" y="196223"/>
                </a:cubicBezTo>
                <a:cubicBezTo>
                  <a:pt x="2623340" y="185940"/>
                  <a:pt x="2627100" y="171589"/>
                  <a:pt x="2627100" y="153172"/>
                </a:cubicBezTo>
                <a:cubicBezTo>
                  <a:pt x="2627100" y="137722"/>
                  <a:pt x="2623596" y="125623"/>
                  <a:pt x="2616587" y="116874"/>
                </a:cubicBezTo>
                <a:cubicBezTo>
                  <a:pt x="2609578" y="108126"/>
                  <a:pt x="2600088" y="103752"/>
                  <a:pt x="2588116" y="103752"/>
                </a:cubicBezTo>
                <a:close/>
                <a:moveTo>
                  <a:pt x="2391477" y="103752"/>
                </a:moveTo>
                <a:cubicBezTo>
                  <a:pt x="2377562" y="103752"/>
                  <a:pt x="2366562" y="108612"/>
                  <a:pt x="2358479" y="118332"/>
                </a:cubicBezTo>
                <a:cubicBezTo>
                  <a:pt x="2350396" y="128053"/>
                  <a:pt x="2346354" y="141456"/>
                  <a:pt x="2346354" y="158544"/>
                </a:cubicBezTo>
                <a:cubicBezTo>
                  <a:pt x="2346354" y="175017"/>
                  <a:pt x="2350447" y="187986"/>
                  <a:pt x="2358633" y="197451"/>
                </a:cubicBezTo>
                <a:cubicBezTo>
                  <a:pt x="2366818" y="206915"/>
                  <a:pt x="2377766" y="211647"/>
                  <a:pt x="2391477" y="211647"/>
                </a:cubicBezTo>
                <a:cubicBezTo>
                  <a:pt x="2405495" y="211647"/>
                  <a:pt x="2416264" y="206992"/>
                  <a:pt x="2423785" y="197681"/>
                </a:cubicBezTo>
                <a:cubicBezTo>
                  <a:pt x="2431305" y="188370"/>
                  <a:pt x="2435065" y="175119"/>
                  <a:pt x="2435065" y="157930"/>
                </a:cubicBezTo>
                <a:cubicBezTo>
                  <a:pt x="2435065" y="140638"/>
                  <a:pt x="2431305" y="127285"/>
                  <a:pt x="2423785" y="117872"/>
                </a:cubicBezTo>
                <a:cubicBezTo>
                  <a:pt x="2416264" y="108458"/>
                  <a:pt x="2405495" y="103752"/>
                  <a:pt x="2391477" y="103752"/>
                </a:cubicBezTo>
                <a:close/>
                <a:moveTo>
                  <a:pt x="1038927" y="103752"/>
                </a:moveTo>
                <a:cubicBezTo>
                  <a:pt x="1025012" y="103752"/>
                  <a:pt x="1014013" y="108612"/>
                  <a:pt x="1005929" y="118332"/>
                </a:cubicBezTo>
                <a:cubicBezTo>
                  <a:pt x="997846" y="128053"/>
                  <a:pt x="993804" y="141456"/>
                  <a:pt x="993804" y="158544"/>
                </a:cubicBezTo>
                <a:cubicBezTo>
                  <a:pt x="993804" y="175017"/>
                  <a:pt x="997897" y="187986"/>
                  <a:pt x="1006083" y="197451"/>
                </a:cubicBezTo>
                <a:cubicBezTo>
                  <a:pt x="1014268" y="206915"/>
                  <a:pt x="1025217" y="211647"/>
                  <a:pt x="1038927" y="211647"/>
                </a:cubicBezTo>
                <a:cubicBezTo>
                  <a:pt x="1052945" y="211647"/>
                  <a:pt x="1063714" y="206992"/>
                  <a:pt x="1071235" y="197681"/>
                </a:cubicBezTo>
                <a:cubicBezTo>
                  <a:pt x="1078755" y="188370"/>
                  <a:pt x="1082515" y="175119"/>
                  <a:pt x="1082515" y="157930"/>
                </a:cubicBezTo>
                <a:cubicBezTo>
                  <a:pt x="1082515" y="140638"/>
                  <a:pt x="1078755" y="127285"/>
                  <a:pt x="1071235" y="117872"/>
                </a:cubicBezTo>
                <a:cubicBezTo>
                  <a:pt x="1063714" y="108458"/>
                  <a:pt x="1052945" y="103752"/>
                  <a:pt x="1038927" y="103752"/>
                </a:cubicBezTo>
                <a:close/>
                <a:moveTo>
                  <a:pt x="715077" y="103752"/>
                </a:moveTo>
                <a:cubicBezTo>
                  <a:pt x="701162" y="103752"/>
                  <a:pt x="690162" y="108612"/>
                  <a:pt x="682079" y="118332"/>
                </a:cubicBezTo>
                <a:cubicBezTo>
                  <a:pt x="673996" y="128053"/>
                  <a:pt x="669954" y="141456"/>
                  <a:pt x="669954" y="158544"/>
                </a:cubicBezTo>
                <a:cubicBezTo>
                  <a:pt x="669954" y="175017"/>
                  <a:pt x="674047" y="187986"/>
                  <a:pt x="682233" y="197451"/>
                </a:cubicBezTo>
                <a:cubicBezTo>
                  <a:pt x="690418" y="206915"/>
                  <a:pt x="701366" y="211647"/>
                  <a:pt x="715077" y="211647"/>
                </a:cubicBezTo>
                <a:cubicBezTo>
                  <a:pt x="729095" y="211647"/>
                  <a:pt x="739864" y="206992"/>
                  <a:pt x="747385" y="197681"/>
                </a:cubicBezTo>
                <a:cubicBezTo>
                  <a:pt x="754905" y="188370"/>
                  <a:pt x="758665" y="175119"/>
                  <a:pt x="758665" y="157930"/>
                </a:cubicBezTo>
                <a:cubicBezTo>
                  <a:pt x="758665" y="140638"/>
                  <a:pt x="754905" y="127285"/>
                  <a:pt x="747385" y="117872"/>
                </a:cubicBezTo>
                <a:cubicBezTo>
                  <a:pt x="739864" y="108458"/>
                  <a:pt x="729095" y="103752"/>
                  <a:pt x="715077" y="103752"/>
                </a:cubicBezTo>
                <a:close/>
                <a:moveTo>
                  <a:pt x="2701110" y="79042"/>
                </a:moveTo>
                <a:lnTo>
                  <a:pt x="2736717" y="79042"/>
                </a:lnTo>
                <a:lnTo>
                  <a:pt x="2736717" y="236204"/>
                </a:lnTo>
                <a:lnTo>
                  <a:pt x="2701110" y="236204"/>
                </a:lnTo>
                <a:close/>
                <a:moveTo>
                  <a:pt x="291284" y="79042"/>
                </a:moveTo>
                <a:lnTo>
                  <a:pt x="326892" y="79042"/>
                </a:lnTo>
                <a:lnTo>
                  <a:pt x="326892" y="236204"/>
                </a:lnTo>
                <a:lnTo>
                  <a:pt x="291284" y="236204"/>
                </a:lnTo>
                <a:close/>
                <a:moveTo>
                  <a:pt x="605842" y="76279"/>
                </a:moveTo>
                <a:cubicBezTo>
                  <a:pt x="612288" y="76279"/>
                  <a:pt x="617200" y="77251"/>
                  <a:pt x="620576" y="79195"/>
                </a:cubicBezTo>
                <a:lnTo>
                  <a:pt x="620576" y="112961"/>
                </a:lnTo>
                <a:cubicBezTo>
                  <a:pt x="616279" y="109584"/>
                  <a:pt x="610088" y="107896"/>
                  <a:pt x="602005" y="107896"/>
                </a:cubicBezTo>
                <a:cubicBezTo>
                  <a:pt x="591466" y="107896"/>
                  <a:pt x="582667" y="112654"/>
                  <a:pt x="575607" y="122169"/>
                </a:cubicBezTo>
                <a:cubicBezTo>
                  <a:pt x="568547" y="131685"/>
                  <a:pt x="565017" y="144628"/>
                  <a:pt x="565017" y="160999"/>
                </a:cubicBezTo>
                <a:lnTo>
                  <a:pt x="565017" y="236204"/>
                </a:lnTo>
                <a:lnTo>
                  <a:pt x="529410" y="236204"/>
                </a:lnTo>
                <a:lnTo>
                  <a:pt x="529410" y="79042"/>
                </a:lnTo>
                <a:lnTo>
                  <a:pt x="565017" y="79042"/>
                </a:lnTo>
                <a:lnTo>
                  <a:pt x="565017" y="111426"/>
                </a:lnTo>
                <a:lnTo>
                  <a:pt x="565631" y="111426"/>
                </a:lnTo>
                <a:cubicBezTo>
                  <a:pt x="569109" y="100375"/>
                  <a:pt x="574456" y="91755"/>
                  <a:pt x="581669" y="85564"/>
                </a:cubicBezTo>
                <a:cubicBezTo>
                  <a:pt x="588883" y="79374"/>
                  <a:pt x="596940" y="76279"/>
                  <a:pt x="605842" y="76279"/>
                </a:cubicBezTo>
                <a:close/>
                <a:moveTo>
                  <a:pt x="2946076" y="75358"/>
                </a:moveTo>
                <a:cubicBezTo>
                  <a:pt x="2970633" y="75358"/>
                  <a:pt x="2989766" y="82572"/>
                  <a:pt x="3003477" y="96999"/>
                </a:cubicBezTo>
                <a:cubicBezTo>
                  <a:pt x="3017188" y="111426"/>
                  <a:pt x="3024043" y="131429"/>
                  <a:pt x="3024043" y="157009"/>
                </a:cubicBezTo>
                <a:cubicBezTo>
                  <a:pt x="3024043" y="182077"/>
                  <a:pt x="3016651" y="202157"/>
                  <a:pt x="3001866" y="217249"/>
                </a:cubicBezTo>
                <a:cubicBezTo>
                  <a:pt x="2987080" y="232342"/>
                  <a:pt x="2967205" y="239888"/>
                  <a:pt x="2942239" y="239888"/>
                </a:cubicBezTo>
                <a:cubicBezTo>
                  <a:pt x="2917989" y="239888"/>
                  <a:pt x="2898625" y="232546"/>
                  <a:pt x="2884147" y="217863"/>
                </a:cubicBezTo>
                <a:cubicBezTo>
                  <a:pt x="2869669" y="203181"/>
                  <a:pt x="2862430" y="183714"/>
                  <a:pt x="2862430" y="159465"/>
                </a:cubicBezTo>
                <a:cubicBezTo>
                  <a:pt x="2862430" y="133066"/>
                  <a:pt x="2869976" y="112449"/>
                  <a:pt x="2885068" y="97613"/>
                </a:cubicBezTo>
                <a:cubicBezTo>
                  <a:pt x="2900160" y="82776"/>
                  <a:pt x="2920496" y="75358"/>
                  <a:pt x="2946076" y="75358"/>
                </a:cubicBezTo>
                <a:close/>
                <a:moveTo>
                  <a:pt x="2600241" y="75358"/>
                </a:moveTo>
                <a:cubicBezTo>
                  <a:pt x="2620194" y="75358"/>
                  <a:pt x="2635746" y="82367"/>
                  <a:pt x="2646899" y="96385"/>
                </a:cubicBezTo>
                <a:cubicBezTo>
                  <a:pt x="2658052" y="110403"/>
                  <a:pt x="2663628" y="129229"/>
                  <a:pt x="2663628" y="152865"/>
                </a:cubicBezTo>
                <a:cubicBezTo>
                  <a:pt x="2663628" y="179059"/>
                  <a:pt x="2657335" y="200034"/>
                  <a:pt x="2644750" y="215791"/>
                </a:cubicBezTo>
                <a:cubicBezTo>
                  <a:pt x="2632165" y="231549"/>
                  <a:pt x="2614975" y="239427"/>
                  <a:pt x="2593181" y="239427"/>
                </a:cubicBezTo>
                <a:cubicBezTo>
                  <a:pt x="2573127" y="239427"/>
                  <a:pt x="2557676" y="230628"/>
                  <a:pt x="2546831" y="213029"/>
                </a:cubicBezTo>
                <a:lnTo>
                  <a:pt x="2546217" y="213029"/>
                </a:lnTo>
                <a:lnTo>
                  <a:pt x="2546217" y="308493"/>
                </a:lnTo>
                <a:lnTo>
                  <a:pt x="2510610" y="308493"/>
                </a:lnTo>
                <a:lnTo>
                  <a:pt x="2510610" y="79042"/>
                </a:lnTo>
                <a:lnTo>
                  <a:pt x="2546217" y="79042"/>
                </a:lnTo>
                <a:lnTo>
                  <a:pt x="2546217" y="106668"/>
                </a:lnTo>
                <a:lnTo>
                  <a:pt x="2546831" y="106668"/>
                </a:lnTo>
                <a:cubicBezTo>
                  <a:pt x="2559007" y="85795"/>
                  <a:pt x="2576810" y="75358"/>
                  <a:pt x="2600241" y="75358"/>
                </a:cubicBezTo>
                <a:close/>
                <a:moveTo>
                  <a:pt x="2393626" y="75358"/>
                </a:moveTo>
                <a:cubicBezTo>
                  <a:pt x="2418183" y="75358"/>
                  <a:pt x="2437316" y="82572"/>
                  <a:pt x="2451027" y="96999"/>
                </a:cubicBezTo>
                <a:cubicBezTo>
                  <a:pt x="2464738" y="111426"/>
                  <a:pt x="2471593" y="131429"/>
                  <a:pt x="2471593" y="157009"/>
                </a:cubicBezTo>
                <a:cubicBezTo>
                  <a:pt x="2471593" y="182077"/>
                  <a:pt x="2464201" y="202157"/>
                  <a:pt x="2449416" y="217249"/>
                </a:cubicBezTo>
                <a:cubicBezTo>
                  <a:pt x="2434630" y="232342"/>
                  <a:pt x="2414755" y="239888"/>
                  <a:pt x="2389789" y="239888"/>
                </a:cubicBezTo>
                <a:cubicBezTo>
                  <a:pt x="2365539" y="239888"/>
                  <a:pt x="2346175" y="232546"/>
                  <a:pt x="2331697" y="217863"/>
                </a:cubicBezTo>
                <a:cubicBezTo>
                  <a:pt x="2317219" y="203181"/>
                  <a:pt x="2309980" y="183714"/>
                  <a:pt x="2309980" y="159465"/>
                </a:cubicBezTo>
                <a:cubicBezTo>
                  <a:pt x="2309980" y="133066"/>
                  <a:pt x="2317526" y="112449"/>
                  <a:pt x="2332618" y="97613"/>
                </a:cubicBezTo>
                <a:cubicBezTo>
                  <a:pt x="2347710" y="82776"/>
                  <a:pt x="2368046" y="75358"/>
                  <a:pt x="2393626" y="75358"/>
                </a:cubicBezTo>
                <a:close/>
                <a:moveTo>
                  <a:pt x="1041076" y="75358"/>
                </a:moveTo>
                <a:cubicBezTo>
                  <a:pt x="1065633" y="75358"/>
                  <a:pt x="1084766" y="82572"/>
                  <a:pt x="1098477" y="96999"/>
                </a:cubicBezTo>
                <a:cubicBezTo>
                  <a:pt x="1112188" y="111426"/>
                  <a:pt x="1119043" y="131429"/>
                  <a:pt x="1119043" y="157009"/>
                </a:cubicBezTo>
                <a:cubicBezTo>
                  <a:pt x="1119043" y="182077"/>
                  <a:pt x="1111651" y="202157"/>
                  <a:pt x="1096866" y="217249"/>
                </a:cubicBezTo>
                <a:cubicBezTo>
                  <a:pt x="1082080" y="232342"/>
                  <a:pt x="1062205" y="239888"/>
                  <a:pt x="1037239" y="239888"/>
                </a:cubicBezTo>
                <a:cubicBezTo>
                  <a:pt x="1012989" y="239888"/>
                  <a:pt x="993625" y="232546"/>
                  <a:pt x="979147" y="217863"/>
                </a:cubicBezTo>
                <a:cubicBezTo>
                  <a:pt x="964669" y="203181"/>
                  <a:pt x="957430" y="183714"/>
                  <a:pt x="957430" y="159465"/>
                </a:cubicBezTo>
                <a:cubicBezTo>
                  <a:pt x="957430" y="133066"/>
                  <a:pt x="964976" y="112449"/>
                  <a:pt x="980068" y="97613"/>
                </a:cubicBezTo>
                <a:cubicBezTo>
                  <a:pt x="995160" y="82776"/>
                  <a:pt x="1015496" y="75358"/>
                  <a:pt x="1041076" y="75358"/>
                </a:cubicBezTo>
                <a:close/>
                <a:moveTo>
                  <a:pt x="888695" y="75358"/>
                </a:moveTo>
                <a:cubicBezTo>
                  <a:pt x="903224" y="75358"/>
                  <a:pt x="916218" y="77558"/>
                  <a:pt x="927678" y="81958"/>
                </a:cubicBezTo>
                <a:lnTo>
                  <a:pt x="927678" y="113114"/>
                </a:lnTo>
                <a:cubicBezTo>
                  <a:pt x="916628" y="105542"/>
                  <a:pt x="903940" y="101757"/>
                  <a:pt x="889615" y="101757"/>
                </a:cubicBezTo>
                <a:cubicBezTo>
                  <a:pt x="885113" y="101757"/>
                  <a:pt x="881046" y="102217"/>
                  <a:pt x="877414" y="103138"/>
                </a:cubicBezTo>
                <a:cubicBezTo>
                  <a:pt x="873781" y="104059"/>
                  <a:pt x="870686" y="105338"/>
                  <a:pt x="868128" y="106975"/>
                </a:cubicBezTo>
                <a:cubicBezTo>
                  <a:pt x="865570" y="108612"/>
                  <a:pt x="863575" y="110582"/>
                  <a:pt x="862143" y="112884"/>
                </a:cubicBezTo>
                <a:cubicBezTo>
                  <a:pt x="860710" y="115186"/>
                  <a:pt x="859994" y="117718"/>
                  <a:pt x="859994" y="120481"/>
                </a:cubicBezTo>
                <a:cubicBezTo>
                  <a:pt x="859994" y="123858"/>
                  <a:pt x="860710" y="126722"/>
                  <a:pt x="862143" y="129076"/>
                </a:cubicBezTo>
                <a:cubicBezTo>
                  <a:pt x="863575" y="131429"/>
                  <a:pt x="865698" y="133501"/>
                  <a:pt x="868512" y="135292"/>
                </a:cubicBezTo>
                <a:cubicBezTo>
                  <a:pt x="871326" y="137082"/>
                  <a:pt x="874702" y="138719"/>
                  <a:pt x="878642" y="140203"/>
                </a:cubicBezTo>
                <a:cubicBezTo>
                  <a:pt x="882581" y="141687"/>
                  <a:pt x="887109" y="143298"/>
                  <a:pt x="892225" y="145038"/>
                </a:cubicBezTo>
                <a:cubicBezTo>
                  <a:pt x="898978" y="147800"/>
                  <a:pt x="905040" y="150614"/>
                  <a:pt x="910412" y="153479"/>
                </a:cubicBezTo>
                <a:cubicBezTo>
                  <a:pt x="915784" y="156344"/>
                  <a:pt x="920362" y="159593"/>
                  <a:pt x="924148" y="163225"/>
                </a:cubicBezTo>
                <a:cubicBezTo>
                  <a:pt x="927934" y="166857"/>
                  <a:pt x="930850" y="171052"/>
                  <a:pt x="932897" y="175810"/>
                </a:cubicBezTo>
                <a:cubicBezTo>
                  <a:pt x="934943" y="180568"/>
                  <a:pt x="935966" y="186221"/>
                  <a:pt x="935966" y="192770"/>
                </a:cubicBezTo>
                <a:cubicBezTo>
                  <a:pt x="935966" y="200750"/>
                  <a:pt x="934124" y="207708"/>
                  <a:pt x="930441" y="213643"/>
                </a:cubicBezTo>
                <a:cubicBezTo>
                  <a:pt x="926757" y="219577"/>
                  <a:pt x="921846" y="224489"/>
                  <a:pt x="915707" y="228377"/>
                </a:cubicBezTo>
                <a:cubicBezTo>
                  <a:pt x="909568" y="232265"/>
                  <a:pt x="902482" y="235155"/>
                  <a:pt x="894450" y="237048"/>
                </a:cubicBezTo>
                <a:cubicBezTo>
                  <a:pt x="886418" y="238941"/>
                  <a:pt x="877951" y="239888"/>
                  <a:pt x="869049" y="239888"/>
                </a:cubicBezTo>
                <a:cubicBezTo>
                  <a:pt x="851860" y="239888"/>
                  <a:pt x="836972" y="237023"/>
                  <a:pt x="824387" y="231293"/>
                </a:cubicBezTo>
                <a:lnTo>
                  <a:pt x="824387" y="198295"/>
                </a:lnTo>
                <a:cubicBezTo>
                  <a:pt x="837688" y="208424"/>
                  <a:pt x="852371" y="213489"/>
                  <a:pt x="868435" y="213489"/>
                </a:cubicBezTo>
                <a:cubicBezTo>
                  <a:pt x="889922" y="213489"/>
                  <a:pt x="900666" y="207145"/>
                  <a:pt x="900666" y="194458"/>
                </a:cubicBezTo>
                <a:cubicBezTo>
                  <a:pt x="900666" y="190877"/>
                  <a:pt x="899745" y="187833"/>
                  <a:pt x="897903" y="185326"/>
                </a:cubicBezTo>
                <a:cubicBezTo>
                  <a:pt x="896062" y="182819"/>
                  <a:pt x="893580" y="180594"/>
                  <a:pt x="890460" y="178650"/>
                </a:cubicBezTo>
                <a:cubicBezTo>
                  <a:pt x="887339" y="176705"/>
                  <a:pt x="883655" y="174966"/>
                  <a:pt x="879409" y="173431"/>
                </a:cubicBezTo>
                <a:cubicBezTo>
                  <a:pt x="875163" y="171896"/>
                  <a:pt x="870431" y="170157"/>
                  <a:pt x="865212" y="168213"/>
                </a:cubicBezTo>
                <a:cubicBezTo>
                  <a:pt x="858766" y="165655"/>
                  <a:pt x="852960" y="162943"/>
                  <a:pt x="847792" y="160079"/>
                </a:cubicBezTo>
                <a:cubicBezTo>
                  <a:pt x="842625" y="157214"/>
                  <a:pt x="838328" y="153965"/>
                  <a:pt x="834900" y="150333"/>
                </a:cubicBezTo>
                <a:cubicBezTo>
                  <a:pt x="831473" y="146700"/>
                  <a:pt x="828889" y="142582"/>
                  <a:pt x="827150" y="137978"/>
                </a:cubicBezTo>
                <a:cubicBezTo>
                  <a:pt x="825410" y="133373"/>
                  <a:pt x="824540" y="128001"/>
                  <a:pt x="824540" y="121862"/>
                </a:cubicBezTo>
                <a:cubicBezTo>
                  <a:pt x="824540" y="114291"/>
                  <a:pt x="826331" y="107614"/>
                  <a:pt x="829912" y="101833"/>
                </a:cubicBezTo>
                <a:cubicBezTo>
                  <a:pt x="833493" y="96052"/>
                  <a:pt x="838302" y="91192"/>
                  <a:pt x="844339" y="87253"/>
                </a:cubicBezTo>
                <a:cubicBezTo>
                  <a:pt x="850376" y="83313"/>
                  <a:pt x="857231" y="80346"/>
                  <a:pt x="864905" y="78351"/>
                </a:cubicBezTo>
                <a:cubicBezTo>
                  <a:pt x="872579" y="76356"/>
                  <a:pt x="880509" y="75358"/>
                  <a:pt x="888695" y="75358"/>
                </a:cubicBezTo>
                <a:close/>
                <a:moveTo>
                  <a:pt x="717226" y="75358"/>
                </a:moveTo>
                <a:cubicBezTo>
                  <a:pt x="741783" y="75358"/>
                  <a:pt x="760916" y="82572"/>
                  <a:pt x="774627" y="96999"/>
                </a:cubicBezTo>
                <a:cubicBezTo>
                  <a:pt x="788338" y="111426"/>
                  <a:pt x="795193" y="131429"/>
                  <a:pt x="795193" y="157009"/>
                </a:cubicBezTo>
                <a:cubicBezTo>
                  <a:pt x="795193" y="182077"/>
                  <a:pt x="787801" y="202157"/>
                  <a:pt x="773016" y="217249"/>
                </a:cubicBezTo>
                <a:cubicBezTo>
                  <a:pt x="758230" y="232342"/>
                  <a:pt x="738355" y="239888"/>
                  <a:pt x="713389" y="239888"/>
                </a:cubicBezTo>
                <a:cubicBezTo>
                  <a:pt x="689139" y="239888"/>
                  <a:pt x="669775" y="232546"/>
                  <a:pt x="655297" y="217863"/>
                </a:cubicBezTo>
                <a:cubicBezTo>
                  <a:pt x="640819" y="203181"/>
                  <a:pt x="633580" y="183714"/>
                  <a:pt x="633580" y="159465"/>
                </a:cubicBezTo>
                <a:cubicBezTo>
                  <a:pt x="633580" y="133066"/>
                  <a:pt x="641126" y="112449"/>
                  <a:pt x="656218" y="97613"/>
                </a:cubicBezTo>
                <a:cubicBezTo>
                  <a:pt x="671310" y="82776"/>
                  <a:pt x="691646" y="75358"/>
                  <a:pt x="717226" y="75358"/>
                </a:cubicBezTo>
                <a:close/>
                <a:moveTo>
                  <a:pt x="451754" y="75358"/>
                </a:moveTo>
                <a:cubicBezTo>
                  <a:pt x="466078" y="75358"/>
                  <a:pt x="478715" y="77865"/>
                  <a:pt x="489663" y="82879"/>
                </a:cubicBezTo>
                <a:lnTo>
                  <a:pt x="489663" y="116030"/>
                </a:lnTo>
                <a:cubicBezTo>
                  <a:pt x="478715" y="107845"/>
                  <a:pt x="467051" y="103752"/>
                  <a:pt x="454670" y="103752"/>
                </a:cubicBezTo>
                <a:cubicBezTo>
                  <a:pt x="439629" y="103752"/>
                  <a:pt x="427299" y="108842"/>
                  <a:pt x="417681" y="119023"/>
                </a:cubicBezTo>
                <a:cubicBezTo>
                  <a:pt x="408063" y="129204"/>
                  <a:pt x="403254" y="142531"/>
                  <a:pt x="403254" y="159004"/>
                </a:cubicBezTo>
                <a:cubicBezTo>
                  <a:pt x="403254" y="175273"/>
                  <a:pt x="407782" y="188114"/>
                  <a:pt x="416837" y="197527"/>
                </a:cubicBezTo>
                <a:cubicBezTo>
                  <a:pt x="425893" y="206941"/>
                  <a:pt x="438043" y="211647"/>
                  <a:pt x="453289" y="211647"/>
                </a:cubicBezTo>
                <a:cubicBezTo>
                  <a:pt x="466078" y="211647"/>
                  <a:pt x="478152" y="207094"/>
                  <a:pt x="489510" y="197988"/>
                </a:cubicBezTo>
                <a:lnTo>
                  <a:pt x="489510" y="228991"/>
                </a:lnTo>
                <a:cubicBezTo>
                  <a:pt x="476924" y="236255"/>
                  <a:pt x="462037" y="239888"/>
                  <a:pt x="444847" y="239888"/>
                </a:cubicBezTo>
                <a:cubicBezTo>
                  <a:pt x="421518" y="239888"/>
                  <a:pt x="402692" y="232597"/>
                  <a:pt x="388367" y="218017"/>
                </a:cubicBezTo>
                <a:cubicBezTo>
                  <a:pt x="374042" y="203436"/>
                  <a:pt x="366880" y="184533"/>
                  <a:pt x="366880" y="161306"/>
                </a:cubicBezTo>
                <a:cubicBezTo>
                  <a:pt x="366880" y="135420"/>
                  <a:pt x="374579" y="114623"/>
                  <a:pt x="389978" y="98917"/>
                </a:cubicBezTo>
                <a:cubicBezTo>
                  <a:pt x="405377" y="83211"/>
                  <a:pt x="425969" y="75358"/>
                  <a:pt x="451754" y="75358"/>
                </a:cubicBezTo>
                <a:close/>
                <a:moveTo>
                  <a:pt x="3108336" y="32537"/>
                </a:moveTo>
                <a:lnTo>
                  <a:pt x="3108336" y="79042"/>
                </a:lnTo>
                <a:lnTo>
                  <a:pt x="3145938" y="79042"/>
                </a:lnTo>
                <a:lnTo>
                  <a:pt x="3145938" y="106975"/>
                </a:lnTo>
                <a:lnTo>
                  <a:pt x="3108336" y="106975"/>
                </a:lnTo>
                <a:lnTo>
                  <a:pt x="3108336" y="185556"/>
                </a:lnTo>
                <a:cubicBezTo>
                  <a:pt x="3108336" y="194867"/>
                  <a:pt x="3110024" y="201518"/>
                  <a:pt x="3113401" y="205508"/>
                </a:cubicBezTo>
                <a:cubicBezTo>
                  <a:pt x="3116777" y="209499"/>
                  <a:pt x="3122405" y="211494"/>
                  <a:pt x="3130283" y="211494"/>
                </a:cubicBezTo>
                <a:cubicBezTo>
                  <a:pt x="3136320" y="211494"/>
                  <a:pt x="3141538" y="209755"/>
                  <a:pt x="3145938" y="206276"/>
                </a:cubicBezTo>
                <a:lnTo>
                  <a:pt x="3145938" y="234516"/>
                </a:lnTo>
                <a:cubicBezTo>
                  <a:pt x="3138980" y="237995"/>
                  <a:pt x="3129823" y="239734"/>
                  <a:pt x="3118465" y="239734"/>
                </a:cubicBezTo>
                <a:cubicBezTo>
                  <a:pt x="3087975" y="239734"/>
                  <a:pt x="3072729" y="225102"/>
                  <a:pt x="3072729" y="195839"/>
                </a:cubicBezTo>
                <a:lnTo>
                  <a:pt x="3072729" y="106975"/>
                </a:lnTo>
                <a:lnTo>
                  <a:pt x="3046484" y="106975"/>
                </a:lnTo>
                <a:lnTo>
                  <a:pt x="3046484" y="79042"/>
                </a:lnTo>
                <a:lnTo>
                  <a:pt x="3072729" y="79042"/>
                </a:lnTo>
                <a:lnTo>
                  <a:pt x="3072729" y="42667"/>
                </a:lnTo>
                <a:close/>
                <a:moveTo>
                  <a:pt x="1308111" y="32537"/>
                </a:moveTo>
                <a:lnTo>
                  <a:pt x="1308111" y="79042"/>
                </a:lnTo>
                <a:lnTo>
                  <a:pt x="1345713" y="79042"/>
                </a:lnTo>
                <a:lnTo>
                  <a:pt x="1345713" y="106975"/>
                </a:lnTo>
                <a:lnTo>
                  <a:pt x="1308111" y="106975"/>
                </a:lnTo>
                <a:lnTo>
                  <a:pt x="1308111" y="185556"/>
                </a:lnTo>
                <a:cubicBezTo>
                  <a:pt x="1308111" y="194867"/>
                  <a:pt x="1309799" y="201518"/>
                  <a:pt x="1313176" y="205508"/>
                </a:cubicBezTo>
                <a:cubicBezTo>
                  <a:pt x="1316552" y="209499"/>
                  <a:pt x="1322180" y="211494"/>
                  <a:pt x="1330058" y="211494"/>
                </a:cubicBezTo>
                <a:cubicBezTo>
                  <a:pt x="1336095" y="211494"/>
                  <a:pt x="1341314" y="209755"/>
                  <a:pt x="1345713" y="206276"/>
                </a:cubicBezTo>
                <a:lnTo>
                  <a:pt x="1345713" y="234516"/>
                </a:lnTo>
                <a:cubicBezTo>
                  <a:pt x="1338756" y="237995"/>
                  <a:pt x="1329598" y="239734"/>
                  <a:pt x="1318240" y="239734"/>
                </a:cubicBezTo>
                <a:cubicBezTo>
                  <a:pt x="1287749" y="239734"/>
                  <a:pt x="1272504" y="225102"/>
                  <a:pt x="1272504" y="195839"/>
                </a:cubicBezTo>
                <a:lnTo>
                  <a:pt x="1272504" y="106975"/>
                </a:lnTo>
                <a:lnTo>
                  <a:pt x="1246259" y="106975"/>
                </a:lnTo>
                <a:lnTo>
                  <a:pt x="1246259" y="79042"/>
                </a:lnTo>
                <a:lnTo>
                  <a:pt x="1272504" y="79042"/>
                </a:lnTo>
                <a:lnTo>
                  <a:pt x="1272504" y="42667"/>
                </a:lnTo>
                <a:close/>
                <a:moveTo>
                  <a:pt x="1846613" y="16115"/>
                </a:moveTo>
                <a:lnTo>
                  <a:pt x="1954969" y="16115"/>
                </a:lnTo>
                <a:lnTo>
                  <a:pt x="1954969" y="46504"/>
                </a:lnTo>
                <a:lnTo>
                  <a:pt x="1876234" y="46504"/>
                </a:lnTo>
                <a:lnTo>
                  <a:pt x="1872551" y="101603"/>
                </a:lnTo>
                <a:cubicBezTo>
                  <a:pt x="1879611" y="101194"/>
                  <a:pt x="1886006" y="100989"/>
                  <a:pt x="1891736" y="100989"/>
                </a:cubicBezTo>
                <a:cubicBezTo>
                  <a:pt x="1915065" y="100989"/>
                  <a:pt x="1933098" y="106975"/>
                  <a:pt x="1945837" y="118946"/>
                </a:cubicBezTo>
                <a:cubicBezTo>
                  <a:pt x="1958576" y="130918"/>
                  <a:pt x="1964945" y="147289"/>
                  <a:pt x="1964945" y="168059"/>
                </a:cubicBezTo>
                <a:cubicBezTo>
                  <a:pt x="1964945" y="189853"/>
                  <a:pt x="1957655" y="207325"/>
                  <a:pt x="1943074" y="220473"/>
                </a:cubicBezTo>
                <a:cubicBezTo>
                  <a:pt x="1928494" y="233621"/>
                  <a:pt x="1908465" y="240195"/>
                  <a:pt x="1882987" y="240195"/>
                </a:cubicBezTo>
                <a:cubicBezTo>
                  <a:pt x="1861500" y="240195"/>
                  <a:pt x="1845487" y="237176"/>
                  <a:pt x="1834948" y="231139"/>
                </a:cubicBezTo>
                <a:lnTo>
                  <a:pt x="1834948" y="196914"/>
                </a:lnTo>
                <a:cubicBezTo>
                  <a:pt x="1849376" y="206634"/>
                  <a:pt x="1864007" y="211494"/>
                  <a:pt x="1878843" y="211494"/>
                </a:cubicBezTo>
                <a:cubicBezTo>
                  <a:pt x="1893782" y="211494"/>
                  <a:pt x="1905805" y="207683"/>
                  <a:pt x="1914911" y="200060"/>
                </a:cubicBezTo>
                <a:cubicBezTo>
                  <a:pt x="1924017" y="192437"/>
                  <a:pt x="1928571" y="182282"/>
                  <a:pt x="1928571" y="169594"/>
                </a:cubicBezTo>
                <a:cubicBezTo>
                  <a:pt x="1928571" y="157111"/>
                  <a:pt x="1923941" y="147391"/>
                  <a:pt x="1914681" y="140433"/>
                </a:cubicBezTo>
                <a:cubicBezTo>
                  <a:pt x="1905421" y="133476"/>
                  <a:pt x="1892145" y="129997"/>
                  <a:pt x="1874853" y="129997"/>
                </a:cubicBezTo>
                <a:cubicBezTo>
                  <a:pt x="1868919" y="129997"/>
                  <a:pt x="1856896" y="130611"/>
                  <a:pt x="1838785" y="13183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80"/>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3"/>
                </a:cubicBezTo>
                <a:lnTo>
                  <a:pt x="33765" y="236204"/>
                </a:lnTo>
                <a:lnTo>
                  <a:pt x="0" y="236204"/>
                </a:lnTo>
                <a:close/>
                <a:moveTo>
                  <a:pt x="2224604" y="12432"/>
                </a:moveTo>
                <a:cubicBezTo>
                  <a:pt x="2245886" y="12432"/>
                  <a:pt x="2263536" y="15450"/>
                  <a:pt x="2277554" y="21487"/>
                </a:cubicBezTo>
                <a:lnTo>
                  <a:pt x="2277554" y="57708"/>
                </a:lnTo>
                <a:cubicBezTo>
                  <a:pt x="2262718" y="48909"/>
                  <a:pt x="2246347" y="44509"/>
                  <a:pt x="2228441" y="44509"/>
                </a:cubicBezTo>
                <a:cubicBezTo>
                  <a:pt x="2204600" y="44509"/>
                  <a:pt x="2185288" y="52132"/>
                  <a:pt x="2170502" y="67377"/>
                </a:cubicBezTo>
                <a:cubicBezTo>
                  <a:pt x="2155717" y="82623"/>
                  <a:pt x="2148325" y="102984"/>
                  <a:pt x="2148325" y="128462"/>
                </a:cubicBezTo>
                <a:cubicBezTo>
                  <a:pt x="2148325" y="152712"/>
                  <a:pt x="2155231" y="172024"/>
                  <a:pt x="2169044" y="186400"/>
                </a:cubicBezTo>
                <a:cubicBezTo>
                  <a:pt x="2182857" y="200776"/>
                  <a:pt x="2201019" y="207964"/>
                  <a:pt x="2223529" y="207964"/>
                </a:cubicBezTo>
                <a:cubicBezTo>
                  <a:pt x="2244300" y="207964"/>
                  <a:pt x="2262308" y="203053"/>
                  <a:pt x="2277554" y="193230"/>
                </a:cubicBezTo>
                <a:lnTo>
                  <a:pt x="2277554" y="226995"/>
                </a:lnTo>
                <a:cubicBezTo>
                  <a:pt x="2260978" y="235590"/>
                  <a:pt x="2240361" y="239888"/>
                  <a:pt x="2215702" y="239888"/>
                </a:cubicBezTo>
                <a:cubicBezTo>
                  <a:pt x="2183778" y="239888"/>
                  <a:pt x="2158198" y="229809"/>
                  <a:pt x="2138962" y="209652"/>
                </a:cubicBezTo>
                <a:cubicBezTo>
                  <a:pt x="2119726" y="189495"/>
                  <a:pt x="2110108" y="163046"/>
                  <a:pt x="2110108" y="130304"/>
                </a:cubicBezTo>
                <a:cubicBezTo>
                  <a:pt x="2110108" y="95106"/>
                  <a:pt x="2120929" y="66661"/>
                  <a:pt x="2142569" y="44969"/>
                </a:cubicBezTo>
                <a:cubicBezTo>
                  <a:pt x="2164210" y="23278"/>
                  <a:pt x="2191555" y="12432"/>
                  <a:pt x="2224604" y="12432"/>
                </a:cubicBezTo>
                <a:close/>
                <a:moveTo>
                  <a:pt x="1749754" y="12432"/>
                </a:moveTo>
                <a:cubicBezTo>
                  <a:pt x="1758042" y="12432"/>
                  <a:pt x="1765588" y="12994"/>
                  <a:pt x="1772392" y="14120"/>
                </a:cubicBezTo>
                <a:cubicBezTo>
                  <a:pt x="1779196" y="15246"/>
                  <a:pt x="1784645" y="16780"/>
                  <a:pt x="1788737" y="18724"/>
                </a:cubicBezTo>
                <a:lnTo>
                  <a:pt x="1788737" y="50801"/>
                </a:lnTo>
                <a:cubicBezTo>
                  <a:pt x="1783519" y="48141"/>
                  <a:pt x="1777943" y="45890"/>
                  <a:pt x="1772008" y="44048"/>
                </a:cubicBezTo>
                <a:cubicBezTo>
                  <a:pt x="1766074" y="42207"/>
                  <a:pt x="1759269" y="41286"/>
                  <a:pt x="1751595" y="41286"/>
                </a:cubicBezTo>
                <a:cubicBezTo>
                  <a:pt x="1743001" y="41286"/>
                  <a:pt x="1735071" y="43025"/>
                  <a:pt x="1727806" y="46504"/>
                </a:cubicBezTo>
                <a:cubicBezTo>
                  <a:pt x="1720542" y="49983"/>
                  <a:pt x="1714274" y="55073"/>
                  <a:pt x="1709005" y="61775"/>
                </a:cubicBezTo>
                <a:cubicBezTo>
                  <a:pt x="1703736" y="68477"/>
                  <a:pt x="1699592" y="76765"/>
                  <a:pt x="1696573" y="86639"/>
                </a:cubicBezTo>
                <a:cubicBezTo>
                  <a:pt x="1693555" y="96513"/>
                  <a:pt x="1691994" y="107896"/>
                  <a:pt x="1691892" y="120788"/>
                </a:cubicBezTo>
                <a:lnTo>
                  <a:pt x="1692813" y="120788"/>
                </a:lnTo>
                <a:cubicBezTo>
                  <a:pt x="1697520" y="113523"/>
                  <a:pt x="1703889" y="107793"/>
                  <a:pt x="1711921" y="103598"/>
                </a:cubicBezTo>
                <a:cubicBezTo>
                  <a:pt x="1719953" y="99403"/>
                  <a:pt x="1729392" y="97306"/>
                  <a:pt x="1740238" y="97306"/>
                </a:cubicBezTo>
                <a:cubicBezTo>
                  <a:pt x="1749856" y="97306"/>
                  <a:pt x="1758528" y="98866"/>
                  <a:pt x="1766253" y="101987"/>
                </a:cubicBezTo>
                <a:cubicBezTo>
                  <a:pt x="1773978" y="105107"/>
                  <a:pt x="1780577" y="109610"/>
                  <a:pt x="1786051" y="115493"/>
                </a:cubicBezTo>
                <a:cubicBezTo>
                  <a:pt x="1791526" y="121376"/>
                  <a:pt x="1795746" y="128539"/>
                  <a:pt x="1798713" y="136980"/>
                </a:cubicBezTo>
                <a:cubicBezTo>
                  <a:pt x="1801681" y="145421"/>
                  <a:pt x="1803164" y="154911"/>
                  <a:pt x="1803164" y="165450"/>
                </a:cubicBezTo>
                <a:cubicBezTo>
                  <a:pt x="1803164" y="176501"/>
                  <a:pt x="1801348" y="186579"/>
                  <a:pt x="1797716" y="195686"/>
                </a:cubicBezTo>
                <a:cubicBezTo>
                  <a:pt x="1794084" y="204792"/>
                  <a:pt x="1789044" y="212645"/>
                  <a:pt x="1782598" y="219245"/>
                </a:cubicBezTo>
                <a:cubicBezTo>
                  <a:pt x="1776152" y="225844"/>
                  <a:pt x="1768504" y="230960"/>
                  <a:pt x="1759653" y="234593"/>
                </a:cubicBezTo>
                <a:cubicBezTo>
                  <a:pt x="1750802" y="238225"/>
                  <a:pt x="1741210" y="240041"/>
                  <a:pt x="1730876" y="240041"/>
                </a:cubicBezTo>
                <a:cubicBezTo>
                  <a:pt x="1719825" y="240041"/>
                  <a:pt x="1709670" y="237892"/>
                  <a:pt x="1700410" y="233595"/>
                </a:cubicBezTo>
                <a:cubicBezTo>
                  <a:pt x="1691150" y="229298"/>
                  <a:pt x="1683169" y="222903"/>
                  <a:pt x="1676467" y="214410"/>
                </a:cubicBezTo>
                <a:cubicBezTo>
                  <a:pt x="1669766" y="205918"/>
                  <a:pt x="1664573" y="195353"/>
                  <a:pt x="1660889" y="182717"/>
                </a:cubicBezTo>
                <a:cubicBezTo>
                  <a:pt x="1657206" y="170080"/>
                  <a:pt x="1655364" y="155423"/>
                  <a:pt x="1655364" y="138745"/>
                </a:cubicBezTo>
                <a:cubicBezTo>
                  <a:pt x="1655364" y="118383"/>
                  <a:pt x="1657794" y="100324"/>
                  <a:pt x="1662654" y="84567"/>
                </a:cubicBezTo>
                <a:cubicBezTo>
                  <a:pt x="1667515" y="68810"/>
                  <a:pt x="1674191" y="55610"/>
                  <a:pt x="1682683" y="44969"/>
                </a:cubicBezTo>
                <a:cubicBezTo>
                  <a:pt x="1691176" y="34328"/>
                  <a:pt x="1701152" y="26245"/>
                  <a:pt x="1712612" y="20720"/>
                </a:cubicBezTo>
                <a:cubicBezTo>
                  <a:pt x="1724072" y="15194"/>
                  <a:pt x="1736452" y="12432"/>
                  <a:pt x="1749754" y="12432"/>
                </a:cubicBezTo>
                <a:close/>
                <a:moveTo>
                  <a:pt x="1548375" y="12432"/>
                </a:moveTo>
                <a:cubicBezTo>
                  <a:pt x="1567918" y="12432"/>
                  <a:pt x="1583573" y="17343"/>
                  <a:pt x="1595340" y="27166"/>
                </a:cubicBezTo>
                <a:cubicBezTo>
                  <a:pt x="1607107" y="36988"/>
                  <a:pt x="1612990" y="49574"/>
                  <a:pt x="1612990" y="64922"/>
                </a:cubicBezTo>
                <a:cubicBezTo>
                  <a:pt x="1612990" y="93878"/>
                  <a:pt x="1598256" y="112500"/>
                  <a:pt x="1568788" y="120788"/>
                </a:cubicBezTo>
                <a:lnTo>
                  <a:pt x="1568788" y="121402"/>
                </a:lnTo>
                <a:cubicBezTo>
                  <a:pt x="1584647" y="122937"/>
                  <a:pt x="1597182" y="128487"/>
                  <a:pt x="1606390" y="138054"/>
                </a:cubicBezTo>
                <a:cubicBezTo>
                  <a:pt x="1615599" y="147621"/>
                  <a:pt x="1620203" y="159567"/>
                  <a:pt x="1620203" y="173892"/>
                </a:cubicBezTo>
                <a:cubicBezTo>
                  <a:pt x="1620203" y="193639"/>
                  <a:pt x="1612785" y="209576"/>
                  <a:pt x="1597949" y="221700"/>
                </a:cubicBezTo>
                <a:cubicBezTo>
                  <a:pt x="1583113" y="233825"/>
                  <a:pt x="1563570" y="239888"/>
                  <a:pt x="1539320" y="239888"/>
                </a:cubicBezTo>
                <a:cubicBezTo>
                  <a:pt x="1517526" y="239888"/>
                  <a:pt x="1500132" y="235948"/>
                  <a:pt x="1487137" y="228070"/>
                </a:cubicBezTo>
                <a:lnTo>
                  <a:pt x="1487137" y="194611"/>
                </a:lnTo>
                <a:cubicBezTo>
                  <a:pt x="1501462" y="205969"/>
                  <a:pt x="1517628" y="211647"/>
                  <a:pt x="1535637" y="211647"/>
                </a:cubicBezTo>
                <a:cubicBezTo>
                  <a:pt x="1550268" y="211647"/>
                  <a:pt x="1561958" y="208322"/>
                  <a:pt x="1570706" y="201671"/>
                </a:cubicBezTo>
                <a:cubicBezTo>
                  <a:pt x="1579455" y="195021"/>
                  <a:pt x="1583829" y="186016"/>
                  <a:pt x="1583829" y="174659"/>
                </a:cubicBezTo>
                <a:cubicBezTo>
                  <a:pt x="1583829" y="149693"/>
                  <a:pt x="1564746" y="137210"/>
                  <a:pt x="1526581" y="137210"/>
                </a:cubicBezTo>
                <a:lnTo>
                  <a:pt x="1509545" y="137210"/>
                </a:lnTo>
                <a:lnTo>
                  <a:pt x="1509545" y="108663"/>
                </a:lnTo>
                <a:lnTo>
                  <a:pt x="1525814" y="108663"/>
                </a:lnTo>
                <a:cubicBezTo>
                  <a:pt x="1559682" y="108663"/>
                  <a:pt x="1576615" y="96896"/>
                  <a:pt x="1576615" y="73363"/>
                </a:cubicBezTo>
                <a:cubicBezTo>
                  <a:pt x="1576615" y="51671"/>
                  <a:pt x="1563416" y="40825"/>
                  <a:pt x="1537018" y="40825"/>
                </a:cubicBezTo>
                <a:cubicBezTo>
                  <a:pt x="1522284" y="40825"/>
                  <a:pt x="1508420" y="46095"/>
                  <a:pt x="1495425" y="56634"/>
                </a:cubicBezTo>
                <a:lnTo>
                  <a:pt x="1495425" y="25017"/>
                </a:lnTo>
                <a:cubicBezTo>
                  <a:pt x="1510364" y="16627"/>
                  <a:pt x="1528014" y="12432"/>
                  <a:pt x="1548375" y="12432"/>
                </a:cubicBezTo>
                <a:close/>
                <a:moveTo>
                  <a:pt x="2719067" y="5525"/>
                </a:moveTo>
                <a:cubicBezTo>
                  <a:pt x="2725103" y="5525"/>
                  <a:pt x="2730219" y="7469"/>
                  <a:pt x="2734414" y="11357"/>
                </a:cubicBezTo>
                <a:cubicBezTo>
                  <a:pt x="2738610" y="15246"/>
                  <a:pt x="2740707" y="20106"/>
                  <a:pt x="2740707" y="25938"/>
                </a:cubicBezTo>
                <a:cubicBezTo>
                  <a:pt x="2740707" y="31463"/>
                  <a:pt x="2738610" y="36195"/>
                  <a:pt x="2734414" y="40135"/>
                </a:cubicBezTo>
                <a:cubicBezTo>
                  <a:pt x="2730219" y="44074"/>
                  <a:pt x="2725103" y="46044"/>
                  <a:pt x="2719067" y="46044"/>
                </a:cubicBezTo>
                <a:cubicBezTo>
                  <a:pt x="2713234" y="46044"/>
                  <a:pt x="2708246" y="44151"/>
                  <a:pt x="2704102" y="40365"/>
                </a:cubicBezTo>
                <a:cubicBezTo>
                  <a:pt x="2699958" y="36579"/>
                  <a:pt x="2697886" y="31770"/>
                  <a:pt x="2697886" y="25938"/>
                </a:cubicBezTo>
                <a:cubicBezTo>
                  <a:pt x="2697886" y="20106"/>
                  <a:pt x="2699958" y="15246"/>
                  <a:pt x="2704102" y="11357"/>
                </a:cubicBezTo>
                <a:cubicBezTo>
                  <a:pt x="2708246" y="7469"/>
                  <a:pt x="2713234" y="5525"/>
                  <a:pt x="2719067" y="5525"/>
                </a:cubicBezTo>
                <a:close/>
                <a:moveTo>
                  <a:pt x="309241" y="5525"/>
                </a:moveTo>
                <a:cubicBezTo>
                  <a:pt x="315278" y="5525"/>
                  <a:pt x="320394" y="7469"/>
                  <a:pt x="324589" y="11357"/>
                </a:cubicBezTo>
                <a:cubicBezTo>
                  <a:pt x="328784" y="15246"/>
                  <a:pt x="330882" y="20106"/>
                  <a:pt x="330882" y="25938"/>
                </a:cubicBezTo>
                <a:cubicBezTo>
                  <a:pt x="330882" y="31463"/>
                  <a:pt x="328784" y="36195"/>
                  <a:pt x="324589" y="40135"/>
                </a:cubicBezTo>
                <a:cubicBezTo>
                  <a:pt x="320394" y="44074"/>
                  <a:pt x="315278" y="46044"/>
                  <a:pt x="309241" y="46044"/>
                </a:cubicBezTo>
                <a:cubicBezTo>
                  <a:pt x="303409" y="46044"/>
                  <a:pt x="298421" y="44151"/>
                  <a:pt x="294277" y="40365"/>
                </a:cubicBezTo>
                <a:cubicBezTo>
                  <a:pt x="290133" y="36579"/>
                  <a:pt x="288061" y="31770"/>
                  <a:pt x="288061" y="25938"/>
                </a:cubicBezTo>
                <a:cubicBezTo>
                  <a:pt x="288061" y="20106"/>
                  <a:pt x="290133" y="15246"/>
                  <a:pt x="294277" y="11357"/>
                </a:cubicBezTo>
                <a:cubicBezTo>
                  <a:pt x="298421" y="7469"/>
                  <a:pt x="303409" y="5525"/>
                  <a:pt x="309241" y="5525"/>
                </a:cubicBezTo>
                <a:close/>
                <a:moveTo>
                  <a:pt x="2786835" y="3530"/>
                </a:moveTo>
                <a:lnTo>
                  <a:pt x="2822595" y="3530"/>
                </a:lnTo>
                <a:lnTo>
                  <a:pt x="2822595" y="236204"/>
                </a:lnTo>
                <a:lnTo>
                  <a:pt x="2786835" y="236204"/>
                </a:lnTo>
                <a:close/>
                <a:moveTo>
                  <a:pt x="1216526" y="0"/>
                </a:moveTo>
                <a:cubicBezTo>
                  <a:pt x="1225325" y="0"/>
                  <a:pt x="1232283" y="972"/>
                  <a:pt x="1237399" y="2916"/>
                </a:cubicBezTo>
                <a:lnTo>
                  <a:pt x="1237399" y="32537"/>
                </a:lnTo>
                <a:cubicBezTo>
                  <a:pt x="1232590" y="29775"/>
                  <a:pt x="1227116" y="28394"/>
                  <a:pt x="1220977" y="28394"/>
                </a:cubicBezTo>
                <a:cubicBezTo>
                  <a:pt x="1203685" y="28394"/>
                  <a:pt x="1195039" y="38165"/>
                  <a:pt x="1195039" y="57708"/>
                </a:cubicBezTo>
                <a:lnTo>
                  <a:pt x="1195039" y="79042"/>
                </a:lnTo>
                <a:lnTo>
                  <a:pt x="1231567" y="79042"/>
                </a:lnTo>
                <a:lnTo>
                  <a:pt x="1231567" y="106975"/>
                </a:lnTo>
                <a:lnTo>
                  <a:pt x="1195192" y="106975"/>
                </a:lnTo>
                <a:lnTo>
                  <a:pt x="1195192" y="236204"/>
                </a:lnTo>
                <a:lnTo>
                  <a:pt x="1159585" y="236204"/>
                </a:lnTo>
                <a:lnTo>
                  <a:pt x="1159585" y="106975"/>
                </a:lnTo>
                <a:lnTo>
                  <a:pt x="1132726" y="106975"/>
                </a:lnTo>
                <a:lnTo>
                  <a:pt x="1132726" y="79042"/>
                </a:lnTo>
                <a:lnTo>
                  <a:pt x="1159585" y="79042"/>
                </a:lnTo>
                <a:lnTo>
                  <a:pt x="1159585" y="53564"/>
                </a:lnTo>
                <a:cubicBezTo>
                  <a:pt x="1159585" y="36988"/>
                  <a:pt x="1165008" y="23917"/>
                  <a:pt x="1175854" y="14350"/>
                </a:cubicBezTo>
                <a:cubicBezTo>
                  <a:pt x="1186700" y="4783"/>
                  <a:pt x="1200257" y="0"/>
                  <a:pt x="1216526"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Picture 11" descr="A rainbow colored logo on a black background&#10;&#10;Description automatically generated">
            <a:extLst>
              <a:ext uri="{FF2B5EF4-FFF2-40B4-BE49-F238E27FC236}">
                <a16:creationId xmlns:a16="http://schemas.microsoft.com/office/drawing/2014/main" id="{05BE0791-80D1-1E71-0D66-E138D9AA311D}"/>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968887" y="2562822"/>
            <a:ext cx="539617" cy="539617"/>
          </a:xfrm>
          <a:prstGeom prst="rect">
            <a:avLst/>
          </a:prstGeom>
        </p:spPr>
      </p:pic>
    </p:spTree>
    <p:extLst>
      <p:ext uri="{BB962C8B-B14F-4D97-AF65-F5344CB8AC3E}">
        <p14:creationId xmlns:p14="http://schemas.microsoft.com/office/powerpoint/2010/main" val="364271738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pic>
        <p:nvPicPr>
          <p:cNvPr id="2" name="Picture 1" descr="A field of pink flowers&#10;&#10;Description automatically generated">
            <a:extLst>
              <a:ext uri="{FF2B5EF4-FFF2-40B4-BE49-F238E27FC236}">
                <a16:creationId xmlns:a16="http://schemas.microsoft.com/office/drawing/2014/main" id="{E214436C-D4A0-F3A5-8A2C-F0899EA45D2B}"/>
              </a:ext>
            </a:extLst>
          </p:cNvPr>
          <p:cNvPicPr>
            <a:picLocks noChangeAspect="1"/>
          </p:cNvPicPr>
          <p:nvPr/>
        </p:nvPicPr>
        <p:blipFill rotWithShape="1">
          <a:blip r:embed="rId2">
            <a:extLst>
              <a:ext uri="{28A0092B-C50C-407E-A947-70E740481C1C}">
                <a14:useLocalDpi xmlns:a14="http://schemas.microsoft.com/office/drawing/2010/main" val="0"/>
              </a:ext>
            </a:extLst>
          </a:blip>
          <a:srcRect r="-5"/>
          <a:stretch/>
        </p:blipFill>
        <p:spPr>
          <a:xfrm>
            <a:off x="0" y="0"/>
            <a:ext cx="12191999" cy="6858000"/>
          </a:xfrm>
          <a:prstGeom prst="rect">
            <a:avLst/>
          </a:prstGeom>
        </p:spPr>
      </p:pic>
      <p:sp>
        <p:nvSpPr>
          <p:cNvPr id="3" name="Rectangle 2">
            <a:extLst>
              <a:ext uri="{FF2B5EF4-FFF2-40B4-BE49-F238E27FC236}">
                <a16:creationId xmlns:a16="http://schemas.microsoft.com/office/drawing/2014/main" id="{29C5B611-9E79-BB05-EC82-68BE6DA6C09B}"/>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50D373B-7E3C-5172-898A-E68815F86C99}"/>
              </a:ext>
            </a:extLst>
          </p:cNvPr>
          <p:cNvSpPr/>
          <p:nvPr/>
        </p:nvSpPr>
        <p:spPr>
          <a:xfrm>
            <a:off x="-1" y="0"/>
            <a:ext cx="12191999" cy="4660900"/>
          </a:xfrm>
          <a:prstGeom prst="rect">
            <a:avLst/>
          </a:prstGeom>
          <a:gradFill flip="none" rotWithShape="1">
            <a:gsLst>
              <a:gs pos="66000">
                <a:srgbClr val="DAE4F6"/>
              </a:gs>
              <a:gs pos="100000">
                <a:srgbClr val="D2DEF4">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34A422B-193F-0122-2EBB-9AA5518DC152}"/>
              </a:ext>
            </a:extLst>
          </p:cNvPr>
          <p:cNvGrpSpPr/>
          <p:nvPr/>
        </p:nvGrpSpPr>
        <p:grpSpPr>
          <a:xfrm>
            <a:off x="500380" y="692322"/>
            <a:ext cx="1549400" cy="331285"/>
            <a:chOff x="508000" y="692322"/>
            <a:chExt cx="1742534" cy="372580"/>
          </a:xfrm>
        </p:grpSpPr>
        <p:pic>
          <p:nvPicPr>
            <p:cNvPr id="6" name="MS logo gray - EMF" descr="Microsoft logo, gray text version">
              <a:extLst>
                <a:ext uri="{FF2B5EF4-FFF2-40B4-BE49-F238E27FC236}">
                  <a16:creationId xmlns:a16="http://schemas.microsoft.com/office/drawing/2014/main" id="{57CA07E5-8E9D-00BD-7408-F3245E8E0D0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7" name="Freeform: Shape 6">
              <a:extLst>
                <a:ext uri="{FF2B5EF4-FFF2-40B4-BE49-F238E27FC236}">
                  <a16:creationId xmlns:a16="http://schemas.microsoft.com/office/drawing/2014/main" id="{5D95FC42-106B-19E0-E35B-3803B328B943}"/>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Title 15">
            <a:extLst>
              <a:ext uri="{FF2B5EF4-FFF2-40B4-BE49-F238E27FC236}">
                <a16:creationId xmlns:a16="http://schemas.microsoft.com/office/drawing/2014/main" id="{75D6AF87-1434-C2B6-0E65-E273393E9249}"/>
              </a:ext>
            </a:extLst>
          </p:cNvPr>
          <p:cNvSpPr>
            <a:spLocks noGrp="1"/>
          </p:cNvSpPr>
          <p:nvPr>
            <p:ph type="title"/>
          </p:nvPr>
        </p:nvSpPr>
        <p:spPr>
          <a:xfrm>
            <a:off x="379021" y="2811645"/>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10" name="Text Placeholder 23">
            <a:extLst>
              <a:ext uri="{FF2B5EF4-FFF2-40B4-BE49-F238E27FC236}">
                <a16:creationId xmlns:a16="http://schemas.microsoft.com/office/drawing/2014/main" id="{370DEDA7-8EE8-1112-20E5-FA2CDB772C12}"/>
              </a:ext>
            </a:extLst>
          </p:cNvPr>
          <p:cNvSpPr>
            <a:spLocks noGrp="1"/>
          </p:cNvSpPr>
          <p:nvPr>
            <p:ph type="body" sz="quarter" idx="10"/>
          </p:nvPr>
        </p:nvSpPr>
        <p:spPr>
          <a:xfrm>
            <a:off x="399778" y="3846332"/>
            <a:ext cx="6823075" cy="454517"/>
          </a:xfrm>
        </p:spPr>
        <p:txBody>
          <a:bodyPr/>
          <a:lstStyle>
            <a:lvl1pPr marL="0" indent="0">
              <a:buNone/>
              <a:defRPr/>
            </a:lvl1pPr>
          </a:lstStyle>
          <a:p>
            <a:pPr lvl="0"/>
            <a:r>
              <a:rPr lang="en-US"/>
              <a:t>Click to edit Master text styles</a:t>
            </a:r>
          </a:p>
        </p:txBody>
      </p:sp>
      <p:grpSp>
        <p:nvGrpSpPr>
          <p:cNvPr id="11" name="Group 10">
            <a:extLst>
              <a:ext uri="{FF2B5EF4-FFF2-40B4-BE49-F238E27FC236}">
                <a16:creationId xmlns:a16="http://schemas.microsoft.com/office/drawing/2014/main" id="{EA727BF0-05C5-E783-1FA3-E34ADE78C90E}"/>
              </a:ext>
            </a:extLst>
          </p:cNvPr>
          <p:cNvGrpSpPr/>
          <p:nvPr/>
        </p:nvGrpSpPr>
        <p:grpSpPr>
          <a:xfrm>
            <a:off x="8694674" y="636943"/>
            <a:ext cx="2996945" cy="427721"/>
            <a:chOff x="8694674" y="636943"/>
            <a:chExt cx="2996945" cy="427721"/>
          </a:xfrm>
        </p:grpSpPr>
        <p:sp>
          <p:nvSpPr>
            <p:cNvPr id="16" name="Freeform: Shape 15">
              <a:extLst>
                <a:ext uri="{FF2B5EF4-FFF2-40B4-BE49-F238E27FC236}">
                  <a16:creationId xmlns:a16="http://schemas.microsoft.com/office/drawing/2014/main" id="{390B6F5F-B474-F6D1-DB87-339220473810}"/>
                </a:ext>
              </a:extLst>
            </p:cNvPr>
            <p:cNvSpPr/>
            <p:nvPr/>
          </p:nvSpPr>
          <p:spPr>
            <a:xfrm>
              <a:off x="9225722" y="759293"/>
              <a:ext cx="2465897" cy="241807"/>
            </a:xfrm>
            <a:custGeom>
              <a:avLst/>
              <a:gdLst/>
              <a:ahLst/>
              <a:cxnLst/>
              <a:rect l="l" t="t" r="r" b="b"/>
              <a:pathLst>
                <a:path w="3145938" h="308493">
                  <a:moveTo>
                    <a:pt x="1730876" y="125853"/>
                  </a:moveTo>
                  <a:cubicBezTo>
                    <a:pt x="1724737" y="125853"/>
                    <a:pt x="1719339" y="126953"/>
                    <a:pt x="1714684" y="129153"/>
                  </a:cubicBezTo>
                  <a:cubicBezTo>
                    <a:pt x="1710028" y="131352"/>
                    <a:pt x="1706114" y="134243"/>
                    <a:pt x="1702943" y="137824"/>
                  </a:cubicBezTo>
                  <a:cubicBezTo>
                    <a:pt x="1699771" y="141405"/>
                    <a:pt x="1697392" y="145498"/>
                    <a:pt x="1695806" y="150102"/>
                  </a:cubicBezTo>
                  <a:cubicBezTo>
                    <a:pt x="1694220" y="154707"/>
                    <a:pt x="1693427" y="159413"/>
                    <a:pt x="1693427" y="164222"/>
                  </a:cubicBezTo>
                  <a:cubicBezTo>
                    <a:pt x="1693427" y="169441"/>
                    <a:pt x="1694169" y="174787"/>
                    <a:pt x="1695652" y="180261"/>
                  </a:cubicBezTo>
                  <a:cubicBezTo>
                    <a:pt x="1697136" y="185735"/>
                    <a:pt x="1699413" y="190723"/>
                    <a:pt x="1702482" y="195225"/>
                  </a:cubicBezTo>
                  <a:cubicBezTo>
                    <a:pt x="1705552" y="199727"/>
                    <a:pt x="1709465" y="203436"/>
                    <a:pt x="1714223" y="206352"/>
                  </a:cubicBezTo>
                  <a:cubicBezTo>
                    <a:pt x="1718981" y="209269"/>
                    <a:pt x="1724634" y="210727"/>
                    <a:pt x="1731183" y="210727"/>
                  </a:cubicBezTo>
                  <a:cubicBezTo>
                    <a:pt x="1737015" y="210727"/>
                    <a:pt x="1742182" y="209652"/>
                    <a:pt x="1746684" y="207504"/>
                  </a:cubicBezTo>
                  <a:cubicBezTo>
                    <a:pt x="1751186" y="205355"/>
                    <a:pt x="1754946" y="202388"/>
                    <a:pt x="1757965" y="198602"/>
                  </a:cubicBezTo>
                  <a:cubicBezTo>
                    <a:pt x="1760983" y="194816"/>
                    <a:pt x="1763285" y="190339"/>
                    <a:pt x="1764871" y="185172"/>
                  </a:cubicBezTo>
                  <a:cubicBezTo>
                    <a:pt x="1766457" y="180005"/>
                    <a:pt x="1767250" y="174403"/>
                    <a:pt x="1767250" y="168366"/>
                  </a:cubicBezTo>
                  <a:cubicBezTo>
                    <a:pt x="1767250" y="162023"/>
                    <a:pt x="1766508" y="156242"/>
                    <a:pt x="1765025" y="151023"/>
                  </a:cubicBezTo>
                  <a:cubicBezTo>
                    <a:pt x="1763541" y="145805"/>
                    <a:pt x="1761290" y="141329"/>
                    <a:pt x="1758272" y="137594"/>
                  </a:cubicBezTo>
                  <a:cubicBezTo>
                    <a:pt x="1755253" y="133859"/>
                    <a:pt x="1751468" y="130969"/>
                    <a:pt x="1746914" y="128922"/>
                  </a:cubicBezTo>
                  <a:cubicBezTo>
                    <a:pt x="1742361" y="126876"/>
                    <a:pt x="1737015" y="125853"/>
                    <a:pt x="1730876" y="125853"/>
                  </a:cubicBezTo>
                  <a:close/>
                  <a:moveTo>
                    <a:pt x="2943927" y="103752"/>
                  </a:moveTo>
                  <a:cubicBezTo>
                    <a:pt x="2930012" y="103752"/>
                    <a:pt x="2919012" y="108612"/>
                    <a:pt x="2910929" y="118332"/>
                  </a:cubicBezTo>
                  <a:cubicBezTo>
                    <a:pt x="2902846" y="128053"/>
                    <a:pt x="2898804" y="141456"/>
                    <a:pt x="2898804" y="158544"/>
                  </a:cubicBezTo>
                  <a:cubicBezTo>
                    <a:pt x="2898804" y="175017"/>
                    <a:pt x="2902897" y="187986"/>
                    <a:pt x="2911083" y="197451"/>
                  </a:cubicBezTo>
                  <a:cubicBezTo>
                    <a:pt x="2919268" y="206915"/>
                    <a:pt x="2930216" y="211647"/>
                    <a:pt x="2943927" y="211647"/>
                  </a:cubicBezTo>
                  <a:cubicBezTo>
                    <a:pt x="2957945" y="211647"/>
                    <a:pt x="2968714" y="206992"/>
                    <a:pt x="2976235" y="197681"/>
                  </a:cubicBezTo>
                  <a:cubicBezTo>
                    <a:pt x="2983755" y="188370"/>
                    <a:pt x="2987515" y="175119"/>
                    <a:pt x="2987515" y="157930"/>
                  </a:cubicBezTo>
                  <a:cubicBezTo>
                    <a:pt x="2987515" y="140638"/>
                    <a:pt x="2983755" y="127285"/>
                    <a:pt x="2976235" y="117872"/>
                  </a:cubicBezTo>
                  <a:cubicBezTo>
                    <a:pt x="2968714" y="108458"/>
                    <a:pt x="2957945" y="103752"/>
                    <a:pt x="2943927" y="103752"/>
                  </a:cubicBezTo>
                  <a:close/>
                  <a:moveTo>
                    <a:pt x="2588116" y="103752"/>
                  </a:moveTo>
                  <a:cubicBezTo>
                    <a:pt x="2575429" y="103752"/>
                    <a:pt x="2565222" y="108254"/>
                    <a:pt x="2557497" y="117258"/>
                  </a:cubicBezTo>
                  <a:cubicBezTo>
                    <a:pt x="2549772" y="126262"/>
                    <a:pt x="2545910" y="137517"/>
                    <a:pt x="2545910" y="151023"/>
                  </a:cubicBezTo>
                  <a:lnTo>
                    <a:pt x="2545910" y="170515"/>
                  </a:lnTo>
                  <a:cubicBezTo>
                    <a:pt x="2545910" y="181975"/>
                    <a:pt x="2549568" y="191695"/>
                    <a:pt x="2556883" y="199676"/>
                  </a:cubicBezTo>
                  <a:cubicBezTo>
                    <a:pt x="2564199" y="207657"/>
                    <a:pt x="2573485" y="211647"/>
                    <a:pt x="2584740" y="211647"/>
                  </a:cubicBezTo>
                  <a:cubicBezTo>
                    <a:pt x="2597939" y="211647"/>
                    <a:pt x="2608299" y="206506"/>
                    <a:pt x="2615819" y="196223"/>
                  </a:cubicBezTo>
                  <a:cubicBezTo>
                    <a:pt x="2623340" y="185940"/>
                    <a:pt x="2627100" y="171589"/>
                    <a:pt x="2627100" y="153172"/>
                  </a:cubicBezTo>
                  <a:cubicBezTo>
                    <a:pt x="2627100" y="137722"/>
                    <a:pt x="2623596" y="125623"/>
                    <a:pt x="2616587" y="116874"/>
                  </a:cubicBezTo>
                  <a:cubicBezTo>
                    <a:pt x="2609578" y="108126"/>
                    <a:pt x="2600088" y="103752"/>
                    <a:pt x="2588116" y="103752"/>
                  </a:cubicBezTo>
                  <a:close/>
                  <a:moveTo>
                    <a:pt x="2391477" y="103752"/>
                  </a:moveTo>
                  <a:cubicBezTo>
                    <a:pt x="2377562" y="103752"/>
                    <a:pt x="2366562" y="108612"/>
                    <a:pt x="2358479" y="118332"/>
                  </a:cubicBezTo>
                  <a:cubicBezTo>
                    <a:pt x="2350396" y="128053"/>
                    <a:pt x="2346354" y="141456"/>
                    <a:pt x="2346354" y="158544"/>
                  </a:cubicBezTo>
                  <a:cubicBezTo>
                    <a:pt x="2346354" y="175017"/>
                    <a:pt x="2350447" y="187986"/>
                    <a:pt x="2358633" y="197451"/>
                  </a:cubicBezTo>
                  <a:cubicBezTo>
                    <a:pt x="2366818" y="206915"/>
                    <a:pt x="2377766" y="211647"/>
                    <a:pt x="2391477" y="211647"/>
                  </a:cubicBezTo>
                  <a:cubicBezTo>
                    <a:pt x="2405495" y="211647"/>
                    <a:pt x="2416264" y="206992"/>
                    <a:pt x="2423785" y="197681"/>
                  </a:cubicBezTo>
                  <a:cubicBezTo>
                    <a:pt x="2431305" y="188370"/>
                    <a:pt x="2435065" y="175119"/>
                    <a:pt x="2435065" y="157930"/>
                  </a:cubicBezTo>
                  <a:cubicBezTo>
                    <a:pt x="2435065" y="140638"/>
                    <a:pt x="2431305" y="127285"/>
                    <a:pt x="2423785" y="117872"/>
                  </a:cubicBezTo>
                  <a:cubicBezTo>
                    <a:pt x="2416264" y="108458"/>
                    <a:pt x="2405495" y="103752"/>
                    <a:pt x="2391477" y="103752"/>
                  </a:cubicBezTo>
                  <a:close/>
                  <a:moveTo>
                    <a:pt x="1038927" y="103752"/>
                  </a:moveTo>
                  <a:cubicBezTo>
                    <a:pt x="1025012" y="103752"/>
                    <a:pt x="1014013" y="108612"/>
                    <a:pt x="1005929" y="118332"/>
                  </a:cubicBezTo>
                  <a:cubicBezTo>
                    <a:pt x="997846" y="128053"/>
                    <a:pt x="993804" y="141456"/>
                    <a:pt x="993804" y="158544"/>
                  </a:cubicBezTo>
                  <a:cubicBezTo>
                    <a:pt x="993804" y="175017"/>
                    <a:pt x="997897" y="187986"/>
                    <a:pt x="1006083" y="197451"/>
                  </a:cubicBezTo>
                  <a:cubicBezTo>
                    <a:pt x="1014268" y="206915"/>
                    <a:pt x="1025217" y="211647"/>
                    <a:pt x="1038927" y="211647"/>
                  </a:cubicBezTo>
                  <a:cubicBezTo>
                    <a:pt x="1052945" y="211647"/>
                    <a:pt x="1063714" y="206992"/>
                    <a:pt x="1071235" y="197681"/>
                  </a:cubicBezTo>
                  <a:cubicBezTo>
                    <a:pt x="1078755" y="188370"/>
                    <a:pt x="1082515" y="175119"/>
                    <a:pt x="1082515" y="157930"/>
                  </a:cubicBezTo>
                  <a:cubicBezTo>
                    <a:pt x="1082515" y="140638"/>
                    <a:pt x="1078755" y="127285"/>
                    <a:pt x="1071235" y="117872"/>
                  </a:cubicBezTo>
                  <a:cubicBezTo>
                    <a:pt x="1063714" y="108458"/>
                    <a:pt x="1052945" y="103752"/>
                    <a:pt x="1038927" y="103752"/>
                  </a:cubicBezTo>
                  <a:close/>
                  <a:moveTo>
                    <a:pt x="715077" y="103752"/>
                  </a:moveTo>
                  <a:cubicBezTo>
                    <a:pt x="701162" y="103752"/>
                    <a:pt x="690162" y="108612"/>
                    <a:pt x="682079" y="118332"/>
                  </a:cubicBezTo>
                  <a:cubicBezTo>
                    <a:pt x="673996" y="128053"/>
                    <a:pt x="669954" y="141456"/>
                    <a:pt x="669954" y="158544"/>
                  </a:cubicBezTo>
                  <a:cubicBezTo>
                    <a:pt x="669954" y="175017"/>
                    <a:pt x="674047" y="187986"/>
                    <a:pt x="682233" y="197451"/>
                  </a:cubicBezTo>
                  <a:cubicBezTo>
                    <a:pt x="690418" y="206915"/>
                    <a:pt x="701366" y="211647"/>
                    <a:pt x="715077" y="211647"/>
                  </a:cubicBezTo>
                  <a:cubicBezTo>
                    <a:pt x="729095" y="211647"/>
                    <a:pt x="739864" y="206992"/>
                    <a:pt x="747385" y="197681"/>
                  </a:cubicBezTo>
                  <a:cubicBezTo>
                    <a:pt x="754905" y="188370"/>
                    <a:pt x="758665" y="175119"/>
                    <a:pt x="758665" y="157930"/>
                  </a:cubicBezTo>
                  <a:cubicBezTo>
                    <a:pt x="758665" y="140638"/>
                    <a:pt x="754905" y="127285"/>
                    <a:pt x="747385" y="117872"/>
                  </a:cubicBezTo>
                  <a:cubicBezTo>
                    <a:pt x="739864" y="108458"/>
                    <a:pt x="729095" y="103752"/>
                    <a:pt x="715077" y="103752"/>
                  </a:cubicBezTo>
                  <a:close/>
                  <a:moveTo>
                    <a:pt x="2701110" y="79042"/>
                  </a:moveTo>
                  <a:lnTo>
                    <a:pt x="2736717" y="79042"/>
                  </a:lnTo>
                  <a:lnTo>
                    <a:pt x="2736717" y="236204"/>
                  </a:lnTo>
                  <a:lnTo>
                    <a:pt x="2701110" y="236204"/>
                  </a:lnTo>
                  <a:close/>
                  <a:moveTo>
                    <a:pt x="291284" y="79042"/>
                  </a:moveTo>
                  <a:lnTo>
                    <a:pt x="326892" y="79042"/>
                  </a:lnTo>
                  <a:lnTo>
                    <a:pt x="326892" y="236204"/>
                  </a:lnTo>
                  <a:lnTo>
                    <a:pt x="291284" y="236204"/>
                  </a:lnTo>
                  <a:close/>
                  <a:moveTo>
                    <a:pt x="605842" y="76279"/>
                  </a:moveTo>
                  <a:cubicBezTo>
                    <a:pt x="612288" y="76279"/>
                    <a:pt x="617200" y="77251"/>
                    <a:pt x="620576" y="79195"/>
                  </a:cubicBezTo>
                  <a:lnTo>
                    <a:pt x="620576" y="112961"/>
                  </a:lnTo>
                  <a:cubicBezTo>
                    <a:pt x="616279" y="109584"/>
                    <a:pt x="610088" y="107896"/>
                    <a:pt x="602005" y="107896"/>
                  </a:cubicBezTo>
                  <a:cubicBezTo>
                    <a:pt x="591466" y="107896"/>
                    <a:pt x="582667" y="112654"/>
                    <a:pt x="575607" y="122169"/>
                  </a:cubicBezTo>
                  <a:cubicBezTo>
                    <a:pt x="568547" y="131685"/>
                    <a:pt x="565017" y="144628"/>
                    <a:pt x="565017" y="160999"/>
                  </a:cubicBezTo>
                  <a:lnTo>
                    <a:pt x="565017" y="236204"/>
                  </a:lnTo>
                  <a:lnTo>
                    <a:pt x="529410" y="236204"/>
                  </a:lnTo>
                  <a:lnTo>
                    <a:pt x="529410" y="79042"/>
                  </a:lnTo>
                  <a:lnTo>
                    <a:pt x="565017" y="79042"/>
                  </a:lnTo>
                  <a:lnTo>
                    <a:pt x="565017" y="111426"/>
                  </a:lnTo>
                  <a:lnTo>
                    <a:pt x="565631" y="111426"/>
                  </a:lnTo>
                  <a:cubicBezTo>
                    <a:pt x="569109" y="100375"/>
                    <a:pt x="574456" y="91755"/>
                    <a:pt x="581669" y="85564"/>
                  </a:cubicBezTo>
                  <a:cubicBezTo>
                    <a:pt x="588883" y="79374"/>
                    <a:pt x="596940" y="76279"/>
                    <a:pt x="605842" y="76279"/>
                  </a:cubicBezTo>
                  <a:close/>
                  <a:moveTo>
                    <a:pt x="2946076" y="75358"/>
                  </a:moveTo>
                  <a:cubicBezTo>
                    <a:pt x="2970633" y="75358"/>
                    <a:pt x="2989766" y="82572"/>
                    <a:pt x="3003477" y="96999"/>
                  </a:cubicBezTo>
                  <a:cubicBezTo>
                    <a:pt x="3017188" y="111426"/>
                    <a:pt x="3024043" y="131429"/>
                    <a:pt x="3024043" y="157009"/>
                  </a:cubicBezTo>
                  <a:cubicBezTo>
                    <a:pt x="3024043" y="182077"/>
                    <a:pt x="3016651" y="202157"/>
                    <a:pt x="3001866" y="217249"/>
                  </a:cubicBezTo>
                  <a:cubicBezTo>
                    <a:pt x="2987080" y="232342"/>
                    <a:pt x="2967205" y="239888"/>
                    <a:pt x="2942239" y="239888"/>
                  </a:cubicBezTo>
                  <a:cubicBezTo>
                    <a:pt x="2917989" y="239888"/>
                    <a:pt x="2898625" y="232546"/>
                    <a:pt x="2884147" y="217863"/>
                  </a:cubicBezTo>
                  <a:cubicBezTo>
                    <a:pt x="2869669" y="203181"/>
                    <a:pt x="2862430" y="183714"/>
                    <a:pt x="2862430" y="159465"/>
                  </a:cubicBezTo>
                  <a:cubicBezTo>
                    <a:pt x="2862430" y="133066"/>
                    <a:pt x="2869976" y="112449"/>
                    <a:pt x="2885068" y="97613"/>
                  </a:cubicBezTo>
                  <a:cubicBezTo>
                    <a:pt x="2900160" y="82776"/>
                    <a:pt x="2920496" y="75358"/>
                    <a:pt x="2946076" y="75358"/>
                  </a:cubicBezTo>
                  <a:close/>
                  <a:moveTo>
                    <a:pt x="2600241" y="75358"/>
                  </a:moveTo>
                  <a:cubicBezTo>
                    <a:pt x="2620194" y="75358"/>
                    <a:pt x="2635746" y="82367"/>
                    <a:pt x="2646899" y="96385"/>
                  </a:cubicBezTo>
                  <a:cubicBezTo>
                    <a:pt x="2658052" y="110403"/>
                    <a:pt x="2663628" y="129229"/>
                    <a:pt x="2663628" y="152865"/>
                  </a:cubicBezTo>
                  <a:cubicBezTo>
                    <a:pt x="2663628" y="179059"/>
                    <a:pt x="2657335" y="200034"/>
                    <a:pt x="2644750" y="215791"/>
                  </a:cubicBezTo>
                  <a:cubicBezTo>
                    <a:pt x="2632165" y="231549"/>
                    <a:pt x="2614975" y="239427"/>
                    <a:pt x="2593181" y="239427"/>
                  </a:cubicBezTo>
                  <a:cubicBezTo>
                    <a:pt x="2573127" y="239427"/>
                    <a:pt x="2557676" y="230628"/>
                    <a:pt x="2546831" y="213029"/>
                  </a:cubicBezTo>
                  <a:lnTo>
                    <a:pt x="2546217" y="213029"/>
                  </a:lnTo>
                  <a:lnTo>
                    <a:pt x="2546217" y="308493"/>
                  </a:lnTo>
                  <a:lnTo>
                    <a:pt x="2510610" y="308493"/>
                  </a:lnTo>
                  <a:lnTo>
                    <a:pt x="2510610" y="79042"/>
                  </a:lnTo>
                  <a:lnTo>
                    <a:pt x="2546217" y="79042"/>
                  </a:lnTo>
                  <a:lnTo>
                    <a:pt x="2546217" y="106668"/>
                  </a:lnTo>
                  <a:lnTo>
                    <a:pt x="2546831" y="106668"/>
                  </a:lnTo>
                  <a:cubicBezTo>
                    <a:pt x="2559007" y="85795"/>
                    <a:pt x="2576810" y="75358"/>
                    <a:pt x="2600241" y="75358"/>
                  </a:cubicBezTo>
                  <a:close/>
                  <a:moveTo>
                    <a:pt x="2393626" y="75358"/>
                  </a:moveTo>
                  <a:cubicBezTo>
                    <a:pt x="2418183" y="75358"/>
                    <a:pt x="2437316" y="82572"/>
                    <a:pt x="2451027" y="96999"/>
                  </a:cubicBezTo>
                  <a:cubicBezTo>
                    <a:pt x="2464738" y="111426"/>
                    <a:pt x="2471593" y="131429"/>
                    <a:pt x="2471593" y="157009"/>
                  </a:cubicBezTo>
                  <a:cubicBezTo>
                    <a:pt x="2471593" y="182077"/>
                    <a:pt x="2464201" y="202157"/>
                    <a:pt x="2449416" y="217249"/>
                  </a:cubicBezTo>
                  <a:cubicBezTo>
                    <a:pt x="2434630" y="232342"/>
                    <a:pt x="2414755" y="239888"/>
                    <a:pt x="2389789" y="239888"/>
                  </a:cubicBezTo>
                  <a:cubicBezTo>
                    <a:pt x="2365539" y="239888"/>
                    <a:pt x="2346175" y="232546"/>
                    <a:pt x="2331697" y="217863"/>
                  </a:cubicBezTo>
                  <a:cubicBezTo>
                    <a:pt x="2317219" y="203181"/>
                    <a:pt x="2309980" y="183714"/>
                    <a:pt x="2309980" y="159465"/>
                  </a:cubicBezTo>
                  <a:cubicBezTo>
                    <a:pt x="2309980" y="133066"/>
                    <a:pt x="2317526" y="112449"/>
                    <a:pt x="2332618" y="97613"/>
                  </a:cubicBezTo>
                  <a:cubicBezTo>
                    <a:pt x="2347710" y="82776"/>
                    <a:pt x="2368046" y="75358"/>
                    <a:pt x="2393626" y="75358"/>
                  </a:cubicBezTo>
                  <a:close/>
                  <a:moveTo>
                    <a:pt x="1041076" y="75358"/>
                  </a:moveTo>
                  <a:cubicBezTo>
                    <a:pt x="1065633" y="75358"/>
                    <a:pt x="1084766" y="82572"/>
                    <a:pt x="1098477" y="96999"/>
                  </a:cubicBezTo>
                  <a:cubicBezTo>
                    <a:pt x="1112188" y="111426"/>
                    <a:pt x="1119043" y="131429"/>
                    <a:pt x="1119043" y="157009"/>
                  </a:cubicBezTo>
                  <a:cubicBezTo>
                    <a:pt x="1119043" y="182077"/>
                    <a:pt x="1111651" y="202157"/>
                    <a:pt x="1096866" y="217249"/>
                  </a:cubicBezTo>
                  <a:cubicBezTo>
                    <a:pt x="1082080" y="232342"/>
                    <a:pt x="1062205" y="239888"/>
                    <a:pt x="1037239" y="239888"/>
                  </a:cubicBezTo>
                  <a:cubicBezTo>
                    <a:pt x="1012989" y="239888"/>
                    <a:pt x="993625" y="232546"/>
                    <a:pt x="979147" y="217863"/>
                  </a:cubicBezTo>
                  <a:cubicBezTo>
                    <a:pt x="964669" y="203181"/>
                    <a:pt x="957430" y="183714"/>
                    <a:pt x="957430" y="159465"/>
                  </a:cubicBezTo>
                  <a:cubicBezTo>
                    <a:pt x="957430" y="133066"/>
                    <a:pt x="964976" y="112449"/>
                    <a:pt x="980068" y="97613"/>
                  </a:cubicBezTo>
                  <a:cubicBezTo>
                    <a:pt x="995160" y="82776"/>
                    <a:pt x="1015496" y="75358"/>
                    <a:pt x="1041076" y="75358"/>
                  </a:cubicBezTo>
                  <a:close/>
                  <a:moveTo>
                    <a:pt x="888695" y="75358"/>
                  </a:moveTo>
                  <a:cubicBezTo>
                    <a:pt x="903224" y="75358"/>
                    <a:pt x="916218" y="77558"/>
                    <a:pt x="927678" y="81958"/>
                  </a:cubicBezTo>
                  <a:lnTo>
                    <a:pt x="927678" y="113114"/>
                  </a:lnTo>
                  <a:cubicBezTo>
                    <a:pt x="916628" y="105542"/>
                    <a:pt x="903940" y="101757"/>
                    <a:pt x="889615" y="101757"/>
                  </a:cubicBezTo>
                  <a:cubicBezTo>
                    <a:pt x="885113" y="101757"/>
                    <a:pt x="881046" y="102217"/>
                    <a:pt x="877414" y="103138"/>
                  </a:cubicBezTo>
                  <a:cubicBezTo>
                    <a:pt x="873781" y="104059"/>
                    <a:pt x="870686" y="105338"/>
                    <a:pt x="868128" y="106975"/>
                  </a:cubicBezTo>
                  <a:cubicBezTo>
                    <a:pt x="865570" y="108612"/>
                    <a:pt x="863575" y="110582"/>
                    <a:pt x="862143" y="112884"/>
                  </a:cubicBezTo>
                  <a:cubicBezTo>
                    <a:pt x="860710" y="115186"/>
                    <a:pt x="859994" y="117718"/>
                    <a:pt x="859994" y="120481"/>
                  </a:cubicBezTo>
                  <a:cubicBezTo>
                    <a:pt x="859994" y="123858"/>
                    <a:pt x="860710" y="126722"/>
                    <a:pt x="862143" y="129076"/>
                  </a:cubicBezTo>
                  <a:cubicBezTo>
                    <a:pt x="863575" y="131429"/>
                    <a:pt x="865698" y="133501"/>
                    <a:pt x="868512" y="135292"/>
                  </a:cubicBezTo>
                  <a:cubicBezTo>
                    <a:pt x="871326" y="137082"/>
                    <a:pt x="874702" y="138719"/>
                    <a:pt x="878642" y="140203"/>
                  </a:cubicBezTo>
                  <a:cubicBezTo>
                    <a:pt x="882581" y="141687"/>
                    <a:pt x="887109" y="143298"/>
                    <a:pt x="892225" y="145038"/>
                  </a:cubicBezTo>
                  <a:cubicBezTo>
                    <a:pt x="898978" y="147800"/>
                    <a:pt x="905040" y="150614"/>
                    <a:pt x="910412" y="153479"/>
                  </a:cubicBezTo>
                  <a:cubicBezTo>
                    <a:pt x="915784" y="156344"/>
                    <a:pt x="920362" y="159593"/>
                    <a:pt x="924148" y="163225"/>
                  </a:cubicBezTo>
                  <a:cubicBezTo>
                    <a:pt x="927934" y="166857"/>
                    <a:pt x="930850" y="171052"/>
                    <a:pt x="932897" y="175810"/>
                  </a:cubicBezTo>
                  <a:cubicBezTo>
                    <a:pt x="934943" y="180568"/>
                    <a:pt x="935966" y="186221"/>
                    <a:pt x="935966" y="192770"/>
                  </a:cubicBezTo>
                  <a:cubicBezTo>
                    <a:pt x="935966" y="200750"/>
                    <a:pt x="934124" y="207708"/>
                    <a:pt x="930441" y="213643"/>
                  </a:cubicBezTo>
                  <a:cubicBezTo>
                    <a:pt x="926757" y="219577"/>
                    <a:pt x="921846" y="224489"/>
                    <a:pt x="915707" y="228377"/>
                  </a:cubicBezTo>
                  <a:cubicBezTo>
                    <a:pt x="909568" y="232265"/>
                    <a:pt x="902482" y="235155"/>
                    <a:pt x="894450" y="237048"/>
                  </a:cubicBezTo>
                  <a:cubicBezTo>
                    <a:pt x="886418" y="238941"/>
                    <a:pt x="877951" y="239888"/>
                    <a:pt x="869049" y="239888"/>
                  </a:cubicBezTo>
                  <a:cubicBezTo>
                    <a:pt x="851860" y="239888"/>
                    <a:pt x="836972" y="237023"/>
                    <a:pt x="824387" y="231293"/>
                  </a:cubicBezTo>
                  <a:lnTo>
                    <a:pt x="824387" y="198295"/>
                  </a:lnTo>
                  <a:cubicBezTo>
                    <a:pt x="837688" y="208424"/>
                    <a:pt x="852371" y="213489"/>
                    <a:pt x="868435" y="213489"/>
                  </a:cubicBezTo>
                  <a:cubicBezTo>
                    <a:pt x="889922" y="213489"/>
                    <a:pt x="900666" y="207145"/>
                    <a:pt x="900666" y="194458"/>
                  </a:cubicBezTo>
                  <a:cubicBezTo>
                    <a:pt x="900666" y="190877"/>
                    <a:pt x="899745" y="187833"/>
                    <a:pt x="897903" y="185326"/>
                  </a:cubicBezTo>
                  <a:cubicBezTo>
                    <a:pt x="896062" y="182819"/>
                    <a:pt x="893580" y="180594"/>
                    <a:pt x="890460" y="178650"/>
                  </a:cubicBezTo>
                  <a:cubicBezTo>
                    <a:pt x="887339" y="176705"/>
                    <a:pt x="883655" y="174966"/>
                    <a:pt x="879409" y="173431"/>
                  </a:cubicBezTo>
                  <a:cubicBezTo>
                    <a:pt x="875163" y="171896"/>
                    <a:pt x="870431" y="170157"/>
                    <a:pt x="865212" y="168213"/>
                  </a:cubicBezTo>
                  <a:cubicBezTo>
                    <a:pt x="858766" y="165655"/>
                    <a:pt x="852960" y="162943"/>
                    <a:pt x="847792" y="160079"/>
                  </a:cubicBezTo>
                  <a:cubicBezTo>
                    <a:pt x="842625" y="157214"/>
                    <a:pt x="838328" y="153965"/>
                    <a:pt x="834900" y="150333"/>
                  </a:cubicBezTo>
                  <a:cubicBezTo>
                    <a:pt x="831473" y="146700"/>
                    <a:pt x="828889" y="142582"/>
                    <a:pt x="827150" y="137978"/>
                  </a:cubicBezTo>
                  <a:cubicBezTo>
                    <a:pt x="825410" y="133373"/>
                    <a:pt x="824540" y="128001"/>
                    <a:pt x="824540" y="121862"/>
                  </a:cubicBezTo>
                  <a:cubicBezTo>
                    <a:pt x="824540" y="114291"/>
                    <a:pt x="826331" y="107614"/>
                    <a:pt x="829912" y="101833"/>
                  </a:cubicBezTo>
                  <a:cubicBezTo>
                    <a:pt x="833493" y="96052"/>
                    <a:pt x="838302" y="91192"/>
                    <a:pt x="844339" y="87253"/>
                  </a:cubicBezTo>
                  <a:cubicBezTo>
                    <a:pt x="850376" y="83313"/>
                    <a:pt x="857231" y="80346"/>
                    <a:pt x="864905" y="78351"/>
                  </a:cubicBezTo>
                  <a:cubicBezTo>
                    <a:pt x="872579" y="76356"/>
                    <a:pt x="880509" y="75358"/>
                    <a:pt x="888695" y="75358"/>
                  </a:cubicBezTo>
                  <a:close/>
                  <a:moveTo>
                    <a:pt x="717226" y="75358"/>
                  </a:moveTo>
                  <a:cubicBezTo>
                    <a:pt x="741783" y="75358"/>
                    <a:pt x="760916" y="82572"/>
                    <a:pt x="774627" y="96999"/>
                  </a:cubicBezTo>
                  <a:cubicBezTo>
                    <a:pt x="788338" y="111426"/>
                    <a:pt x="795193" y="131429"/>
                    <a:pt x="795193" y="157009"/>
                  </a:cubicBezTo>
                  <a:cubicBezTo>
                    <a:pt x="795193" y="182077"/>
                    <a:pt x="787801" y="202157"/>
                    <a:pt x="773016" y="217249"/>
                  </a:cubicBezTo>
                  <a:cubicBezTo>
                    <a:pt x="758230" y="232342"/>
                    <a:pt x="738355" y="239888"/>
                    <a:pt x="713389" y="239888"/>
                  </a:cubicBezTo>
                  <a:cubicBezTo>
                    <a:pt x="689139" y="239888"/>
                    <a:pt x="669775" y="232546"/>
                    <a:pt x="655297" y="217863"/>
                  </a:cubicBezTo>
                  <a:cubicBezTo>
                    <a:pt x="640819" y="203181"/>
                    <a:pt x="633580" y="183714"/>
                    <a:pt x="633580" y="159465"/>
                  </a:cubicBezTo>
                  <a:cubicBezTo>
                    <a:pt x="633580" y="133066"/>
                    <a:pt x="641126" y="112449"/>
                    <a:pt x="656218" y="97613"/>
                  </a:cubicBezTo>
                  <a:cubicBezTo>
                    <a:pt x="671310" y="82776"/>
                    <a:pt x="691646" y="75358"/>
                    <a:pt x="717226" y="75358"/>
                  </a:cubicBezTo>
                  <a:close/>
                  <a:moveTo>
                    <a:pt x="451754" y="75358"/>
                  </a:moveTo>
                  <a:cubicBezTo>
                    <a:pt x="466078" y="75358"/>
                    <a:pt x="478715" y="77865"/>
                    <a:pt x="489663" y="82879"/>
                  </a:cubicBezTo>
                  <a:lnTo>
                    <a:pt x="489663" y="116030"/>
                  </a:lnTo>
                  <a:cubicBezTo>
                    <a:pt x="478715" y="107845"/>
                    <a:pt x="467051" y="103752"/>
                    <a:pt x="454670" y="103752"/>
                  </a:cubicBezTo>
                  <a:cubicBezTo>
                    <a:pt x="439629" y="103752"/>
                    <a:pt x="427299" y="108842"/>
                    <a:pt x="417681" y="119023"/>
                  </a:cubicBezTo>
                  <a:cubicBezTo>
                    <a:pt x="408063" y="129204"/>
                    <a:pt x="403254" y="142531"/>
                    <a:pt x="403254" y="159004"/>
                  </a:cubicBezTo>
                  <a:cubicBezTo>
                    <a:pt x="403254" y="175273"/>
                    <a:pt x="407782" y="188114"/>
                    <a:pt x="416837" y="197527"/>
                  </a:cubicBezTo>
                  <a:cubicBezTo>
                    <a:pt x="425893" y="206941"/>
                    <a:pt x="438043" y="211647"/>
                    <a:pt x="453289" y="211647"/>
                  </a:cubicBezTo>
                  <a:cubicBezTo>
                    <a:pt x="466078" y="211647"/>
                    <a:pt x="478152" y="207094"/>
                    <a:pt x="489510" y="197988"/>
                  </a:cubicBezTo>
                  <a:lnTo>
                    <a:pt x="489510" y="228991"/>
                  </a:lnTo>
                  <a:cubicBezTo>
                    <a:pt x="476924" y="236255"/>
                    <a:pt x="462037" y="239888"/>
                    <a:pt x="444847" y="239888"/>
                  </a:cubicBezTo>
                  <a:cubicBezTo>
                    <a:pt x="421518" y="239888"/>
                    <a:pt x="402692" y="232597"/>
                    <a:pt x="388367" y="218017"/>
                  </a:cubicBezTo>
                  <a:cubicBezTo>
                    <a:pt x="374042" y="203436"/>
                    <a:pt x="366880" y="184533"/>
                    <a:pt x="366880" y="161306"/>
                  </a:cubicBezTo>
                  <a:cubicBezTo>
                    <a:pt x="366880" y="135420"/>
                    <a:pt x="374579" y="114623"/>
                    <a:pt x="389978" y="98917"/>
                  </a:cubicBezTo>
                  <a:cubicBezTo>
                    <a:pt x="405377" y="83211"/>
                    <a:pt x="425969" y="75358"/>
                    <a:pt x="451754" y="75358"/>
                  </a:cubicBezTo>
                  <a:close/>
                  <a:moveTo>
                    <a:pt x="3108336" y="32537"/>
                  </a:moveTo>
                  <a:lnTo>
                    <a:pt x="3108336" y="79042"/>
                  </a:lnTo>
                  <a:lnTo>
                    <a:pt x="3145938" y="79042"/>
                  </a:lnTo>
                  <a:lnTo>
                    <a:pt x="3145938" y="106975"/>
                  </a:lnTo>
                  <a:lnTo>
                    <a:pt x="3108336" y="106975"/>
                  </a:lnTo>
                  <a:lnTo>
                    <a:pt x="3108336" y="185556"/>
                  </a:lnTo>
                  <a:cubicBezTo>
                    <a:pt x="3108336" y="194867"/>
                    <a:pt x="3110024" y="201518"/>
                    <a:pt x="3113401" y="205508"/>
                  </a:cubicBezTo>
                  <a:cubicBezTo>
                    <a:pt x="3116777" y="209499"/>
                    <a:pt x="3122405" y="211494"/>
                    <a:pt x="3130283" y="211494"/>
                  </a:cubicBezTo>
                  <a:cubicBezTo>
                    <a:pt x="3136320" y="211494"/>
                    <a:pt x="3141538" y="209755"/>
                    <a:pt x="3145938" y="206276"/>
                  </a:cubicBezTo>
                  <a:lnTo>
                    <a:pt x="3145938" y="234516"/>
                  </a:lnTo>
                  <a:cubicBezTo>
                    <a:pt x="3138980" y="237995"/>
                    <a:pt x="3129823" y="239734"/>
                    <a:pt x="3118465" y="239734"/>
                  </a:cubicBezTo>
                  <a:cubicBezTo>
                    <a:pt x="3087975" y="239734"/>
                    <a:pt x="3072729" y="225102"/>
                    <a:pt x="3072729" y="195839"/>
                  </a:cubicBezTo>
                  <a:lnTo>
                    <a:pt x="3072729" y="106975"/>
                  </a:lnTo>
                  <a:lnTo>
                    <a:pt x="3046484" y="106975"/>
                  </a:lnTo>
                  <a:lnTo>
                    <a:pt x="3046484" y="79042"/>
                  </a:lnTo>
                  <a:lnTo>
                    <a:pt x="3072729" y="79042"/>
                  </a:lnTo>
                  <a:lnTo>
                    <a:pt x="3072729" y="42667"/>
                  </a:lnTo>
                  <a:close/>
                  <a:moveTo>
                    <a:pt x="1308111" y="32537"/>
                  </a:moveTo>
                  <a:lnTo>
                    <a:pt x="1308111" y="79042"/>
                  </a:lnTo>
                  <a:lnTo>
                    <a:pt x="1345713" y="79042"/>
                  </a:lnTo>
                  <a:lnTo>
                    <a:pt x="1345713" y="106975"/>
                  </a:lnTo>
                  <a:lnTo>
                    <a:pt x="1308111" y="106975"/>
                  </a:lnTo>
                  <a:lnTo>
                    <a:pt x="1308111" y="185556"/>
                  </a:lnTo>
                  <a:cubicBezTo>
                    <a:pt x="1308111" y="194867"/>
                    <a:pt x="1309799" y="201518"/>
                    <a:pt x="1313176" y="205508"/>
                  </a:cubicBezTo>
                  <a:cubicBezTo>
                    <a:pt x="1316552" y="209499"/>
                    <a:pt x="1322180" y="211494"/>
                    <a:pt x="1330058" y="211494"/>
                  </a:cubicBezTo>
                  <a:cubicBezTo>
                    <a:pt x="1336095" y="211494"/>
                    <a:pt x="1341314" y="209755"/>
                    <a:pt x="1345713" y="206276"/>
                  </a:cubicBezTo>
                  <a:lnTo>
                    <a:pt x="1345713" y="234516"/>
                  </a:lnTo>
                  <a:cubicBezTo>
                    <a:pt x="1338756" y="237995"/>
                    <a:pt x="1329598" y="239734"/>
                    <a:pt x="1318240" y="239734"/>
                  </a:cubicBezTo>
                  <a:cubicBezTo>
                    <a:pt x="1287749" y="239734"/>
                    <a:pt x="1272504" y="225102"/>
                    <a:pt x="1272504" y="195839"/>
                  </a:cubicBezTo>
                  <a:lnTo>
                    <a:pt x="1272504" y="106975"/>
                  </a:lnTo>
                  <a:lnTo>
                    <a:pt x="1246259" y="106975"/>
                  </a:lnTo>
                  <a:lnTo>
                    <a:pt x="1246259" y="79042"/>
                  </a:lnTo>
                  <a:lnTo>
                    <a:pt x="1272504" y="79042"/>
                  </a:lnTo>
                  <a:lnTo>
                    <a:pt x="1272504" y="42667"/>
                  </a:lnTo>
                  <a:close/>
                  <a:moveTo>
                    <a:pt x="1846613" y="16115"/>
                  </a:moveTo>
                  <a:lnTo>
                    <a:pt x="1954969" y="16115"/>
                  </a:lnTo>
                  <a:lnTo>
                    <a:pt x="1954969" y="46504"/>
                  </a:lnTo>
                  <a:lnTo>
                    <a:pt x="1876234" y="46504"/>
                  </a:lnTo>
                  <a:lnTo>
                    <a:pt x="1872551" y="101603"/>
                  </a:lnTo>
                  <a:cubicBezTo>
                    <a:pt x="1879611" y="101194"/>
                    <a:pt x="1886006" y="100989"/>
                    <a:pt x="1891736" y="100989"/>
                  </a:cubicBezTo>
                  <a:cubicBezTo>
                    <a:pt x="1915065" y="100989"/>
                    <a:pt x="1933098" y="106975"/>
                    <a:pt x="1945837" y="118946"/>
                  </a:cubicBezTo>
                  <a:cubicBezTo>
                    <a:pt x="1958576" y="130918"/>
                    <a:pt x="1964945" y="147289"/>
                    <a:pt x="1964945" y="168059"/>
                  </a:cubicBezTo>
                  <a:cubicBezTo>
                    <a:pt x="1964945" y="189853"/>
                    <a:pt x="1957655" y="207325"/>
                    <a:pt x="1943074" y="220473"/>
                  </a:cubicBezTo>
                  <a:cubicBezTo>
                    <a:pt x="1928494" y="233621"/>
                    <a:pt x="1908465" y="240195"/>
                    <a:pt x="1882987" y="240195"/>
                  </a:cubicBezTo>
                  <a:cubicBezTo>
                    <a:pt x="1861500" y="240195"/>
                    <a:pt x="1845487" y="237176"/>
                    <a:pt x="1834948" y="231139"/>
                  </a:cubicBezTo>
                  <a:lnTo>
                    <a:pt x="1834948" y="196914"/>
                  </a:lnTo>
                  <a:cubicBezTo>
                    <a:pt x="1849376" y="206634"/>
                    <a:pt x="1864007" y="211494"/>
                    <a:pt x="1878843" y="211494"/>
                  </a:cubicBezTo>
                  <a:cubicBezTo>
                    <a:pt x="1893782" y="211494"/>
                    <a:pt x="1905805" y="207683"/>
                    <a:pt x="1914911" y="200060"/>
                  </a:cubicBezTo>
                  <a:cubicBezTo>
                    <a:pt x="1924017" y="192437"/>
                    <a:pt x="1928571" y="182282"/>
                    <a:pt x="1928571" y="169594"/>
                  </a:cubicBezTo>
                  <a:cubicBezTo>
                    <a:pt x="1928571" y="157111"/>
                    <a:pt x="1923941" y="147391"/>
                    <a:pt x="1914681" y="140433"/>
                  </a:cubicBezTo>
                  <a:cubicBezTo>
                    <a:pt x="1905421" y="133476"/>
                    <a:pt x="1892145" y="129997"/>
                    <a:pt x="1874853" y="129997"/>
                  </a:cubicBezTo>
                  <a:cubicBezTo>
                    <a:pt x="1868919" y="129997"/>
                    <a:pt x="1856896" y="130611"/>
                    <a:pt x="1838785" y="13183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80"/>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3"/>
                  </a:cubicBezTo>
                  <a:lnTo>
                    <a:pt x="33765" y="236204"/>
                  </a:lnTo>
                  <a:lnTo>
                    <a:pt x="0" y="236204"/>
                  </a:lnTo>
                  <a:close/>
                  <a:moveTo>
                    <a:pt x="2224604" y="12432"/>
                  </a:moveTo>
                  <a:cubicBezTo>
                    <a:pt x="2245886" y="12432"/>
                    <a:pt x="2263536" y="15450"/>
                    <a:pt x="2277554" y="21487"/>
                  </a:cubicBezTo>
                  <a:lnTo>
                    <a:pt x="2277554" y="57708"/>
                  </a:lnTo>
                  <a:cubicBezTo>
                    <a:pt x="2262718" y="48909"/>
                    <a:pt x="2246347" y="44509"/>
                    <a:pt x="2228441" y="44509"/>
                  </a:cubicBezTo>
                  <a:cubicBezTo>
                    <a:pt x="2204600" y="44509"/>
                    <a:pt x="2185288" y="52132"/>
                    <a:pt x="2170502" y="67377"/>
                  </a:cubicBezTo>
                  <a:cubicBezTo>
                    <a:pt x="2155717" y="82623"/>
                    <a:pt x="2148325" y="102984"/>
                    <a:pt x="2148325" y="128462"/>
                  </a:cubicBezTo>
                  <a:cubicBezTo>
                    <a:pt x="2148325" y="152712"/>
                    <a:pt x="2155231" y="172024"/>
                    <a:pt x="2169044" y="186400"/>
                  </a:cubicBezTo>
                  <a:cubicBezTo>
                    <a:pt x="2182857" y="200776"/>
                    <a:pt x="2201019" y="207964"/>
                    <a:pt x="2223529" y="207964"/>
                  </a:cubicBezTo>
                  <a:cubicBezTo>
                    <a:pt x="2244300" y="207964"/>
                    <a:pt x="2262308" y="203053"/>
                    <a:pt x="2277554" y="193230"/>
                  </a:cubicBezTo>
                  <a:lnTo>
                    <a:pt x="2277554" y="226995"/>
                  </a:lnTo>
                  <a:cubicBezTo>
                    <a:pt x="2260978" y="235590"/>
                    <a:pt x="2240361" y="239888"/>
                    <a:pt x="2215702" y="239888"/>
                  </a:cubicBezTo>
                  <a:cubicBezTo>
                    <a:pt x="2183778" y="239888"/>
                    <a:pt x="2158198" y="229809"/>
                    <a:pt x="2138962" y="209652"/>
                  </a:cubicBezTo>
                  <a:cubicBezTo>
                    <a:pt x="2119726" y="189495"/>
                    <a:pt x="2110108" y="163046"/>
                    <a:pt x="2110108" y="130304"/>
                  </a:cubicBezTo>
                  <a:cubicBezTo>
                    <a:pt x="2110108" y="95106"/>
                    <a:pt x="2120929" y="66661"/>
                    <a:pt x="2142569" y="44969"/>
                  </a:cubicBezTo>
                  <a:cubicBezTo>
                    <a:pt x="2164210" y="23278"/>
                    <a:pt x="2191555" y="12432"/>
                    <a:pt x="2224604" y="12432"/>
                  </a:cubicBezTo>
                  <a:close/>
                  <a:moveTo>
                    <a:pt x="1749754" y="12432"/>
                  </a:moveTo>
                  <a:cubicBezTo>
                    <a:pt x="1758042" y="12432"/>
                    <a:pt x="1765588" y="12994"/>
                    <a:pt x="1772392" y="14120"/>
                  </a:cubicBezTo>
                  <a:cubicBezTo>
                    <a:pt x="1779196" y="15246"/>
                    <a:pt x="1784645" y="16780"/>
                    <a:pt x="1788737" y="18724"/>
                  </a:cubicBezTo>
                  <a:lnTo>
                    <a:pt x="1788737" y="50801"/>
                  </a:lnTo>
                  <a:cubicBezTo>
                    <a:pt x="1783519" y="48141"/>
                    <a:pt x="1777943" y="45890"/>
                    <a:pt x="1772008" y="44048"/>
                  </a:cubicBezTo>
                  <a:cubicBezTo>
                    <a:pt x="1766074" y="42207"/>
                    <a:pt x="1759269" y="41286"/>
                    <a:pt x="1751595" y="41286"/>
                  </a:cubicBezTo>
                  <a:cubicBezTo>
                    <a:pt x="1743001" y="41286"/>
                    <a:pt x="1735071" y="43025"/>
                    <a:pt x="1727806" y="46504"/>
                  </a:cubicBezTo>
                  <a:cubicBezTo>
                    <a:pt x="1720542" y="49983"/>
                    <a:pt x="1714274" y="55073"/>
                    <a:pt x="1709005" y="61775"/>
                  </a:cubicBezTo>
                  <a:cubicBezTo>
                    <a:pt x="1703736" y="68477"/>
                    <a:pt x="1699592" y="76765"/>
                    <a:pt x="1696573" y="86639"/>
                  </a:cubicBezTo>
                  <a:cubicBezTo>
                    <a:pt x="1693555" y="96513"/>
                    <a:pt x="1691994" y="107896"/>
                    <a:pt x="1691892" y="120788"/>
                  </a:cubicBezTo>
                  <a:lnTo>
                    <a:pt x="1692813" y="120788"/>
                  </a:lnTo>
                  <a:cubicBezTo>
                    <a:pt x="1697520" y="113523"/>
                    <a:pt x="1703889" y="107793"/>
                    <a:pt x="1711921" y="103598"/>
                  </a:cubicBezTo>
                  <a:cubicBezTo>
                    <a:pt x="1719953" y="99403"/>
                    <a:pt x="1729392" y="97306"/>
                    <a:pt x="1740238" y="97306"/>
                  </a:cubicBezTo>
                  <a:cubicBezTo>
                    <a:pt x="1749856" y="97306"/>
                    <a:pt x="1758528" y="98866"/>
                    <a:pt x="1766253" y="101987"/>
                  </a:cubicBezTo>
                  <a:cubicBezTo>
                    <a:pt x="1773978" y="105107"/>
                    <a:pt x="1780577" y="109610"/>
                    <a:pt x="1786051" y="115493"/>
                  </a:cubicBezTo>
                  <a:cubicBezTo>
                    <a:pt x="1791526" y="121376"/>
                    <a:pt x="1795746" y="128539"/>
                    <a:pt x="1798713" y="136980"/>
                  </a:cubicBezTo>
                  <a:cubicBezTo>
                    <a:pt x="1801681" y="145421"/>
                    <a:pt x="1803164" y="154911"/>
                    <a:pt x="1803164" y="165450"/>
                  </a:cubicBezTo>
                  <a:cubicBezTo>
                    <a:pt x="1803164" y="176501"/>
                    <a:pt x="1801348" y="186579"/>
                    <a:pt x="1797716" y="195686"/>
                  </a:cubicBezTo>
                  <a:cubicBezTo>
                    <a:pt x="1794084" y="204792"/>
                    <a:pt x="1789044" y="212645"/>
                    <a:pt x="1782598" y="219245"/>
                  </a:cubicBezTo>
                  <a:cubicBezTo>
                    <a:pt x="1776152" y="225844"/>
                    <a:pt x="1768504" y="230960"/>
                    <a:pt x="1759653" y="234593"/>
                  </a:cubicBezTo>
                  <a:cubicBezTo>
                    <a:pt x="1750802" y="238225"/>
                    <a:pt x="1741210" y="240041"/>
                    <a:pt x="1730876" y="240041"/>
                  </a:cubicBezTo>
                  <a:cubicBezTo>
                    <a:pt x="1719825" y="240041"/>
                    <a:pt x="1709670" y="237892"/>
                    <a:pt x="1700410" y="233595"/>
                  </a:cubicBezTo>
                  <a:cubicBezTo>
                    <a:pt x="1691150" y="229298"/>
                    <a:pt x="1683169" y="222903"/>
                    <a:pt x="1676467" y="214410"/>
                  </a:cubicBezTo>
                  <a:cubicBezTo>
                    <a:pt x="1669766" y="205918"/>
                    <a:pt x="1664573" y="195353"/>
                    <a:pt x="1660889" y="182717"/>
                  </a:cubicBezTo>
                  <a:cubicBezTo>
                    <a:pt x="1657206" y="170080"/>
                    <a:pt x="1655364" y="155423"/>
                    <a:pt x="1655364" y="138745"/>
                  </a:cubicBezTo>
                  <a:cubicBezTo>
                    <a:pt x="1655364" y="118383"/>
                    <a:pt x="1657794" y="100324"/>
                    <a:pt x="1662654" y="84567"/>
                  </a:cubicBezTo>
                  <a:cubicBezTo>
                    <a:pt x="1667515" y="68810"/>
                    <a:pt x="1674191" y="55610"/>
                    <a:pt x="1682683" y="44969"/>
                  </a:cubicBezTo>
                  <a:cubicBezTo>
                    <a:pt x="1691176" y="34328"/>
                    <a:pt x="1701152" y="26245"/>
                    <a:pt x="1712612" y="20720"/>
                  </a:cubicBezTo>
                  <a:cubicBezTo>
                    <a:pt x="1724072" y="15194"/>
                    <a:pt x="1736452" y="12432"/>
                    <a:pt x="1749754" y="12432"/>
                  </a:cubicBezTo>
                  <a:close/>
                  <a:moveTo>
                    <a:pt x="1548375" y="12432"/>
                  </a:moveTo>
                  <a:cubicBezTo>
                    <a:pt x="1567918" y="12432"/>
                    <a:pt x="1583573" y="17343"/>
                    <a:pt x="1595340" y="27166"/>
                  </a:cubicBezTo>
                  <a:cubicBezTo>
                    <a:pt x="1607107" y="36988"/>
                    <a:pt x="1612990" y="49574"/>
                    <a:pt x="1612990" y="64922"/>
                  </a:cubicBezTo>
                  <a:cubicBezTo>
                    <a:pt x="1612990" y="93878"/>
                    <a:pt x="1598256" y="112500"/>
                    <a:pt x="1568788" y="120788"/>
                  </a:cubicBezTo>
                  <a:lnTo>
                    <a:pt x="1568788" y="121402"/>
                  </a:lnTo>
                  <a:cubicBezTo>
                    <a:pt x="1584647" y="122937"/>
                    <a:pt x="1597182" y="128487"/>
                    <a:pt x="1606390" y="138054"/>
                  </a:cubicBezTo>
                  <a:cubicBezTo>
                    <a:pt x="1615599" y="147621"/>
                    <a:pt x="1620203" y="159567"/>
                    <a:pt x="1620203" y="173892"/>
                  </a:cubicBezTo>
                  <a:cubicBezTo>
                    <a:pt x="1620203" y="193639"/>
                    <a:pt x="1612785" y="209576"/>
                    <a:pt x="1597949" y="221700"/>
                  </a:cubicBezTo>
                  <a:cubicBezTo>
                    <a:pt x="1583113" y="233825"/>
                    <a:pt x="1563570" y="239888"/>
                    <a:pt x="1539320" y="239888"/>
                  </a:cubicBezTo>
                  <a:cubicBezTo>
                    <a:pt x="1517526" y="239888"/>
                    <a:pt x="1500132" y="235948"/>
                    <a:pt x="1487137" y="228070"/>
                  </a:cubicBezTo>
                  <a:lnTo>
                    <a:pt x="1487137" y="194611"/>
                  </a:lnTo>
                  <a:cubicBezTo>
                    <a:pt x="1501462" y="205969"/>
                    <a:pt x="1517628" y="211647"/>
                    <a:pt x="1535637" y="211647"/>
                  </a:cubicBezTo>
                  <a:cubicBezTo>
                    <a:pt x="1550268" y="211647"/>
                    <a:pt x="1561958" y="208322"/>
                    <a:pt x="1570706" y="201671"/>
                  </a:cubicBezTo>
                  <a:cubicBezTo>
                    <a:pt x="1579455" y="195021"/>
                    <a:pt x="1583829" y="186016"/>
                    <a:pt x="1583829" y="174659"/>
                  </a:cubicBezTo>
                  <a:cubicBezTo>
                    <a:pt x="1583829" y="149693"/>
                    <a:pt x="1564746" y="137210"/>
                    <a:pt x="1526581" y="137210"/>
                  </a:cubicBezTo>
                  <a:lnTo>
                    <a:pt x="1509545" y="137210"/>
                  </a:lnTo>
                  <a:lnTo>
                    <a:pt x="1509545" y="108663"/>
                  </a:lnTo>
                  <a:lnTo>
                    <a:pt x="1525814" y="108663"/>
                  </a:lnTo>
                  <a:cubicBezTo>
                    <a:pt x="1559682" y="108663"/>
                    <a:pt x="1576615" y="96896"/>
                    <a:pt x="1576615" y="73363"/>
                  </a:cubicBezTo>
                  <a:cubicBezTo>
                    <a:pt x="1576615" y="51671"/>
                    <a:pt x="1563416" y="40825"/>
                    <a:pt x="1537018" y="40825"/>
                  </a:cubicBezTo>
                  <a:cubicBezTo>
                    <a:pt x="1522284" y="40825"/>
                    <a:pt x="1508420" y="46095"/>
                    <a:pt x="1495425" y="56634"/>
                  </a:cubicBezTo>
                  <a:lnTo>
                    <a:pt x="1495425" y="25017"/>
                  </a:lnTo>
                  <a:cubicBezTo>
                    <a:pt x="1510364" y="16627"/>
                    <a:pt x="1528014" y="12432"/>
                    <a:pt x="1548375" y="12432"/>
                  </a:cubicBezTo>
                  <a:close/>
                  <a:moveTo>
                    <a:pt x="2719067" y="5525"/>
                  </a:moveTo>
                  <a:cubicBezTo>
                    <a:pt x="2725103" y="5525"/>
                    <a:pt x="2730219" y="7469"/>
                    <a:pt x="2734414" y="11357"/>
                  </a:cubicBezTo>
                  <a:cubicBezTo>
                    <a:pt x="2738610" y="15246"/>
                    <a:pt x="2740707" y="20106"/>
                    <a:pt x="2740707" y="25938"/>
                  </a:cubicBezTo>
                  <a:cubicBezTo>
                    <a:pt x="2740707" y="31463"/>
                    <a:pt x="2738610" y="36195"/>
                    <a:pt x="2734414" y="40135"/>
                  </a:cubicBezTo>
                  <a:cubicBezTo>
                    <a:pt x="2730219" y="44074"/>
                    <a:pt x="2725103" y="46044"/>
                    <a:pt x="2719067" y="46044"/>
                  </a:cubicBezTo>
                  <a:cubicBezTo>
                    <a:pt x="2713234" y="46044"/>
                    <a:pt x="2708246" y="44151"/>
                    <a:pt x="2704102" y="40365"/>
                  </a:cubicBezTo>
                  <a:cubicBezTo>
                    <a:pt x="2699958" y="36579"/>
                    <a:pt x="2697886" y="31770"/>
                    <a:pt x="2697886" y="25938"/>
                  </a:cubicBezTo>
                  <a:cubicBezTo>
                    <a:pt x="2697886" y="20106"/>
                    <a:pt x="2699958" y="15246"/>
                    <a:pt x="2704102" y="11357"/>
                  </a:cubicBezTo>
                  <a:cubicBezTo>
                    <a:pt x="2708246" y="7469"/>
                    <a:pt x="2713234" y="5525"/>
                    <a:pt x="2719067" y="5525"/>
                  </a:cubicBezTo>
                  <a:close/>
                  <a:moveTo>
                    <a:pt x="309241" y="5525"/>
                  </a:moveTo>
                  <a:cubicBezTo>
                    <a:pt x="315278" y="5525"/>
                    <a:pt x="320394" y="7469"/>
                    <a:pt x="324589" y="11357"/>
                  </a:cubicBezTo>
                  <a:cubicBezTo>
                    <a:pt x="328784" y="15246"/>
                    <a:pt x="330882" y="20106"/>
                    <a:pt x="330882" y="25938"/>
                  </a:cubicBezTo>
                  <a:cubicBezTo>
                    <a:pt x="330882" y="31463"/>
                    <a:pt x="328784" y="36195"/>
                    <a:pt x="324589" y="40135"/>
                  </a:cubicBezTo>
                  <a:cubicBezTo>
                    <a:pt x="320394" y="44074"/>
                    <a:pt x="315278" y="46044"/>
                    <a:pt x="309241" y="46044"/>
                  </a:cubicBezTo>
                  <a:cubicBezTo>
                    <a:pt x="303409" y="46044"/>
                    <a:pt x="298421" y="44151"/>
                    <a:pt x="294277" y="40365"/>
                  </a:cubicBezTo>
                  <a:cubicBezTo>
                    <a:pt x="290133" y="36579"/>
                    <a:pt x="288061" y="31770"/>
                    <a:pt x="288061" y="25938"/>
                  </a:cubicBezTo>
                  <a:cubicBezTo>
                    <a:pt x="288061" y="20106"/>
                    <a:pt x="290133" y="15246"/>
                    <a:pt x="294277" y="11357"/>
                  </a:cubicBezTo>
                  <a:cubicBezTo>
                    <a:pt x="298421" y="7469"/>
                    <a:pt x="303409" y="5525"/>
                    <a:pt x="309241" y="5525"/>
                  </a:cubicBezTo>
                  <a:close/>
                  <a:moveTo>
                    <a:pt x="2786835" y="3530"/>
                  </a:moveTo>
                  <a:lnTo>
                    <a:pt x="2822595" y="3530"/>
                  </a:lnTo>
                  <a:lnTo>
                    <a:pt x="2822595" y="236204"/>
                  </a:lnTo>
                  <a:lnTo>
                    <a:pt x="2786835" y="236204"/>
                  </a:lnTo>
                  <a:close/>
                  <a:moveTo>
                    <a:pt x="1216526" y="0"/>
                  </a:moveTo>
                  <a:cubicBezTo>
                    <a:pt x="1225325" y="0"/>
                    <a:pt x="1232283" y="972"/>
                    <a:pt x="1237399" y="2916"/>
                  </a:cubicBezTo>
                  <a:lnTo>
                    <a:pt x="1237399" y="32537"/>
                  </a:lnTo>
                  <a:cubicBezTo>
                    <a:pt x="1232590" y="29775"/>
                    <a:pt x="1227116" y="28394"/>
                    <a:pt x="1220977" y="28394"/>
                  </a:cubicBezTo>
                  <a:cubicBezTo>
                    <a:pt x="1203685" y="28394"/>
                    <a:pt x="1195039" y="38165"/>
                    <a:pt x="1195039" y="57708"/>
                  </a:cubicBezTo>
                  <a:lnTo>
                    <a:pt x="1195039" y="79042"/>
                  </a:lnTo>
                  <a:lnTo>
                    <a:pt x="1231567" y="79042"/>
                  </a:lnTo>
                  <a:lnTo>
                    <a:pt x="1231567" y="106975"/>
                  </a:lnTo>
                  <a:lnTo>
                    <a:pt x="1195192" y="106975"/>
                  </a:lnTo>
                  <a:lnTo>
                    <a:pt x="1195192" y="236204"/>
                  </a:lnTo>
                  <a:lnTo>
                    <a:pt x="1159585" y="236204"/>
                  </a:lnTo>
                  <a:lnTo>
                    <a:pt x="1159585" y="106975"/>
                  </a:lnTo>
                  <a:lnTo>
                    <a:pt x="1132726" y="106975"/>
                  </a:lnTo>
                  <a:lnTo>
                    <a:pt x="1132726" y="79042"/>
                  </a:lnTo>
                  <a:lnTo>
                    <a:pt x="1159585" y="79042"/>
                  </a:lnTo>
                  <a:lnTo>
                    <a:pt x="1159585" y="53564"/>
                  </a:lnTo>
                  <a:cubicBezTo>
                    <a:pt x="1159585" y="36988"/>
                    <a:pt x="1165008" y="23917"/>
                    <a:pt x="1175854" y="14350"/>
                  </a:cubicBezTo>
                  <a:cubicBezTo>
                    <a:pt x="1186700" y="4783"/>
                    <a:pt x="1200257" y="0"/>
                    <a:pt x="1216526"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descr="A rainbow colored logo on a black background&#10;&#10;Description automatically generated">
              <a:extLst>
                <a:ext uri="{FF2B5EF4-FFF2-40B4-BE49-F238E27FC236}">
                  <a16:creationId xmlns:a16="http://schemas.microsoft.com/office/drawing/2014/main" id="{D012DBBA-2919-315E-CDE6-61539CD3D335}"/>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8694674" y="636943"/>
              <a:ext cx="427721" cy="427721"/>
            </a:xfrm>
            <a:prstGeom prst="rect">
              <a:avLst/>
            </a:prstGeom>
          </p:spPr>
        </p:pic>
      </p:grpSp>
    </p:spTree>
    <p:extLst>
      <p:ext uri="{BB962C8B-B14F-4D97-AF65-F5344CB8AC3E}">
        <p14:creationId xmlns:p14="http://schemas.microsoft.com/office/powerpoint/2010/main" val="604403206"/>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p:cSld name="5_Title Slide">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5">
            <a:extLst>
              <a:ext uri="{FF2B5EF4-FFF2-40B4-BE49-F238E27FC236}">
                <a16:creationId xmlns:a16="http://schemas.microsoft.com/office/drawing/2014/main" id="{1F4A8530-B89C-88B2-9BF1-34CC2A9750C7}"/>
              </a:ext>
            </a:extLst>
          </p:cNvPr>
          <p:cNvSpPr>
            <a:spLocks noGrp="1"/>
          </p:cNvSpPr>
          <p:nvPr>
            <p:ph type="title"/>
          </p:nvPr>
        </p:nvSpPr>
        <p:spPr>
          <a:xfrm>
            <a:off x="379021" y="2811645"/>
            <a:ext cx="7683500" cy="895065"/>
          </a:xfrm>
        </p:spPr>
        <p:txBody>
          <a:bodyPr/>
          <a:lstStyle>
            <a:lvl1pPr>
              <a:defRPr>
                <a:gradFill flip="none" rotWithShape="1">
                  <a:gsLst>
                    <a:gs pos="0">
                      <a:schemeClr val="accent3"/>
                    </a:gs>
                    <a:gs pos="100000">
                      <a:schemeClr val="accent6"/>
                    </a:gs>
                  </a:gsLst>
                  <a:lin ang="16200000" scaled="1"/>
                  <a:tileRect/>
                </a:gra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3E76921E-13E1-55F5-E255-F9D4FDA2F1F4}"/>
              </a:ext>
            </a:extLst>
          </p:cNvPr>
          <p:cNvSpPr>
            <a:spLocks noGrp="1"/>
          </p:cNvSpPr>
          <p:nvPr>
            <p:ph type="body" sz="quarter" idx="10"/>
          </p:nvPr>
        </p:nvSpPr>
        <p:spPr>
          <a:xfrm>
            <a:off x="399778" y="3846332"/>
            <a:ext cx="6823075" cy="454517"/>
          </a:xfrm>
        </p:spPr>
        <p:txBody>
          <a:bodyPr/>
          <a:lstStyle>
            <a:lvl1pPr marL="0" indent="0">
              <a:buNone/>
              <a:defRPr/>
            </a:lvl1pPr>
          </a:lstStyle>
          <a:p>
            <a:pPr lvl="0"/>
            <a:r>
              <a:rPr lang="en-US"/>
              <a:t>Click to edit Master text styles</a:t>
            </a:r>
          </a:p>
        </p:txBody>
      </p:sp>
      <p:grpSp>
        <p:nvGrpSpPr>
          <p:cNvPr id="4" name="Group 3">
            <a:extLst>
              <a:ext uri="{FF2B5EF4-FFF2-40B4-BE49-F238E27FC236}">
                <a16:creationId xmlns:a16="http://schemas.microsoft.com/office/drawing/2014/main" id="{8A28A465-870A-6602-9C7B-97DF435D1128}"/>
              </a:ext>
            </a:extLst>
          </p:cNvPr>
          <p:cNvGrpSpPr/>
          <p:nvPr/>
        </p:nvGrpSpPr>
        <p:grpSpPr>
          <a:xfrm>
            <a:off x="500380" y="692322"/>
            <a:ext cx="1549400" cy="331285"/>
            <a:chOff x="508000" y="692322"/>
            <a:chExt cx="1742534" cy="372580"/>
          </a:xfrm>
        </p:grpSpPr>
        <p:pic>
          <p:nvPicPr>
            <p:cNvPr id="6" name="MS logo gray - EMF" descr="Microsoft logo, gray text version">
              <a:extLst>
                <a:ext uri="{FF2B5EF4-FFF2-40B4-BE49-F238E27FC236}">
                  <a16:creationId xmlns:a16="http://schemas.microsoft.com/office/drawing/2014/main" id="{3F274DE3-02DC-2E23-F53C-D843786042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7" name="Freeform: Shape 6">
              <a:extLst>
                <a:ext uri="{FF2B5EF4-FFF2-40B4-BE49-F238E27FC236}">
                  <a16:creationId xmlns:a16="http://schemas.microsoft.com/office/drawing/2014/main" id="{21C72947-95BA-A8C0-EE2A-CEA933019FF9}"/>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935574322"/>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p:cSld name="6_Title Slide">
    <p:spTree>
      <p:nvGrpSpPr>
        <p:cNvPr id="1" name=""/>
        <p:cNvGrpSpPr/>
        <p:nvPr/>
      </p:nvGrpSpPr>
      <p:grpSpPr>
        <a:xfrm>
          <a:off x="0" y="0"/>
          <a:ext cx="0" cy="0"/>
          <a:chOff x="0" y="0"/>
          <a:chExt cx="0" cy="0"/>
        </a:xfrm>
      </p:grpSpPr>
      <p:pic>
        <p:nvPicPr>
          <p:cNvPr id="4" name="Picture 3" descr="A person with blonde hair and a white shirt&#10;&#10;Description automatically generated">
            <a:extLst>
              <a:ext uri="{FF2B5EF4-FFF2-40B4-BE49-F238E27FC236}">
                <a16:creationId xmlns:a16="http://schemas.microsoft.com/office/drawing/2014/main" id="{1331CF21-D904-5335-BBD8-2AAF92B0C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5">
            <a:extLst>
              <a:ext uri="{FF2B5EF4-FFF2-40B4-BE49-F238E27FC236}">
                <a16:creationId xmlns:a16="http://schemas.microsoft.com/office/drawing/2014/main" id="{E64861AC-ADB0-AFE5-E703-001307E22B5D}"/>
              </a:ext>
            </a:extLst>
          </p:cNvPr>
          <p:cNvSpPr>
            <a:spLocks noGrp="1"/>
          </p:cNvSpPr>
          <p:nvPr>
            <p:ph type="title"/>
          </p:nvPr>
        </p:nvSpPr>
        <p:spPr>
          <a:xfrm>
            <a:off x="379021" y="2811645"/>
            <a:ext cx="7683500" cy="895065"/>
          </a:xfrm>
        </p:spPr>
        <p:txBody>
          <a:bodyPr/>
          <a:lstStyle>
            <a:lvl1pPr>
              <a:defRPr>
                <a:solidFill>
                  <a:schemeClr val="bg1"/>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435BB0DD-35B6-1FD4-387B-6019DA7D251C}"/>
              </a:ext>
            </a:extLst>
          </p:cNvPr>
          <p:cNvSpPr>
            <a:spLocks noGrp="1"/>
          </p:cNvSpPr>
          <p:nvPr>
            <p:ph type="body" sz="quarter" idx="10"/>
          </p:nvPr>
        </p:nvSpPr>
        <p:spPr>
          <a:xfrm>
            <a:off x="399778" y="3846332"/>
            <a:ext cx="6823075" cy="454517"/>
          </a:xfrm>
        </p:spPr>
        <p:txBody>
          <a:bodyPr/>
          <a:lstStyle>
            <a:lvl1pPr marL="0" indent="0">
              <a:buNone/>
              <a:defRPr>
                <a:solidFill>
                  <a:schemeClr val="bg1"/>
                </a:solidFill>
              </a:defRPr>
            </a:lvl1pPr>
          </a:lstStyle>
          <a:p>
            <a:pPr lvl="0"/>
            <a:r>
              <a:rPr lang="en-US"/>
              <a:t>Click to edit Master text styles</a:t>
            </a:r>
          </a:p>
        </p:txBody>
      </p:sp>
      <p:pic>
        <p:nvPicPr>
          <p:cNvPr id="5" name="Picture 4" descr="A black background with white text&#10;&#10;Description automatically generated">
            <a:extLst>
              <a:ext uri="{FF2B5EF4-FFF2-40B4-BE49-F238E27FC236}">
                <a16:creationId xmlns:a16="http://schemas.microsoft.com/office/drawing/2014/main" id="{9B85F8E1-7640-1F49-FB11-1928C83889DA}"/>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92101" y="505600"/>
            <a:ext cx="1870905" cy="688200"/>
          </a:xfrm>
          <a:prstGeom prst="rect">
            <a:avLst/>
          </a:prstGeom>
        </p:spPr>
      </p:pic>
    </p:spTree>
    <p:extLst>
      <p:ext uri="{BB962C8B-B14F-4D97-AF65-F5344CB8AC3E}">
        <p14:creationId xmlns:p14="http://schemas.microsoft.com/office/powerpoint/2010/main" val="1547889185"/>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val="0"/>
              </a:ext>
            </a:extLst>
          </a:blip>
          <a:srcRect/>
          <a:stretch/>
        </p:blipFill>
        <p:spPr>
          <a:xfrm>
            <a:off x="565148" y="2422963"/>
            <a:ext cx="8534401"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p:nvSpPr>
        <p:spPr>
          <a:xfrm>
            <a:off x="565150" y="2422048"/>
            <a:ext cx="8534400" cy="2012073"/>
          </a:xfrm>
          <a:prstGeom prst="roundRect">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4C02737-1995-7747-7303-F1115CC1989C}"/>
              </a:ext>
            </a:extLst>
          </p:cNvPr>
          <p:cNvSpPr/>
          <p:nvPr/>
        </p:nvSpPr>
        <p:spPr>
          <a:xfrm>
            <a:off x="1026037" y="2974294"/>
            <a:ext cx="7552813" cy="96485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gnify" title="Icon of a magnifying glass">
            <a:extLst>
              <a:ext uri="{FF2B5EF4-FFF2-40B4-BE49-F238E27FC236}">
                <a16:creationId xmlns:a16="http://schemas.microsoft.com/office/drawing/2014/main" id="{65E2CD84-BA71-0719-E777-8F57BF762044}"/>
              </a:ext>
            </a:extLst>
          </p:cNvPr>
          <p:cNvSpPr>
            <a:spLocks noChangeAspect="1" noEditPoints="1"/>
          </p:cNvSpPr>
          <p:nvPr/>
        </p:nvSpPr>
        <p:spPr bwMode="auto">
          <a:xfrm flipH="1">
            <a:off x="7791450" y="3229935"/>
            <a:ext cx="503335" cy="493716"/>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itle 15">
            <a:extLst>
              <a:ext uri="{FF2B5EF4-FFF2-40B4-BE49-F238E27FC236}">
                <a16:creationId xmlns:a16="http://schemas.microsoft.com/office/drawing/2014/main" id="{E903047D-0F9D-0858-4D03-8A542EE21C82}"/>
              </a:ext>
            </a:extLst>
          </p:cNvPr>
          <p:cNvSpPr>
            <a:spLocks noGrp="1"/>
          </p:cNvSpPr>
          <p:nvPr>
            <p:ph type="title"/>
          </p:nvPr>
        </p:nvSpPr>
        <p:spPr>
          <a:xfrm>
            <a:off x="1102236" y="2986079"/>
            <a:ext cx="7683500" cy="895065"/>
          </a:xfrm>
        </p:spPr>
        <p:txBody>
          <a:bodyPr>
            <a:normAutofit/>
          </a:bodyPr>
          <a:lstStyle>
            <a:lvl1pPr>
              <a:defRPr sz="3600">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1802416064"/>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65D091-6B2C-23D8-66B6-710FA9AD127F}"/>
              </a:ext>
            </a:extLst>
          </p:cNvPr>
          <p:cNvSpPr/>
          <p:nvPr/>
        </p:nvSpPr>
        <p:spPr>
          <a:xfrm>
            <a:off x="0" y="0"/>
            <a:ext cx="12192000" cy="6858000"/>
          </a:xfrm>
          <a:prstGeom prst="rect">
            <a:avLst/>
          </a:prstGeom>
          <a:gradFill flip="none" rotWithShape="1">
            <a:gsLst>
              <a:gs pos="20000">
                <a:srgbClr val="DAE4F6"/>
              </a:gs>
              <a:gs pos="100000">
                <a:srgbClr val="F0D2D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oup of chat messages&#10;&#10;Description automatically generated">
            <a:extLst>
              <a:ext uri="{FF2B5EF4-FFF2-40B4-BE49-F238E27FC236}">
                <a16:creationId xmlns:a16="http://schemas.microsoft.com/office/drawing/2014/main" id="{5815694D-AE46-6A56-2B91-7EC4DC7518F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F877082-FE34-FE9B-5C00-4EFF86C7CB55}"/>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5">
            <a:extLst>
              <a:ext uri="{FF2B5EF4-FFF2-40B4-BE49-F238E27FC236}">
                <a16:creationId xmlns:a16="http://schemas.microsoft.com/office/drawing/2014/main" id="{EBB3EB53-54AD-8806-BB93-224477508D47}"/>
              </a:ext>
            </a:extLst>
          </p:cNvPr>
          <p:cNvSpPr>
            <a:spLocks noGrp="1"/>
          </p:cNvSpPr>
          <p:nvPr>
            <p:ph type="title"/>
          </p:nvPr>
        </p:nvSpPr>
        <p:spPr>
          <a:xfrm>
            <a:off x="403736" y="2986079"/>
            <a:ext cx="7683500" cy="895065"/>
          </a:xfrm>
        </p:spPr>
        <p:txBody>
          <a:bodyPr>
            <a:normAutofit/>
          </a:bodyPr>
          <a:lstStyle>
            <a:lvl1pPr>
              <a:defRPr sz="3600">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1124419075"/>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p:cSld name="7_Title Slide">
    <p:spTree>
      <p:nvGrpSpPr>
        <p:cNvPr id="1" name=""/>
        <p:cNvGrpSpPr/>
        <p:nvPr/>
      </p:nvGrpSpPr>
      <p:grpSpPr>
        <a:xfrm>
          <a:off x="0" y="0"/>
          <a:ext cx="0" cy="0"/>
          <a:chOff x="0" y="0"/>
          <a:chExt cx="0" cy="0"/>
        </a:xfrm>
      </p:grpSpPr>
      <p:pic>
        <p:nvPicPr>
          <p:cNvPr id="8" name="Picture 7" descr="A computer screen with a message&#10;&#10;Description automatically generated">
            <a:extLst>
              <a:ext uri="{FF2B5EF4-FFF2-40B4-BE49-F238E27FC236}">
                <a16:creationId xmlns:a16="http://schemas.microsoft.com/office/drawing/2014/main" id="{939E43D2-0AE7-0FEF-5B96-E3C9C69143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C214CBCE-B1B7-DD74-469F-D051CC3AB9B1}"/>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5">
            <a:extLst>
              <a:ext uri="{FF2B5EF4-FFF2-40B4-BE49-F238E27FC236}">
                <a16:creationId xmlns:a16="http://schemas.microsoft.com/office/drawing/2014/main" id="{B0038111-0B73-0492-2541-3AB9C693846C}"/>
              </a:ext>
            </a:extLst>
          </p:cNvPr>
          <p:cNvSpPr>
            <a:spLocks noGrp="1"/>
          </p:cNvSpPr>
          <p:nvPr>
            <p:ph type="title"/>
          </p:nvPr>
        </p:nvSpPr>
        <p:spPr>
          <a:xfrm>
            <a:off x="403736" y="2986079"/>
            <a:ext cx="7683500" cy="895065"/>
          </a:xfrm>
        </p:spPr>
        <p:txBody>
          <a:bodyPr>
            <a:normAutofit/>
          </a:bodyPr>
          <a:lstStyle>
            <a:lvl1pPr>
              <a:defRPr sz="3600">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2745256499"/>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p:cSld name="Title Slide 5">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56D41C-2693-DF84-B52B-AAFE49E0D9AD}"/>
              </a:ext>
              <a:ext uri="{C183D7F6-B498-43B3-948B-1728B52AA6E4}">
                <adec:decorative xmlns:adec="http://schemas.microsoft.com/office/drawing/2017/decorative" val="1"/>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l="3678" r="19088" b="1398"/>
          <a:stretch/>
        </p:blipFill>
        <p:spPr>
          <a:xfrm>
            <a:off x="0" y="0"/>
            <a:ext cx="12191999" cy="6858000"/>
          </a:xfrm>
          <a:prstGeom prst="rect">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1" y="0"/>
            <a:ext cx="6505303"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3266242"/>
            <a:ext cx="9144000" cy="677108"/>
          </a:xfrm>
          <a:noFill/>
        </p:spPr>
        <p:txBody>
          <a:bodyPr lIns="0" tIns="0" rIns="0" bIns="0" anchor="b" anchorCtr="0">
            <a:spAutoFit/>
          </a:bodyPr>
          <a:lstStyle>
            <a:lvl1pPr>
              <a:defRPr sz="4400" spc="-50" baseline="0">
                <a:gradFill>
                  <a:gsLst>
                    <a:gs pos="50000">
                      <a:srgbClr val="8661C5"/>
                    </a:gs>
                    <a:gs pos="0">
                      <a:srgbClr val="3E76D4"/>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10" name="Picture 9" descr="A close-up of a logo&#10;&#10;Description automatically generated with medium confidence">
            <a:extLst>
              <a:ext uri="{FF2B5EF4-FFF2-40B4-BE49-F238E27FC236}">
                <a16:creationId xmlns:a16="http://schemas.microsoft.com/office/drawing/2014/main" id="{97B1F2AE-6C5C-018D-7632-164C4B217057}"/>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96863" y="298450"/>
            <a:ext cx="2361272" cy="867859"/>
          </a:xfrm>
          <a:prstGeom prst="rect">
            <a:avLst/>
          </a:prstGeom>
        </p:spPr>
      </p:pic>
      <p:pic>
        <p:nvPicPr>
          <p:cNvPr id="5" name="Picture 4" descr="A rainbow colored logo on a black background&#10;&#10;Description automatically generated">
            <a:extLst>
              <a:ext uri="{FF2B5EF4-FFF2-40B4-BE49-F238E27FC236}">
                <a16:creationId xmlns:a16="http://schemas.microsoft.com/office/drawing/2014/main" id="{8F5D48D4-68C8-E7DD-5132-34A2E6434375}"/>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0949859" y="325979"/>
            <a:ext cx="812800" cy="812800"/>
          </a:xfrm>
          <a:prstGeom prst="rect">
            <a:avLst/>
          </a:prstGeom>
        </p:spPr>
      </p:pic>
    </p:spTree>
    <p:extLst>
      <p:ext uri="{BB962C8B-B14F-4D97-AF65-F5344CB8AC3E}">
        <p14:creationId xmlns:p14="http://schemas.microsoft.com/office/powerpoint/2010/main" val="20748998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p:cSld name="1_Title Slide 5">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56D41C-2693-DF84-B52B-AAFE49E0D9AD}"/>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l="41350" t="6371" r="22947" b="48048"/>
          <a:stretch/>
        </p:blipFill>
        <p:spPr>
          <a:xfrm>
            <a:off x="0" y="0"/>
            <a:ext cx="12191999" cy="6858000"/>
          </a:xfrm>
          <a:prstGeom prst="rect">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1" y="0"/>
            <a:ext cx="6505303"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589133"/>
            <a:ext cx="5511800" cy="1354217"/>
          </a:xfrm>
          <a:noFill/>
        </p:spPr>
        <p:txBody>
          <a:bodyPr wrap="square" lIns="0" tIns="0" rIns="0" bIns="0" anchor="b" anchorCtr="0">
            <a:spAutoFit/>
          </a:bodyPr>
          <a:lstStyle>
            <a:lvl1pPr>
              <a:defRPr sz="4400" spc="-50" baseline="0">
                <a:gradFill>
                  <a:gsLst>
                    <a:gs pos="50000">
                      <a:srgbClr val="8661C5"/>
                    </a:gs>
                    <a:gs pos="0">
                      <a:srgbClr val="3E76D4"/>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5" name="Picture 4" descr="A close-up of a logo&#10;&#10;Description automatically generated with medium confidence">
            <a:extLst>
              <a:ext uri="{FF2B5EF4-FFF2-40B4-BE49-F238E27FC236}">
                <a16:creationId xmlns:a16="http://schemas.microsoft.com/office/drawing/2014/main" id="{B7CCD9CC-6226-0424-5409-124F7DF60F61}"/>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96863" y="298450"/>
            <a:ext cx="2361272" cy="867859"/>
          </a:xfrm>
          <a:prstGeom prst="rect">
            <a:avLst/>
          </a:prstGeom>
        </p:spPr>
      </p:pic>
      <p:pic>
        <p:nvPicPr>
          <p:cNvPr id="6" name="Picture 2" descr="Map, photo with location pin, mobile device with likes icon in magenta, purple, and yellow color">
            <a:extLst>
              <a:ext uri="{FF2B5EF4-FFF2-40B4-BE49-F238E27FC236}">
                <a16:creationId xmlns:a16="http://schemas.microsoft.com/office/drawing/2014/main" id="{0A983905-67D2-5C33-136D-E6F40D6AC0D2}"/>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7038244" y="1060538"/>
            <a:ext cx="4736924" cy="4736924"/>
          </a:xfrm>
          <a:prstGeom prst="rect">
            <a:avLst/>
          </a:prstGeom>
        </p:spPr>
      </p:pic>
      <p:pic>
        <p:nvPicPr>
          <p:cNvPr id="4" name="Picture 3" descr="A rainbow colored logo on a black background&#10;&#10;Description automatically generated">
            <a:extLst>
              <a:ext uri="{FF2B5EF4-FFF2-40B4-BE49-F238E27FC236}">
                <a16:creationId xmlns:a16="http://schemas.microsoft.com/office/drawing/2014/main" id="{FC1991CB-5F9D-1CCE-D823-76489CAAA087}"/>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0949859" y="325979"/>
            <a:ext cx="812800" cy="812800"/>
          </a:xfrm>
          <a:prstGeom prst="rect">
            <a:avLst/>
          </a:prstGeom>
        </p:spPr>
      </p:pic>
    </p:spTree>
    <p:extLst>
      <p:ext uri="{BB962C8B-B14F-4D97-AF65-F5344CB8AC3E}">
        <p14:creationId xmlns:p14="http://schemas.microsoft.com/office/powerpoint/2010/main" val="42377983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415.xml><?xml version="1.0" encoding="utf-8"?>
<p:sldLayout xmlns:a="http://schemas.openxmlformats.org/drawingml/2006/main" xmlns:r="http://schemas.openxmlformats.org/officeDocument/2006/relationships" xmlns:p="http://schemas.openxmlformats.org/presentationml/2006/main">
  <p:cSld name="Blank - Light Gradient">
    <p:bg>
      <p:bgPr>
        <a:gradFill>
          <a:gsLst>
            <a:gs pos="0">
              <a:srgbClr val="50E6FF"/>
            </a:gs>
            <a:gs pos="100000">
              <a:srgbClr val="D59DFF"/>
            </a:gs>
          </a:gsLst>
          <a:lin ang="2400000" scaled="0"/>
        </a:gra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BC35D8F7-37B3-8A61-0D77-6182149CE4DC}"/>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31872189"/>
      </p:ext>
    </p:extLst>
  </p:cSld>
  <p:clrMapOvr>
    <a:masterClrMapping/>
  </p:clrMapOvr>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WORKSHEE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30CE1E-4089-434E-AAF5-DA9D1BB44473}"/>
              </a:ext>
            </a:extLst>
          </p:cNvPr>
          <p:cNvSpPr/>
          <p:nvPr/>
        </p:nvSpPr>
        <p:spPr>
          <a:xfrm>
            <a:off x="6718042" y="-78115"/>
            <a:ext cx="5473958"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Segoe UI Semilight" panose="020B0402040204020203" pitchFamily="34" charset="0"/>
            </a:endParaRPr>
          </a:p>
        </p:txBody>
      </p:sp>
    </p:spTree>
    <p:extLst>
      <p:ext uri="{BB962C8B-B14F-4D97-AF65-F5344CB8AC3E}">
        <p14:creationId xmlns:p14="http://schemas.microsoft.com/office/powerpoint/2010/main" val="4254836035"/>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p:cSld name="Use Case with Text">
    <p:spTree>
      <p:nvGrpSpPr>
        <p:cNvPr id="1" name=""/>
        <p:cNvGrpSpPr/>
        <p:nvPr/>
      </p:nvGrpSpPr>
      <p:grpSpPr>
        <a:xfrm>
          <a:off x="0" y="0"/>
          <a:ext cx="0" cy="0"/>
          <a:chOff x="0" y="0"/>
          <a:chExt cx="0" cy="0"/>
        </a:xfrm>
      </p:grpSpPr>
      <p:sp>
        <p:nvSpPr>
          <p:cNvPr id="2" name="Title 1"/>
          <p:cNvSpPr>
            <a:spLocks noGrp="1"/>
          </p:cNvSpPr>
          <p:nvPr>
            <p:ph type="title"/>
          </p:nvPr>
        </p:nvSpPr>
        <p:spPr>
          <a:xfrm>
            <a:off x="269302" y="291102"/>
            <a:ext cx="8516036" cy="899665"/>
          </a:xfrm>
        </p:spPr>
        <p:txBody>
          <a:bodyPr/>
          <a:lstStyle/>
          <a:p>
            <a:r>
              <a:rPr lang="en-US"/>
              <a:t>Click to edit Master title style</a:t>
            </a:r>
          </a:p>
        </p:txBody>
      </p:sp>
      <p:sp>
        <p:nvSpPr>
          <p:cNvPr id="6" name="Text Placeholder 5"/>
          <p:cNvSpPr>
            <a:spLocks noGrp="1"/>
          </p:cNvSpPr>
          <p:nvPr>
            <p:ph type="body" sz="quarter" idx="10"/>
          </p:nvPr>
        </p:nvSpPr>
        <p:spPr>
          <a:xfrm>
            <a:off x="269239" y="1189176"/>
            <a:ext cx="8516036" cy="1753279"/>
          </a:xfrm>
        </p:spPr>
        <p:txBody>
          <a:bodyPr lIns="182880" tIns="146304" rIns="182880" bIns="146304"/>
          <a:lstStyle>
            <a:lvl1pPr marL="0" indent="0">
              <a:buNone/>
              <a:defRPr sz="2745">
                <a:gradFill>
                  <a:gsLst>
                    <a:gs pos="100000">
                      <a:schemeClr val="accent1"/>
                    </a:gs>
                    <a:gs pos="0">
                      <a:schemeClr val="accent1"/>
                    </a:gs>
                  </a:gsLst>
                  <a:lin ang="5400000" scaled="0"/>
                </a:gradFill>
              </a:defRPr>
            </a:lvl1pPr>
            <a:lvl2pPr marL="0" indent="0">
              <a:buFontTx/>
              <a:buNone/>
              <a:defRPr sz="1765">
                <a:latin typeface="+mj-lt"/>
              </a:defRPr>
            </a:lvl2pPr>
            <a:lvl3pPr marL="166517" indent="-166517">
              <a:buFont typeface="Arial" panose="020B0604020202020204" pitchFamily="34" charset="0"/>
              <a:buChar char="•"/>
              <a:defRPr sz="1568"/>
            </a:lvl3pPr>
            <a:lvl4pPr marL="340814" indent="-174297">
              <a:buFont typeface="Arial" panose="020B0604020202020204" pitchFamily="34" charset="0"/>
              <a:buChar char="•"/>
              <a:defRPr sz="1372"/>
            </a:lvl4pPr>
            <a:lvl5pPr marL="504217" indent="-166517">
              <a:buFont typeface="Arial" panose="020B0604020202020204" pitchFamily="34" charset="0"/>
              <a:buChar char="•"/>
              <a:defRPr sz="137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p:cNvSpPr/>
          <p:nvPr/>
        </p:nvSpPr>
        <p:spPr bwMode="auto">
          <a:xfrm>
            <a:off x="9054168" y="0"/>
            <a:ext cx="3137487"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p:nvSpPr>
        <p:spPr bwMode="auto">
          <a:xfrm>
            <a:off x="9054168" y="3877276"/>
            <a:ext cx="3137487" cy="298072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7"/>
          <p:cNvSpPr>
            <a:spLocks noGrp="1"/>
          </p:cNvSpPr>
          <p:nvPr>
            <p:ph type="body" sz="quarter" idx="11"/>
          </p:nvPr>
        </p:nvSpPr>
        <p:spPr>
          <a:xfrm>
            <a:off x="9233488" y="4056275"/>
            <a:ext cx="2689274" cy="1430386"/>
          </a:xfrm>
        </p:spPr>
        <p:txBody>
          <a:bodyPr lIns="182880" tIns="146304" rIns="182880" bIns="146304"/>
          <a:lstStyle>
            <a:lvl1pPr marL="0" indent="0">
              <a:buNone/>
              <a:defRPr sz="1765">
                <a:gradFill>
                  <a:gsLst>
                    <a:gs pos="0">
                      <a:srgbClr val="FFFFFF"/>
                    </a:gs>
                    <a:gs pos="100000">
                      <a:srgbClr val="FFFFFF"/>
                    </a:gs>
                  </a:gsLst>
                  <a:lin ang="5400000" scaled="0"/>
                </a:gradFill>
              </a:defRPr>
            </a:lvl1pPr>
            <a:lvl2pPr marL="171185" indent="-171185">
              <a:defRPr sz="1568">
                <a:gradFill>
                  <a:gsLst>
                    <a:gs pos="0">
                      <a:srgbClr val="FFFFFF"/>
                    </a:gs>
                    <a:gs pos="100000">
                      <a:srgbClr val="FFFFFF"/>
                    </a:gs>
                  </a:gsLst>
                  <a:lin ang="5400000" scaled="0"/>
                </a:gradFill>
              </a:defRPr>
            </a:lvl2pPr>
            <a:lvl3pPr marL="336145" indent="-164960">
              <a:defRPr sz="1372">
                <a:gradFill>
                  <a:gsLst>
                    <a:gs pos="0">
                      <a:srgbClr val="FFFFFF"/>
                    </a:gs>
                    <a:gs pos="100000">
                      <a:srgbClr val="FFFFFF"/>
                    </a:gs>
                  </a:gsLst>
                  <a:lin ang="5400000" scaled="0"/>
                </a:gradFill>
              </a:defRPr>
            </a:lvl3pPr>
            <a:lvl4pPr marL="507330" indent="-171185">
              <a:tabLst/>
              <a:defRPr sz="1176">
                <a:gradFill>
                  <a:gsLst>
                    <a:gs pos="0">
                      <a:srgbClr val="FFFFFF"/>
                    </a:gs>
                    <a:gs pos="100000">
                      <a:srgbClr val="FFFFFF"/>
                    </a:gs>
                  </a:gsLst>
                  <a:lin ang="5400000" scaled="0"/>
                </a:gradFill>
              </a:defRPr>
            </a:lvl4pPr>
            <a:lvl5pPr marL="672290" indent="-164960">
              <a:defRPr sz="1176">
                <a:gradFill>
                  <a:gsLst>
                    <a:gs pos="0">
                      <a:srgbClr val="FFFFFF"/>
                    </a:gs>
                    <a:gs pos="100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112197"/>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title" preserve="1">
  <p:cSld name="8_Title Slide">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B76918B-C17A-3C2A-52E2-C558E0B41D48}"/>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B7483A31-8631-8F3A-6AA4-991FDEB0E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A73B15-1A7B-5BD0-E012-FC649CE4C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33D26F-F828-8EAC-AB33-60297955D154}"/>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5" name="Footer Placeholder 4">
            <a:extLst>
              <a:ext uri="{FF2B5EF4-FFF2-40B4-BE49-F238E27FC236}">
                <a16:creationId xmlns:a16="http://schemas.microsoft.com/office/drawing/2014/main" id="{A06D9D78-AFF0-7146-E4A2-78B69E592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59E22-287A-53E7-460F-1C2B313DC9D3}"/>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7" name="Rectangle 6">
            <a:extLst>
              <a:ext uri="{FF2B5EF4-FFF2-40B4-BE49-F238E27FC236}">
                <a16:creationId xmlns:a16="http://schemas.microsoft.com/office/drawing/2014/main" id="{4FBBCE01-CD37-A49C-BF8B-26B1541AD26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849970"/>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7" name="Picture 6" descr="A computer screen with a couple of screens&#10;&#10;Description automatically generated">
            <a:extLst>
              <a:ext uri="{FF2B5EF4-FFF2-40B4-BE49-F238E27FC236}">
                <a16:creationId xmlns:a16="http://schemas.microsoft.com/office/drawing/2014/main" id="{F13A281E-B91B-B33F-8CAC-511DFDC79FB1}"/>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0" y="0"/>
            <a:ext cx="12192000" cy="3429000"/>
          </a:xfrm>
          <a:prstGeom prst="rect">
            <a:avLst/>
          </a:prstGeom>
        </p:spPr>
      </p:pic>
      <p:sp>
        <p:nvSpPr>
          <p:cNvPr id="2" name="Date Placeholder 1">
            <a:extLst>
              <a:ext uri="{FF2B5EF4-FFF2-40B4-BE49-F238E27FC236}">
                <a16:creationId xmlns:a16="http://schemas.microsoft.com/office/drawing/2014/main" id="{CED8EDC1-17CE-7C51-EB8E-731438A34538}"/>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5" name="Rectangle 4">
            <a:extLst>
              <a:ext uri="{FF2B5EF4-FFF2-40B4-BE49-F238E27FC236}">
                <a16:creationId xmlns:a16="http://schemas.microsoft.com/office/drawing/2014/main" id="{7082C014-F650-9275-8F12-7C83CB804BA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3063158"/>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509156"/>
            <a:ext cx="1101852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84199" y="1435497"/>
            <a:ext cx="1101852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003560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5540029" cy="68580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960363" y="509156"/>
            <a:ext cx="580390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956299" y="1435497"/>
            <a:ext cx="580390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22951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2.xml><?xml version="1.0" encoding="utf-8"?>
<p:sldLayout xmlns:a="http://schemas.openxmlformats.org/drawingml/2006/main" xmlns:r="http://schemas.openxmlformats.org/officeDocument/2006/relationships" xmlns:p="http://schemas.openxmlformats.org/presentationml/2006/main" preserve="1">
  <p:cSld name="6_Title and Content">
    <p:spTree>
      <p:nvGrpSpPr>
        <p:cNvPr id="1" name=""/>
        <p:cNvGrpSpPr/>
        <p:nvPr/>
      </p:nvGrpSpPr>
      <p:grpSpPr>
        <a:xfrm>
          <a:off x="0" y="0"/>
          <a:ext cx="0" cy="0"/>
          <a:chOff x="0" y="0"/>
          <a:chExt cx="0" cy="0"/>
        </a:xfrm>
      </p:grpSpPr>
      <p:pic>
        <p:nvPicPr>
          <p:cNvPr id="8" name="Picture 7" descr="A close up of a colorful object&#10;&#10;Description automatically generated">
            <a:extLst>
              <a:ext uri="{FF2B5EF4-FFF2-40B4-BE49-F238E27FC236}">
                <a16:creationId xmlns:a16="http://schemas.microsoft.com/office/drawing/2014/main" id="{8FA3090A-C743-6442-6B26-85597FDE3AA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651970" y="0"/>
            <a:ext cx="5540030" cy="68580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5063" y="610756"/>
            <a:ext cx="1101852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380999" y="1537097"/>
            <a:ext cx="1101852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03015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3.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9C3C374-A664-D7F0-45D0-045009139052}"/>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B34784F0-D959-7D20-3CA8-6E0D5AAE22B1}"/>
              </a:ext>
            </a:extLst>
          </p:cNvPr>
          <p:cNvSpPr>
            <a:spLocks noGrp="1"/>
          </p:cNvSpPr>
          <p:nvPr>
            <p:ph type="title"/>
          </p:nvPr>
        </p:nvSpPr>
        <p:spPr>
          <a:xfrm>
            <a:off x="381000" y="2508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8EFE1D8-1E7C-8A86-A01A-514505B427DD}"/>
              </a:ext>
            </a:extLst>
          </p:cNvPr>
          <p:cNvSpPr>
            <a:spLocks noGrp="1"/>
          </p:cNvSpPr>
          <p:nvPr>
            <p:ph idx="1"/>
          </p:nvPr>
        </p:nvSpPr>
        <p:spPr>
          <a:xfrm>
            <a:off x="381000" y="17113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3734CD-7B05-0092-D5B9-837ACCA63BCE}"/>
              </a:ext>
            </a:extLst>
          </p:cNvPr>
          <p:cNvSpPr>
            <a:spLocks noGrp="1"/>
          </p:cNvSpPr>
          <p:nvPr>
            <p:ph type="dt" sz="half" idx="10"/>
          </p:nvPr>
        </p:nvSpPr>
        <p:spPr>
          <a:xfrm>
            <a:off x="381000" y="6242050"/>
            <a:ext cx="2743200" cy="365125"/>
          </a:xfrm>
        </p:spPr>
        <p:txBody>
          <a:bodyPr/>
          <a:lstStyle/>
          <a:p>
            <a:fld id="{CC994E0E-C6FE-4806-923C-54839B56F9FC}" type="datetimeFigureOut">
              <a:rPr lang="en-US" smtClean="0"/>
              <a:t>1/4/2026</a:t>
            </a:fld>
            <a:endParaRPr lang="en-US"/>
          </a:p>
        </p:txBody>
      </p:sp>
      <p:sp>
        <p:nvSpPr>
          <p:cNvPr id="5" name="Footer Placeholder 4">
            <a:extLst>
              <a:ext uri="{FF2B5EF4-FFF2-40B4-BE49-F238E27FC236}">
                <a16:creationId xmlns:a16="http://schemas.microsoft.com/office/drawing/2014/main" id="{4B58CC31-DAE6-D4D7-A480-A8D61B236742}"/>
              </a:ext>
            </a:extLst>
          </p:cNvPr>
          <p:cNvSpPr>
            <a:spLocks noGrp="1"/>
          </p:cNvSpPr>
          <p:nvPr>
            <p:ph type="ftr" sz="quarter" idx="11"/>
          </p:nvPr>
        </p:nvSpPr>
        <p:spPr>
          <a:xfrm>
            <a:off x="3581400" y="6242050"/>
            <a:ext cx="4114800" cy="365125"/>
          </a:xfrm>
        </p:spPr>
        <p:txBody>
          <a:bodyPr/>
          <a:lstStyle/>
          <a:p>
            <a:endParaRPr lang="en-US"/>
          </a:p>
        </p:txBody>
      </p:sp>
      <p:sp>
        <p:nvSpPr>
          <p:cNvPr id="6" name="Slide Number Placeholder 5">
            <a:extLst>
              <a:ext uri="{FF2B5EF4-FFF2-40B4-BE49-F238E27FC236}">
                <a16:creationId xmlns:a16="http://schemas.microsoft.com/office/drawing/2014/main" id="{B3A909B1-270B-7393-59C8-6EE9EFCA0D99}"/>
              </a:ext>
            </a:extLst>
          </p:cNvPr>
          <p:cNvSpPr>
            <a:spLocks noGrp="1"/>
          </p:cNvSpPr>
          <p:nvPr>
            <p:ph type="sldNum" sz="quarter" idx="12"/>
          </p:nvPr>
        </p:nvSpPr>
        <p:spPr>
          <a:xfrm>
            <a:off x="8153400" y="6242050"/>
            <a:ext cx="2743200" cy="365125"/>
          </a:xfrm>
        </p:spPr>
        <p:txBody>
          <a:bodyPr/>
          <a:lstStyle/>
          <a:p>
            <a:fld id="{71620F1D-A8C6-43DA-A336-63E03F2E7571}" type="slidenum">
              <a:rPr lang="en-US" smtClean="0"/>
              <a:t>‹#›</a:t>
            </a:fld>
            <a:endParaRPr lang="en-US"/>
          </a:p>
        </p:txBody>
      </p:sp>
      <p:sp>
        <p:nvSpPr>
          <p:cNvPr id="7" name="Rectangle 6">
            <a:extLst>
              <a:ext uri="{FF2B5EF4-FFF2-40B4-BE49-F238E27FC236}">
                <a16:creationId xmlns:a16="http://schemas.microsoft.com/office/drawing/2014/main" id="{12118B41-A307-0DD1-5000-30B9B4FBE2D6}"/>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2784843"/>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preserve="1">
  <p:cSld name="1_Section Title photo">
    <p:spTree>
      <p:nvGrpSpPr>
        <p:cNvPr id="1" name=""/>
        <p:cNvGrpSpPr/>
        <p:nvPr/>
      </p:nvGrpSpPr>
      <p:grpSpPr>
        <a:xfrm>
          <a:off x="0" y="0"/>
          <a:ext cx="0" cy="0"/>
          <a:chOff x="0" y="0"/>
          <a:chExt cx="0" cy="0"/>
        </a:xfrm>
      </p:grpSpPr>
      <p:pic>
        <p:nvPicPr>
          <p:cNvPr id="4" name="Picture 3" descr="A close-up of a ribbon&#10;&#10;Description automatically generated">
            <a:extLst>
              <a:ext uri="{FF2B5EF4-FFF2-40B4-BE49-F238E27FC236}">
                <a16:creationId xmlns:a16="http://schemas.microsoft.com/office/drawing/2014/main" id="{8D106E32-AE8C-D4ED-B83A-9ECE4F6522F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320A2AEC-2128-127A-9EBE-97F194038AB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0899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p:cSld name="2_Section Title photo">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AC871D7A-C89B-F090-4E20-507E04C5B40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3358383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p:cSld name="Summary page_Big headline">
    <p:bg>
      <p:bgPr>
        <a:solidFill>
          <a:schemeClr val="bg2"/>
        </a:solidFill>
        <a:effectLst/>
      </p:bgPr>
    </p:bg>
    <p:spTree>
      <p:nvGrpSpPr>
        <p:cNvPr id="1" name=""/>
        <p:cNvGrpSpPr/>
        <p:nvPr/>
      </p:nvGrpSpPr>
      <p:grpSpPr>
        <a:xfrm>
          <a:off x="0" y="0"/>
          <a:ext cx="0" cy="0"/>
          <a:chOff x="0" y="0"/>
          <a:chExt cx="0" cy="0"/>
        </a:xfrm>
      </p:grpSpPr>
      <p:pic>
        <p:nvPicPr>
          <p:cNvPr id="6" name="Picture 5" descr="A group of chat boxes&#10;&#10;Description automatically generated">
            <a:extLst>
              <a:ext uri="{FF2B5EF4-FFF2-40B4-BE49-F238E27FC236}">
                <a16:creationId xmlns:a16="http://schemas.microsoft.com/office/drawing/2014/main" id="{7EC4F649-6224-35AC-63DA-ED13663C2B8F}"/>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7661204" y="685800"/>
            <a:ext cx="4035496" cy="5600700"/>
          </a:xfrm>
          <a:prstGeom prst="rect">
            <a:avLst/>
          </a:prstGeom>
        </p:spPr>
      </p:pic>
      <p:pic>
        <p:nvPicPr>
          <p:cNvPr id="3" name="Picture 2" descr="A blurry image of a person's hand&#10;&#10;Description automatically generated">
            <a:extLst>
              <a:ext uri="{FF2B5EF4-FFF2-40B4-BE49-F238E27FC236}">
                <a16:creationId xmlns:a16="http://schemas.microsoft.com/office/drawing/2014/main" id="{1886A6EB-DC3A-AC64-803E-AEC23C354B34}"/>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4" name="Rectangle 3">
            <a:extLst>
              <a:ext uri="{FF2B5EF4-FFF2-40B4-BE49-F238E27FC236}">
                <a16:creationId xmlns:a16="http://schemas.microsoft.com/office/drawing/2014/main" id="{F0F8B4D4-45FE-8A6B-0940-2613A4013FC0}"/>
              </a:ext>
            </a:extLst>
          </p:cNvPr>
          <p:cNvSpPr/>
          <p:nvPr/>
        </p:nvSpPr>
        <p:spPr>
          <a:xfrm>
            <a:off x="0" y="0"/>
            <a:ext cx="12192000" cy="6692900"/>
          </a:xfrm>
          <a:prstGeom prst="rect">
            <a:avLst/>
          </a:prstGeom>
          <a:gradFill flip="none" rotWithShape="1">
            <a:gsLst>
              <a:gs pos="36000">
                <a:schemeClr val="bg1">
                  <a:alpha val="68000"/>
                </a:schemeClr>
              </a:gs>
              <a:gs pos="100000">
                <a:schemeClr val="bg1">
                  <a:alpha val="2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387350" y="1619611"/>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Rectangle 1">
            <a:extLst>
              <a:ext uri="{FF2B5EF4-FFF2-40B4-BE49-F238E27FC236}">
                <a16:creationId xmlns:a16="http://schemas.microsoft.com/office/drawing/2014/main" id="{CD367F4E-8C73-E0F8-F13E-FE82EB5E8890}"/>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chat boxes&#10;&#10;Description automatically generated">
            <a:extLst>
              <a:ext uri="{FF2B5EF4-FFF2-40B4-BE49-F238E27FC236}">
                <a16:creationId xmlns:a16="http://schemas.microsoft.com/office/drawing/2014/main" id="{C9DC74CC-1FDA-D2C2-CA47-399C0C900E93}"/>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7688192" y="685800"/>
            <a:ext cx="4035496" cy="5600700"/>
          </a:xfrm>
          <a:prstGeom prst="rect">
            <a:avLst/>
          </a:prstGeom>
        </p:spPr>
      </p:pic>
      <p:sp>
        <p:nvSpPr>
          <p:cNvPr id="8" name="Title 1">
            <a:extLst>
              <a:ext uri="{FF2B5EF4-FFF2-40B4-BE49-F238E27FC236}">
                <a16:creationId xmlns:a16="http://schemas.microsoft.com/office/drawing/2014/main" id="{E1AC44E4-6E8B-3264-6C80-836DA134E7E9}"/>
              </a:ext>
            </a:extLst>
          </p:cNvPr>
          <p:cNvSpPr>
            <a:spLocks noGrp="1"/>
          </p:cNvSpPr>
          <p:nvPr>
            <p:ph type="title"/>
          </p:nvPr>
        </p:nvSpPr>
        <p:spPr>
          <a:xfrm>
            <a:off x="393700" y="250825"/>
            <a:ext cx="6924604" cy="1325563"/>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6540988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904">
          <p15:clr>
            <a:srgbClr val="954F72"/>
          </p15:clr>
        </p15:guide>
        <p15:guide id="38" orient="horz" pos="3323">
          <p15:clr>
            <a:srgbClr val="954F72"/>
          </p15:clr>
        </p15:guide>
        <p15:guide id="39" orient="horz" pos="3507">
          <p15:clr>
            <a:srgbClr val="954F72"/>
          </p15:clr>
        </p15:guide>
      </p15:sldGuideLst>
    </p:ext>
  </p:extLst>
</p:sldLayout>
</file>

<file path=ppt/slideLayouts/slideLayout42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83A31-8631-8F3A-6AA4-991FDEB0E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A73B15-1A7B-5BD0-E012-FC649CE4C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33D26F-F828-8EAC-AB33-60297955D154}"/>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5" name="Footer Placeholder 4">
            <a:extLst>
              <a:ext uri="{FF2B5EF4-FFF2-40B4-BE49-F238E27FC236}">
                <a16:creationId xmlns:a16="http://schemas.microsoft.com/office/drawing/2014/main" id="{A06D9D78-AFF0-7146-E4A2-78B69E592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59E22-287A-53E7-460F-1C2B313DC9D3}"/>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7" name="Rectangle 6">
            <a:extLst>
              <a:ext uri="{FF2B5EF4-FFF2-40B4-BE49-F238E27FC236}">
                <a16:creationId xmlns:a16="http://schemas.microsoft.com/office/drawing/2014/main" id="{4FBBCE01-CD37-A49C-BF8B-26B1541AD26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000774"/>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B7594-1484-81D3-4108-E794D8FF04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F8D616-E238-5793-BE31-A700A00741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3CBE81-3130-0687-E0B2-92C08370BD3B}"/>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5" name="Footer Placeholder 4">
            <a:extLst>
              <a:ext uri="{FF2B5EF4-FFF2-40B4-BE49-F238E27FC236}">
                <a16:creationId xmlns:a16="http://schemas.microsoft.com/office/drawing/2014/main" id="{26A8B7A8-B160-5E2E-51FE-267793E88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505FA0-A6C9-0997-B1E4-29C0A6141B7E}"/>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7" name="Rectangle 6">
            <a:extLst>
              <a:ext uri="{FF2B5EF4-FFF2-40B4-BE49-F238E27FC236}">
                <a16:creationId xmlns:a16="http://schemas.microsoft.com/office/drawing/2014/main" id="{DF75326B-5925-1E0B-801E-AF7E354EC63D}"/>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8730234"/>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5DFB7-70A0-1665-D6E3-4A8CAF915DD2}"/>
              </a:ext>
            </a:extLst>
          </p:cNvPr>
          <p:cNvSpPr>
            <a:spLocks noGrp="1"/>
          </p:cNvSpPr>
          <p:nvPr>
            <p:ph type="title"/>
          </p:nvPr>
        </p:nvSpPr>
        <p:spPr>
          <a:xfrm>
            <a:off x="381000" y="2508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B76B0EF-C30F-FDAC-0650-753D06E042BA}"/>
              </a:ext>
            </a:extLst>
          </p:cNvPr>
          <p:cNvSpPr>
            <a:spLocks noGrp="1"/>
          </p:cNvSpPr>
          <p:nvPr>
            <p:ph sz="half" idx="1"/>
          </p:nvPr>
        </p:nvSpPr>
        <p:spPr>
          <a:xfrm>
            <a:off x="381000" y="17113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D0EDF9-509E-B7B5-406B-7749F5FC06ED}"/>
              </a:ext>
            </a:extLst>
          </p:cNvPr>
          <p:cNvSpPr>
            <a:spLocks noGrp="1"/>
          </p:cNvSpPr>
          <p:nvPr>
            <p:ph sz="half" idx="2"/>
          </p:nvPr>
        </p:nvSpPr>
        <p:spPr>
          <a:xfrm>
            <a:off x="5715000" y="17113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83EC1C-D01B-4AFA-E5CB-CB9EA45004B2}"/>
              </a:ext>
            </a:extLst>
          </p:cNvPr>
          <p:cNvSpPr>
            <a:spLocks noGrp="1"/>
          </p:cNvSpPr>
          <p:nvPr>
            <p:ph type="dt" sz="half" idx="10"/>
          </p:nvPr>
        </p:nvSpPr>
        <p:spPr>
          <a:xfrm>
            <a:off x="381000" y="6242050"/>
            <a:ext cx="2743200" cy="365125"/>
          </a:xfrm>
        </p:spPr>
        <p:txBody>
          <a:bodyPr/>
          <a:lstStyle/>
          <a:p>
            <a:fld id="{CC994E0E-C6FE-4806-923C-54839B56F9FC}" type="datetimeFigureOut">
              <a:rPr lang="en-US" smtClean="0"/>
              <a:t>1/4/2026</a:t>
            </a:fld>
            <a:endParaRPr lang="en-US"/>
          </a:p>
        </p:txBody>
      </p:sp>
      <p:sp>
        <p:nvSpPr>
          <p:cNvPr id="6" name="Footer Placeholder 5">
            <a:extLst>
              <a:ext uri="{FF2B5EF4-FFF2-40B4-BE49-F238E27FC236}">
                <a16:creationId xmlns:a16="http://schemas.microsoft.com/office/drawing/2014/main" id="{80760E75-3DB5-88DA-8C51-62D26037C423}"/>
              </a:ext>
            </a:extLst>
          </p:cNvPr>
          <p:cNvSpPr>
            <a:spLocks noGrp="1"/>
          </p:cNvSpPr>
          <p:nvPr>
            <p:ph type="ftr" sz="quarter" idx="11"/>
          </p:nvPr>
        </p:nvSpPr>
        <p:spPr>
          <a:xfrm>
            <a:off x="3581400" y="6242050"/>
            <a:ext cx="4114800" cy="365125"/>
          </a:xfrm>
        </p:spPr>
        <p:txBody>
          <a:bodyPr/>
          <a:lstStyle/>
          <a:p>
            <a:endParaRPr lang="en-US"/>
          </a:p>
        </p:txBody>
      </p:sp>
      <p:sp>
        <p:nvSpPr>
          <p:cNvPr id="7" name="Slide Number Placeholder 6">
            <a:extLst>
              <a:ext uri="{FF2B5EF4-FFF2-40B4-BE49-F238E27FC236}">
                <a16:creationId xmlns:a16="http://schemas.microsoft.com/office/drawing/2014/main" id="{F58E7EC2-179C-311E-A9E8-D465C5F736FD}"/>
              </a:ext>
            </a:extLst>
          </p:cNvPr>
          <p:cNvSpPr>
            <a:spLocks noGrp="1"/>
          </p:cNvSpPr>
          <p:nvPr>
            <p:ph type="sldNum" sz="quarter" idx="12"/>
          </p:nvPr>
        </p:nvSpPr>
        <p:spPr>
          <a:xfrm>
            <a:off x="8153400" y="6242050"/>
            <a:ext cx="2743200" cy="365125"/>
          </a:xfrm>
        </p:spPr>
        <p:txBody>
          <a:bodyPr/>
          <a:lstStyle/>
          <a:p>
            <a:fld id="{71620F1D-A8C6-43DA-A336-63E03F2E7571}" type="slidenum">
              <a:rPr lang="en-US" smtClean="0"/>
              <a:t>‹#›</a:t>
            </a:fld>
            <a:endParaRPr lang="en-US"/>
          </a:p>
        </p:txBody>
      </p:sp>
      <p:sp>
        <p:nvSpPr>
          <p:cNvPr id="8" name="Rectangle 7">
            <a:extLst>
              <a:ext uri="{FF2B5EF4-FFF2-40B4-BE49-F238E27FC236}">
                <a16:creationId xmlns:a16="http://schemas.microsoft.com/office/drawing/2014/main" id="{ECACDD53-1F86-E418-E788-467AF6D1530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9589145"/>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8B8E-7848-30AF-3D59-8AF1A4C608FE}"/>
              </a:ext>
            </a:extLst>
          </p:cNvPr>
          <p:cNvSpPr>
            <a:spLocks noGrp="1"/>
          </p:cNvSpPr>
          <p:nvPr>
            <p:ph type="title"/>
          </p:nvPr>
        </p:nvSpPr>
        <p:spPr>
          <a:xfrm>
            <a:off x="382588" y="2508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992D2E-5DBF-88B7-5F5C-652CFE965F95}"/>
              </a:ext>
            </a:extLst>
          </p:cNvPr>
          <p:cNvSpPr>
            <a:spLocks noGrp="1"/>
          </p:cNvSpPr>
          <p:nvPr>
            <p:ph type="body" idx="1"/>
          </p:nvPr>
        </p:nvSpPr>
        <p:spPr>
          <a:xfrm>
            <a:off x="382588" y="15668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0B60D5-5D33-75D9-93C0-377F2BC4602D}"/>
              </a:ext>
            </a:extLst>
          </p:cNvPr>
          <p:cNvSpPr>
            <a:spLocks noGrp="1"/>
          </p:cNvSpPr>
          <p:nvPr>
            <p:ph sz="half" idx="2"/>
          </p:nvPr>
        </p:nvSpPr>
        <p:spPr>
          <a:xfrm>
            <a:off x="382588" y="23907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125DA9-5EB4-C98D-5B05-C4523B8821C8}"/>
              </a:ext>
            </a:extLst>
          </p:cNvPr>
          <p:cNvSpPr>
            <a:spLocks noGrp="1"/>
          </p:cNvSpPr>
          <p:nvPr>
            <p:ph type="body" sz="quarter" idx="3"/>
          </p:nvPr>
        </p:nvSpPr>
        <p:spPr>
          <a:xfrm>
            <a:off x="5715000" y="15668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FB6702-3DE9-928A-A39D-8180D4597F96}"/>
              </a:ext>
            </a:extLst>
          </p:cNvPr>
          <p:cNvSpPr>
            <a:spLocks noGrp="1"/>
          </p:cNvSpPr>
          <p:nvPr>
            <p:ph sz="quarter" idx="4"/>
          </p:nvPr>
        </p:nvSpPr>
        <p:spPr>
          <a:xfrm>
            <a:off x="5715000" y="23907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E29ECA-2675-6459-76F2-D75FA569EF77}"/>
              </a:ext>
            </a:extLst>
          </p:cNvPr>
          <p:cNvSpPr>
            <a:spLocks noGrp="1"/>
          </p:cNvSpPr>
          <p:nvPr>
            <p:ph type="dt" sz="half" idx="10"/>
          </p:nvPr>
        </p:nvSpPr>
        <p:spPr>
          <a:xfrm>
            <a:off x="381000" y="6242050"/>
            <a:ext cx="2743200" cy="365125"/>
          </a:xfrm>
        </p:spPr>
        <p:txBody>
          <a:bodyPr/>
          <a:lstStyle/>
          <a:p>
            <a:fld id="{CC994E0E-C6FE-4806-923C-54839B56F9FC}" type="datetimeFigureOut">
              <a:rPr lang="en-US" smtClean="0"/>
              <a:t>1/4/2026</a:t>
            </a:fld>
            <a:endParaRPr lang="en-US"/>
          </a:p>
        </p:txBody>
      </p:sp>
      <p:sp>
        <p:nvSpPr>
          <p:cNvPr id="8" name="Footer Placeholder 7">
            <a:extLst>
              <a:ext uri="{FF2B5EF4-FFF2-40B4-BE49-F238E27FC236}">
                <a16:creationId xmlns:a16="http://schemas.microsoft.com/office/drawing/2014/main" id="{8E748ED8-DACD-0038-D6D6-DE4AC207E2D3}"/>
              </a:ext>
            </a:extLst>
          </p:cNvPr>
          <p:cNvSpPr>
            <a:spLocks noGrp="1"/>
          </p:cNvSpPr>
          <p:nvPr>
            <p:ph type="ftr" sz="quarter" idx="11"/>
          </p:nvPr>
        </p:nvSpPr>
        <p:spPr>
          <a:xfrm>
            <a:off x="3581400" y="6242050"/>
            <a:ext cx="4114800" cy="365125"/>
          </a:xfrm>
        </p:spPr>
        <p:txBody>
          <a:bodyPr/>
          <a:lstStyle/>
          <a:p>
            <a:endParaRPr lang="en-US"/>
          </a:p>
        </p:txBody>
      </p:sp>
      <p:sp>
        <p:nvSpPr>
          <p:cNvPr id="9" name="Slide Number Placeholder 8">
            <a:extLst>
              <a:ext uri="{FF2B5EF4-FFF2-40B4-BE49-F238E27FC236}">
                <a16:creationId xmlns:a16="http://schemas.microsoft.com/office/drawing/2014/main" id="{9DAECBAA-A556-42DF-4612-1F8A33B69A33}"/>
              </a:ext>
            </a:extLst>
          </p:cNvPr>
          <p:cNvSpPr>
            <a:spLocks noGrp="1"/>
          </p:cNvSpPr>
          <p:nvPr>
            <p:ph type="sldNum" sz="quarter" idx="12"/>
          </p:nvPr>
        </p:nvSpPr>
        <p:spPr>
          <a:xfrm>
            <a:off x="8153400" y="6242050"/>
            <a:ext cx="2743200" cy="365125"/>
          </a:xfrm>
        </p:spPr>
        <p:txBody>
          <a:bodyPr/>
          <a:lstStyle/>
          <a:p>
            <a:fld id="{71620F1D-A8C6-43DA-A336-63E03F2E7571}" type="slidenum">
              <a:rPr lang="en-US" smtClean="0"/>
              <a:t>‹#›</a:t>
            </a:fld>
            <a:endParaRPr lang="en-US"/>
          </a:p>
        </p:txBody>
      </p:sp>
      <p:sp>
        <p:nvSpPr>
          <p:cNvPr id="10" name="Rectangle 9">
            <a:extLst>
              <a:ext uri="{FF2B5EF4-FFF2-40B4-BE49-F238E27FC236}">
                <a16:creationId xmlns:a16="http://schemas.microsoft.com/office/drawing/2014/main" id="{5032FE57-96C7-114F-2AF4-DD1802AB550E}"/>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3506573"/>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C2C4-9465-E7E0-7BE9-86A26DFC42F2}"/>
              </a:ext>
            </a:extLst>
          </p:cNvPr>
          <p:cNvSpPr>
            <a:spLocks noGrp="1"/>
          </p:cNvSpPr>
          <p:nvPr>
            <p:ph type="title"/>
          </p:nvPr>
        </p:nvSpPr>
        <p:spPr>
          <a:xfrm>
            <a:off x="393700" y="250825"/>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A9798272-3D7A-0B34-A766-3948028AFE24}"/>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4" name="Footer Placeholder 3">
            <a:extLst>
              <a:ext uri="{FF2B5EF4-FFF2-40B4-BE49-F238E27FC236}">
                <a16:creationId xmlns:a16="http://schemas.microsoft.com/office/drawing/2014/main" id="{72DAE55C-2163-9917-99E9-F4D899E802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20A7F5-44CE-4932-EF35-6D73ABD6674D}"/>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6" name="Rectangle 5">
            <a:extLst>
              <a:ext uri="{FF2B5EF4-FFF2-40B4-BE49-F238E27FC236}">
                <a16:creationId xmlns:a16="http://schemas.microsoft.com/office/drawing/2014/main" id="{13B6268A-8C5A-79C7-F256-9D7F5556F6C1}"/>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2358345"/>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D8EDC1-17CE-7C51-EB8E-731438A34538}"/>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5" name="Rectangle 4">
            <a:extLst>
              <a:ext uri="{FF2B5EF4-FFF2-40B4-BE49-F238E27FC236}">
                <a16:creationId xmlns:a16="http://schemas.microsoft.com/office/drawing/2014/main" id="{7082C014-F650-9275-8F12-7C83CB804BA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1860093"/>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D8EDC1-17CE-7C51-EB8E-731438A34538}"/>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p:txBody>
          <a:bodyPr/>
          <a:lstStyle/>
          <a:p>
            <a:fld id="{71620F1D-A8C6-43DA-A336-63E03F2E7571}" type="slidenum">
              <a:rPr lang="en-US" smtClean="0"/>
              <a:t>‹#›</a:t>
            </a:fld>
            <a:endParaRPr lang="en-US"/>
          </a:p>
        </p:txBody>
      </p:sp>
    </p:spTree>
    <p:extLst>
      <p:ext uri="{BB962C8B-B14F-4D97-AF65-F5344CB8AC3E}">
        <p14:creationId xmlns:p14="http://schemas.microsoft.com/office/powerpoint/2010/main" val="2120300073"/>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1AFB2-43A1-88C3-1F8F-4E793BBF5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88F029-DB7D-90D3-34C5-72395F36A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C03BEC-19F7-DF5D-6484-EBDCC59C4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18D6DC-4B4B-2883-E0B9-C1D347ABE62F}"/>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6" name="Footer Placeholder 5">
            <a:extLst>
              <a:ext uri="{FF2B5EF4-FFF2-40B4-BE49-F238E27FC236}">
                <a16:creationId xmlns:a16="http://schemas.microsoft.com/office/drawing/2014/main" id="{6D68B2B4-DC82-79DA-3A49-1017ECCA07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612CEA-0134-A61E-4A42-DD2C47D897A0}"/>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8" name="Rectangle 7">
            <a:extLst>
              <a:ext uri="{FF2B5EF4-FFF2-40B4-BE49-F238E27FC236}">
                <a16:creationId xmlns:a16="http://schemas.microsoft.com/office/drawing/2014/main" id="{2E1D4765-3562-FC6A-81E5-70ABCCC1704D}"/>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3001081"/>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BBCA-D1AB-FC0B-F9D6-70105EF132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03B6F6-D60A-5E0F-6CCA-3B90405FB6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D9BC509-FE80-1ADA-BF94-5145CE876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CEE832-BB9D-4599-20D5-EE066E58FAA9}"/>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6" name="Footer Placeholder 5">
            <a:extLst>
              <a:ext uri="{FF2B5EF4-FFF2-40B4-BE49-F238E27FC236}">
                <a16:creationId xmlns:a16="http://schemas.microsoft.com/office/drawing/2014/main" id="{44E6D2E4-24F2-B1E2-9575-AF271B6DEC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74F10C-357B-6AE5-E864-92C7095E9184}"/>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8" name="Rectangle 7">
            <a:extLst>
              <a:ext uri="{FF2B5EF4-FFF2-40B4-BE49-F238E27FC236}">
                <a16:creationId xmlns:a16="http://schemas.microsoft.com/office/drawing/2014/main" id="{0830FE84-2A0A-77C8-BDA1-1218015F2A2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8958706"/>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42B3-DC9D-EF20-6073-3CE5596B37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5CC056-07C5-BF99-D343-02D23C76F4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CA41F-D976-8361-F048-396E3071AE18}"/>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5" name="Footer Placeholder 4">
            <a:extLst>
              <a:ext uri="{FF2B5EF4-FFF2-40B4-BE49-F238E27FC236}">
                <a16:creationId xmlns:a16="http://schemas.microsoft.com/office/drawing/2014/main" id="{E156E965-15BB-CA18-A54B-315A1BBD9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FFA27-CB9D-227A-3426-655AFEEC83C3}"/>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7" name="Rectangle 6">
            <a:extLst>
              <a:ext uri="{FF2B5EF4-FFF2-40B4-BE49-F238E27FC236}">
                <a16:creationId xmlns:a16="http://schemas.microsoft.com/office/drawing/2014/main" id="{C535F9B6-6F4D-7883-3F81-44025E2B35B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6092281"/>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2FD0F7-36C0-34C0-A0CA-3B25AC0852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BD3995-9906-F7B4-545A-B0564350B3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8BAEC-B4F8-A04A-4BC2-E8ED1DD12A31}"/>
              </a:ext>
            </a:extLst>
          </p:cNvPr>
          <p:cNvSpPr>
            <a:spLocks noGrp="1"/>
          </p:cNvSpPr>
          <p:nvPr>
            <p:ph type="dt" sz="half" idx="10"/>
          </p:nvPr>
        </p:nvSpPr>
        <p:spPr/>
        <p:txBody>
          <a:bodyPr/>
          <a:lstStyle/>
          <a:p>
            <a:fld id="{CC994E0E-C6FE-4806-923C-54839B56F9FC}" type="datetimeFigureOut">
              <a:rPr lang="en-US" smtClean="0"/>
              <a:t>1/4/2026</a:t>
            </a:fld>
            <a:endParaRPr lang="en-US"/>
          </a:p>
        </p:txBody>
      </p:sp>
      <p:sp>
        <p:nvSpPr>
          <p:cNvPr id="5" name="Footer Placeholder 4">
            <a:extLst>
              <a:ext uri="{FF2B5EF4-FFF2-40B4-BE49-F238E27FC236}">
                <a16:creationId xmlns:a16="http://schemas.microsoft.com/office/drawing/2014/main" id="{149CD486-A0AB-A65F-EC26-0ED5CC38AD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569D57-84EB-8C3C-AD27-C0BF59384551}"/>
              </a:ext>
            </a:extLst>
          </p:cNvPr>
          <p:cNvSpPr>
            <a:spLocks noGrp="1"/>
          </p:cNvSpPr>
          <p:nvPr>
            <p:ph type="sldNum" sz="quarter" idx="12"/>
          </p:nvPr>
        </p:nvSpPr>
        <p:spPr/>
        <p:txBody>
          <a:bodyPr/>
          <a:lstStyle/>
          <a:p>
            <a:fld id="{71620F1D-A8C6-43DA-A336-63E03F2E7571}" type="slidenum">
              <a:rPr lang="en-US" smtClean="0"/>
              <a:t>‹#›</a:t>
            </a:fld>
            <a:endParaRPr lang="en-US"/>
          </a:p>
        </p:txBody>
      </p:sp>
      <p:sp>
        <p:nvSpPr>
          <p:cNvPr id="7" name="Rectangle 6">
            <a:extLst>
              <a:ext uri="{FF2B5EF4-FFF2-40B4-BE49-F238E27FC236}">
                <a16:creationId xmlns:a16="http://schemas.microsoft.com/office/drawing/2014/main" id="{4EA6A7E9-5A48-0B62-918D-4BE91AF83E1C}"/>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4204695"/>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Rectangle 2">
            <a:extLst>
              <a:ext uri="{FF2B5EF4-FFF2-40B4-BE49-F238E27FC236}">
                <a16:creationId xmlns:a16="http://schemas.microsoft.com/office/drawing/2014/main" id="{0DFE0CCE-AF81-D964-81E3-986A81CA7CD6}"/>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521481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p:cSld name="Section Title photo">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0F739808-4725-B142-9FAB-65DB691EBEFA}"/>
              </a:ext>
            </a:extLst>
          </p:cNvPr>
          <p:cNvSpPr>
            <a:spLocks noGrp="1"/>
          </p:cNvSpPr>
          <p:nvPr>
            <p:ph type="pic" sz="quarter" idx="11" hasCustomPrompt="1"/>
          </p:nvPr>
        </p:nvSpPr>
        <p:spPr>
          <a:xfrm>
            <a:off x="6395720" y="0"/>
            <a:ext cx="5796279" cy="6858000"/>
          </a:xfrm>
          <a:blipFill>
            <a:blip r:embed="rId2">
              <a:extLst>
                <a:ext uri="{28A0092B-C50C-407E-A947-70E740481C1C}">
                  <a14:useLocalDpi xmlns:a14="http://schemas.microsoft.com/office/drawing/2010/main" val="0"/>
                </a:ext>
              </a:extLst>
            </a:blip>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
        <p:nvSpPr>
          <p:cNvPr id="2" name="Title 1"/>
          <p:cNvSpPr>
            <a:spLocks noGrp="1"/>
          </p:cNvSpPr>
          <p:nvPr>
            <p:ph type="title" hasCustomPrompt="1"/>
          </p:nvPr>
        </p:nvSpPr>
        <p:spPr>
          <a:xfrm>
            <a:off x="495300" y="3035808"/>
            <a:ext cx="5163831"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
        <p:nvSpPr>
          <p:cNvPr id="3" name="Rectangle 2">
            <a:extLst>
              <a:ext uri="{FF2B5EF4-FFF2-40B4-BE49-F238E27FC236}">
                <a16:creationId xmlns:a16="http://schemas.microsoft.com/office/drawing/2014/main" id="{320A2AEC-2128-127A-9EBE-97F194038AB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8438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40.xml><?xml version="1.0" encoding="utf-8"?>
<p:sldLayout xmlns:a="http://schemas.openxmlformats.org/drawingml/2006/main" xmlns:r="http://schemas.openxmlformats.org/officeDocument/2006/relationships" xmlns:p="http://schemas.openxmlformats.org/presentationml/2006/main">
  <p:cSld name="10_Title Slide">
    <p:spTree>
      <p:nvGrpSpPr>
        <p:cNvPr id="1" name=""/>
        <p:cNvGrpSpPr/>
        <p:nvPr/>
      </p:nvGrpSpPr>
      <p:grpSpPr>
        <a:xfrm>
          <a:off x="0" y="0"/>
          <a:ext cx="0" cy="0"/>
          <a:chOff x="0" y="0"/>
          <a:chExt cx="0" cy="0"/>
        </a:xfrm>
      </p:grpSpPr>
      <p:pic>
        <p:nvPicPr>
          <p:cNvPr id="6" name="Picture 5" descr="A close-up of a white board&#10;&#10;Description automatically generated">
            <a:extLst>
              <a:ext uri="{FF2B5EF4-FFF2-40B4-BE49-F238E27FC236}">
                <a16:creationId xmlns:a16="http://schemas.microsoft.com/office/drawing/2014/main" id="{6E646153-32F9-AB0C-1204-90B32B4BF305}"/>
              </a:ext>
            </a:extLst>
          </p:cNvPr>
          <p:cNvPicPr>
            <a:picLocks noChangeAspect="1"/>
          </p:cNvPicPr>
          <p:nvPr/>
        </p:nvPicPr>
        <p:blipFill rotWithShape="1">
          <a:blip r:embed="rId2">
            <a:extLst>
              <a:ext uri="{28A0092B-C50C-407E-A947-70E740481C1C}">
                <a14:useLocalDpi xmlns:a14="http://schemas.microsoft.com/office/drawing/2010/main"/>
              </a:ext>
            </a:extLst>
          </a:blip>
          <a:srcRect l="1773" r="473" b="1774"/>
          <a:stretch/>
        </p:blipFill>
        <p:spPr>
          <a:xfrm>
            <a:off x="0" y="0"/>
            <a:ext cx="12192000" cy="6858000"/>
          </a:xfrm>
          <a:prstGeom prst="rect">
            <a:avLst/>
          </a:prstGeom>
        </p:spPr>
      </p:pic>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3891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404235" y="4236857"/>
            <a:ext cx="6823075" cy="454517"/>
          </a:xfrm>
        </p:spPr>
        <p:txBody>
          <a:bodyPr/>
          <a:lstStyle>
            <a:lvl1pPr marL="0" indent="0">
              <a:buNone/>
              <a:defRPr/>
            </a:lvl1pPr>
          </a:lstStyle>
          <a:p>
            <a:pPr lvl="0"/>
            <a:r>
              <a:rPr lang="en-US"/>
              <a:t>Click to edit Master text styles</a:t>
            </a:r>
          </a:p>
        </p:txBody>
      </p:sp>
      <p:grpSp>
        <p:nvGrpSpPr>
          <p:cNvPr id="31" name="Group 30">
            <a:extLst>
              <a:ext uri="{FF2B5EF4-FFF2-40B4-BE49-F238E27FC236}">
                <a16:creationId xmlns:a16="http://schemas.microsoft.com/office/drawing/2014/main" id="{F9844A26-1988-5CF0-0512-FD5DB0A10493}"/>
              </a:ext>
            </a:extLst>
          </p:cNvPr>
          <p:cNvGrpSpPr/>
          <p:nvPr/>
        </p:nvGrpSpPr>
        <p:grpSpPr>
          <a:xfrm>
            <a:off x="500380" y="692322"/>
            <a:ext cx="1549400" cy="331285"/>
            <a:chOff x="508000" y="692322"/>
            <a:chExt cx="1742534" cy="372580"/>
          </a:xfrm>
        </p:grpSpPr>
        <p:pic>
          <p:nvPicPr>
            <p:cNvPr id="9" name="MS logo gray - EMF" descr="Microsoft logo, gray text version">
              <a:extLst>
                <a:ext uri="{FF2B5EF4-FFF2-40B4-BE49-F238E27FC236}">
                  <a16:creationId xmlns:a16="http://schemas.microsoft.com/office/drawing/2014/main" id="{9F910978-B2E2-A761-DB69-56257446170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30" name="Freeform: Shape 29">
              <a:extLst>
                <a:ext uri="{FF2B5EF4-FFF2-40B4-BE49-F238E27FC236}">
                  <a16:creationId xmlns:a16="http://schemas.microsoft.com/office/drawing/2014/main" id="{71A4613D-97FC-C7D4-40A9-576E9C03D440}"/>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750645589"/>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userDrawn="1">
  <p:cSld name="Title Slide 2">
    <p:bg>
      <p:bgRef idx="1001">
        <a:schemeClr val="bg1"/>
      </p:bgRef>
    </p:bg>
    <p:spTree>
      <p:nvGrpSpPr>
        <p:cNvPr id="1" name=""/>
        <p:cNvGrpSpPr/>
        <p:nvPr/>
      </p:nvGrpSpPr>
      <p:grpSpPr>
        <a:xfrm>
          <a:off x="0" y="0"/>
          <a:ext cx="0" cy="0"/>
          <a:chOff x="0" y="0"/>
          <a:chExt cx="0" cy="0"/>
        </a:xfrm>
      </p:grpSpPr>
      <p:pic>
        <p:nvPicPr>
          <p:cNvPr id="6" name="MS logo gray - EMF">
            <a:extLst>
              <a:ext uri="{FF2B5EF4-FFF2-40B4-BE49-F238E27FC236}">
                <a16:creationId xmlns:a16="http://schemas.microsoft.com/office/drawing/2014/main" id="{D3453B0B-33DE-4ED0-A610-D76D0E610F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283297" y="281709"/>
            <a:ext cx="2440148" cy="902855"/>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rgbClr val="000000"/>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6234284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4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a:xfrm>
            <a:off x="588263" y="497541"/>
            <a:ext cx="11018520" cy="430887"/>
          </a:xfrm>
        </p:spPr>
        <p:txBody>
          <a:bodyPr/>
          <a:lstStyle>
            <a:lvl1pPr>
              <a:defRPr sz="2800">
                <a:solidFill>
                  <a:srgbClr val="000000"/>
                </a:solidFill>
              </a:defRPr>
            </a:lvl1pPr>
          </a:lstStyle>
          <a:p>
            <a:r>
              <a:rPr lang="en-US"/>
              <a:t>Click to edit Master title style</a:t>
            </a:r>
          </a:p>
        </p:txBody>
      </p:sp>
      <p:sp>
        <p:nvSpPr>
          <p:cNvPr id="3" name="Footer Placeholder 10">
            <a:extLst>
              <a:ext uri="{FF2B5EF4-FFF2-40B4-BE49-F238E27FC236}">
                <a16:creationId xmlns:a16="http://schemas.microsoft.com/office/drawing/2014/main" id="{9438946C-117E-D444-B499-2F521D38BF54}"/>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r>
              <a:rPr lang="en-US"/>
              <a:t>© Microsoft Corporation                                                                                  					   	    	                                     Microsoft 365 </a:t>
            </a:r>
          </a:p>
        </p:txBody>
      </p:sp>
    </p:spTree>
    <p:extLst>
      <p:ext uri="{BB962C8B-B14F-4D97-AF65-F5344CB8AC3E}">
        <p14:creationId xmlns:p14="http://schemas.microsoft.com/office/powerpoint/2010/main" val="1984876878"/>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443.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a:xfrm>
            <a:off x="515693" y="497541"/>
            <a:ext cx="11018520" cy="430887"/>
          </a:xfrm>
        </p:spPr>
        <p:txBody>
          <a:bodyPr/>
          <a:lstStyle>
            <a:lvl1pPr>
              <a:defRPr sz="2800">
                <a:solidFill>
                  <a:srgbClr val="000000"/>
                </a:solidFill>
              </a:defRPr>
            </a:lvl1pPr>
          </a:lstStyle>
          <a:p>
            <a:r>
              <a:rPr lang="en-US"/>
              <a:t>Click to edit Master title style</a:t>
            </a:r>
          </a:p>
        </p:txBody>
      </p:sp>
      <p:sp>
        <p:nvSpPr>
          <p:cNvPr id="3" name="Footer Placeholder 10">
            <a:extLst>
              <a:ext uri="{FF2B5EF4-FFF2-40B4-BE49-F238E27FC236}">
                <a16:creationId xmlns:a16="http://schemas.microsoft.com/office/drawing/2014/main" id="{9438946C-117E-D444-B499-2F521D38BF54}"/>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r>
              <a:rPr lang="en-US"/>
              <a:t>© Microsoft Corporation                                                                                  					   	    	                                     Microsoft 365 </a:t>
            </a:r>
          </a:p>
        </p:txBody>
      </p:sp>
    </p:spTree>
    <p:extLst>
      <p:ext uri="{BB962C8B-B14F-4D97-AF65-F5344CB8AC3E}">
        <p14:creationId xmlns:p14="http://schemas.microsoft.com/office/powerpoint/2010/main" val="3841455445"/>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444.xml><?xml version="1.0" encoding="utf-8"?>
<p:sldLayout xmlns:a="http://schemas.openxmlformats.org/drawingml/2006/main" xmlns:r="http://schemas.openxmlformats.org/officeDocument/2006/relationships" xmlns:p="http://schemas.openxmlformats.org/presentationml/2006/main"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000000"/>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8743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45.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126996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6.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0278915"/>
      </p:ext>
    </p:extLst>
  </p:cSld>
  <p:clrMapOvr>
    <a:masterClrMapping/>
  </p:clrMapOvr>
  <p:transition>
    <p:fade/>
  </p:transition>
  <p:extLst>
    <p:ext uri="{DCECCB84-F9BA-43D5-87BE-67443E8EF086}">
      <p15:sldGuideLst xmlns:p15="http://schemas.microsoft.com/office/powerpoint/2012/main"/>
    </p:ext>
  </p:extLst>
</p:sldLayout>
</file>

<file path=ppt/slideLayouts/slideLayout44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2491129"/>
      </p:ext>
    </p:extLst>
  </p:cSld>
  <p:clrMapOvr>
    <a:masterClrMapping/>
  </p:clrMapOvr>
  <p:transition>
    <p:fade/>
  </p:transition>
  <p:extLst>
    <p:ext uri="{DCECCB84-F9BA-43D5-87BE-67443E8EF086}">
      <p15:sldGuideLst xmlns:p15="http://schemas.microsoft.com/office/powerpoint/2012/main"/>
    </p:ext>
  </p:extLst>
</p:sldLayout>
</file>

<file path=ppt/slideLayouts/slideLayout448.xml><?xml version="1.0" encoding="utf-8"?>
<p:sldLayout xmlns:a="http://schemas.openxmlformats.org/drawingml/2006/main" xmlns:r="http://schemas.openxmlformats.org/officeDocument/2006/relationships" xmlns:p="http://schemas.openxmlformats.org/presentationml/2006/main">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7320729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image" Target="../media/image2.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oleObject" Target="../embeddings/oleObject1.bin"/><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image" Target="../media/image3.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tags" Target="../tags/tag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39" Type="http://schemas.openxmlformats.org/officeDocument/2006/relationships/theme" Target="../theme/theme2.xml"/><Relationship Id="rId21" Type="http://schemas.openxmlformats.org/officeDocument/2006/relationships/slideLayout" Target="../slideLayouts/slideLayout95.xml"/><Relationship Id="rId34" Type="http://schemas.openxmlformats.org/officeDocument/2006/relationships/slideLayout" Target="../slideLayouts/slideLayout108.xml"/><Relationship Id="rId7" Type="http://schemas.openxmlformats.org/officeDocument/2006/relationships/slideLayout" Target="../slideLayouts/slideLayout8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29" Type="http://schemas.openxmlformats.org/officeDocument/2006/relationships/slideLayout" Target="../slideLayouts/slideLayout103.xml"/><Relationship Id="rId41" Type="http://schemas.openxmlformats.org/officeDocument/2006/relationships/image" Target="../media/image3.svg"/><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32" Type="http://schemas.openxmlformats.org/officeDocument/2006/relationships/slideLayout" Target="../slideLayouts/slideLayout106.xml"/><Relationship Id="rId37" Type="http://schemas.openxmlformats.org/officeDocument/2006/relationships/slideLayout" Target="../slideLayouts/slideLayout111.xml"/><Relationship Id="rId40" Type="http://schemas.openxmlformats.org/officeDocument/2006/relationships/image" Target="../media/image2.png"/><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slideLayout" Target="../slideLayouts/slideLayout102.xml"/><Relationship Id="rId36" Type="http://schemas.openxmlformats.org/officeDocument/2006/relationships/slideLayout" Target="../slideLayouts/slideLayout110.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31" Type="http://schemas.openxmlformats.org/officeDocument/2006/relationships/slideLayout" Target="../slideLayouts/slideLayout105.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 Id="rId30" Type="http://schemas.openxmlformats.org/officeDocument/2006/relationships/slideLayout" Target="../slideLayouts/slideLayout104.xml"/><Relationship Id="rId35" Type="http://schemas.openxmlformats.org/officeDocument/2006/relationships/slideLayout" Target="../slideLayouts/slideLayout109.xml"/><Relationship Id="rId8" Type="http://schemas.openxmlformats.org/officeDocument/2006/relationships/slideLayout" Target="../slideLayouts/slideLayout82.xml"/><Relationship Id="rId3" Type="http://schemas.openxmlformats.org/officeDocument/2006/relationships/slideLayout" Target="../slideLayouts/slideLayout77.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33" Type="http://schemas.openxmlformats.org/officeDocument/2006/relationships/slideLayout" Target="../slideLayouts/slideLayout107.xml"/><Relationship Id="rId38" Type="http://schemas.openxmlformats.org/officeDocument/2006/relationships/slideLayout" Target="../slideLayouts/slideLayout11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38.xml"/><Relationship Id="rId21" Type="http://schemas.openxmlformats.org/officeDocument/2006/relationships/slideLayout" Target="../slideLayouts/slideLayout133.xml"/><Relationship Id="rId42" Type="http://schemas.openxmlformats.org/officeDocument/2006/relationships/slideLayout" Target="../slideLayouts/slideLayout154.xml"/><Relationship Id="rId47" Type="http://schemas.openxmlformats.org/officeDocument/2006/relationships/slideLayout" Target="../slideLayouts/slideLayout159.xml"/><Relationship Id="rId63" Type="http://schemas.openxmlformats.org/officeDocument/2006/relationships/slideLayout" Target="../slideLayouts/slideLayout175.xml"/><Relationship Id="rId68" Type="http://schemas.openxmlformats.org/officeDocument/2006/relationships/slideLayout" Target="../slideLayouts/slideLayout180.xml"/><Relationship Id="rId84" Type="http://schemas.openxmlformats.org/officeDocument/2006/relationships/slideLayout" Target="../slideLayouts/slideLayout196.xml"/><Relationship Id="rId89" Type="http://schemas.openxmlformats.org/officeDocument/2006/relationships/slideLayout" Target="../slideLayouts/slideLayout201.xml"/><Relationship Id="rId16" Type="http://schemas.openxmlformats.org/officeDocument/2006/relationships/slideLayout" Target="../slideLayouts/slideLayout128.xml"/><Relationship Id="rId11" Type="http://schemas.openxmlformats.org/officeDocument/2006/relationships/slideLayout" Target="../slideLayouts/slideLayout123.xml"/><Relationship Id="rId32" Type="http://schemas.openxmlformats.org/officeDocument/2006/relationships/slideLayout" Target="../slideLayouts/slideLayout144.xml"/><Relationship Id="rId37" Type="http://schemas.openxmlformats.org/officeDocument/2006/relationships/slideLayout" Target="../slideLayouts/slideLayout149.xml"/><Relationship Id="rId53" Type="http://schemas.openxmlformats.org/officeDocument/2006/relationships/slideLayout" Target="../slideLayouts/slideLayout165.xml"/><Relationship Id="rId58" Type="http://schemas.openxmlformats.org/officeDocument/2006/relationships/slideLayout" Target="../slideLayouts/slideLayout170.xml"/><Relationship Id="rId74" Type="http://schemas.openxmlformats.org/officeDocument/2006/relationships/slideLayout" Target="../slideLayouts/slideLayout186.xml"/><Relationship Id="rId79" Type="http://schemas.openxmlformats.org/officeDocument/2006/relationships/slideLayout" Target="../slideLayouts/slideLayout191.xml"/><Relationship Id="rId102" Type="http://schemas.openxmlformats.org/officeDocument/2006/relationships/image" Target="../media/image1.emf"/><Relationship Id="rId5" Type="http://schemas.openxmlformats.org/officeDocument/2006/relationships/slideLayout" Target="../slideLayouts/slideLayout117.xml"/><Relationship Id="rId90" Type="http://schemas.openxmlformats.org/officeDocument/2006/relationships/slideLayout" Target="../slideLayouts/slideLayout202.xml"/><Relationship Id="rId95" Type="http://schemas.openxmlformats.org/officeDocument/2006/relationships/slideLayout" Target="../slideLayouts/slideLayout207.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43" Type="http://schemas.openxmlformats.org/officeDocument/2006/relationships/slideLayout" Target="../slideLayouts/slideLayout155.xml"/><Relationship Id="rId48" Type="http://schemas.openxmlformats.org/officeDocument/2006/relationships/slideLayout" Target="../slideLayouts/slideLayout160.xml"/><Relationship Id="rId64" Type="http://schemas.openxmlformats.org/officeDocument/2006/relationships/slideLayout" Target="../slideLayouts/slideLayout176.xml"/><Relationship Id="rId69" Type="http://schemas.openxmlformats.org/officeDocument/2006/relationships/slideLayout" Target="../slideLayouts/slideLayout181.xml"/><Relationship Id="rId80" Type="http://schemas.openxmlformats.org/officeDocument/2006/relationships/slideLayout" Target="../slideLayouts/slideLayout192.xml"/><Relationship Id="rId85" Type="http://schemas.openxmlformats.org/officeDocument/2006/relationships/slideLayout" Target="../slideLayouts/slideLayout197.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33" Type="http://schemas.openxmlformats.org/officeDocument/2006/relationships/slideLayout" Target="../slideLayouts/slideLayout145.xml"/><Relationship Id="rId38" Type="http://schemas.openxmlformats.org/officeDocument/2006/relationships/slideLayout" Target="../slideLayouts/slideLayout150.xml"/><Relationship Id="rId46" Type="http://schemas.openxmlformats.org/officeDocument/2006/relationships/slideLayout" Target="../slideLayouts/slideLayout158.xml"/><Relationship Id="rId59" Type="http://schemas.openxmlformats.org/officeDocument/2006/relationships/slideLayout" Target="../slideLayouts/slideLayout171.xml"/><Relationship Id="rId67" Type="http://schemas.openxmlformats.org/officeDocument/2006/relationships/slideLayout" Target="../slideLayouts/slideLayout179.xml"/><Relationship Id="rId103" Type="http://schemas.openxmlformats.org/officeDocument/2006/relationships/image" Target="../media/image2.png"/><Relationship Id="rId20" Type="http://schemas.openxmlformats.org/officeDocument/2006/relationships/slideLayout" Target="../slideLayouts/slideLayout132.xml"/><Relationship Id="rId41" Type="http://schemas.openxmlformats.org/officeDocument/2006/relationships/slideLayout" Target="../slideLayouts/slideLayout153.xml"/><Relationship Id="rId54" Type="http://schemas.openxmlformats.org/officeDocument/2006/relationships/slideLayout" Target="../slideLayouts/slideLayout166.xml"/><Relationship Id="rId62" Type="http://schemas.openxmlformats.org/officeDocument/2006/relationships/slideLayout" Target="../slideLayouts/slideLayout174.xml"/><Relationship Id="rId70" Type="http://schemas.openxmlformats.org/officeDocument/2006/relationships/slideLayout" Target="../slideLayouts/slideLayout182.xml"/><Relationship Id="rId75" Type="http://schemas.openxmlformats.org/officeDocument/2006/relationships/slideLayout" Target="../slideLayouts/slideLayout187.xml"/><Relationship Id="rId83" Type="http://schemas.openxmlformats.org/officeDocument/2006/relationships/slideLayout" Target="../slideLayouts/slideLayout195.xml"/><Relationship Id="rId88" Type="http://schemas.openxmlformats.org/officeDocument/2006/relationships/slideLayout" Target="../slideLayouts/slideLayout200.xml"/><Relationship Id="rId91" Type="http://schemas.openxmlformats.org/officeDocument/2006/relationships/slideLayout" Target="../slideLayouts/slideLayout203.xml"/><Relationship Id="rId96" Type="http://schemas.openxmlformats.org/officeDocument/2006/relationships/slideLayout" Target="../slideLayouts/slideLayout208.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36" Type="http://schemas.openxmlformats.org/officeDocument/2006/relationships/slideLayout" Target="../slideLayouts/slideLayout148.xml"/><Relationship Id="rId49" Type="http://schemas.openxmlformats.org/officeDocument/2006/relationships/slideLayout" Target="../slideLayouts/slideLayout161.xml"/><Relationship Id="rId57" Type="http://schemas.openxmlformats.org/officeDocument/2006/relationships/slideLayout" Target="../slideLayouts/slideLayout169.xml"/><Relationship Id="rId10" Type="http://schemas.openxmlformats.org/officeDocument/2006/relationships/slideLayout" Target="../slideLayouts/slideLayout122.xml"/><Relationship Id="rId31" Type="http://schemas.openxmlformats.org/officeDocument/2006/relationships/slideLayout" Target="../slideLayouts/slideLayout143.xml"/><Relationship Id="rId44" Type="http://schemas.openxmlformats.org/officeDocument/2006/relationships/slideLayout" Target="../slideLayouts/slideLayout156.xml"/><Relationship Id="rId52" Type="http://schemas.openxmlformats.org/officeDocument/2006/relationships/slideLayout" Target="../slideLayouts/slideLayout164.xml"/><Relationship Id="rId60" Type="http://schemas.openxmlformats.org/officeDocument/2006/relationships/slideLayout" Target="../slideLayouts/slideLayout172.xml"/><Relationship Id="rId65" Type="http://schemas.openxmlformats.org/officeDocument/2006/relationships/slideLayout" Target="../slideLayouts/slideLayout177.xml"/><Relationship Id="rId73" Type="http://schemas.openxmlformats.org/officeDocument/2006/relationships/slideLayout" Target="../slideLayouts/slideLayout185.xml"/><Relationship Id="rId78" Type="http://schemas.openxmlformats.org/officeDocument/2006/relationships/slideLayout" Target="../slideLayouts/slideLayout190.xml"/><Relationship Id="rId81" Type="http://schemas.openxmlformats.org/officeDocument/2006/relationships/slideLayout" Target="../slideLayouts/slideLayout193.xml"/><Relationship Id="rId86" Type="http://schemas.openxmlformats.org/officeDocument/2006/relationships/slideLayout" Target="../slideLayouts/slideLayout198.xml"/><Relationship Id="rId94" Type="http://schemas.openxmlformats.org/officeDocument/2006/relationships/slideLayout" Target="../slideLayouts/slideLayout206.xml"/><Relationship Id="rId99" Type="http://schemas.openxmlformats.org/officeDocument/2006/relationships/theme" Target="../theme/theme3.xml"/><Relationship Id="rId101" Type="http://schemas.openxmlformats.org/officeDocument/2006/relationships/oleObject" Target="../embeddings/oleObject2.bin"/><Relationship Id="rId4" Type="http://schemas.openxmlformats.org/officeDocument/2006/relationships/slideLayout" Target="../slideLayouts/slideLayout116.xml"/><Relationship Id="rId9" Type="http://schemas.openxmlformats.org/officeDocument/2006/relationships/slideLayout" Target="../slideLayouts/slideLayout121.xml"/><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39" Type="http://schemas.openxmlformats.org/officeDocument/2006/relationships/slideLayout" Target="../slideLayouts/slideLayout151.xml"/><Relationship Id="rId34" Type="http://schemas.openxmlformats.org/officeDocument/2006/relationships/slideLayout" Target="../slideLayouts/slideLayout146.xml"/><Relationship Id="rId50" Type="http://schemas.openxmlformats.org/officeDocument/2006/relationships/slideLayout" Target="../slideLayouts/slideLayout162.xml"/><Relationship Id="rId55" Type="http://schemas.openxmlformats.org/officeDocument/2006/relationships/slideLayout" Target="../slideLayouts/slideLayout167.xml"/><Relationship Id="rId76" Type="http://schemas.openxmlformats.org/officeDocument/2006/relationships/slideLayout" Target="../slideLayouts/slideLayout188.xml"/><Relationship Id="rId97" Type="http://schemas.openxmlformats.org/officeDocument/2006/relationships/slideLayout" Target="../slideLayouts/slideLayout209.xml"/><Relationship Id="rId104" Type="http://schemas.openxmlformats.org/officeDocument/2006/relationships/image" Target="../media/image3.svg"/><Relationship Id="rId7" Type="http://schemas.openxmlformats.org/officeDocument/2006/relationships/slideLayout" Target="../slideLayouts/slideLayout119.xml"/><Relationship Id="rId71" Type="http://schemas.openxmlformats.org/officeDocument/2006/relationships/slideLayout" Target="../slideLayouts/slideLayout183.xml"/><Relationship Id="rId92" Type="http://schemas.openxmlformats.org/officeDocument/2006/relationships/slideLayout" Target="../slideLayouts/slideLayout204.xml"/><Relationship Id="rId2" Type="http://schemas.openxmlformats.org/officeDocument/2006/relationships/slideLayout" Target="../slideLayouts/slideLayout114.xml"/><Relationship Id="rId29" Type="http://schemas.openxmlformats.org/officeDocument/2006/relationships/slideLayout" Target="../slideLayouts/slideLayout141.xml"/><Relationship Id="rId24" Type="http://schemas.openxmlformats.org/officeDocument/2006/relationships/slideLayout" Target="../slideLayouts/slideLayout136.xml"/><Relationship Id="rId40" Type="http://schemas.openxmlformats.org/officeDocument/2006/relationships/slideLayout" Target="../slideLayouts/slideLayout152.xml"/><Relationship Id="rId45" Type="http://schemas.openxmlformats.org/officeDocument/2006/relationships/slideLayout" Target="../slideLayouts/slideLayout157.xml"/><Relationship Id="rId66" Type="http://schemas.openxmlformats.org/officeDocument/2006/relationships/slideLayout" Target="../slideLayouts/slideLayout178.xml"/><Relationship Id="rId87" Type="http://schemas.openxmlformats.org/officeDocument/2006/relationships/slideLayout" Target="../slideLayouts/slideLayout199.xml"/><Relationship Id="rId61" Type="http://schemas.openxmlformats.org/officeDocument/2006/relationships/slideLayout" Target="../slideLayouts/slideLayout173.xml"/><Relationship Id="rId82" Type="http://schemas.openxmlformats.org/officeDocument/2006/relationships/slideLayout" Target="../slideLayouts/slideLayout194.xml"/><Relationship Id="rId19" Type="http://schemas.openxmlformats.org/officeDocument/2006/relationships/slideLayout" Target="../slideLayouts/slideLayout131.xml"/><Relationship Id="rId14" Type="http://schemas.openxmlformats.org/officeDocument/2006/relationships/slideLayout" Target="../slideLayouts/slideLayout126.xml"/><Relationship Id="rId30" Type="http://schemas.openxmlformats.org/officeDocument/2006/relationships/slideLayout" Target="../slideLayouts/slideLayout142.xml"/><Relationship Id="rId35" Type="http://schemas.openxmlformats.org/officeDocument/2006/relationships/slideLayout" Target="../slideLayouts/slideLayout147.xml"/><Relationship Id="rId56" Type="http://schemas.openxmlformats.org/officeDocument/2006/relationships/slideLayout" Target="../slideLayouts/slideLayout168.xml"/><Relationship Id="rId77" Type="http://schemas.openxmlformats.org/officeDocument/2006/relationships/slideLayout" Target="../slideLayouts/slideLayout189.xml"/><Relationship Id="rId100" Type="http://schemas.openxmlformats.org/officeDocument/2006/relationships/tags" Target="../tags/tag2.xml"/><Relationship Id="rId8" Type="http://schemas.openxmlformats.org/officeDocument/2006/relationships/slideLayout" Target="../slideLayouts/slideLayout120.xml"/><Relationship Id="rId51" Type="http://schemas.openxmlformats.org/officeDocument/2006/relationships/slideLayout" Target="../slideLayouts/slideLayout163.xml"/><Relationship Id="rId72" Type="http://schemas.openxmlformats.org/officeDocument/2006/relationships/slideLayout" Target="../slideLayouts/slideLayout184.xml"/><Relationship Id="rId93" Type="http://schemas.openxmlformats.org/officeDocument/2006/relationships/slideLayout" Target="../slideLayouts/slideLayout205.xml"/><Relationship Id="rId98" Type="http://schemas.openxmlformats.org/officeDocument/2006/relationships/slideLayout" Target="../slideLayouts/slideLayout210.xml"/><Relationship Id="rId3" Type="http://schemas.openxmlformats.org/officeDocument/2006/relationships/slideLayout" Target="../slideLayouts/slideLayout115.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36.xml"/><Relationship Id="rId21" Type="http://schemas.openxmlformats.org/officeDocument/2006/relationships/slideLayout" Target="../slideLayouts/slideLayout231.xml"/><Relationship Id="rId42" Type="http://schemas.openxmlformats.org/officeDocument/2006/relationships/slideLayout" Target="../slideLayouts/slideLayout252.xml"/><Relationship Id="rId47" Type="http://schemas.openxmlformats.org/officeDocument/2006/relationships/slideLayout" Target="../slideLayouts/slideLayout257.xml"/><Relationship Id="rId63" Type="http://schemas.openxmlformats.org/officeDocument/2006/relationships/slideLayout" Target="../slideLayouts/slideLayout273.xml"/><Relationship Id="rId68" Type="http://schemas.openxmlformats.org/officeDocument/2006/relationships/slideLayout" Target="../slideLayouts/slideLayout278.xml"/><Relationship Id="rId84" Type="http://schemas.openxmlformats.org/officeDocument/2006/relationships/slideLayout" Target="../slideLayouts/slideLayout294.xml"/><Relationship Id="rId89" Type="http://schemas.openxmlformats.org/officeDocument/2006/relationships/slideLayout" Target="../slideLayouts/slideLayout299.xml"/><Relationship Id="rId112" Type="http://schemas.openxmlformats.org/officeDocument/2006/relationships/image" Target="../media/image2.png"/><Relationship Id="rId16" Type="http://schemas.openxmlformats.org/officeDocument/2006/relationships/slideLayout" Target="../slideLayouts/slideLayout226.xml"/><Relationship Id="rId107" Type="http://schemas.openxmlformats.org/officeDocument/2006/relationships/slideLayout" Target="../slideLayouts/slideLayout317.xml"/><Relationship Id="rId11" Type="http://schemas.openxmlformats.org/officeDocument/2006/relationships/slideLayout" Target="../slideLayouts/slideLayout221.xml"/><Relationship Id="rId32" Type="http://schemas.openxmlformats.org/officeDocument/2006/relationships/slideLayout" Target="../slideLayouts/slideLayout242.xml"/><Relationship Id="rId37" Type="http://schemas.openxmlformats.org/officeDocument/2006/relationships/slideLayout" Target="../slideLayouts/slideLayout247.xml"/><Relationship Id="rId53" Type="http://schemas.openxmlformats.org/officeDocument/2006/relationships/slideLayout" Target="../slideLayouts/slideLayout263.xml"/><Relationship Id="rId58" Type="http://schemas.openxmlformats.org/officeDocument/2006/relationships/slideLayout" Target="../slideLayouts/slideLayout268.xml"/><Relationship Id="rId74" Type="http://schemas.openxmlformats.org/officeDocument/2006/relationships/slideLayout" Target="../slideLayouts/slideLayout284.xml"/><Relationship Id="rId79" Type="http://schemas.openxmlformats.org/officeDocument/2006/relationships/slideLayout" Target="../slideLayouts/slideLayout289.xml"/><Relationship Id="rId102" Type="http://schemas.openxmlformats.org/officeDocument/2006/relationships/slideLayout" Target="../slideLayouts/slideLayout312.xml"/><Relationship Id="rId5" Type="http://schemas.openxmlformats.org/officeDocument/2006/relationships/slideLayout" Target="../slideLayouts/slideLayout215.xml"/><Relationship Id="rId90" Type="http://schemas.openxmlformats.org/officeDocument/2006/relationships/slideLayout" Target="../slideLayouts/slideLayout300.xml"/><Relationship Id="rId95" Type="http://schemas.openxmlformats.org/officeDocument/2006/relationships/slideLayout" Target="../slideLayouts/slideLayout305.xml"/><Relationship Id="rId22" Type="http://schemas.openxmlformats.org/officeDocument/2006/relationships/slideLayout" Target="../slideLayouts/slideLayout232.xml"/><Relationship Id="rId27" Type="http://schemas.openxmlformats.org/officeDocument/2006/relationships/slideLayout" Target="../slideLayouts/slideLayout237.xml"/><Relationship Id="rId43" Type="http://schemas.openxmlformats.org/officeDocument/2006/relationships/slideLayout" Target="../slideLayouts/slideLayout253.xml"/><Relationship Id="rId48" Type="http://schemas.openxmlformats.org/officeDocument/2006/relationships/slideLayout" Target="../slideLayouts/slideLayout258.xml"/><Relationship Id="rId64" Type="http://schemas.openxmlformats.org/officeDocument/2006/relationships/slideLayout" Target="../slideLayouts/slideLayout274.xml"/><Relationship Id="rId69" Type="http://schemas.openxmlformats.org/officeDocument/2006/relationships/slideLayout" Target="../slideLayouts/slideLayout279.xml"/><Relationship Id="rId113" Type="http://schemas.openxmlformats.org/officeDocument/2006/relationships/image" Target="../media/image3.svg"/><Relationship Id="rId80" Type="http://schemas.openxmlformats.org/officeDocument/2006/relationships/slideLayout" Target="../slideLayouts/slideLayout290.xml"/><Relationship Id="rId85" Type="http://schemas.openxmlformats.org/officeDocument/2006/relationships/slideLayout" Target="../slideLayouts/slideLayout295.xml"/><Relationship Id="rId12" Type="http://schemas.openxmlformats.org/officeDocument/2006/relationships/slideLayout" Target="../slideLayouts/slideLayout222.xml"/><Relationship Id="rId17" Type="http://schemas.openxmlformats.org/officeDocument/2006/relationships/slideLayout" Target="../slideLayouts/slideLayout227.xml"/><Relationship Id="rId33" Type="http://schemas.openxmlformats.org/officeDocument/2006/relationships/slideLayout" Target="../slideLayouts/slideLayout243.xml"/><Relationship Id="rId38" Type="http://schemas.openxmlformats.org/officeDocument/2006/relationships/slideLayout" Target="../slideLayouts/slideLayout248.xml"/><Relationship Id="rId59" Type="http://schemas.openxmlformats.org/officeDocument/2006/relationships/slideLayout" Target="../slideLayouts/slideLayout269.xml"/><Relationship Id="rId103" Type="http://schemas.openxmlformats.org/officeDocument/2006/relationships/slideLayout" Target="../slideLayouts/slideLayout313.xml"/><Relationship Id="rId108" Type="http://schemas.openxmlformats.org/officeDocument/2006/relationships/theme" Target="../theme/theme4.xml"/><Relationship Id="rId54" Type="http://schemas.openxmlformats.org/officeDocument/2006/relationships/slideLayout" Target="../slideLayouts/slideLayout264.xml"/><Relationship Id="rId70" Type="http://schemas.openxmlformats.org/officeDocument/2006/relationships/slideLayout" Target="../slideLayouts/slideLayout280.xml"/><Relationship Id="rId75" Type="http://schemas.openxmlformats.org/officeDocument/2006/relationships/slideLayout" Target="../slideLayouts/slideLayout285.xml"/><Relationship Id="rId91" Type="http://schemas.openxmlformats.org/officeDocument/2006/relationships/slideLayout" Target="../slideLayouts/slideLayout301.xml"/><Relationship Id="rId96" Type="http://schemas.openxmlformats.org/officeDocument/2006/relationships/slideLayout" Target="../slideLayouts/slideLayout306.xml"/><Relationship Id="rId1" Type="http://schemas.openxmlformats.org/officeDocument/2006/relationships/slideLayout" Target="../slideLayouts/slideLayout211.xml"/><Relationship Id="rId6" Type="http://schemas.openxmlformats.org/officeDocument/2006/relationships/slideLayout" Target="../slideLayouts/slideLayout216.xml"/><Relationship Id="rId15" Type="http://schemas.openxmlformats.org/officeDocument/2006/relationships/slideLayout" Target="../slideLayouts/slideLayout225.xml"/><Relationship Id="rId23" Type="http://schemas.openxmlformats.org/officeDocument/2006/relationships/slideLayout" Target="../slideLayouts/slideLayout233.xml"/><Relationship Id="rId28" Type="http://schemas.openxmlformats.org/officeDocument/2006/relationships/slideLayout" Target="../slideLayouts/slideLayout238.xml"/><Relationship Id="rId36" Type="http://schemas.openxmlformats.org/officeDocument/2006/relationships/slideLayout" Target="../slideLayouts/slideLayout246.xml"/><Relationship Id="rId49" Type="http://schemas.openxmlformats.org/officeDocument/2006/relationships/slideLayout" Target="../slideLayouts/slideLayout259.xml"/><Relationship Id="rId57" Type="http://schemas.openxmlformats.org/officeDocument/2006/relationships/slideLayout" Target="../slideLayouts/slideLayout267.xml"/><Relationship Id="rId106" Type="http://schemas.openxmlformats.org/officeDocument/2006/relationships/slideLayout" Target="../slideLayouts/slideLayout316.xml"/><Relationship Id="rId114" Type="http://schemas.openxmlformats.org/officeDocument/2006/relationships/image" Target="../media/image94.png"/><Relationship Id="rId10" Type="http://schemas.openxmlformats.org/officeDocument/2006/relationships/slideLayout" Target="../slideLayouts/slideLayout220.xml"/><Relationship Id="rId31" Type="http://schemas.openxmlformats.org/officeDocument/2006/relationships/slideLayout" Target="../slideLayouts/slideLayout241.xml"/><Relationship Id="rId44" Type="http://schemas.openxmlformats.org/officeDocument/2006/relationships/slideLayout" Target="../slideLayouts/slideLayout254.xml"/><Relationship Id="rId52" Type="http://schemas.openxmlformats.org/officeDocument/2006/relationships/slideLayout" Target="../slideLayouts/slideLayout262.xml"/><Relationship Id="rId60" Type="http://schemas.openxmlformats.org/officeDocument/2006/relationships/slideLayout" Target="../slideLayouts/slideLayout270.xml"/><Relationship Id="rId65" Type="http://schemas.openxmlformats.org/officeDocument/2006/relationships/slideLayout" Target="../slideLayouts/slideLayout275.xml"/><Relationship Id="rId73" Type="http://schemas.openxmlformats.org/officeDocument/2006/relationships/slideLayout" Target="../slideLayouts/slideLayout283.xml"/><Relationship Id="rId78" Type="http://schemas.openxmlformats.org/officeDocument/2006/relationships/slideLayout" Target="../slideLayouts/slideLayout288.xml"/><Relationship Id="rId81" Type="http://schemas.openxmlformats.org/officeDocument/2006/relationships/slideLayout" Target="../slideLayouts/slideLayout291.xml"/><Relationship Id="rId86" Type="http://schemas.openxmlformats.org/officeDocument/2006/relationships/slideLayout" Target="../slideLayouts/slideLayout296.xml"/><Relationship Id="rId94" Type="http://schemas.openxmlformats.org/officeDocument/2006/relationships/slideLayout" Target="../slideLayouts/slideLayout304.xml"/><Relationship Id="rId99" Type="http://schemas.openxmlformats.org/officeDocument/2006/relationships/slideLayout" Target="../slideLayouts/slideLayout309.xml"/><Relationship Id="rId101" Type="http://schemas.openxmlformats.org/officeDocument/2006/relationships/slideLayout" Target="../slideLayouts/slideLayout311.xml"/><Relationship Id="rId4" Type="http://schemas.openxmlformats.org/officeDocument/2006/relationships/slideLayout" Target="../slideLayouts/slideLayout214.xml"/><Relationship Id="rId9" Type="http://schemas.openxmlformats.org/officeDocument/2006/relationships/slideLayout" Target="../slideLayouts/slideLayout219.xml"/><Relationship Id="rId13" Type="http://schemas.openxmlformats.org/officeDocument/2006/relationships/slideLayout" Target="../slideLayouts/slideLayout223.xml"/><Relationship Id="rId18" Type="http://schemas.openxmlformats.org/officeDocument/2006/relationships/slideLayout" Target="../slideLayouts/slideLayout228.xml"/><Relationship Id="rId39" Type="http://schemas.openxmlformats.org/officeDocument/2006/relationships/slideLayout" Target="../slideLayouts/slideLayout249.xml"/><Relationship Id="rId109" Type="http://schemas.openxmlformats.org/officeDocument/2006/relationships/tags" Target="../tags/tag3.xml"/><Relationship Id="rId34" Type="http://schemas.openxmlformats.org/officeDocument/2006/relationships/slideLayout" Target="../slideLayouts/slideLayout244.xml"/><Relationship Id="rId50" Type="http://schemas.openxmlformats.org/officeDocument/2006/relationships/slideLayout" Target="../slideLayouts/slideLayout260.xml"/><Relationship Id="rId55" Type="http://schemas.openxmlformats.org/officeDocument/2006/relationships/slideLayout" Target="../slideLayouts/slideLayout265.xml"/><Relationship Id="rId76" Type="http://schemas.openxmlformats.org/officeDocument/2006/relationships/slideLayout" Target="../slideLayouts/slideLayout286.xml"/><Relationship Id="rId97" Type="http://schemas.openxmlformats.org/officeDocument/2006/relationships/slideLayout" Target="../slideLayouts/slideLayout307.xml"/><Relationship Id="rId104" Type="http://schemas.openxmlformats.org/officeDocument/2006/relationships/slideLayout" Target="../slideLayouts/slideLayout314.xml"/><Relationship Id="rId7" Type="http://schemas.openxmlformats.org/officeDocument/2006/relationships/slideLayout" Target="../slideLayouts/slideLayout217.xml"/><Relationship Id="rId71" Type="http://schemas.openxmlformats.org/officeDocument/2006/relationships/slideLayout" Target="../slideLayouts/slideLayout281.xml"/><Relationship Id="rId92" Type="http://schemas.openxmlformats.org/officeDocument/2006/relationships/slideLayout" Target="../slideLayouts/slideLayout302.xml"/><Relationship Id="rId2" Type="http://schemas.openxmlformats.org/officeDocument/2006/relationships/slideLayout" Target="../slideLayouts/slideLayout212.xml"/><Relationship Id="rId29" Type="http://schemas.openxmlformats.org/officeDocument/2006/relationships/slideLayout" Target="../slideLayouts/slideLayout239.xml"/><Relationship Id="rId24" Type="http://schemas.openxmlformats.org/officeDocument/2006/relationships/slideLayout" Target="../slideLayouts/slideLayout234.xml"/><Relationship Id="rId40" Type="http://schemas.openxmlformats.org/officeDocument/2006/relationships/slideLayout" Target="../slideLayouts/slideLayout250.xml"/><Relationship Id="rId45" Type="http://schemas.openxmlformats.org/officeDocument/2006/relationships/slideLayout" Target="../slideLayouts/slideLayout255.xml"/><Relationship Id="rId66" Type="http://schemas.openxmlformats.org/officeDocument/2006/relationships/slideLayout" Target="../slideLayouts/slideLayout276.xml"/><Relationship Id="rId87" Type="http://schemas.openxmlformats.org/officeDocument/2006/relationships/slideLayout" Target="../slideLayouts/slideLayout297.xml"/><Relationship Id="rId110" Type="http://schemas.openxmlformats.org/officeDocument/2006/relationships/oleObject" Target="../embeddings/oleObject2.bin"/><Relationship Id="rId115" Type="http://schemas.openxmlformats.org/officeDocument/2006/relationships/image" Target="../media/image95.svg"/><Relationship Id="rId61" Type="http://schemas.openxmlformats.org/officeDocument/2006/relationships/slideLayout" Target="../slideLayouts/slideLayout271.xml"/><Relationship Id="rId82" Type="http://schemas.openxmlformats.org/officeDocument/2006/relationships/slideLayout" Target="../slideLayouts/slideLayout292.xml"/><Relationship Id="rId19" Type="http://schemas.openxmlformats.org/officeDocument/2006/relationships/slideLayout" Target="../slideLayouts/slideLayout229.xml"/><Relationship Id="rId14" Type="http://schemas.openxmlformats.org/officeDocument/2006/relationships/slideLayout" Target="../slideLayouts/slideLayout224.xml"/><Relationship Id="rId30" Type="http://schemas.openxmlformats.org/officeDocument/2006/relationships/slideLayout" Target="../slideLayouts/slideLayout240.xml"/><Relationship Id="rId35" Type="http://schemas.openxmlformats.org/officeDocument/2006/relationships/slideLayout" Target="../slideLayouts/slideLayout245.xml"/><Relationship Id="rId56" Type="http://schemas.openxmlformats.org/officeDocument/2006/relationships/slideLayout" Target="../slideLayouts/slideLayout266.xml"/><Relationship Id="rId77" Type="http://schemas.openxmlformats.org/officeDocument/2006/relationships/slideLayout" Target="../slideLayouts/slideLayout287.xml"/><Relationship Id="rId100" Type="http://schemas.openxmlformats.org/officeDocument/2006/relationships/slideLayout" Target="../slideLayouts/slideLayout310.xml"/><Relationship Id="rId105" Type="http://schemas.openxmlformats.org/officeDocument/2006/relationships/slideLayout" Target="../slideLayouts/slideLayout315.xml"/><Relationship Id="rId8" Type="http://schemas.openxmlformats.org/officeDocument/2006/relationships/slideLayout" Target="../slideLayouts/slideLayout218.xml"/><Relationship Id="rId51" Type="http://schemas.openxmlformats.org/officeDocument/2006/relationships/slideLayout" Target="../slideLayouts/slideLayout261.xml"/><Relationship Id="rId72" Type="http://schemas.openxmlformats.org/officeDocument/2006/relationships/slideLayout" Target="../slideLayouts/slideLayout282.xml"/><Relationship Id="rId93" Type="http://schemas.openxmlformats.org/officeDocument/2006/relationships/slideLayout" Target="../slideLayouts/slideLayout303.xml"/><Relationship Id="rId98" Type="http://schemas.openxmlformats.org/officeDocument/2006/relationships/slideLayout" Target="../slideLayouts/slideLayout308.xml"/><Relationship Id="rId3" Type="http://schemas.openxmlformats.org/officeDocument/2006/relationships/slideLayout" Target="../slideLayouts/slideLayout213.xml"/><Relationship Id="rId25" Type="http://schemas.openxmlformats.org/officeDocument/2006/relationships/slideLayout" Target="../slideLayouts/slideLayout235.xml"/><Relationship Id="rId46" Type="http://schemas.openxmlformats.org/officeDocument/2006/relationships/slideLayout" Target="../slideLayouts/slideLayout256.xml"/><Relationship Id="rId67" Type="http://schemas.openxmlformats.org/officeDocument/2006/relationships/slideLayout" Target="../slideLayouts/slideLayout277.xml"/><Relationship Id="rId20" Type="http://schemas.openxmlformats.org/officeDocument/2006/relationships/slideLayout" Target="../slideLayouts/slideLayout230.xml"/><Relationship Id="rId41" Type="http://schemas.openxmlformats.org/officeDocument/2006/relationships/slideLayout" Target="../slideLayouts/slideLayout251.xml"/><Relationship Id="rId62" Type="http://schemas.openxmlformats.org/officeDocument/2006/relationships/slideLayout" Target="../slideLayouts/slideLayout272.xml"/><Relationship Id="rId83" Type="http://schemas.openxmlformats.org/officeDocument/2006/relationships/slideLayout" Target="../slideLayouts/slideLayout293.xml"/><Relationship Id="rId88" Type="http://schemas.openxmlformats.org/officeDocument/2006/relationships/slideLayout" Target="../slideLayouts/slideLayout298.xml"/><Relationship Id="rId111"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25.xml"/><Relationship Id="rId13" Type="http://schemas.openxmlformats.org/officeDocument/2006/relationships/slideLayout" Target="../slideLayouts/slideLayout330.xml"/><Relationship Id="rId18" Type="http://schemas.openxmlformats.org/officeDocument/2006/relationships/image" Target="../media/image104.emf"/><Relationship Id="rId3" Type="http://schemas.openxmlformats.org/officeDocument/2006/relationships/slideLayout" Target="../slideLayouts/slideLayout320.xml"/><Relationship Id="rId7" Type="http://schemas.openxmlformats.org/officeDocument/2006/relationships/slideLayout" Target="../slideLayouts/slideLayout324.xml"/><Relationship Id="rId12" Type="http://schemas.openxmlformats.org/officeDocument/2006/relationships/slideLayout" Target="../slideLayouts/slideLayout329.xml"/><Relationship Id="rId17" Type="http://schemas.openxmlformats.org/officeDocument/2006/relationships/theme" Target="../theme/theme5.xml"/><Relationship Id="rId2" Type="http://schemas.openxmlformats.org/officeDocument/2006/relationships/slideLayout" Target="../slideLayouts/slideLayout319.xml"/><Relationship Id="rId16" Type="http://schemas.openxmlformats.org/officeDocument/2006/relationships/slideLayout" Target="../slideLayouts/slideLayout333.xml"/><Relationship Id="rId1" Type="http://schemas.openxmlformats.org/officeDocument/2006/relationships/slideLayout" Target="../slideLayouts/slideLayout318.xml"/><Relationship Id="rId6" Type="http://schemas.openxmlformats.org/officeDocument/2006/relationships/slideLayout" Target="../slideLayouts/slideLayout323.xml"/><Relationship Id="rId11" Type="http://schemas.openxmlformats.org/officeDocument/2006/relationships/slideLayout" Target="../slideLayouts/slideLayout328.xml"/><Relationship Id="rId5" Type="http://schemas.openxmlformats.org/officeDocument/2006/relationships/slideLayout" Target="../slideLayouts/slideLayout322.xml"/><Relationship Id="rId15" Type="http://schemas.openxmlformats.org/officeDocument/2006/relationships/slideLayout" Target="../slideLayouts/slideLayout332.xml"/><Relationship Id="rId10" Type="http://schemas.openxmlformats.org/officeDocument/2006/relationships/slideLayout" Target="../slideLayouts/slideLayout327.xml"/><Relationship Id="rId4" Type="http://schemas.openxmlformats.org/officeDocument/2006/relationships/slideLayout" Target="../slideLayouts/slideLayout321.xml"/><Relationship Id="rId9" Type="http://schemas.openxmlformats.org/officeDocument/2006/relationships/slideLayout" Target="../slideLayouts/slideLayout326.xml"/><Relationship Id="rId14" Type="http://schemas.openxmlformats.org/officeDocument/2006/relationships/slideLayout" Target="../slideLayouts/slideLayout331.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359.xml"/><Relationship Id="rId21" Type="http://schemas.openxmlformats.org/officeDocument/2006/relationships/slideLayout" Target="../slideLayouts/slideLayout354.xml"/><Relationship Id="rId42" Type="http://schemas.openxmlformats.org/officeDocument/2006/relationships/slideLayout" Target="../slideLayouts/slideLayout375.xml"/><Relationship Id="rId47" Type="http://schemas.openxmlformats.org/officeDocument/2006/relationships/slideLayout" Target="../slideLayouts/slideLayout380.xml"/><Relationship Id="rId63" Type="http://schemas.openxmlformats.org/officeDocument/2006/relationships/slideLayout" Target="../slideLayouts/slideLayout396.xml"/><Relationship Id="rId68" Type="http://schemas.openxmlformats.org/officeDocument/2006/relationships/slideLayout" Target="../slideLayouts/slideLayout401.xml"/><Relationship Id="rId2" Type="http://schemas.openxmlformats.org/officeDocument/2006/relationships/slideLayout" Target="../slideLayouts/slideLayout335.xml"/><Relationship Id="rId16" Type="http://schemas.openxmlformats.org/officeDocument/2006/relationships/slideLayout" Target="../slideLayouts/slideLayout349.xml"/><Relationship Id="rId29" Type="http://schemas.openxmlformats.org/officeDocument/2006/relationships/slideLayout" Target="../slideLayouts/slideLayout362.xml"/><Relationship Id="rId11" Type="http://schemas.openxmlformats.org/officeDocument/2006/relationships/slideLayout" Target="../slideLayouts/slideLayout344.xml"/><Relationship Id="rId24" Type="http://schemas.openxmlformats.org/officeDocument/2006/relationships/slideLayout" Target="../slideLayouts/slideLayout357.xml"/><Relationship Id="rId32" Type="http://schemas.openxmlformats.org/officeDocument/2006/relationships/slideLayout" Target="../slideLayouts/slideLayout365.xml"/><Relationship Id="rId37" Type="http://schemas.openxmlformats.org/officeDocument/2006/relationships/slideLayout" Target="../slideLayouts/slideLayout370.xml"/><Relationship Id="rId40" Type="http://schemas.openxmlformats.org/officeDocument/2006/relationships/slideLayout" Target="../slideLayouts/slideLayout373.xml"/><Relationship Id="rId45" Type="http://schemas.openxmlformats.org/officeDocument/2006/relationships/slideLayout" Target="../slideLayouts/slideLayout378.xml"/><Relationship Id="rId53" Type="http://schemas.openxmlformats.org/officeDocument/2006/relationships/slideLayout" Target="../slideLayouts/slideLayout386.xml"/><Relationship Id="rId58" Type="http://schemas.openxmlformats.org/officeDocument/2006/relationships/slideLayout" Target="../slideLayouts/slideLayout391.xml"/><Relationship Id="rId66" Type="http://schemas.openxmlformats.org/officeDocument/2006/relationships/slideLayout" Target="../slideLayouts/slideLayout399.xml"/><Relationship Id="rId74" Type="http://schemas.openxmlformats.org/officeDocument/2006/relationships/image" Target="../media/image2.png"/><Relationship Id="rId5" Type="http://schemas.openxmlformats.org/officeDocument/2006/relationships/slideLayout" Target="../slideLayouts/slideLayout338.xml"/><Relationship Id="rId61" Type="http://schemas.openxmlformats.org/officeDocument/2006/relationships/slideLayout" Target="../slideLayouts/slideLayout394.xml"/><Relationship Id="rId19" Type="http://schemas.openxmlformats.org/officeDocument/2006/relationships/slideLayout" Target="../slideLayouts/slideLayout352.xml"/><Relationship Id="rId14" Type="http://schemas.openxmlformats.org/officeDocument/2006/relationships/slideLayout" Target="../slideLayouts/slideLayout347.xml"/><Relationship Id="rId22" Type="http://schemas.openxmlformats.org/officeDocument/2006/relationships/slideLayout" Target="../slideLayouts/slideLayout355.xml"/><Relationship Id="rId27" Type="http://schemas.openxmlformats.org/officeDocument/2006/relationships/slideLayout" Target="../slideLayouts/slideLayout360.xml"/><Relationship Id="rId30" Type="http://schemas.openxmlformats.org/officeDocument/2006/relationships/slideLayout" Target="../slideLayouts/slideLayout363.xml"/><Relationship Id="rId35" Type="http://schemas.openxmlformats.org/officeDocument/2006/relationships/slideLayout" Target="../slideLayouts/slideLayout368.xml"/><Relationship Id="rId43" Type="http://schemas.openxmlformats.org/officeDocument/2006/relationships/slideLayout" Target="../slideLayouts/slideLayout376.xml"/><Relationship Id="rId48" Type="http://schemas.openxmlformats.org/officeDocument/2006/relationships/slideLayout" Target="../slideLayouts/slideLayout381.xml"/><Relationship Id="rId56" Type="http://schemas.openxmlformats.org/officeDocument/2006/relationships/slideLayout" Target="../slideLayouts/slideLayout389.xml"/><Relationship Id="rId64" Type="http://schemas.openxmlformats.org/officeDocument/2006/relationships/slideLayout" Target="../slideLayouts/slideLayout397.xml"/><Relationship Id="rId69" Type="http://schemas.openxmlformats.org/officeDocument/2006/relationships/slideLayout" Target="../slideLayouts/slideLayout402.xml"/><Relationship Id="rId8" Type="http://schemas.openxmlformats.org/officeDocument/2006/relationships/slideLayout" Target="../slideLayouts/slideLayout341.xml"/><Relationship Id="rId51" Type="http://schemas.openxmlformats.org/officeDocument/2006/relationships/slideLayout" Target="../slideLayouts/slideLayout384.xml"/><Relationship Id="rId72" Type="http://schemas.openxmlformats.org/officeDocument/2006/relationships/slideLayout" Target="../slideLayouts/slideLayout405.xml"/><Relationship Id="rId3" Type="http://schemas.openxmlformats.org/officeDocument/2006/relationships/slideLayout" Target="../slideLayouts/slideLayout336.xml"/><Relationship Id="rId12" Type="http://schemas.openxmlformats.org/officeDocument/2006/relationships/slideLayout" Target="../slideLayouts/slideLayout345.xml"/><Relationship Id="rId17" Type="http://schemas.openxmlformats.org/officeDocument/2006/relationships/slideLayout" Target="../slideLayouts/slideLayout350.xml"/><Relationship Id="rId25" Type="http://schemas.openxmlformats.org/officeDocument/2006/relationships/slideLayout" Target="../slideLayouts/slideLayout358.xml"/><Relationship Id="rId33" Type="http://schemas.openxmlformats.org/officeDocument/2006/relationships/slideLayout" Target="../slideLayouts/slideLayout366.xml"/><Relationship Id="rId38" Type="http://schemas.openxmlformats.org/officeDocument/2006/relationships/slideLayout" Target="../slideLayouts/slideLayout371.xml"/><Relationship Id="rId46" Type="http://schemas.openxmlformats.org/officeDocument/2006/relationships/slideLayout" Target="../slideLayouts/slideLayout379.xml"/><Relationship Id="rId59" Type="http://schemas.openxmlformats.org/officeDocument/2006/relationships/slideLayout" Target="../slideLayouts/slideLayout392.xml"/><Relationship Id="rId67" Type="http://schemas.openxmlformats.org/officeDocument/2006/relationships/slideLayout" Target="../slideLayouts/slideLayout400.xml"/><Relationship Id="rId20" Type="http://schemas.openxmlformats.org/officeDocument/2006/relationships/slideLayout" Target="../slideLayouts/slideLayout353.xml"/><Relationship Id="rId41" Type="http://schemas.openxmlformats.org/officeDocument/2006/relationships/slideLayout" Target="../slideLayouts/slideLayout374.xml"/><Relationship Id="rId54" Type="http://schemas.openxmlformats.org/officeDocument/2006/relationships/slideLayout" Target="../slideLayouts/slideLayout387.xml"/><Relationship Id="rId62" Type="http://schemas.openxmlformats.org/officeDocument/2006/relationships/slideLayout" Target="../slideLayouts/slideLayout395.xml"/><Relationship Id="rId70" Type="http://schemas.openxmlformats.org/officeDocument/2006/relationships/slideLayout" Target="../slideLayouts/slideLayout403.xml"/><Relationship Id="rId75" Type="http://schemas.openxmlformats.org/officeDocument/2006/relationships/image" Target="../media/image3.svg"/><Relationship Id="rId1" Type="http://schemas.openxmlformats.org/officeDocument/2006/relationships/slideLayout" Target="../slideLayouts/slideLayout334.xml"/><Relationship Id="rId6" Type="http://schemas.openxmlformats.org/officeDocument/2006/relationships/slideLayout" Target="../slideLayouts/slideLayout339.xml"/><Relationship Id="rId15" Type="http://schemas.openxmlformats.org/officeDocument/2006/relationships/slideLayout" Target="../slideLayouts/slideLayout348.xml"/><Relationship Id="rId23" Type="http://schemas.openxmlformats.org/officeDocument/2006/relationships/slideLayout" Target="../slideLayouts/slideLayout356.xml"/><Relationship Id="rId28" Type="http://schemas.openxmlformats.org/officeDocument/2006/relationships/slideLayout" Target="../slideLayouts/slideLayout361.xml"/><Relationship Id="rId36" Type="http://schemas.openxmlformats.org/officeDocument/2006/relationships/slideLayout" Target="../slideLayouts/slideLayout369.xml"/><Relationship Id="rId49" Type="http://schemas.openxmlformats.org/officeDocument/2006/relationships/slideLayout" Target="../slideLayouts/slideLayout382.xml"/><Relationship Id="rId57" Type="http://schemas.openxmlformats.org/officeDocument/2006/relationships/slideLayout" Target="../slideLayouts/slideLayout390.xml"/><Relationship Id="rId10" Type="http://schemas.openxmlformats.org/officeDocument/2006/relationships/slideLayout" Target="../slideLayouts/slideLayout343.xml"/><Relationship Id="rId31" Type="http://schemas.openxmlformats.org/officeDocument/2006/relationships/slideLayout" Target="../slideLayouts/slideLayout364.xml"/><Relationship Id="rId44" Type="http://schemas.openxmlformats.org/officeDocument/2006/relationships/slideLayout" Target="../slideLayouts/slideLayout377.xml"/><Relationship Id="rId52" Type="http://schemas.openxmlformats.org/officeDocument/2006/relationships/slideLayout" Target="../slideLayouts/slideLayout385.xml"/><Relationship Id="rId60" Type="http://schemas.openxmlformats.org/officeDocument/2006/relationships/slideLayout" Target="../slideLayouts/slideLayout393.xml"/><Relationship Id="rId65" Type="http://schemas.openxmlformats.org/officeDocument/2006/relationships/slideLayout" Target="../slideLayouts/slideLayout398.xml"/><Relationship Id="rId73" Type="http://schemas.openxmlformats.org/officeDocument/2006/relationships/theme" Target="../theme/theme6.xml"/><Relationship Id="rId4" Type="http://schemas.openxmlformats.org/officeDocument/2006/relationships/slideLayout" Target="../slideLayouts/slideLayout337.xml"/><Relationship Id="rId9" Type="http://schemas.openxmlformats.org/officeDocument/2006/relationships/slideLayout" Target="../slideLayouts/slideLayout342.xml"/><Relationship Id="rId13" Type="http://schemas.openxmlformats.org/officeDocument/2006/relationships/slideLayout" Target="../slideLayouts/slideLayout346.xml"/><Relationship Id="rId18" Type="http://schemas.openxmlformats.org/officeDocument/2006/relationships/slideLayout" Target="../slideLayouts/slideLayout351.xml"/><Relationship Id="rId39" Type="http://schemas.openxmlformats.org/officeDocument/2006/relationships/slideLayout" Target="../slideLayouts/slideLayout372.xml"/><Relationship Id="rId34" Type="http://schemas.openxmlformats.org/officeDocument/2006/relationships/slideLayout" Target="../slideLayouts/slideLayout367.xml"/><Relationship Id="rId50" Type="http://schemas.openxmlformats.org/officeDocument/2006/relationships/slideLayout" Target="../slideLayouts/slideLayout383.xml"/><Relationship Id="rId55" Type="http://schemas.openxmlformats.org/officeDocument/2006/relationships/slideLayout" Target="../slideLayouts/slideLayout388.xml"/><Relationship Id="rId7" Type="http://schemas.openxmlformats.org/officeDocument/2006/relationships/slideLayout" Target="../slideLayouts/slideLayout340.xml"/><Relationship Id="rId71" Type="http://schemas.openxmlformats.org/officeDocument/2006/relationships/slideLayout" Target="../slideLayouts/slideLayout404.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418.xml"/><Relationship Id="rId18" Type="http://schemas.openxmlformats.org/officeDocument/2006/relationships/slideLayout" Target="../slideLayouts/slideLayout423.xml"/><Relationship Id="rId26" Type="http://schemas.openxmlformats.org/officeDocument/2006/relationships/slideLayout" Target="../slideLayouts/slideLayout431.xml"/><Relationship Id="rId39" Type="http://schemas.openxmlformats.org/officeDocument/2006/relationships/slideLayout" Target="../slideLayouts/slideLayout444.xml"/><Relationship Id="rId21" Type="http://schemas.openxmlformats.org/officeDocument/2006/relationships/slideLayout" Target="../slideLayouts/slideLayout426.xml"/><Relationship Id="rId34" Type="http://schemas.openxmlformats.org/officeDocument/2006/relationships/slideLayout" Target="../slideLayouts/slideLayout439.xml"/><Relationship Id="rId42" Type="http://schemas.openxmlformats.org/officeDocument/2006/relationships/slideLayout" Target="../slideLayouts/slideLayout447.xml"/><Relationship Id="rId7" Type="http://schemas.openxmlformats.org/officeDocument/2006/relationships/slideLayout" Target="../slideLayouts/slideLayout412.xml"/><Relationship Id="rId2" Type="http://schemas.openxmlformats.org/officeDocument/2006/relationships/slideLayout" Target="../slideLayouts/slideLayout407.xml"/><Relationship Id="rId16" Type="http://schemas.openxmlformats.org/officeDocument/2006/relationships/slideLayout" Target="../slideLayouts/slideLayout421.xml"/><Relationship Id="rId29" Type="http://schemas.openxmlformats.org/officeDocument/2006/relationships/slideLayout" Target="../slideLayouts/slideLayout434.xml"/><Relationship Id="rId1" Type="http://schemas.openxmlformats.org/officeDocument/2006/relationships/slideLayout" Target="../slideLayouts/slideLayout406.xml"/><Relationship Id="rId6" Type="http://schemas.openxmlformats.org/officeDocument/2006/relationships/slideLayout" Target="../slideLayouts/slideLayout411.xml"/><Relationship Id="rId11" Type="http://schemas.openxmlformats.org/officeDocument/2006/relationships/slideLayout" Target="../slideLayouts/slideLayout416.xml"/><Relationship Id="rId24" Type="http://schemas.openxmlformats.org/officeDocument/2006/relationships/slideLayout" Target="../slideLayouts/slideLayout429.xml"/><Relationship Id="rId32" Type="http://schemas.openxmlformats.org/officeDocument/2006/relationships/slideLayout" Target="../slideLayouts/slideLayout437.xml"/><Relationship Id="rId37" Type="http://schemas.openxmlformats.org/officeDocument/2006/relationships/slideLayout" Target="../slideLayouts/slideLayout442.xml"/><Relationship Id="rId40" Type="http://schemas.openxmlformats.org/officeDocument/2006/relationships/slideLayout" Target="../slideLayouts/slideLayout445.xml"/><Relationship Id="rId45" Type="http://schemas.openxmlformats.org/officeDocument/2006/relationships/image" Target="../media/image2.png"/><Relationship Id="rId5" Type="http://schemas.openxmlformats.org/officeDocument/2006/relationships/slideLayout" Target="../slideLayouts/slideLayout410.xml"/><Relationship Id="rId15" Type="http://schemas.openxmlformats.org/officeDocument/2006/relationships/slideLayout" Target="../slideLayouts/slideLayout420.xml"/><Relationship Id="rId23" Type="http://schemas.openxmlformats.org/officeDocument/2006/relationships/slideLayout" Target="../slideLayouts/slideLayout428.xml"/><Relationship Id="rId28" Type="http://schemas.openxmlformats.org/officeDocument/2006/relationships/slideLayout" Target="../slideLayouts/slideLayout433.xml"/><Relationship Id="rId36" Type="http://schemas.openxmlformats.org/officeDocument/2006/relationships/slideLayout" Target="../slideLayouts/slideLayout441.xml"/><Relationship Id="rId10" Type="http://schemas.openxmlformats.org/officeDocument/2006/relationships/slideLayout" Target="../slideLayouts/slideLayout415.xml"/><Relationship Id="rId19" Type="http://schemas.openxmlformats.org/officeDocument/2006/relationships/slideLayout" Target="../slideLayouts/slideLayout424.xml"/><Relationship Id="rId31" Type="http://schemas.openxmlformats.org/officeDocument/2006/relationships/slideLayout" Target="../slideLayouts/slideLayout436.xml"/><Relationship Id="rId44" Type="http://schemas.openxmlformats.org/officeDocument/2006/relationships/theme" Target="../theme/theme7.xml"/><Relationship Id="rId4" Type="http://schemas.openxmlformats.org/officeDocument/2006/relationships/slideLayout" Target="../slideLayouts/slideLayout409.xml"/><Relationship Id="rId9" Type="http://schemas.openxmlformats.org/officeDocument/2006/relationships/slideLayout" Target="../slideLayouts/slideLayout414.xml"/><Relationship Id="rId14" Type="http://schemas.openxmlformats.org/officeDocument/2006/relationships/slideLayout" Target="../slideLayouts/slideLayout419.xml"/><Relationship Id="rId22" Type="http://schemas.openxmlformats.org/officeDocument/2006/relationships/slideLayout" Target="../slideLayouts/slideLayout427.xml"/><Relationship Id="rId27" Type="http://schemas.openxmlformats.org/officeDocument/2006/relationships/slideLayout" Target="../slideLayouts/slideLayout432.xml"/><Relationship Id="rId30" Type="http://schemas.openxmlformats.org/officeDocument/2006/relationships/slideLayout" Target="../slideLayouts/slideLayout435.xml"/><Relationship Id="rId35" Type="http://schemas.openxmlformats.org/officeDocument/2006/relationships/slideLayout" Target="../slideLayouts/slideLayout440.xml"/><Relationship Id="rId43" Type="http://schemas.openxmlformats.org/officeDocument/2006/relationships/slideLayout" Target="../slideLayouts/slideLayout448.xml"/><Relationship Id="rId8" Type="http://schemas.openxmlformats.org/officeDocument/2006/relationships/slideLayout" Target="../slideLayouts/slideLayout413.xml"/><Relationship Id="rId3" Type="http://schemas.openxmlformats.org/officeDocument/2006/relationships/slideLayout" Target="../slideLayouts/slideLayout408.xml"/><Relationship Id="rId12" Type="http://schemas.openxmlformats.org/officeDocument/2006/relationships/slideLayout" Target="../slideLayouts/slideLayout417.xml"/><Relationship Id="rId17" Type="http://schemas.openxmlformats.org/officeDocument/2006/relationships/slideLayout" Target="../slideLayouts/slideLayout422.xml"/><Relationship Id="rId25" Type="http://schemas.openxmlformats.org/officeDocument/2006/relationships/slideLayout" Target="../slideLayouts/slideLayout430.xml"/><Relationship Id="rId33" Type="http://schemas.openxmlformats.org/officeDocument/2006/relationships/slideLayout" Target="../slideLayouts/slideLayout438.xml"/><Relationship Id="rId38" Type="http://schemas.openxmlformats.org/officeDocument/2006/relationships/slideLayout" Target="../slideLayouts/slideLayout443.xml"/><Relationship Id="rId46" Type="http://schemas.openxmlformats.org/officeDocument/2006/relationships/image" Target="../media/image3.svg"/><Relationship Id="rId20" Type="http://schemas.openxmlformats.org/officeDocument/2006/relationships/slideLayout" Target="../slideLayouts/slideLayout425.xml"/><Relationship Id="rId41" Type="http://schemas.openxmlformats.org/officeDocument/2006/relationships/slideLayout" Target="../slideLayouts/slideLayout4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823B2A0-7548-F3ED-CE7D-848EF15F132C}"/>
              </a:ext>
            </a:extLst>
          </p:cNvPr>
          <p:cNvGraphicFramePr>
            <a:graphicFrameLocks noChangeAspect="1"/>
          </p:cNvGraphicFramePr>
          <p:nvPr userDrawn="1">
            <p:custDataLst>
              <p:tags r:id="rId76"/>
            </p:custDataLst>
            <p:extLst>
              <p:ext uri="{D42A27DB-BD31-4B8C-83A1-F6EECF244321}">
                <p14:modId xmlns:p14="http://schemas.microsoft.com/office/powerpoint/2010/main" val="1780299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7" imgW="532" imgH="530" progId="TCLayout.ActiveDocument.1">
                  <p:embed/>
                </p:oleObj>
              </mc:Choice>
              <mc:Fallback>
                <p:oleObj name="think-cell Slide" r:id="rId77" imgW="532" imgH="530" progId="TCLayout.ActiveDocument.1">
                  <p:embed/>
                  <p:pic>
                    <p:nvPicPr>
                      <p:cNvPr id="6" name="think-cell data - do not delete" hidden="1">
                        <a:extLst>
                          <a:ext uri="{FF2B5EF4-FFF2-40B4-BE49-F238E27FC236}">
                            <a16:creationId xmlns:a16="http://schemas.microsoft.com/office/drawing/2014/main" id="{4823B2A0-7548-F3ED-CE7D-848EF15F132C}"/>
                          </a:ext>
                        </a:extLst>
                      </p:cNvPr>
                      <p:cNvPicPr/>
                      <p:nvPr/>
                    </p:nvPicPr>
                    <p:blipFill>
                      <a:blip r:embed="rId7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79">
            <a:extLst>
              <a:ext uri="{96DAC541-7B7A-43D3-8B79-37D633B846F1}">
                <asvg:svgBlip xmlns:asvg="http://schemas.microsoft.com/office/drawing/2016/SVG/main" r:embed="rId8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2698883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6" r:id="rId74"/>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pos="7512">
          <p15:clr>
            <a:srgbClr val="E9713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40">
            <a:extLst>
              <a:ext uri="{96DAC541-7B7A-43D3-8B79-37D633B846F1}">
                <asvg:svgBlip xmlns:asvg="http://schemas.microsoft.com/office/drawing/2016/SVG/main" r:embed="rId41"/>
              </a:ext>
            </a:extLst>
          </a:blip>
          <a:srcRect/>
          <a:stretch/>
        </p:blipFill>
        <p:spPr>
          <a:xfrm rot="5400000">
            <a:off x="9509919" y="2743200"/>
            <a:ext cx="6858000" cy="1371600"/>
          </a:xfrm>
          <a:prstGeom prst="rect">
            <a:avLst/>
          </a:prstGeom>
        </p:spPr>
      </p:pic>
      <p:grpSp>
        <p:nvGrpSpPr>
          <p:cNvPr id="5" name="GRID" hidden="1">
            <a:extLst>
              <a:ext uri="{FF2B5EF4-FFF2-40B4-BE49-F238E27FC236}">
                <a16:creationId xmlns:a16="http://schemas.microsoft.com/office/drawing/2014/main" id="{50B40653-3095-5409-AF88-3DE01C56C0BD}"/>
              </a:ext>
            </a:extLst>
          </p:cNvPr>
          <p:cNvGrpSpPr/>
          <p:nvPr userDrawn="1"/>
        </p:nvGrpSpPr>
        <p:grpSpPr>
          <a:xfrm>
            <a:off x="0" y="0"/>
            <a:ext cx="12192000" cy="6858000"/>
            <a:chOff x="0" y="0"/>
            <a:chExt cx="12192000" cy="6858000"/>
          </a:xfrm>
        </p:grpSpPr>
        <p:cxnSp>
          <p:nvCxnSpPr>
            <p:cNvPr id="6" name="Straight Connector 5">
              <a:extLst>
                <a:ext uri="{FF2B5EF4-FFF2-40B4-BE49-F238E27FC236}">
                  <a16:creationId xmlns:a16="http://schemas.microsoft.com/office/drawing/2014/main" id="{66935197-7475-253E-35F9-725C66B342D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EC3EF2E-A5B2-D2A9-F740-03AAA27E6A19}"/>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7F0A76F-B355-867B-FF6D-F22822CEFE79}"/>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7F9FA-4296-F115-3C5A-E4E06672BDDC}"/>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96D4F38-E0A7-05C7-1A8B-6447E304B31C}"/>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13B5F2-C404-D013-5BA1-42FF3AE7E41C}"/>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74F5559-8FA3-6EA3-DAB5-891CE057A2D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6D1909D-8405-DD51-025D-A9985950CDDD}"/>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D05B44-146F-0D71-6B17-0631ABDE9EC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B24C807-9FA6-E204-20B6-2473904A789E}"/>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31505BA-A410-E722-7AAD-2DF4CC8A1323}"/>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72B61F5-642E-081E-0DED-2F31A3C43F6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3E72D-E58A-556B-A8EF-71C8664C7A32}"/>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B7E760-EF13-BCFD-2E36-CFEB29A66399}"/>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307D1ED-8B6D-1A94-1791-BBB67BECEFA4}"/>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C29C4DC-DA7B-3D8B-E607-D26C42FE54A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0DAA56E-BF97-068A-BC5C-1623B8A2D54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7786B85-1650-9240-DE22-45A294AEF682}"/>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75B1B47-5558-8B9E-7DC9-6CE9A06CF1E1}"/>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BA73727-B7C9-2771-4609-439446DD52A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A4A69FD-FC28-F694-746F-F05209933D0C}"/>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89F58F0-B683-0A02-E5E9-56C0E3B5D9A7}"/>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65526F5-745E-3DED-5921-83448B292C71}"/>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CE0CA17-DE49-59C6-DE10-28CB5C6104E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7F53F9D-E601-E9D7-CCC9-9C6D4D30897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ACEC8BB-71E0-463D-75AD-DD05EA03B2BD}"/>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0BB4EC2-E7F2-9FE8-6DD2-6021493CAE00}"/>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63A409F-1FD3-E286-3FD8-3B8A67AE54FF}"/>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DC5A7289-3785-0F08-62F9-0A77D2E437B7}"/>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65EC46A-D6D0-A02A-4596-D76BE2FE7F23}"/>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DB85506E-90D6-DB35-FB26-A2A1BC9076A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BE71234-F491-CCF9-EA34-E63F2A8A3155}"/>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B826998-D865-2012-0554-C384C0A0E618}"/>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376F161-F07A-C2ED-641A-0B3DDBAA7778}"/>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40" name=".64 square" hidden="1">
            <a:extLst>
              <a:ext uri="{FF2B5EF4-FFF2-40B4-BE49-F238E27FC236}">
                <a16:creationId xmlns:a16="http://schemas.microsoft.com/office/drawing/2014/main" id="{F9A34688-B9A6-4073-6571-F94C9F19515D}"/>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41" name=".32 square" hidden="1">
            <a:extLst>
              <a:ext uri="{FF2B5EF4-FFF2-40B4-BE49-F238E27FC236}">
                <a16:creationId xmlns:a16="http://schemas.microsoft.com/office/drawing/2014/main" id="{C60A21A1-50D4-CBD3-DE73-998BE4B74555}"/>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2" name="Graphic 141">
            <a:extLst>
              <a:ext uri="{FF2B5EF4-FFF2-40B4-BE49-F238E27FC236}">
                <a16:creationId xmlns:a16="http://schemas.microsoft.com/office/drawing/2014/main" id="{1B722638-341D-272E-4E6E-9FB1F29ACB70}"/>
              </a:ext>
            </a:extLst>
          </p:cNvPr>
          <p:cNvPicPr>
            <a:picLocks noChangeAspect="1"/>
          </p:cNvPicPr>
          <p:nvPr userDrawn="1"/>
        </p:nvPicPr>
        <p:blipFill>
          <a:blip r:embed="rId40">
            <a:extLst>
              <a:ext uri="{96DAC541-7B7A-43D3-8B79-37D633B846F1}">
                <asvg:svgBlip xmlns:asvg="http://schemas.microsoft.com/office/drawing/2016/SVG/main" r:embed="rId4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800007126"/>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 id="2147483761" r:id="rId24"/>
    <p:sldLayoutId id="2147483762" r:id="rId25"/>
    <p:sldLayoutId id="2147483763" r:id="rId26"/>
    <p:sldLayoutId id="2147483764" r:id="rId27"/>
    <p:sldLayoutId id="2147483765" r:id="rId28"/>
    <p:sldLayoutId id="2147483766" r:id="rId29"/>
    <p:sldLayoutId id="2147483767" r:id="rId30"/>
    <p:sldLayoutId id="2147483768" r:id="rId31"/>
    <p:sldLayoutId id="2147483769" r:id="rId32"/>
    <p:sldLayoutId id="2147483770" r:id="rId33"/>
    <p:sldLayoutId id="2147483771" r:id="rId34"/>
    <p:sldLayoutId id="2147483772" r:id="rId35"/>
    <p:sldLayoutId id="2147483773" r:id="rId36"/>
    <p:sldLayoutId id="2147483774" r:id="rId37"/>
    <p:sldLayoutId id="2147483775" r:id="rId3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B055CF-558F-00BD-AEB8-9EBA1D418982}"/>
              </a:ext>
            </a:extLst>
          </p:cNvPr>
          <p:cNvGraphicFramePr>
            <a:graphicFrameLocks noChangeAspect="1"/>
          </p:cNvGraphicFramePr>
          <p:nvPr userDrawn="1">
            <p:custDataLst>
              <p:tags r:id="rId100"/>
            </p:custDataLst>
            <p:extLst>
              <p:ext uri="{D42A27DB-BD31-4B8C-83A1-F6EECF244321}">
                <p14:modId xmlns:p14="http://schemas.microsoft.com/office/powerpoint/2010/main" val="2913695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1" imgW="425" imgH="424" progId="TCLayout.ActiveDocument.1">
                  <p:embed/>
                </p:oleObj>
              </mc:Choice>
              <mc:Fallback>
                <p:oleObj name="think-cell Slide" r:id="rId101" imgW="425" imgH="424" progId="TCLayout.ActiveDocument.1">
                  <p:embed/>
                  <p:pic>
                    <p:nvPicPr>
                      <p:cNvPr id="8" name="think-cell data - do not delete" hidden="1">
                        <a:extLst>
                          <a:ext uri="{FF2B5EF4-FFF2-40B4-BE49-F238E27FC236}">
                            <a16:creationId xmlns:a16="http://schemas.microsoft.com/office/drawing/2014/main" id="{DAB055CF-558F-00BD-AEB8-9EBA1D418982}"/>
                          </a:ext>
                        </a:extLst>
                      </p:cNvPr>
                      <p:cNvPicPr/>
                      <p:nvPr/>
                    </p:nvPicPr>
                    <p:blipFill>
                      <a:blip r:embed="rId102"/>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03">
            <a:extLst>
              <a:ext uri="{96DAC541-7B7A-43D3-8B79-37D633B846F1}">
                <asvg:svgBlip xmlns:asvg="http://schemas.microsoft.com/office/drawing/2016/SVG/main" r:embed="rId104"/>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Tree>
    <p:extLst>
      <p:ext uri="{BB962C8B-B14F-4D97-AF65-F5344CB8AC3E}">
        <p14:creationId xmlns:p14="http://schemas.microsoft.com/office/powerpoint/2010/main" val="625735953"/>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 id="2147483795" r:id="rId18"/>
    <p:sldLayoutId id="2147483796" r:id="rId19"/>
    <p:sldLayoutId id="2147483797" r:id="rId20"/>
    <p:sldLayoutId id="2147483798" r:id="rId21"/>
    <p:sldLayoutId id="2147483799" r:id="rId22"/>
    <p:sldLayoutId id="2147483800" r:id="rId23"/>
    <p:sldLayoutId id="2147483801" r:id="rId24"/>
    <p:sldLayoutId id="2147483802" r:id="rId25"/>
    <p:sldLayoutId id="2147483803" r:id="rId26"/>
    <p:sldLayoutId id="2147483804" r:id="rId27"/>
    <p:sldLayoutId id="2147483805" r:id="rId28"/>
    <p:sldLayoutId id="2147483806" r:id="rId29"/>
    <p:sldLayoutId id="2147483807" r:id="rId30"/>
    <p:sldLayoutId id="2147483808" r:id="rId31"/>
    <p:sldLayoutId id="2147483809" r:id="rId32"/>
    <p:sldLayoutId id="2147483810" r:id="rId33"/>
    <p:sldLayoutId id="2147483811" r:id="rId34"/>
    <p:sldLayoutId id="2147483812" r:id="rId35"/>
    <p:sldLayoutId id="2147483813" r:id="rId36"/>
    <p:sldLayoutId id="2147483814" r:id="rId37"/>
    <p:sldLayoutId id="2147483815" r:id="rId38"/>
    <p:sldLayoutId id="2147483816" r:id="rId39"/>
    <p:sldLayoutId id="2147483817" r:id="rId40"/>
    <p:sldLayoutId id="2147483818" r:id="rId41"/>
    <p:sldLayoutId id="2147483819" r:id="rId42"/>
    <p:sldLayoutId id="2147483820" r:id="rId43"/>
    <p:sldLayoutId id="2147483821" r:id="rId44"/>
    <p:sldLayoutId id="2147483822" r:id="rId45"/>
    <p:sldLayoutId id="2147483823" r:id="rId46"/>
    <p:sldLayoutId id="2147483824" r:id="rId47"/>
    <p:sldLayoutId id="2147483825" r:id="rId48"/>
    <p:sldLayoutId id="2147483826" r:id="rId49"/>
    <p:sldLayoutId id="2147483827" r:id="rId50"/>
    <p:sldLayoutId id="2147483828" r:id="rId51"/>
    <p:sldLayoutId id="2147483829" r:id="rId52"/>
    <p:sldLayoutId id="2147483830" r:id="rId53"/>
    <p:sldLayoutId id="2147483831" r:id="rId54"/>
    <p:sldLayoutId id="2147483832" r:id="rId55"/>
    <p:sldLayoutId id="2147483833" r:id="rId56"/>
    <p:sldLayoutId id="2147483834" r:id="rId57"/>
    <p:sldLayoutId id="2147483835" r:id="rId58"/>
    <p:sldLayoutId id="2147483836" r:id="rId59"/>
    <p:sldLayoutId id="2147483837" r:id="rId60"/>
    <p:sldLayoutId id="2147483838" r:id="rId61"/>
    <p:sldLayoutId id="2147483839" r:id="rId62"/>
    <p:sldLayoutId id="2147483840" r:id="rId63"/>
    <p:sldLayoutId id="2147483841" r:id="rId64"/>
    <p:sldLayoutId id="2147483842" r:id="rId65"/>
    <p:sldLayoutId id="2147483843" r:id="rId66"/>
    <p:sldLayoutId id="2147483844" r:id="rId67"/>
    <p:sldLayoutId id="2147483845" r:id="rId68"/>
    <p:sldLayoutId id="2147483846" r:id="rId69"/>
    <p:sldLayoutId id="2147483847" r:id="rId70"/>
    <p:sldLayoutId id="2147483848" r:id="rId71"/>
    <p:sldLayoutId id="2147483849" r:id="rId72"/>
    <p:sldLayoutId id="2147483850" r:id="rId73"/>
    <p:sldLayoutId id="2147483851" r:id="rId74"/>
    <p:sldLayoutId id="2147483852" r:id="rId75"/>
    <p:sldLayoutId id="2147483853" r:id="rId76"/>
    <p:sldLayoutId id="2147483854" r:id="rId77"/>
    <p:sldLayoutId id="2147483855" r:id="rId78"/>
    <p:sldLayoutId id="2147483856" r:id="rId79"/>
    <p:sldLayoutId id="2147483857" r:id="rId80"/>
    <p:sldLayoutId id="2147483858" r:id="rId81"/>
    <p:sldLayoutId id="2147483859" r:id="rId82"/>
    <p:sldLayoutId id="2147483860" r:id="rId83"/>
    <p:sldLayoutId id="2147483861" r:id="rId84"/>
    <p:sldLayoutId id="2147483862" r:id="rId85"/>
    <p:sldLayoutId id="2147483863" r:id="rId86"/>
    <p:sldLayoutId id="2147483864" r:id="rId87"/>
    <p:sldLayoutId id="2147483865" r:id="rId88"/>
    <p:sldLayoutId id="2147483866" r:id="rId89"/>
    <p:sldLayoutId id="2147483867" r:id="rId90"/>
    <p:sldLayoutId id="2147483868" r:id="rId91"/>
    <p:sldLayoutId id="2147483869" r:id="rId92"/>
    <p:sldLayoutId id="2147483870" r:id="rId93"/>
    <p:sldLayoutId id="2147483871" r:id="rId94"/>
    <p:sldLayoutId id="2147483872" r:id="rId95"/>
    <p:sldLayoutId id="2147483873" r:id="rId96"/>
    <p:sldLayoutId id="2147483874" r:id="rId97"/>
    <p:sldLayoutId id="2147483875" r:id="rId98"/>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B055CF-558F-00BD-AEB8-9EBA1D418982}"/>
              </a:ext>
            </a:extLst>
          </p:cNvPr>
          <p:cNvGraphicFramePr>
            <a:graphicFrameLocks noChangeAspect="1"/>
          </p:cNvGraphicFramePr>
          <p:nvPr userDrawn="1">
            <p:custDataLst>
              <p:tags r:id="rId109"/>
            </p:custDataLst>
            <p:extLst>
              <p:ext uri="{D42A27DB-BD31-4B8C-83A1-F6EECF244321}">
                <p14:modId xmlns:p14="http://schemas.microsoft.com/office/powerpoint/2010/main" val="2913695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0" imgW="425" imgH="424" progId="TCLayout.ActiveDocument.1">
                  <p:embed/>
                </p:oleObj>
              </mc:Choice>
              <mc:Fallback>
                <p:oleObj name="think-cell Slide" r:id="rId110" imgW="425" imgH="424" progId="TCLayout.ActiveDocument.1">
                  <p:embed/>
                  <p:pic>
                    <p:nvPicPr>
                      <p:cNvPr id="8" name="think-cell data - do not delete" hidden="1">
                        <a:extLst>
                          <a:ext uri="{FF2B5EF4-FFF2-40B4-BE49-F238E27FC236}">
                            <a16:creationId xmlns:a16="http://schemas.microsoft.com/office/drawing/2014/main" id="{DAB055CF-558F-00BD-AEB8-9EBA1D418982}"/>
                          </a:ext>
                        </a:extLst>
                      </p:cNvPr>
                      <p:cNvPicPr/>
                      <p:nvPr/>
                    </p:nvPicPr>
                    <p:blipFill>
                      <a:blip r:embed="rId11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12">
            <a:extLst>
              <a:ext uri="{96DAC541-7B7A-43D3-8B79-37D633B846F1}">
                <asvg:svgBlip xmlns:asvg="http://schemas.microsoft.com/office/drawing/2016/SVG/main" r:embed="rId113"/>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6" name="Rectangle: Single Corner Rounded 5">
            <a:extLst>
              <a:ext uri="{FF2B5EF4-FFF2-40B4-BE49-F238E27FC236}">
                <a16:creationId xmlns:a16="http://schemas.microsoft.com/office/drawing/2014/main" id="{272A1A3D-8651-23C7-EFB2-0DF6DB02FBE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34" name="Straight Connector 33">
            <a:extLst>
              <a:ext uri="{FF2B5EF4-FFF2-40B4-BE49-F238E27FC236}">
                <a16:creationId xmlns:a16="http://schemas.microsoft.com/office/drawing/2014/main" id="{830F922B-F7F1-EDCD-3869-D7F202537E8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Isosceles Triangle 36">
            <a:hlinkClick r:id="" action="ppaction://hlinkshowjump?jump=previousslide"/>
            <a:extLst>
              <a:ext uri="{FF2B5EF4-FFF2-40B4-BE49-F238E27FC236}">
                <a16:creationId xmlns:a16="http://schemas.microsoft.com/office/drawing/2014/main" id="{7F477CAB-A0A3-1441-28AE-BE3156ADC15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8" name="Isosceles Triangle 37">
            <a:hlinkClick r:id="" action="ppaction://hlinkshowjump?jump=nextslide"/>
            <a:extLst>
              <a:ext uri="{FF2B5EF4-FFF2-40B4-BE49-F238E27FC236}">
                <a16:creationId xmlns:a16="http://schemas.microsoft.com/office/drawing/2014/main" id="{E57A9EC6-2305-84E9-F63E-8EFF3487383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8" name="Graphic 47" descr="Home outline">
            <a:hlinkClick r:id="" action="ppaction://hlinkshowjump?jump=firstslide"/>
            <a:extLst>
              <a:ext uri="{FF2B5EF4-FFF2-40B4-BE49-F238E27FC236}">
                <a16:creationId xmlns:a16="http://schemas.microsoft.com/office/drawing/2014/main" id="{825B7A20-E648-3426-3201-DD6F4AC89290}"/>
              </a:ext>
            </a:extLst>
          </p:cNvPr>
          <p:cNvPicPr>
            <a:picLocks noChangeAspect="1"/>
          </p:cNvPicPr>
          <p:nvPr userDrawn="1"/>
        </p:nvPicPr>
        <p:blipFill>
          <a:blip r:embed="rId114">
            <a:extLst>
              <a:ext uri="{96DAC541-7B7A-43D3-8B79-37D633B846F1}">
                <asvg:svgBlip xmlns:asvg="http://schemas.microsoft.com/office/drawing/2016/SVG/main" r:embed="rId11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248330697"/>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 id="2147483894" r:id="rId18"/>
    <p:sldLayoutId id="2147483895" r:id="rId19"/>
    <p:sldLayoutId id="2147483896" r:id="rId20"/>
    <p:sldLayoutId id="2147483897" r:id="rId21"/>
    <p:sldLayoutId id="2147483898" r:id="rId22"/>
    <p:sldLayoutId id="2147483899" r:id="rId23"/>
    <p:sldLayoutId id="2147483900" r:id="rId24"/>
    <p:sldLayoutId id="2147483901" r:id="rId25"/>
    <p:sldLayoutId id="2147483902" r:id="rId26"/>
    <p:sldLayoutId id="2147483903" r:id="rId27"/>
    <p:sldLayoutId id="2147483904" r:id="rId28"/>
    <p:sldLayoutId id="2147483905" r:id="rId29"/>
    <p:sldLayoutId id="2147483906" r:id="rId30"/>
    <p:sldLayoutId id="2147483907" r:id="rId31"/>
    <p:sldLayoutId id="2147483908" r:id="rId32"/>
    <p:sldLayoutId id="2147483909" r:id="rId33"/>
    <p:sldLayoutId id="2147483910" r:id="rId34"/>
    <p:sldLayoutId id="2147483911" r:id="rId35"/>
    <p:sldLayoutId id="2147483912" r:id="rId36"/>
    <p:sldLayoutId id="2147483913" r:id="rId37"/>
    <p:sldLayoutId id="2147483914" r:id="rId38"/>
    <p:sldLayoutId id="2147483915" r:id="rId39"/>
    <p:sldLayoutId id="2147483916" r:id="rId40"/>
    <p:sldLayoutId id="2147483917" r:id="rId41"/>
    <p:sldLayoutId id="2147483918" r:id="rId42"/>
    <p:sldLayoutId id="2147483919" r:id="rId43"/>
    <p:sldLayoutId id="2147483920" r:id="rId44"/>
    <p:sldLayoutId id="2147483921" r:id="rId45"/>
    <p:sldLayoutId id="2147483922" r:id="rId46"/>
    <p:sldLayoutId id="2147483923" r:id="rId47"/>
    <p:sldLayoutId id="2147483924" r:id="rId48"/>
    <p:sldLayoutId id="2147483925" r:id="rId49"/>
    <p:sldLayoutId id="2147483926" r:id="rId50"/>
    <p:sldLayoutId id="2147483927" r:id="rId51"/>
    <p:sldLayoutId id="2147483928" r:id="rId52"/>
    <p:sldLayoutId id="2147483929" r:id="rId53"/>
    <p:sldLayoutId id="2147483930" r:id="rId54"/>
    <p:sldLayoutId id="2147483931" r:id="rId55"/>
    <p:sldLayoutId id="2147483932" r:id="rId56"/>
    <p:sldLayoutId id="2147483933" r:id="rId57"/>
    <p:sldLayoutId id="2147483934" r:id="rId58"/>
    <p:sldLayoutId id="2147483935" r:id="rId59"/>
    <p:sldLayoutId id="2147483936" r:id="rId60"/>
    <p:sldLayoutId id="2147483937" r:id="rId61"/>
    <p:sldLayoutId id="2147483938" r:id="rId62"/>
    <p:sldLayoutId id="2147483939" r:id="rId63"/>
    <p:sldLayoutId id="2147483940" r:id="rId64"/>
    <p:sldLayoutId id="2147483941" r:id="rId65"/>
    <p:sldLayoutId id="2147483942" r:id="rId66"/>
    <p:sldLayoutId id="2147483943" r:id="rId67"/>
    <p:sldLayoutId id="2147483944" r:id="rId68"/>
    <p:sldLayoutId id="2147483945" r:id="rId69"/>
    <p:sldLayoutId id="2147483946" r:id="rId70"/>
    <p:sldLayoutId id="2147483947" r:id="rId71"/>
    <p:sldLayoutId id="2147483948" r:id="rId72"/>
    <p:sldLayoutId id="2147483949" r:id="rId73"/>
    <p:sldLayoutId id="2147483950" r:id="rId74"/>
    <p:sldLayoutId id="2147483951" r:id="rId75"/>
    <p:sldLayoutId id="2147483952" r:id="rId76"/>
    <p:sldLayoutId id="2147483953" r:id="rId77"/>
    <p:sldLayoutId id="2147483954" r:id="rId78"/>
    <p:sldLayoutId id="2147483955" r:id="rId79"/>
    <p:sldLayoutId id="2147483956" r:id="rId80"/>
    <p:sldLayoutId id="2147483957" r:id="rId81"/>
    <p:sldLayoutId id="2147483958" r:id="rId82"/>
    <p:sldLayoutId id="2147483959" r:id="rId83"/>
    <p:sldLayoutId id="2147483960" r:id="rId84"/>
    <p:sldLayoutId id="2147483961" r:id="rId85"/>
    <p:sldLayoutId id="2147483962" r:id="rId86"/>
    <p:sldLayoutId id="2147483963" r:id="rId87"/>
    <p:sldLayoutId id="2147483964" r:id="rId88"/>
    <p:sldLayoutId id="2147483965" r:id="rId89"/>
    <p:sldLayoutId id="2147483966" r:id="rId90"/>
    <p:sldLayoutId id="2147483967" r:id="rId91"/>
    <p:sldLayoutId id="2147483968" r:id="rId92"/>
    <p:sldLayoutId id="2147483969" r:id="rId93"/>
    <p:sldLayoutId id="2147483970" r:id="rId94"/>
    <p:sldLayoutId id="2147483971" r:id="rId95"/>
    <p:sldLayoutId id="2147483972" r:id="rId96"/>
    <p:sldLayoutId id="2147483973" r:id="rId97"/>
    <p:sldLayoutId id="2147483974" r:id="rId98"/>
    <p:sldLayoutId id="2147483975" r:id="rId99"/>
    <p:sldLayoutId id="2147483976" r:id="rId100"/>
    <p:sldLayoutId id="2147483977" r:id="rId101"/>
    <p:sldLayoutId id="2147483978" r:id="rId102"/>
    <p:sldLayoutId id="2147483979" r:id="rId103"/>
    <p:sldLayoutId id="2147483980" r:id="rId104"/>
    <p:sldLayoutId id="2147483981" r:id="rId105"/>
    <p:sldLayoutId id="2147483982" r:id="rId106"/>
    <p:sldLayoutId id="2147483983" r:id="rId107"/>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5216" y="1011217"/>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8" cstate="screen">
            <a:extLst>
              <a:ext uri="{28A0092B-C50C-407E-A947-70E740481C1C}">
                <a14:useLocalDpi xmlns:a14="http://schemas.microsoft.com/office/drawing/2010/main"/>
              </a:ext>
            </a:extLst>
          </a:blip>
          <a:srcRect l="762"/>
          <a:stretch/>
        </p:blipFill>
        <p:spPr>
          <a:xfrm rot="5400000">
            <a:off x="11723358" y="468642"/>
            <a:ext cx="1130169" cy="192886"/>
          </a:xfrm>
          <a:prstGeom prst="rect">
            <a:avLst/>
          </a:prstGeom>
        </p:spPr>
      </p:pic>
    </p:spTree>
    <p:extLst>
      <p:ext uri="{BB962C8B-B14F-4D97-AF65-F5344CB8AC3E}">
        <p14:creationId xmlns:p14="http://schemas.microsoft.com/office/powerpoint/2010/main" val="1149575953"/>
      </p:ext>
    </p:extLst>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 id="2147483998" r:id="rId14"/>
    <p:sldLayoutId id="2147483999" r:id="rId15"/>
    <p:sldLayoutId id="2147484000" r:id="rId16"/>
  </p:sldLayoutIdLst>
  <p:transition>
    <p:fade/>
  </p:transition>
  <p:hf sldNum="0" hdr="0" ftr="0" dt="0"/>
  <p:txStyles>
    <p:titleStyle>
      <a:lvl1pPr algn="l" defTabSz="932742" rtl="0" eaLnBrk="1" latinLnBrk="0" hangingPunct="1">
        <a:lnSpc>
          <a:spcPct val="100000"/>
        </a:lnSpc>
        <a:spcBef>
          <a:spcPct val="0"/>
        </a:spcBef>
        <a:buNone/>
        <a:defRPr lang="en-US" sz="2800" b="1" i="0" kern="1200" cap="none" spc="-50" baseline="0" dirty="0" smtClean="0">
          <a:ln w="3175">
            <a:noFill/>
          </a:ln>
          <a:solidFill>
            <a:schemeClr val="tx1"/>
          </a:solidFill>
          <a:effectLst/>
          <a:latin typeface="Segoe Sans Display Semibold" pitchFamily="2" charset="0"/>
          <a:ea typeface="+mn-ea"/>
          <a:cs typeface="Segoe Sans Display Semibold" pitchFamily="2" charset="0"/>
        </a:defRPr>
      </a:lvl1pPr>
    </p:titleStyle>
    <p:body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Segoe Sans Display" pitchFamily="2" charset="0"/>
          <a:ea typeface="+mn-ea"/>
          <a:cs typeface="Segoe Sans Display" pitchFamily="2" charset="0"/>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Segoe Sans Display" pitchFamily="2" charset="0"/>
          <a:ea typeface="+mn-ea"/>
          <a:cs typeface="Segoe Sans Display" pitchFamily="2" charset="0"/>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74">
            <a:extLst>
              <a:ext uri="{96DAC541-7B7A-43D3-8B79-37D633B846F1}">
                <asvg:svgBlip xmlns:asvg="http://schemas.microsoft.com/office/drawing/2016/SVG/main" r:embed="rId7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052767091"/>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 id="2147484013" r:id="rId12"/>
    <p:sldLayoutId id="2147484014" r:id="rId13"/>
    <p:sldLayoutId id="2147484015" r:id="rId14"/>
    <p:sldLayoutId id="2147484016" r:id="rId15"/>
    <p:sldLayoutId id="2147484017" r:id="rId16"/>
    <p:sldLayoutId id="2147484018" r:id="rId17"/>
    <p:sldLayoutId id="2147484019" r:id="rId18"/>
    <p:sldLayoutId id="2147484020" r:id="rId19"/>
    <p:sldLayoutId id="2147484021" r:id="rId20"/>
    <p:sldLayoutId id="2147484022" r:id="rId21"/>
    <p:sldLayoutId id="2147484023" r:id="rId22"/>
    <p:sldLayoutId id="2147484024" r:id="rId23"/>
    <p:sldLayoutId id="2147484025" r:id="rId24"/>
    <p:sldLayoutId id="2147484026" r:id="rId25"/>
    <p:sldLayoutId id="2147484027" r:id="rId26"/>
    <p:sldLayoutId id="2147484028" r:id="rId27"/>
    <p:sldLayoutId id="2147484029" r:id="rId28"/>
    <p:sldLayoutId id="2147484030" r:id="rId29"/>
    <p:sldLayoutId id="2147484031" r:id="rId30"/>
    <p:sldLayoutId id="2147484032" r:id="rId31"/>
    <p:sldLayoutId id="2147484033" r:id="rId32"/>
    <p:sldLayoutId id="2147484034" r:id="rId33"/>
    <p:sldLayoutId id="2147484035" r:id="rId34"/>
    <p:sldLayoutId id="2147484036" r:id="rId35"/>
    <p:sldLayoutId id="2147484037" r:id="rId36"/>
    <p:sldLayoutId id="2147484038" r:id="rId37"/>
    <p:sldLayoutId id="2147484039" r:id="rId38"/>
    <p:sldLayoutId id="2147484040" r:id="rId39"/>
    <p:sldLayoutId id="2147484041" r:id="rId40"/>
    <p:sldLayoutId id="2147484042" r:id="rId41"/>
    <p:sldLayoutId id="2147484043" r:id="rId42"/>
    <p:sldLayoutId id="2147484044" r:id="rId43"/>
    <p:sldLayoutId id="2147484045" r:id="rId44"/>
    <p:sldLayoutId id="2147484046" r:id="rId45"/>
    <p:sldLayoutId id="2147484047" r:id="rId46"/>
    <p:sldLayoutId id="2147484048" r:id="rId47"/>
    <p:sldLayoutId id="2147484049" r:id="rId48"/>
    <p:sldLayoutId id="2147484050" r:id="rId49"/>
    <p:sldLayoutId id="2147484051" r:id="rId50"/>
    <p:sldLayoutId id="2147484052" r:id="rId51"/>
    <p:sldLayoutId id="2147484053" r:id="rId52"/>
    <p:sldLayoutId id="2147484054" r:id="rId53"/>
    <p:sldLayoutId id="2147484055" r:id="rId54"/>
    <p:sldLayoutId id="2147484056" r:id="rId55"/>
    <p:sldLayoutId id="2147484057" r:id="rId56"/>
    <p:sldLayoutId id="2147484058" r:id="rId57"/>
    <p:sldLayoutId id="2147484059" r:id="rId58"/>
    <p:sldLayoutId id="2147484060" r:id="rId59"/>
    <p:sldLayoutId id="2147484061" r:id="rId60"/>
    <p:sldLayoutId id="2147484062" r:id="rId61"/>
    <p:sldLayoutId id="2147484063" r:id="rId62"/>
    <p:sldLayoutId id="2147484064" r:id="rId63"/>
    <p:sldLayoutId id="2147484065" r:id="rId64"/>
    <p:sldLayoutId id="2147484066" r:id="rId65"/>
    <p:sldLayoutId id="2147484067" r:id="rId66"/>
    <p:sldLayoutId id="2147484068" r:id="rId67"/>
    <p:sldLayoutId id="2147484069" r:id="rId68"/>
    <p:sldLayoutId id="2147484070" r:id="rId69"/>
    <p:sldLayoutId id="2147484071" r:id="rId70"/>
    <p:sldLayoutId id="2147484072" r:id="rId71"/>
    <p:sldLayoutId id="2147484073" r:id="rId72"/>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70860-B881-5122-E137-8711CB0D6B02}"/>
              </a:ext>
            </a:extLst>
          </p:cNvPr>
          <p:cNvSpPr>
            <a:spLocks noGrp="1"/>
          </p:cNvSpPr>
          <p:nvPr>
            <p:ph type="title"/>
          </p:nvPr>
        </p:nvSpPr>
        <p:spPr>
          <a:xfrm>
            <a:off x="381000" y="238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06F1A1-1586-42EF-9CA2-16F10CD83DF7}"/>
              </a:ext>
            </a:extLst>
          </p:cNvPr>
          <p:cNvSpPr>
            <a:spLocks noGrp="1"/>
          </p:cNvSpPr>
          <p:nvPr>
            <p:ph type="body" idx="1"/>
          </p:nvPr>
        </p:nvSpPr>
        <p:spPr>
          <a:xfrm>
            <a:off x="381000" y="1698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253CED-08D6-692F-198E-233A1D7E915D}"/>
              </a:ext>
            </a:extLst>
          </p:cNvPr>
          <p:cNvSpPr>
            <a:spLocks noGrp="1"/>
          </p:cNvSpPr>
          <p:nvPr>
            <p:ph type="dt" sz="half" idx="2"/>
          </p:nvPr>
        </p:nvSpPr>
        <p:spPr>
          <a:xfrm>
            <a:off x="381000" y="6229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994E0E-C6FE-4806-923C-54839B56F9FC}" type="datetimeFigureOut">
              <a:rPr lang="en-US" smtClean="0"/>
              <a:t>1/4/2026</a:t>
            </a:fld>
            <a:endParaRPr lang="en-US"/>
          </a:p>
        </p:txBody>
      </p:sp>
      <p:sp>
        <p:nvSpPr>
          <p:cNvPr id="5" name="Footer Placeholder 4">
            <a:extLst>
              <a:ext uri="{FF2B5EF4-FFF2-40B4-BE49-F238E27FC236}">
                <a16:creationId xmlns:a16="http://schemas.microsoft.com/office/drawing/2014/main" id="{1110BB91-0DF2-F86D-A282-C050CAF65527}"/>
              </a:ext>
            </a:extLst>
          </p:cNvPr>
          <p:cNvSpPr>
            <a:spLocks noGrp="1"/>
          </p:cNvSpPr>
          <p:nvPr>
            <p:ph type="ftr" sz="quarter" idx="3"/>
          </p:nvPr>
        </p:nvSpPr>
        <p:spPr>
          <a:xfrm>
            <a:off x="3581400" y="6229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8227534-F4D4-095D-03EE-12A9688346D0}"/>
              </a:ext>
            </a:extLst>
          </p:cNvPr>
          <p:cNvSpPr>
            <a:spLocks noGrp="1"/>
          </p:cNvSpPr>
          <p:nvPr>
            <p:ph type="sldNum" sz="quarter" idx="4"/>
          </p:nvPr>
        </p:nvSpPr>
        <p:spPr>
          <a:xfrm>
            <a:off x="8153400" y="6229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620F1D-A8C6-43DA-A336-63E03F2E7571}" type="slidenum">
              <a:rPr lang="en-US" smtClean="0"/>
              <a:t>‹#›</a:t>
            </a:fld>
            <a:endParaRPr lang="en-US"/>
          </a:p>
        </p:txBody>
      </p:sp>
      <p:pic>
        <p:nvPicPr>
          <p:cNvPr id="7" name="Graphic 6">
            <a:extLst>
              <a:ext uri="{FF2B5EF4-FFF2-40B4-BE49-F238E27FC236}">
                <a16:creationId xmlns:a16="http://schemas.microsoft.com/office/drawing/2014/main" id="{3BAC4348-B8BB-E69B-E197-7B5B8B4EF1F3}"/>
              </a:ext>
            </a:extLst>
          </p:cNvPr>
          <p:cNvPicPr>
            <a:picLocks noChangeAspect="1"/>
          </p:cNvPicPr>
          <p:nvPr/>
        </p:nvPicPr>
        <p:blipFill>
          <a:blip r:embed="rId45">
            <a:extLst>
              <a:ext uri="{96DAC541-7B7A-43D3-8B79-37D633B846F1}">
                <asvg:svgBlip xmlns:asvg="http://schemas.microsoft.com/office/drawing/2016/SVG/main" r:embed="rId46"/>
              </a:ext>
            </a:extLst>
          </a:blip>
          <a:srcRect/>
          <a:stretch/>
        </p:blipFill>
        <p:spPr>
          <a:xfrm rot="5400000">
            <a:off x="10097704" y="2163762"/>
            <a:ext cx="5409405" cy="1081881"/>
          </a:xfrm>
          <a:prstGeom prst="rect">
            <a:avLst/>
          </a:prstGeom>
        </p:spPr>
      </p:pic>
    </p:spTree>
    <p:extLst>
      <p:ext uri="{BB962C8B-B14F-4D97-AF65-F5344CB8AC3E}">
        <p14:creationId xmlns:p14="http://schemas.microsoft.com/office/powerpoint/2010/main" val="3275542305"/>
      </p:ext>
    </p:extLst>
  </p:cSld>
  <p:clrMap bg1="lt1" tx1="dk1" bg2="lt2" tx2="dk2" accent1="accent1" accent2="accent2" accent3="accent3" accent4="accent4" accent5="accent5" accent6="accent6" hlink="hlink" folHlink="folHlink"/>
  <p:sldLayoutIdLst>
    <p:sldLayoutId id="2147484075" r:id="rId1"/>
    <p:sldLayoutId id="2147484076" r:id="rId2"/>
    <p:sldLayoutId id="2147484077" r:id="rId3"/>
    <p:sldLayoutId id="2147484078" r:id="rId4"/>
    <p:sldLayoutId id="2147484079" r:id="rId5"/>
    <p:sldLayoutId id="2147484080" r:id="rId6"/>
    <p:sldLayoutId id="2147484081" r:id="rId7"/>
    <p:sldLayoutId id="2147484082" r:id="rId8"/>
    <p:sldLayoutId id="2147484083" r:id="rId9"/>
    <p:sldLayoutId id="2147484084" r:id="rId10"/>
    <p:sldLayoutId id="2147484085" r:id="rId11"/>
    <p:sldLayoutId id="2147484086" r:id="rId12"/>
    <p:sldLayoutId id="2147484087" r:id="rId13"/>
    <p:sldLayoutId id="2147484088" r:id="rId14"/>
    <p:sldLayoutId id="2147484089" r:id="rId15"/>
    <p:sldLayoutId id="2147484090" r:id="rId16"/>
    <p:sldLayoutId id="2147484091" r:id="rId17"/>
    <p:sldLayoutId id="2147484092" r:id="rId18"/>
    <p:sldLayoutId id="2147484093" r:id="rId19"/>
    <p:sldLayoutId id="2147484094" r:id="rId20"/>
    <p:sldLayoutId id="2147484095" r:id="rId21"/>
    <p:sldLayoutId id="2147484096" r:id="rId22"/>
    <p:sldLayoutId id="2147484097" r:id="rId23"/>
    <p:sldLayoutId id="2147484098" r:id="rId24"/>
    <p:sldLayoutId id="2147484099" r:id="rId25"/>
    <p:sldLayoutId id="2147484100" r:id="rId26"/>
    <p:sldLayoutId id="2147484101" r:id="rId27"/>
    <p:sldLayoutId id="2147484102" r:id="rId28"/>
    <p:sldLayoutId id="2147484103" r:id="rId29"/>
    <p:sldLayoutId id="2147484104" r:id="rId30"/>
    <p:sldLayoutId id="2147484105" r:id="rId31"/>
    <p:sldLayoutId id="2147484106" r:id="rId32"/>
    <p:sldLayoutId id="2147484107" r:id="rId33"/>
    <p:sldLayoutId id="2147484108" r:id="rId34"/>
    <p:sldLayoutId id="2147484109" r:id="rId35"/>
    <p:sldLayoutId id="2147484110" r:id="rId36"/>
    <p:sldLayoutId id="2147484111" r:id="rId37"/>
    <p:sldLayoutId id="2147484112" r:id="rId38"/>
    <p:sldLayoutId id="2147484113" r:id="rId39"/>
    <p:sldLayoutId id="2147484114" r:id="rId40"/>
    <p:sldLayoutId id="2147484115" r:id="rId41"/>
    <p:sldLayoutId id="2147484116" r:id="rId42"/>
    <p:sldLayoutId id="2147484117" r:id="rId4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7368">
          <p15:clr>
            <a:srgbClr val="F26B43"/>
          </p15:clr>
        </p15:guide>
        <p15:guide id="4" orient="horz" pos="2160">
          <p15:clr>
            <a:srgbClr val="F26B43"/>
          </p15:clr>
        </p15:guide>
        <p15:guide id="5" orient="horz" pos="432">
          <p15:clr>
            <a:srgbClr val="F26B43"/>
          </p15:clr>
        </p15:guide>
        <p15:guide id="6" orient="horz" pos="3960">
          <p15:clr>
            <a:srgbClr val="F26B43"/>
          </p15:clr>
        </p15:guide>
        <p15:guide id="7" orient="horz" pos="1104">
          <p15:clr>
            <a:srgbClr val="F26B43"/>
          </p15:clr>
        </p15:guide>
        <p15:guide id="8" orient="horz" pos="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3.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10.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8" Type="http://schemas.openxmlformats.org/officeDocument/2006/relationships/image" Target="../media/image150.svg"/><Relationship Id="rId13" Type="http://schemas.openxmlformats.org/officeDocument/2006/relationships/image" Target="../media/image155.png"/><Relationship Id="rId18" Type="http://schemas.openxmlformats.org/officeDocument/2006/relationships/image" Target="../media/image160.png"/><Relationship Id="rId3" Type="http://schemas.openxmlformats.org/officeDocument/2006/relationships/image" Target="../media/image145.png"/><Relationship Id="rId21" Type="http://schemas.openxmlformats.org/officeDocument/2006/relationships/image" Target="../media/image163.png"/><Relationship Id="rId7" Type="http://schemas.openxmlformats.org/officeDocument/2006/relationships/image" Target="../media/image149.png"/><Relationship Id="rId12" Type="http://schemas.openxmlformats.org/officeDocument/2006/relationships/image" Target="../media/image154.svg"/><Relationship Id="rId17" Type="http://schemas.openxmlformats.org/officeDocument/2006/relationships/image" Target="../media/image159.png"/><Relationship Id="rId2" Type="http://schemas.openxmlformats.org/officeDocument/2006/relationships/notesSlide" Target="../notesSlides/notesSlide3.xml"/><Relationship Id="rId16" Type="http://schemas.openxmlformats.org/officeDocument/2006/relationships/image" Target="../media/image158.svg"/><Relationship Id="rId20" Type="http://schemas.openxmlformats.org/officeDocument/2006/relationships/image" Target="../media/image162.png"/><Relationship Id="rId1" Type="http://schemas.openxmlformats.org/officeDocument/2006/relationships/slideLayout" Target="../slideLayouts/slideLayout74.xml"/><Relationship Id="rId6" Type="http://schemas.openxmlformats.org/officeDocument/2006/relationships/image" Target="../media/image148.svg"/><Relationship Id="rId11" Type="http://schemas.openxmlformats.org/officeDocument/2006/relationships/image" Target="../media/image153.png"/><Relationship Id="rId5" Type="http://schemas.openxmlformats.org/officeDocument/2006/relationships/image" Target="../media/image147.png"/><Relationship Id="rId15" Type="http://schemas.openxmlformats.org/officeDocument/2006/relationships/image" Target="../media/image157.png"/><Relationship Id="rId23" Type="http://schemas.openxmlformats.org/officeDocument/2006/relationships/image" Target="../media/image164.png"/><Relationship Id="rId10" Type="http://schemas.openxmlformats.org/officeDocument/2006/relationships/image" Target="../media/image152.svg"/><Relationship Id="rId19" Type="http://schemas.openxmlformats.org/officeDocument/2006/relationships/image" Target="../media/image161.svg"/><Relationship Id="rId4" Type="http://schemas.openxmlformats.org/officeDocument/2006/relationships/image" Target="../media/image146.svg"/><Relationship Id="rId9" Type="http://schemas.openxmlformats.org/officeDocument/2006/relationships/image" Target="../media/image151.png"/><Relationship Id="rId14" Type="http://schemas.openxmlformats.org/officeDocument/2006/relationships/image" Target="../media/image156.svg"/><Relationship Id="rId22" Type="http://schemas.openxmlformats.org/officeDocument/2006/relationships/image" Target="../media/image10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4.xml"/></Relationships>
</file>

<file path=ppt/slides/_rels/slide6.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5.xml"/><Relationship Id="rId1" Type="http://schemas.openxmlformats.org/officeDocument/2006/relationships/slideLayout" Target="../slideLayouts/slideLayout74.xml"/><Relationship Id="rId4" Type="http://schemas.openxmlformats.org/officeDocument/2006/relationships/hyperlink" Target="https://support.microsoft.com/en-us/topic/standard-versus-priority-access-in-microsoft-365-copilot-chat-12c8d9f8-db32-4f99-8ebe-d8d85879137f#bkmk_standard_priority_acces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6.xml"/><Relationship Id="rId1" Type="http://schemas.openxmlformats.org/officeDocument/2006/relationships/slideLayout" Target="../slideLayouts/slideLayout74.xml"/><Relationship Id="rId5" Type="http://schemas.openxmlformats.org/officeDocument/2006/relationships/image" Target="../media/image168.jpeg"/><Relationship Id="rId4" Type="http://schemas.openxmlformats.org/officeDocument/2006/relationships/image" Target="../media/image167.jpeg"/></Relationships>
</file>

<file path=ppt/slides/_rels/slide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7.xml"/><Relationship Id="rId1" Type="http://schemas.openxmlformats.org/officeDocument/2006/relationships/slideLayout" Target="../slideLayouts/slideLayout74.xml"/></Relationships>
</file>

<file path=ppt/slides/_rels/slide9.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8.xml"/><Relationship Id="rId1" Type="http://schemas.openxmlformats.org/officeDocument/2006/relationships/slideLayout" Target="../slideLayouts/slideLayout74.xml"/></Relationships>
</file>

<file path=ppt/slides/_rels/slide10.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9.xml"/><Relationship Id="rId1" Type="http://schemas.openxmlformats.org/officeDocument/2006/relationships/slideLayout" Target="../slideLayouts/slideLayout74.xml"/></Relationships>
</file>

<file path=ppt/slides/_rels/slide11.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165.png"/><Relationship Id="rId7" Type="http://schemas.openxmlformats.org/officeDocument/2006/relationships/image" Target="../media/image175.png"/><Relationship Id="rId12" Type="http://schemas.openxmlformats.org/officeDocument/2006/relationships/image" Target="../media/image180.svg"/><Relationship Id="rId2" Type="http://schemas.openxmlformats.org/officeDocument/2006/relationships/notesSlide" Target="../notesSlides/notesSlide10.xml"/><Relationship Id="rId1" Type="http://schemas.openxmlformats.org/officeDocument/2006/relationships/slideLayout" Target="../slideLayouts/slideLayout74.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sv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9.xml"/></Relationships>
</file>

<file path=ppt/slides/_rels/slide13.xml.rels><?xml version="1.0" encoding="UTF-8" standalone="yes"?>
<Relationships xmlns="http://schemas.openxmlformats.org/package/2006/relationships"><Relationship Id="rId3" Type="http://schemas.openxmlformats.org/officeDocument/2006/relationships/image" Target="../media/image181.png"/><Relationship Id="rId7" Type="http://schemas.openxmlformats.org/officeDocument/2006/relationships/image" Target="../media/image185.svg"/><Relationship Id="rId2" Type="http://schemas.openxmlformats.org/officeDocument/2006/relationships/notesSlide" Target="../notesSlides/notesSlide11.xml"/><Relationship Id="rId1" Type="http://schemas.openxmlformats.org/officeDocument/2006/relationships/slideLayout" Target="../slideLayouts/slideLayout405.xml"/><Relationship Id="rId6" Type="http://schemas.openxmlformats.org/officeDocument/2006/relationships/image" Target="../media/image184.png"/><Relationship Id="rId5" Type="http://schemas.openxmlformats.org/officeDocument/2006/relationships/image" Target="../media/image183.svg"/><Relationship Id="rId4" Type="http://schemas.openxmlformats.org/officeDocument/2006/relationships/image" Target="../media/image18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3.xml"/></Relationships>
</file>

<file path=ppt/slides/_rels/slide1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3.xml"/><Relationship Id="rId1" Type="http://schemas.openxmlformats.org/officeDocument/2006/relationships/slideLayout" Target="../slideLayouts/slideLayout443.xml"/><Relationship Id="rId4" Type="http://schemas.openxmlformats.org/officeDocument/2006/relationships/image" Target="../media/image186.svg"/></Relationships>
</file>

<file path=ppt/slides/_rels/slide16.xml.rels><?xml version="1.0" encoding="UTF-8" standalone="yes"?>
<Relationships xmlns="http://schemas.openxmlformats.org/package/2006/relationships"><Relationship Id="rId3" Type="http://schemas.openxmlformats.org/officeDocument/2006/relationships/hyperlink" Target="https://aka.ms/Copilot/OversharingBlueprintLearn" TargetMode="External"/><Relationship Id="rId2" Type="http://schemas.openxmlformats.org/officeDocument/2006/relationships/notesSlide" Target="../notesSlides/notesSlide14.xml"/><Relationship Id="rId1" Type="http://schemas.openxmlformats.org/officeDocument/2006/relationships/slideLayout" Target="../slideLayouts/slideLayout44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442.xml"/><Relationship Id="rId5" Type="http://schemas.openxmlformats.org/officeDocument/2006/relationships/image" Target="../media/image188.svg"/><Relationship Id="rId4" Type="http://schemas.openxmlformats.org/officeDocument/2006/relationships/image" Target="../media/image18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42.xml"/><Relationship Id="rId1" Type="http://schemas.openxmlformats.org/officeDocument/2006/relationships/tags" Target="../tags/tag4.xml"/><Relationship Id="rId6" Type="http://schemas.openxmlformats.org/officeDocument/2006/relationships/image" Target="../media/image191.jpeg"/><Relationship Id="rId5" Type="http://schemas.openxmlformats.org/officeDocument/2006/relationships/image" Target="../media/image190.svg"/><Relationship Id="rId4" Type="http://schemas.openxmlformats.org/officeDocument/2006/relationships/image" Target="../media/image18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42.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88.svg"/><Relationship Id="rId5" Type="http://schemas.openxmlformats.org/officeDocument/2006/relationships/image" Target="../media/image187.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tags" Target="../tags/tag9.xml"/><Relationship Id="rId7" Type="http://schemas.openxmlformats.org/officeDocument/2006/relationships/image" Target="../media/image193.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92.png"/><Relationship Id="rId5" Type="http://schemas.openxmlformats.org/officeDocument/2006/relationships/notesSlide" Target="../notesSlides/notesSlide18.xml"/><Relationship Id="rId4" Type="http://schemas.openxmlformats.org/officeDocument/2006/relationships/slideLayout" Target="../slideLayouts/slideLayout442.xml"/><Relationship Id="rId9" Type="http://schemas.openxmlformats.org/officeDocument/2006/relationships/image" Target="../media/image18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42.xml"/><Relationship Id="rId1" Type="http://schemas.openxmlformats.org/officeDocument/2006/relationships/tags" Target="../tags/tag10.xml"/><Relationship Id="rId6" Type="http://schemas.openxmlformats.org/officeDocument/2006/relationships/image" Target="../media/image181.png"/><Relationship Id="rId5" Type="http://schemas.openxmlformats.org/officeDocument/2006/relationships/image" Target="../media/image188.svg"/><Relationship Id="rId4" Type="http://schemas.openxmlformats.org/officeDocument/2006/relationships/image" Target="../media/image187.png"/></Relationships>
</file>

<file path=ppt/slides/_rels/slide22.xml.rels><?xml version="1.0" encoding="UTF-8" standalone="yes"?>
<Relationships xmlns="http://schemas.openxmlformats.org/package/2006/relationships"><Relationship Id="rId8" Type="http://schemas.openxmlformats.org/officeDocument/2006/relationships/image" Target="../media/image200.svg"/><Relationship Id="rId3" Type="http://schemas.openxmlformats.org/officeDocument/2006/relationships/image" Target="../media/image195.png"/><Relationship Id="rId7" Type="http://schemas.openxmlformats.org/officeDocument/2006/relationships/image" Target="../media/image199.png"/><Relationship Id="rId2" Type="http://schemas.openxmlformats.org/officeDocument/2006/relationships/notesSlide" Target="../notesSlides/notesSlide20.xml"/><Relationship Id="rId1" Type="http://schemas.openxmlformats.org/officeDocument/2006/relationships/slideLayout" Target="../slideLayouts/slideLayout442.xml"/><Relationship Id="rId6" Type="http://schemas.openxmlformats.org/officeDocument/2006/relationships/image" Target="../media/image198.svg"/><Relationship Id="rId5" Type="http://schemas.openxmlformats.org/officeDocument/2006/relationships/image" Target="../media/image197.png"/><Relationship Id="rId4" Type="http://schemas.openxmlformats.org/officeDocument/2006/relationships/image" Target="../media/image196.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879E667-2FF1-36BA-DA43-C38282814CEE}"/>
              </a:ext>
            </a:extLst>
          </p:cNvPr>
          <p:cNvSpPr>
            <a:spLocks noGrp="1"/>
          </p:cNvSpPr>
          <p:nvPr>
            <p:ph type="title"/>
          </p:nvPr>
        </p:nvSpPr>
        <p:spPr>
          <a:xfrm>
            <a:off x="525260" y="1384718"/>
            <a:ext cx="4769853" cy="2646878"/>
          </a:xfrm>
        </p:spPr>
        <p:txBody>
          <a:bodyPr wrap="square" lIns="0" tIns="0" rIns="0" bIns="0">
            <a:spAutoFit/>
          </a:bodyPr>
          <a:lstStyle/>
          <a:p>
            <a:br>
              <a:rPr lang="en-US" sz="2800" dirty="0"/>
            </a:br>
            <a:r>
              <a:rPr lang="en-US" sz="3600" dirty="0"/>
              <a:t>Accelerate AI transformation with Microsoft 365 Copilot + agents</a:t>
            </a:r>
          </a:p>
        </p:txBody>
      </p:sp>
      <p:sp>
        <p:nvSpPr>
          <p:cNvPr id="2" name="Text Placeholder 6">
            <a:extLst>
              <a:ext uri="{FF2B5EF4-FFF2-40B4-BE49-F238E27FC236}">
                <a16:creationId xmlns:a16="http://schemas.microsoft.com/office/drawing/2014/main" id="{672EBB1B-5552-5AAA-FBA6-F95FBAC1ECC4}"/>
              </a:ext>
            </a:extLst>
          </p:cNvPr>
          <p:cNvSpPr txBox="1">
            <a:spLocks/>
          </p:cNvSpPr>
          <p:nvPr/>
        </p:nvSpPr>
        <p:spPr>
          <a:xfrm>
            <a:off x="525260" y="4800600"/>
            <a:ext cx="4078638" cy="3077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cs typeface="Segoe UI"/>
              </a:rPr>
              <a:t>Last update, November 2025</a:t>
            </a:r>
          </a:p>
        </p:txBody>
      </p:sp>
    </p:spTree>
    <p:extLst>
      <p:ext uri="{BB962C8B-B14F-4D97-AF65-F5344CB8AC3E}">
        <p14:creationId xmlns:p14="http://schemas.microsoft.com/office/powerpoint/2010/main" val="258736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path" presetSubtype="0" decel="100000" fill="hold" grpId="1" nodeType="withEffect">
                                  <p:stCondLst>
                                    <p:cond delay="0"/>
                                  </p:stCondLst>
                                  <p:childTnLst>
                                    <p:animMotion origin="layout" path="M 1.45833E-6 -2.22222E-6 L 1.45833E-6 0.03588 " pathEditMode="relative" rAng="0" ptsTypes="AA">
                                      <p:cBhvr>
                                        <p:cTn id="9" dur="700" spd="-100000" fill="hold"/>
                                        <p:tgtEl>
                                          <p:spTgt spid="6"/>
                                        </p:tgtEl>
                                        <p:attrNameLst>
                                          <p:attrName>ppt_x</p:attrName>
                                          <p:attrName>ppt_y</p:attrName>
                                        </p:attrNameLst>
                                      </p:cBhvr>
                                      <p:rCtr x="0" y="178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B8884-FC33-52B0-056C-A1B1365BD086}"/>
            </a:ext>
          </a:extLst>
        </p:cNvPr>
        <p:cNvGrpSpPr/>
        <p:nvPr/>
      </p:nvGrpSpPr>
      <p:grpSpPr>
        <a:xfrm>
          <a:off x="0" y="0"/>
          <a:ext cx="0" cy="0"/>
          <a:chOff x="0" y="0"/>
          <a:chExt cx="0" cy="0"/>
        </a:xfrm>
      </p:grpSpPr>
      <p:sp>
        <p:nvSpPr>
          <p:cNvPr id="97" name="Rectangle: Rounded Corners 96">
            <a:extLst>
              <a:ext uri="{FF2B5EF4-FFF2-40B4-BE49-F238E27FC236}">
                <a16:creationId xmlns:a16="http://schemas.microsoft.com/office/drawing/2014/main" id="{14390D8B-4738-9022-6AA0-5BFD82AF3C4B}"/>
              </a:ext>
              <a:ext uri="{C183D7F6-B498-43B3-948B-1728B52AA6E4}">
                <adec:decorative xmlns:adec="http://schemas.microsoft.com/office/drawing/2017/decorative" val="1"/>
              </a:ext>
            </a:extLst>
          </p:cNvPr>
          <p:cNvSpPr>
            <a:spLocks/>
          </p:cNvSpPr>
          <p:nvPr/>
        </p:nvSpPr>
        <p:spPr>
          <a:xfrm>
            <a:off x="771913" y="1371600"/>
            <a:ext cx="10831822" cy="4746171"/>
          </a:xfrm>
          <a:prstGeom prst="roundRect">
            <a:avLst>
              <a:gd name="adj" fmla="val 2547"/>
            </a:avLst>
          </a:prstGeom>
          <a:solidFill>
            <a:srgbClr val="FFFFFF">
              <a:alpha val="64000"/>
            </a:srgbClr>
          </a:solidFill>
          <a:ln w="6350">
            <a:gradFill flip="none" rotWithShape="1">
              <a:gsLst>
                <a:gs pos="0">
                  <a:srgbClr val="0078D4"/>
                </a:gs>
                <a:gs pos="43000">
                  <a:srgbClr val="8661C5"/>
                </a:gs>
                <a:gs pos="100000">
                  <a:srgbClr val="C03BC4"/>
                </a:gs>
              </a:gsLst>
              <a:lin ang="2700000" scaled="1"/>
              <a:tileRect/>
            </a:grad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1" name="Title 1">
            <a:extLst>
              <a:ext uri="{FF2B5EF4-FFF2-40B4-BE49-F238E27FC236}">
                <a16:creationId xmlns:a16="http://schemas.microsoft.com/office/drawing/2014/main" id="{FD435557-FD83-5A0E-34CD-0709E3A1CCAD}"/>
              </a:ext>
            </a:extLst>
          </p:cNvPr>
          <p:cNvSpPr txBox="1">
            <a:spLocks/>
          </p:cNvSpPr>
          <p:nvPr/>
        </p:nvSpPr>
        <p:spPr>
          <a:xfrm>
            <a:off x="771914" y="463230"/>
            <a:ext cx="10831821" cy="553998"/>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1031601" rtl="0" eaLnBrk="1" fontAlgn="base" latinLnBrk="0" hangingPunct="1">
              <a:lnSpc>
                <a:spcPct val="100000"/>
              </a:lnSpc>
              <a:spcBef>
                <a:spcPct val="0"/>
              </a:spcBef>
              <a:spcAft>
                <a:spcPct val="0"/>
              </a:spcAft>
              <a:buClrTx/>
              <a:buSzTx/>
              <a:buFontTx/>
              <a:buNone/>
              <a:tabLst/>
              <a:defRPr/>
            </a:pPr>
            <a:r>
              <a:rPr lang="en-US" dirty="0">
                <a:solidFill>
                  <a:schemeClr val="tx1"/>
                </a:solidFill>
                <a:latin typeface="+mj-lt"/>
                <a:cs typeface="Segoe Sans Display" pitchFamily="2" charset="0"/>
              </a:rPr>
              <a:t>The small business reality…</a:t>
            </a:r>
          </a:p>
        </p:txBody>
      </p:sp>
      <p:sp>
        <p:nvSpPr>
          <p:cNvPr id="12" name="Label">
            <a:extLst>
              <a:ext uri="{FF2B5EF4-FFF2-40B4-BE49-F238E27FC236}">
                <a16:creationId xmlns:a16="http://schemas.microsoft.com/office/drawing/2014/main" id="{DBA6C0E8-0F2E-6F4A-C4F1-EE776DBC0E2D}"/>
              </a:ext>
            </a:extLst>
          </p:cNvPr>
          <p:cNvSpPr txBox="1">
            <a:spLocks/>
          </p:cNvSpPr>
          <p:nvPr/>
        </p:nvSpPr>
        <p:spPr>
          <a:xfrm>
            <a:off x="1332803" y="2725157"/>
            <a:ext cx="2425326" cy="923330"/>
          </a:xfrm>
          <a:prstGeom prst="rect">
            <a:avLst/>
          </a:prstGeom>
          <a:noFill/>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Arial" panose="020B0604020202020204" pitchFamily="34" charset="0"/>
              <a:buNone/>
              <a:tabLst/>
              <a:defRPr sz="2000" spc="0" baseline="0">
                <a:latin typeface="Segoe Pro Light" panose="020B0302040504020203" pitchFamily="34" charset="0"/>
                <a:cs typeface="Segoe UI Semilight" panose="020B0402040204020203" pitchFamily="34" charset="0"/>
              </a:defRPr>
            </a:lvl1pPr>
            <a:lvl2pPr marL="265176" marR="0" indent="-128016"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1989819"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6000" b="1" i="0" u="none" strike="noStrike" kern="1200" cap="none" spc="0" normalizeH="0" baseline="0" noProof="0" dirty="0">
                <a:ln>
                  <a:noFill/>
                </a:ln>
                <a:gradFill>
                  <a:gsLst>
                    <a:gs pos="4000">
                      <a:srgbClr val="F65567"/>
                    </a:gs>
                    <a:gs pos="29000">
                      <a:srgbClr val="AC35AF"/>
                    </a:gs>
                    <a:gs pos="58000">
                      <a:srgbClr val="0A6BBA"/>
                    </a:gs>
                    <a:gs pos="84000">
                      <a:srgbClr val="318581"/>
                    </a:gs>
                  </a:gsLst>
                  <a:lin ang="18900000" scaled="1"/>
                </a:gradFill>
                <a:effectLst/>
                <a:uLnTx/>
                <a:uFillTx/>
                <a:latin typeface="Segoe Sans Display Semibold" pitchFamily="2" charset="0"/>
                <a:ea typeface="+mn-ea"/>
                <a:cs typeface="Segoe Sans Display Semibold" pitchFamily="2" charset="0"/>
              </a:rPr>
              <a:t>53%</a:t>
            </a:r>
            <a:endParaRPr kumimoji="0" lang="en-US" sz="1600" b="1" i="0" u="none" strike="noStrike" kern="1200" cap="none" spc="0" normalizeH="0" baseline="0" noProof="0" dirty="0">
              <a:ln>
                <a:noFill/>
              </a:ln>
              <a:gradFill>
                <a:gsLst>
                  <a:gs pos="4000">
                    <a:srgbClr val="F65567"/>
                  </a:gs>
                  <a:gs pos="29000">
                    <a:srgbClr val="AC35AF"/>
                  </a:gs>
                  <a:gs pos="58000">
                    <a:srgbClr val="0A6BBA"/>
                  </a:gs>
                  <a:gs pos="84000">
                    <a:srgbClr val="318581"/>
                  </a:gs>
                </a:gsLst>
                <a:lin ang="18900000" scaled="1"/>
              </a:gradFill>
              <a:effectLst/>
              <a:uLnTx/>
              <a:uFillTx/>
              <a:latin typeface="Segoe Sans Display Semibold" pitchFamily="2" charset="0"/>
              <a:ea typeface="+mn-ea"/>
              <a:cs typeface="Segoe Sans Display Semibold" pitchFamily="2" charset="0"/>
            </a:endParaRPr>
          </a:p>
        </p:txBody>
      </p:sp>
      <p:sp>
        <p:nvSpPr>
          <p:cNvPr id="13" name="Label">
            <a:extLst>
              <a:ext uri="{FF2B5EF4-FFF2-40B4-BE49-F238E27FC236}">
                <a16:creationId xmlns:a16="http://schemas.microsoft.com/office/drawing/2014/main" id="{EFB2A293-47A3-BD39-F158-7F7A25596874}"/>
              </a:ext>
            </a:extLst>
          </p:cNvPr>
          <p:cNvSpPr txBox="1">
            <a:spLocks/>
          </p:cNvSpPr>
          <p:nvPr/>
        </p:nvSpPr>
        <p:spPr>
          <a:xfrm>
            <a:off x="1283099" y="3935210"/>
            <a:ext cx="2717269" cy="664797"/>
          </a:xfrm>
          <a:prstGeom prst="rect">
            <a:avLst/>
          </a:prstGeom>
          <a:noFill/>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Arial" panose="020B0604020202020204" pitchFamily="34" charset="0"/>
              <a:buNone/>
              <a:tabLst/>
              <a:defRPr sz="2000" spc="0" baseline="0">
                <a:latin typeface="Segoe Pro Light" panose="020B0302040504020203" pitchFamily="34" charset="0"/>
                <a:cs typeface="Segoe UI Semilight" panose="020B0402040204020203" pitchFamily="34" charset="0"/>
              </a:defRPr>
            </a:lvl1pPr>
            <a:lvl2pPr marL="265176" marR="0" indent="-128016"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1989819" rtl="0" eaLnBrk="1" fontAlgn="auto" latinLnBrk="0" hangingPunct="1">
              <a:lnSpc>
                <a:spcPct val="90000"/>
              </a:lnSpc>
              <a:spcBef>
                <a:spcPts val="0"/>
              </a:spcBef>
              <a:spcAft>
                <a:spcPts val="0"/>
              </a:spcAft>
              <a:buClrTx/>
              <a:buSzPct val="90000"/>
              <a:buFont typeface="Arial" panose="020B0604020202020204" pitchFamily="34" charset="0"/>
              <a:buNone/>
              <a:tabLst/>
              <a:defRPr/>
            </a:pPr>
            <a:r>
              <a:rPr kumimoji="0" lang="en-US" sz="1600" b="1" i="0" u="none" strike="noStrike" kern="1200" cap="none" spc="0" normalizeH="0" baseline="0" noProof="0" dirty="0">
                <a:ln>
                  <a:noFill/>
                </a:ln>
                <a:solidFill>
                  <a:srgbClr val="091F2C"/>
                </a:solidFill>
                <a:effectLst/>
                <a:uLnTx/>
                <a:uFillTx/>
                <a:latin typeface="Segoe Sans Display Semibold" pitchFamily="2" charset="0"/>
                <a:ea typeface="+mn-ea"/>
                <a:cs typeface="Segoe Sans Display Semibold" pitchFamily="2" charset="0"/>
              </a:rPr>
              <a:t>Say they don’t have enough time or energy to keep up with work</a:t>
            </a:r>
            <a:r>
              <a:rPr kumimoji="0" lang="en-US" sz="1600" b="1" i="0" u="none" strike="noStrike" kern="1200" cap="none" spc="0" normalizeH="0" baseline="30000" noProof="0" dirty="0">
                <a:ln>
                  <a:noFill/>
                </a:ln>
                <a:solidFill>
                  <a:srgbClr val="091F2C"/>
                </a:solidFill>
                <a:effectLst/>
                <a:uLnTx/>
                <a:uFillTx/>
                <a:latin typeface="Segoe Sans Display Semibold" pitchFamily="2" charset="0"/>
                <a:ea typeface="+mn-ea"/>
                <a:cs typeface="Segoe Sans Display Semibold" pitchFamily="2" charset="0"/>
              </a:rPr>
              <a:t>1</a:t>
            </a:r>
            <a:r>
              <a:rPr kumimoji="0" lang="en-US" sz="1600" b="1" i="0" u="none" strike="noStrike" kern="1200" cap="none" spc="0" normalizeH="0" baseline="0" noProof="0" dirty="0">
                <a:ln>
                  <a:noFill/>
                </a:ln>
                <a:solidFill>
                  <a:srgbClr val="091F2C"/>
                </a:solidFill>
                <a:effectLst/>
                <a:uLnTx/>
                <a:uFillTx/>
                <a:latin typeface="Segoe Sans Display Semibold" pitchFamily="2" charset="0"/>
                <a:ea typeface="+mn-ea"/>
                <a:cs typeface="Segoe Sans Display Semibold" pitchFamily="2" charset="0"/>
              </a:rPr>
              <a:t> </a:t>
            </a:r>
          </a:p>
        </p:txBody>
      </p:sp>
      <p:graphicFrame>
        <p:nvGraphicFramePr>
          <p:cNvPr id="14" name="Chart 13">
            <a:extLst>
              <a:ext uri="{FF2B5EF4-FFF2-40B4-BE49-F238E27FC236}">
                <a16:creationId xmlns:a16="http://schemas.microsoft.com/office/drawing/2014/main" id="{DBC3B3CE-AF96-F576-5972-92C599C959B9}"/>
              </a:ext>
              <a:ext uri="{C183D7F6-B498-43B3-948B-1728B52AA6E4}">
                <adec:decorative xmlns:adec="http://schemas.microsoft.com/office/drawing/2017/decorative" val="1"/>
              </a:ext>
            </a:extLst>
          </p:cNvPr>
          <p:cNvGraphicFramePr/>
          <p:nvPr/>
        </p:nvGraphicFramePr>
        <p:xfrm>
          <a:off x="2938748" y="1530258"/>
          <a:ext cx="6314505" cy="3313128"/>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a:extLst>
              <a:ext uri="{FF2B5EF4-FFF2-40B4-BE49-F238E27FC236}">
                <a16:creationId xmlns:a16="http://schemas.microsoft.com/office/drawing/2014/main" id="{589B7D74-3EDA-7F69-6A79-1E983E5E7E77}"/>
              </a:ext>
            </a:extLst>
          </p:cNvPr>
          <p:cNvSpPr txBox="1"/>
          <p:nvPr/>
        </p:nvSpPr>
        <p:spPr>
          <a:xfrm>
            <a:off x="257188" y="6322655"/>
            <a:ext cx="2151230" cy="369332"/>
          </a:xfrm>
          <a:prstGeom prst="rect">
            <a:avLst/>
          </a:prstGeom>
          <a:noFill/>
        </p:spPr>
        <p:txBody>
          <a:bodyPr wrap="none" lIns="0" tIns="0" rIns="0" bIns="0" rtlCol="0">
            <a:spAutoFit/>
          </a:bodyPr>
          <a:lstStyle>
            <a:defPPr>
              <a:defRPr lang="en-US"/>
            </a:defPPr>
            <a:lvl1pPr algn="ctr">
              <a:defRPr sz="2000">
                <a:solidFill>
                  <a:srgbClr val="B1B3B3"/>
                </a:solidFill>
                <a:latin typeface="Segoe UI Variable Display"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1</a:t>
            </a:r>
            <a:r>
              <a:rPr kumimoji="0" lang="en-US" sz="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Source: 2025 Work Trend Index Annual Report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2</a:t>
            </a:r>
            <a:r>
              <a:rPr kumimoji="0" lang="en-US" sz="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Source: 2025 Work Trend Index Annual Report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6" name="Label">
            <a:extLst>
              <a:ext uri="{FF2B5EF4-FFF2-40B4-BE49-F238E27FC236}">
                <a16:creationId xmlns:a16="http://schemas.microsoft.com/office/drawing/2014/main" id="{CE4B1821-2B2D-8AB9-3E25-B4462F362A74}"/>
              </a:ext>
            </a:extLst>
          </p:cNvPr>
          <p:cNvSpPr txBox="1">
            <a:spLocks/>
          </p:cNvSpPr>
          <p:nvPr/>
        </p:nvSpPr>
        <p:spPr>
          <a:xfrm>
            <a:off x="8433869" y="3688488"/>
            <a:ext cx="2425326" cy="886397"/>
          </a:xfrm>
          <a:prstGeom prst="rect">
            <a:avLst/>
          </a:prstGeom>
          <a:noFill/>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Arial" panose="020B0604020202020204" pitchFamily="34" charset="0"/>
              <a:buNone/>
              <a:tabLst/>
              <a:defRPr sz="2000" spc="0" baseline="0">
                <a:latin typeface="Segoe Pro Light" panose="020B0302040504020203" pitchFamily="34" charset="0"/>
                <a:cs typeface="Segoe UI Semilight" panose="020B0402040204020203" pitchFamily="34" charset="0"/>
              </a:defRPr>
            </a:lvl1pPr>
            <a:lvl2pPr marL="265176" marR="0" indent="-128016"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1989819" rtl="0" eaLnBrk="1" fontAlgn="auto" latinLnBrk="0" hangingPunct="1">
              <a:lnSpc>
                <a:spcPct val="90000"/>
              </a:lnSpc>
              <a:spcBef>
                <a:spcPts val="0"/>
              </a:spcBef>
              <a:spcAft>
                <a:spcPts val="0"/>
              </a:spcAft>
              <a:buClrTx/>
              <a:buSzPct val="90000"/>
              <a:buFont typeface="Arial" panose="020B0604020202020204" pitchFamily="34" charset="0"/>
              <a:buNone/>
              <a:tabLst/>
              <a:defRPr/>
            </a:pPr>
            <a:r>
              <a:rPr lang="en-US" sz="1600" b="1" dirty="0">
                <a:solidFill>
                  <a:srgbClr val="091F2C"/>
                </a:solidFill>
                <a:latin typeface="Segoe Sans Display Semibold" pitchFamily="2" charset="0"/>
                <a:cs typeface="Segoe Sans Display Semibold" pitchFamily="2" charset="0"/>
              </a:rPr>
              <a:t>Sa</a:t>
            </a:r>
            <a:r>
              <a:rPr kumimoji="0" lang="en-US" sz="1600" b="1" i="0" u="none" strike="noStrike" kern="1200" cap="none" spc="0" normalizeH="0" baseline="0" noProof="0" dirty="0">
                <a:ln>
                  <a:noFill/>
                </a:ln>
                <a:solidFill>
                  <a:srgbClr val="091F2C"/>
                </a:solidFill>
                <a:effectLst/>
                <a:uLnTx/>
                <a:uFillTx/>
                <a:latin typeface="Segoe Sans Display Semibold" pitchFamily="2" charset="0"/>
                <a:ea typeface="+mn-ea"/>
                <a:cs typeface="Segoe Sans Display Semibold" pitchFamily="2" charset="0"/>
              </a:rPr>
              <a:t>y that their employees are currently bringing their own AI tools to work (BYOAI)</a:t>
            </a:r>
            <a:r>
              <a:rPr kumimoji="0" lang="en-US" sz="1600" b="1" i="0" u="none" strike="noStrike" kern="1200" cap="none" spc="0" normalizeH="0" baseline="30000" noProof="0" dirty="0">
                <a:ln>
                  <a:noFill/>
                </a:ln>
                <a:solidFill>
                  <a:srgbClr val="091F2C"/>
                </a:solidFill>
                <a:effectLst/>
                <a:uLnTx/>
                <a:uFillTx/>
                <a:latin typeface="Segoe Sans Display Semibold" pitchFamily="2" charset="0"/>
                <a:ea typeface="+mn-ea"/>
                <a:cs typeface="Segoe Sans Display Semibold" pitchFamily="2" charset="0"/>
              </a:rPr>
              <a:t>2</a:t>
            </a:r>
          </a:p>
        </p:txBody>
      </p:sp>
      <p:sp>
        <p:nvSpPr>
          <p:cNvPr id="17" name="Label">
            <a:extLst>
              <a:ext uri="{FF2B5EF4-FFF2-40B4-BE49-F238E27FC236}">
                <a16:creationId xmlns:a16="http://schemas.microsoft.com/office/drawing/2014/main" id="{9767926D-027F-3FEB-1FCA-5C898F5D0999}"/>
              </a:ext>
            </a:extLst>
          </p:cNvPr>
          <p:cNvSpPr txBox="1">
            <a:spLocks/>
          </p:cNvSpPr>
          <p:nvPr/>
        </p:nvSpPr>
        <p:spPr>
          <a:xfrm>
            <a:off x="4736966" y="5025319"/>
            <a:ext cx="2717269" cy="886397"/>
          </a:xfrm>
          <a:prstGeom prst="rect">
            <a:avLst/>
          </a:prstGeom>
          <a:noFill/>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Arial" panose="020B0604020202020204" pitchFamily="34" charset="0"/>
              <a:buNone/>
              <a:tabLst/>
              <a:defRPr sz="2000" spc="0" baseline="0">
                <a:latin typeface="Segoe Pro Light" panose="020B0302040504020203" pitchFamily="34" charset="0"/>
                <a:cs typeface="Segoe UI Semilight" panose="020B0402040204020203" pitchFamily="34" charset="0"/>
              </a:defRPr>
            </a:lvl1pPr>
            <a:lvl2pPr marL="265176" marR="0" indent="-128016"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1989819" rtl="0" eaLnBrk="1" fontAlgn="auto" latinLnBrk="0" hangingPunct="1">
              <a:lnSpc>
                <a:spcPct val="90000"/>
              </a:lnSpc>
              <a:spcBef>
                <a:spcPts val="0"/>
              </a:spcBef>
              <a:spcAft>
                <a:spcPts val="0"/>
              </a:spcAft>
              <a:buClrTx/>
              <a:buSzPct val="90000"/>
              <a:buFont typeface="Arial" panose="020B0604020202020204" pitchFamily="34" charset="0"/>
              <a:buNone/>
              <a:tabLst/>
              <a:defRPr/>
            </a:pPr>
            <a:r>
              <a:rPr lang="en-US" sz="1600" b="1" dirty="0">
                <a:solidFill>
                  <a:srgbClr val="091F2C"/>
                </a:solidFill>
                <a:latin typeface="Segoe Sans Display Semibold" pitchFamily="2" charset="0"/>
                <a:cs typeface="Segoe Sans Display Semibold" pitchFamily="2" charset="0"/>
              </a:rPr>
              <a:t>S</a:t>
            </a:r>
            <a:r>
              <a:rPr kumimoji="0" lang="en-US" sz="1600" b="1" i="0" u="none" strike="noStrike" kern="1200" cap="none" spc="0" normalizeH="0" baseline="0" noProof="0" dirty="0">
                <a:ln>
                  <a:noFill/>
                </a:ln>
                <a:solidFill>
                  <a:srgbClr val="091F2C"/>
                </a:solidFill>
                <a:effectLst/>
                <a:uLnTx/>
                <a:uFillTx/>
                <a:latin typeface="Segoe Sans Display Semibold" pitchFamily="2" charset="0"/>
                <a:ea typeface="+mn-ea"/>
                <a:cs typeface="Segoe Sans Display Semibold" pitchFamily="2" charset="0"/>
              </a:rPr>
              <a:t>ay that expanding team capacity through digital labor is a top priority in the next 12-18 months</a:t>
            </a:r>
            <a:r>
              <a:rPr kumimoji="0" lang="en-US" sz="1600" b="1" i="0" u="none" strike="noStrike" kern="1200" cap="none" spc="0" normalizeH="0" baseline="30000" noProof="0" dirty="0">
                <a:ln>
                  <a:noFill/>
                </a:ln>
                <a:solidFill>
                  <a:srgbClr val="091F2C"/>
                </a:solidFill>
                <a:effectLst/>
                <a:uLnTx/>
                <a:uFillTx/>
                <a:latin typeface="Segoe Sans Display Semibold" pitchFamily="2" charset="0"/>
                <a:ea typeface="+mn-ea"/>
                <a:cs typeface="Segoe Sans Display Semibold" pitchFamily="2" charset="0"/>
              </a:rPr>
              <a:t>1</a:t>
            </a:r>
          </a:p>
        </p:txBody>
      </p:sp>
      <p:graphicFrame>
        <p:nvGraphicFramePr>
          <p:cNvPr id="18" name="Chart 17">
            <a:extLst>
              <a:ext uri="{FF2B5EF4-FFF2-40B4-BE49-F238E27FC236}">
                <a16:creationId xmlns:a16="http://schemas.microsoft.com/office/drawing/2014/main" id="{E2C5232F-6AF2-46F3-02C7-B9A98BF6A859}"/>
              </a:ext>
              <a:ext uri="{C183D7F6-B498-43B3-948B-1728B52AA6E4}">
                <adec:decorative xmlns:adec="http://schemas.microsoft.com/office/drawing/2017/decorative" val="1"/>
              </a:ext>
            </a:extLst>
          </p:cNvPr>
          <p:cNvGraphicFramePr/>
          <p:nvPr/>
        </p:nvGraphicFramePr>
        <p:xfrm>
          <a:off x="2938747" y="1534152"/>
          <a:ext cx="6314505" cy="3313128"/>
        </p:xfrm>
        <a:graphic>
          <a:graphicData uri="http://schemas.openxmlformats.org/drawingml/2006/chart">
            <c:chart xmlns:c="http://schemas.openxmlformats.org/drawingml/2006/chart" xmlns:r="http://schemas.openxmlformats.org/officeDocument/2006/relationships" r:id="rId4"/>
          </a:graphicData>
        </a:graphic>
      </p:graphicFrame>
      <p:sp>
        <p:nvSpPr>
          <p:cNvPr id="19" name="Label">
            <a:extLst>
              <a:ext uri="{FF2B5EF4-FFF2-40B4-BE49-F238E27FC236}">
                <a16:creationId xmlns:a16="http://schemas.microsoft.com/office/drawing/2014/main" id="{34996DAB-AC3D-0176-9EDA-4CA6AC868549}"/>
              </a:ext>
            </a:extLst>
          </p:cNvPr>
          <p:cNvSpPr txBox="1">
            <a:spLocks/>
          </p:cNvSpPr>
          <p:nvPr/>
        </p:nvSpPr>
        <p:spPr>
          <a:xfrm>
            <a:off x="4883336" y="2729051"/>
            <a:ext cx="2425326" cy="923330"/>
          </a:xfrm>
          <a:prstGeom prst="rect">
            <a:avLst/>
          </a:prstGeom>
          <a:noFill/>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Arial" panose="020B0604020202020204" pitchFamily="34" charset="0"/>
              <a:buNone/>
              <a:tabLst/>
              <a:defRPr sz="2000" spc="0" baseline="0">
                <a:latin typeface="Segoe Pro Light" panose="020B0302040504020203" pitchFamily="34" charset="0"/>
                <a:cs typeface="Segoe UI Semilight" panose="020B0402040204020203" pitchFamily="34" charset="0"/>
              </a:defRPr>
            </a:lvl1pPr>
            <a:lvl2pPr marL="265176" marR="0" indent="-128016"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1989819"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6000" b="1" i="0" u="none" strike="noStrike" kern="1200" cap="none" spc="0" normalizeH="0" baseline="0" noProof="0">
                <a:ln>
                  <a:noFill/>
                </a:ln>
                <a:gradFill>
                  <a:gsLst>
                    <a:gs pos="4000">
                      <a:srgbClr val="F65567"/>
                    </a:gs>
                    <a:gs pos="29000">
                      <a:srgbClr val="AC35AF"/>
                    </a:gs>
                    <a:gs pos="58000">
                      <a:srgbClr val="0A6BBA"/>
                    </a:gs>
                    <a:gs pos="84000">
                      <a:srgbClr val="318581"/>
                    </a:gs>
                  </a:gsLst>
                  <a:lin ang="18900000" scaled="1"/>
                </a:gradFill>
                <a:effectLst/>
                <a:uLnTx/>
                <a:uFillTx/>
                <a:latin typeface="Segoe Sans Display Semibold" pitchFamily="2" charset="0"/>
                <a:ea typeface="+mn-ea"/>
                <a:cs typeface="Segoe Sans Display Semibold" pitchFamily="2" charset="0"/>
              </a:rPr>
              <a:t>45%</a:t>
            </a:r>
            <a:endParaRPr kumimoji="0" lang="en-US" sz="1600" b="1" i="0" u="none" strike="noStrike" kern="1200" cap="none" spc="0" normalizeH="0" baseline="0" noProof="0">
              <a:ln>
                <a:noFill/>
              </a:ln>
              <a:gradFill>
                <a:gsLst>
                  <a:gs pos="4000">
                    <a:srgbClr val="F65567"/>
                  </a:gs>
                  <a:gs pos="29000">
                    <a:srgbClr val="AC35AF"/>
                  </a:gs>
                  <a:gs pos="58000">
                    <a:srgbClr val="0A6BBA"/>
                  </a:gs>
                  <a:gs pos="84000">
                    <a:srgbClr val="318581"/>
                  </a:gs>
                </a:gsLst>
                <a:lin ang="18900000" scaled="1"/>
              </a:gradFill>
              <a:effectLst/>
              <a:uLnTx/>
              <a:uFillTx/>
              <a:latin typeface="Segoe Sans Display Semibold" pitchFamily="2" charset="0"/>
              <a:ea typeface="+mn-ea"/>
              <a:cs typeface="Segoe Sans Display Semibold" pitchFamily="2" charset="0"/>
            </a:endParaRPr>
          </a:p>
        </p:txBody>
      </p:sp>
      <p:sp>
        <p:nvSpPr>
          <p:cNvPr id="20" name="Label">
            <a:extLst>
              <a:ext uri="{FF2B5EF4-FFF2-40B4-BE49-F238E27FC236}">
                <a16:creationId xmlns:a16="http://schemas.microsoft.com/office/drawing/2014/main" id="{45C2783E-C0F5-F399-AAA2-E76C811A8379}"/>
              </a:ext>
            </a:extLst>
          </p:cNvPr>
          <p:cNvSpPr txBox="1">
            <a:spLocks/>
          </p:cNvSpPr>
          <p:nvPr/>
        </p:nvSpPr>
        <p:spPr>
          <a:xfrm>
            <a:off x="8433869" y="2732944"/>
            <a:ext cx="2425326" cy="923330"/>
          </a:xfrm>
          <a:prstGeom prst="rect">
            <a:avLst/>
          </a:prstGeom>
          <a:noFill/>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Arial" panose="020B0604020202020204" pitchFamily="34" charset="0"/>
              <a:buNone/>
              <a:tabLst/>
              <a:defRPr sz="2000" spc="0" baseline="0">
                <a:latin typeface="Segoe Pro Light" panose="020B0302040504020203" pitchFamily="34" charset="0"/>
                <a:cs typeface="Segoe UI Semilight" panose="020B0402040204020203" pitchFamily="34" charset="0"/>
              </a:defRPr>
            </a:lvl1pPr>
            <a:lvl2pPr marL="265176" marR="0" indent="-128016"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1989819"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6000" b="1" i="0" u="none" strike="noStrike" kern="1200" cap="none" spc="0" normalizeH="0" baseline="0" noProof="0">
                <a:ln>
                  <a:noFill/>
                </a:ln>
                <a:gradFill>
                  <a:gsLst>
                    <a:gs pos="4000">
                      <a:srgbClr val="F65567"/>
                    </a:gs>
                    <a:gs pos="29000">
                      <a:srgbClr val="AC35AF"/>
                    </a:gs>
                    <a:gs pos="58000">
                      <a:srgbClr val="0A6BBA"/>
                    </a:gs>
                    <a:gs pos="84000">
                      <a:srgbClr val="318581"/>
                    </a:gs>
                  </a:gsLst>
                  <a:lin ang="18900000" scaled="1"/>
                </a:gradFill>
                <a:effectLst/>
                <a:uLnTx/>
                <a:uFillTx/>
                <a:latin typeface="Segoe Sans Display Semibold" pitchFamily="2" charset="0"/>
                <a:ea typeface="+mn-ea"/>
                <a:cs typeface="Segoe Sans Display Semibold" pitchFamily="2" charset="0"/>
              </a:rPr>
              <a:t>80%</a:t>
            </a:r>
            <a:endParaRPr kumimoji="0" lang="en-US" sz="1600" b="1" i="0" u="none" strike="noStrike" kern="1200" cap="none" spc="0" normalizeH="0" baseline="0" noProof="0">
              <a:ln>
                <a:noFill/>
              </a:ln>
              <a:gradFill>
                <a:gsLst>
                  <a:gs pos="4000">
                    <a:srgbClr val="F65567"/>
                  </a:gs>
                  <a:gs pos="29000">
                    <a:srgbClr val="AC35AF"/>
                  </a:gs>
                  <a:gs pos="58000">
                    <a:srgbClr val="0A6BBA"/>
                  </a:gs>
                  <a:gs pos="84000">
                    <a:srgbClr val="318581"/>
                  </a:gs>
                </a:gsLst>
                <a:lin ang="18900000" scaled="1"/>
              </a:gradFill>
              <a:effectLst/>
              <a:uLnTx/>
              <a:uFillTx/>
              <a:latin typeface="Segoe Sans Display Semibold" pitchFamily="2" charset="0"/>
              <a:ea typeface="+mn-ea"/>
              <a:cs typeface="Segoe Sans Display Semibold" pitchFamily="2" charset="0"/>
            </a:endParaRPr>
          </a:p>
        </p:txBody>
      </p:sp>
    </p:spTree>
    <p:extLst>
      <p:ext uri="{BB962C8B-B14F-4D97-AF65-F5344CB8AC3E}">
        <p14:creationId xmlns:p14="http://schemas.microsoft.com/office/powerpoint/2010/main" val="1666633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heel(1)">
                                      <p:cBhvr>
                                        <p:cTn id="13" dur="10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par>
                          <p:cTn id="20" fill="hold">
                            <p:stCondLst>
                              <p:cond delay="1000"/>
                            </p:stCondLst>
                            <p:childTnLst>
                              <p:par>
                                <p:cTn id="21" presetID="21" presetClass="entr" presetSubtype="1"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heel(1)">
                                      <p:cBhvr>
                                        <p:cTn id="23" dur="10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Graphic spid="14" grpId="0">
        <p:bldAsOne/>
      </p:bldGraphic>
      <p:bldP spid="16" grpId="0"/>
      <p:bldP spid="17" grpId="0"/>
      <p:bldGraphic spid="18" grpId="0">
        <p:bldAsOne/>
      </p:bldGraphic>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C21A-F1A6-CCE7-6166-F1BB6EC5BE13}"/>
            </a:ext>
          </a:extLst>
        </p:cNvPr>
        <p:cNvGrpSpPr/>
        <p:nvPr/>
      </p:nvGrpSpPr>
      <p:grpSpPr>
        <a:xfrm>
          <a:off x="0" y="0"/>
          <a:ext cx="0" cy="0"/>
          <a:chOff x="0" y="0"/>
          <a:chExt cx="0" cy="0"/>
        </a:xfrm>
      </p:grpSpPr>
      <p:sp>
        <p:nvSpPr>
          <p:cNvPr id="97" name="Rectangle: Rounded Corners 96">
            <a:extLst>
              <a:ext uri="{FF2B5EF4-FFF2-40B4-BE49-F238E27FC236}">
                <a16:creationId xmlns:a16="http://schemas.microsoft.com/office/drawing/2014/main" id="{EBAF9A48-3630-5133-E0C0-F0378E177490}"/>
              </a:ext>
              <a:ext uri="{C183D7F6-B498-43B3-948B-1728B52AA6E4}">
                <adec:decorative xmlns:adec="http://schemas.microsoft.com/office/drawing/2017/decorative" val="1"/>
              </a:ext>
            </a:extLst>
          </p:cNvPr>
          <p:cNvSpPr>
            <a:spLocks/>
          </p:cNvSpPr>
          <p:nvPr/>
        </p:nvSpPr>
        <p:spPr>
          <a:xfrm>
            <a:off x="574675" y="1864659"/>
            <a:ext cx="11029060" cy="4253112"/>
          </a:xfrm>
          <a:prstGeom prst="roundRect">
            <a:avLst>
              <a:gd name="adj" fmla="val 2547"/>
            </a:avLst>
          </a:prstGeom>
          <a:solidFill>
            <a:srgbClr val="FFFFFF">
              <a:alpha val="64000"/>
            </a:srgbClr>
          </a:solidFill>
          <a:ln w="6350">
            <a:gradFill flip="none" rotWithShape="1">
              <a:gsLst>
                <a:gs pos="0">
                  <a:srgbClr val="0078D4"/>
                </a:gs>
                <a:gs pos="43000">
                  <a:srgbClr val="8661C5"/>
                </a:gs>
                <a:gs pos="100000">
                  <a:srgbClr val="C03BC4"/>
                </a:gs>
              </a:gsLst>
              <a:lin ang="2700000" scaled="1"/>
              <a:tileRect/>
            </a:grad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3117E81A-79B7-EFD2-D412-ABA8DDEF4165}"/>
              </a:ext>
            </a:extLst>
          </p:cNvPr>
          <p:cNvSpPr>
            <a:spLocks noGrp="1"/>
          </p:cNvSpPr>
          <p:nvPr>
            <p:ph type="title"/>
          </p:nvPr>
        </p:nvSpPr>
        <p:spPr/>
        <p:txBody>
          <a:bodyPr/>
          <a:lstStyle/>
          <a:p>
            <a:r>
              <a:rPr lang="en-US" dirty="0"/>
              <a:t>The most secure AI solution for your business</a:t>
            </a:r>
          </a:p>
        </p:txBody>
      </p:sp>
      <p:sp>
        <p:nvSpPr>
          <p:cNvPr id="3" name="Text Placeholder 2">
            <a:extLst>
              <a:ext uri="{FF2B5EF4-FFF2-40B4-BE49-F238E27FC236}">
                <a16:creationId xmlns:a16="http://schemas.microsoft.com/office/drawing/2014/main" id="{0EC00B08-6D65-4BCB-1E66-EFB7A4B3C434}"/>
              </a:ext>
            </a:extLst>
          </p:cNvPr>
          <p:cNvSpPr>
            <a:spLocks noGrp="1"/>
          </p:cNvSpPr>
          <p:nvPr>
            <p:ph type="body" sz="quarter" idx="11"/>
          </p:nvPr>
        </p:nvSpPr>
        <p:spPr>
          <a:xfrm>
            <a:off x="603912" y="1040874"/>
            <a:ext cx="11018520" cy="987963"/>
          </a:xfrm>
        </p:spPr>
        <p:txBody>
          <a:bodyPr vert="horz" wrap="square" lIns="0" tIns="45720" rIns="0" bIns="0" rtlCol="0" anchor="t">
            <a:spAutoFit/>
          </a:bodyPr>
          <a:lstStyle/>
          <a:p>
            <a:pPr>
              <a:buNone/>
            </a:pPr>
            <a:r>
              <a:rPr lang="en-US" dirty="0">
                <a:solidFill>
                  <a:schemeClr val="tx2"/>
                </a:solidFill>
                <a:latin typeface="+mj-lt"/>
                <a:cs typeface="Segoe Sans Display Semibold"/>
              </a:rPr>
              <a:t>More value at a price designed for small and medium-sized businesses</a:t>
            </a:r>
          </a:p>
          <a:p>
            <a:pPr>
              <a:buNone/>
            </a:pPr>
            <a:endParaRPr lang="en-US" dirty="0">
              <a:solidFill>
                <a:srgbClr val="091F2C"/>
              </a:solidFill>
              <a:latin typeface="+mj-lt"/>
              <a:cs typeface="Segoe Sans Display Semibold"/>
            </a:endParaRPr>
          </a:p>
          <a:p>
            <a:pPr marL="0" indent="0">
              <a:buNone/>
            </a:pPr>
            <a:endParaRPr lang="en-US" dirty="0">
              <a:latin typeface="Segoe Sans Display Semibold"/>
            </a:endParaRPr>
          </a:p>
        </p:txBody>
      </p:sp>
      <p:sp>
        <p:nvSpPr>
          <p:cNvPr id="4" name="Title 3">
            <a:extLst>
              <a:ext uri="{FF2B5EF4-FFF2-40B4-BE49-F238E27FC236}">
                <a16:creationId xmlns:a16="http://schemas.microsoft.com/office/drawing/2014/main" id="{CC0AE319-E02C-98E5-95E7-C7F072C42049}"/>
              </a:ext>
              <a:ext uri="{C183D7F6-B498-43B3-948B-1728B52AA6E4}">
                <adec:decorative xmlns:adec="http://schemas.microsoft.com/office/drawing/2017/decorative" val="0"/>
              </a:ext>
            </a:extLst>
          </p:cNvPr>
          <p:cNvSpPr txBox="1"/>
          <p:nvPr/>
        </p:nvSpPr>
        <p:spPr>
          <a:xfrm>
            <a:off x="857963" y="2237348"/>
            <a:ext cx="3255963" cy="3163467"/>
          </a:xfrm>
          <a:prstGeom prst="roundRect">
            <a:avLst>
              <a:gd name="adj" fmla="val 2813"/>
            </a:avLst>
          </a:prstGeom>
          <a:gradFill>
            <a:gsLst>
              <a:gs pos="33000">
                <a:schemeClr val="bg1">
                  <a:alpha val="91000"/>
                </a:schemeClr>
              </a:gs>
              <a:gs pos="100000">
                <a:schemeClr val="bg1">
                  <a:alpha val="52000"/>
                </a:schemeClr>
              </a:gs>
            </a:gsLst>
            <a:path path="circle">
              <a:fillToRect l="100000" t="100000"/>
            </a:path>
          </a:gradFill>
          <a:ln>
            <a:solidFill>
              <a:schemeClr val="bg1"/>
            </a:solidFill>
          </a:ln>
          <a:effectLst/>
        </p:spPr>
        <p:txBody>
          <a:bodyPr rot="0" spcFirstLastPara="0" vert="horz" wrap="square" lIns="216000" tIns="251999" rIns="216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CA" sz="1900" b="0" i="0" u="none" strike="noStrike" kern="1200" cap="none" spc="0" normalizeH="0" baseline="0" noProof="0" dirty="0">
                <a:ln>
                  <a:noFill/>
                </a:ln>
                <a:solidFill>
                  <a:srgbClr val="0078D4"/>
                </a:solidFill>
                <a:effectLst/>
                <a:uLnTx/>
                <a:uFillTx/>
                <a:latin typeface="Segoe Sans Display Semibold"/>
                <a:ea typeface="+mn-ea"/>
                <a:cs typeface="Segoe Sans Display"/>
              </a:rPr>
              <a:t>Best-in-class productivity</a:t>
            </a:r>
          </a:p>
          <a:p>
            <a:pPr marL="0" marR="0" lvl="0" indent="0" algn="l" defTabSz="932472" rtl="0" eaLnBrk="1" fontAlgn="base" latinLnBrk="0" hangingPunct="1">
              <a:lnSpc>
                <a:spcPct val="100000"/>
              </a:lnSpc>
              <a:spcBef>
                <a:spcPct val="0"/>
              </a:spcBef>
              <a:spcAft>
                <a:spcPts val="1200"/>
              </a:spcAft>
              <a:buClrTx/>
              <a:buSzTx/>
              <a:buFontTx/>
              <a:buNone/>
              <a:tabLst/>
              <a:defRPr/>
            </a:pPr>
            <a:endParaRPr kumimoji="0" lang="en-CA" sz="1400" b="0" i="0" u="none" strike="noStrike" kern="0" cap="none" spc="0" normalizeH="0" baseline="0" noProof="0" dirty="0">
              <a:ln>
                <a:noFill/>
              </a:ln>
              <a:solidFill>
                <a:srgbClr val="8DC8E8"/>
              </a:solidFill>
              <a:effectLst/>
              <a:uLnTx/>
              <a:uFillTx/>
              <a:latin typeface="Segoe Sans Display" pitchFamily="2" charset="0"/>
              <a:cs typeface="Segoe Sans Display" pitchFamily="2" charset="0"/>
            </a:endParaRPr>
          </a:p>
        </p:txBody>
      </p:sp>
      <p:sp>
        <p:nvSpPr>
          <p:cNvPr id="5" name="Title 3">
            <a:extLst>
              <a:ext uri="{FF2B5EF4-FFF2-40B4-BE49-F238E27FC236}">
                <a16:creationId xmlns:a16="http://schemas.microsoft.com/office/drawing/2014/main" id="{7892F8DE-4071-427D-55BE-767CE2AB20B0}"/>
              </a:ext>
              <a:ext uri="{C183D7F6-B498-43B3-948B-1728B52AA6E4}">
                <adec:decorative xmlns:adec="http://schemas.microsoft.com/office/drawing/2017/decorative" val="1"/>
              </a:ext>
            </a:extLst>
          </p:cNvPr>
          <p:cNvSpPr txBox="1"/>
          <p:nvPr/>
        </p:nvSpPr>
        <p:spPr>
          <a:xfrm>
            <a:off x="1117120" y="5134976"/>
            <a:ext cx="2737648" cy="637183"/>
          </a:xfrm>
          <a:prstGeom prst="roundRect">
            <a:avLst>
              <a:gd name="adj" fmla="val 10660"/>
            </a:avLst>
          </a:prstGeom>
          <a:solidFill>
            <a:srgbClr val="FEFFFF"/>
          </a:solidFill>
          <a:ln>
            <a:solidFill>
              <a:srgbClr val="FFFFFF"/>
            </a:solid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rgbClr val="8DC8E8"/>
              </a:solidFill>
              <a:effectLst/>
              <a:uLnTx/>
              <a:uFillTx/>
              <a:latin typeface="Segoe Sans Display"/>
              <a:ea typeface="+mn-ea"/>
              <a:cs typeface="Segoe Sans Display"/>
            </a:endParaRPr>
          </a:p>
        </p:txBody>
      </p:sp>
      <p:sp>
        <p:nvSpPr>
          <p:cNvPr id="7" name="TextBox 1062">
            <a:extLst>
              <a:ext uri="{FF2B5EF4-FFF2-40B4-BE49-F238E27FC236}">
                <a16:creationId xmlns:a16="http://schemas.microsoft.com/office/drawing/2014/main" id="{2D949696-98FA-5D1B-0121-1EE6F014381E}"/>
              </a:ext>
            </a:extLst>
          </p:cNvPr>
          <p:cNvSpPr txBox="1"/>
          <p:nvPr/>
        </p:nvSpPr>
        <p:spPr>
          <a:xfrm>
            <a:off x="1117119" y="5162645"/>
            <a:ext cx="2737647" cy="630942"/>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91F2C"/>
                </a:solidFill>
                <a:effectLst/>
                <a:uLnTx/>
                <a:uFillTx/>
                <a:latin typeface="Segoe Sans Display"/>
                <a:ea typeface="+mn-ea"/>
                <a:cs typeface="Segoe Sans Text" pitchFamily="2" charset="0"/>
              </a:rPr>
              <a:t>Microsoft 365 Business Premium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pic>
        <p:nvPicPr>
          <p:cNvPr id="33" name="Graphic 32" descr="Outlook">
            <a:extLst>
              <a:ext uri="{FF2B5EF4-FFF2-40B4-BE49-F238E27FC236}">
                <a16:creationId xmlns:a16="http://schemas.microsoft.com/office/drawing/2014/main" id="{D01B0709-28F8-4468-EB9B-AA2793D9AF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37042" y="3929635"/>
            <a:ext cx="560226" cy="560226"/>
          </a:xfrm>
          <a:prstGeom prst="rect">
            <a:avLst/>
          </a:prstGeom>
        </p:spPr>
      </p:pic>
      <p:pic>
        <p:nvPicPr>
          <p:cNvPr id="34" name="Graphic 33" descr="Microsoft Teams">
            <a:extLst>
              <a:ext uri="{FF2B5EF4-FFF2-40B4-BE49-F238E27FC236}">
                <a16:creationId xmlns:a16="http://schemas.microsoft.com/office/drawing/2014/main" id="{0AB60C46-CC76-9BDD-54A1-46509914A2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81075" y="3929635"/>
            <a:ext cx="560226" cy="560226"/>
          </a:xfrm>
          <a:prstGeom prst="rect">
            <a:avLst/>
          </a:prstGeom>
        </p:spPr>
      </p:pic>
      <p:pic>
        <p:nvPicPr>
          <p:cNvPr id="35" name="Graphic 34" descr="OneNote">
            <a:extLst>
              <a:ext uri="{FF2B5EF4-FFF2-40B4-BE49-F238E27FC236}">
                <a16:creationId xmlns:a16="http://schemas.microsoft.com/office/drawing/2014/main" id="{AEE75F92-3141-A0AC-8B2C-4BD6896D55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7120" y="3943342"/>
            <a:ext cx="560226" cy="560226"/>
          </a:xfrm>
          <a:prstGeom prst="rect">
            <a:avLst/>
          </a:prstGeom>
        </p:spPr>
      </p:pic>
      <p:pic>
        <p:nvPicPr>
          <p:cNvPr id="36" name="Graphic 35" descr="PowerPoint">
            <a:extLst>
              <a:ext uri="{FF2B5EF4-FFF2-40B4-BE49-F238E27FC236}">
                <a16:creationId xmlns:a16="http://schemas.microsoft.com/office/drawing/2014/main" id="{4CF8644F-8E0F-9BEF-8950-5A769AB10CC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97268" y="3319984"/>
            <a:ext cx="560226" cy="560226"/>
          </a:xfrm>
          <a:prstGeom prst="rect">
            <a:avLst/>
          </a:prstGeom>
        </p:spPr>
      </p:pic>
      <p:pic>
        <p:nvPicPr>
          <p:cNvPr id="37" name="Graphic 36" descr="Word">
            <a:extLst>
              <a:ext uri="{FF2B5EF4-FFF2-40B4-BE49-F238E27FC236}">
                <a16:creationId xmlns:a16="http://schemas.microsoft.com/office/drawing/2014/main" id="{54B3EAF4-24D5-214D-1DA6-9F8A49E3279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7333" y="3301775"/>
            <a:ext cx="560226" cy="560226"/>
          </a:xfrm>
          <a:prstGeom prst="rect">
            <a:avLst/>
          </a:prstGeom>
        </p:spPr>
      </p:pic>
      <p:pic>
        <p:nvPicPr>
          <p:cNvPr id="38" name="Graphic 37" descr="Excel">
            <a:extLst>
              <a:ext uri="{FF2B5EF4-FFF2-40B4-BE49-F238E27FC236}">
                <a16:creationId xmlns:a16="http://schemas.microsoft.com/office/drawing/2014/main" id="{5124445F-6115-EA36-8752-B5BF8DFA89A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56411" y="3301775"/>
            <a:ext cx="560226" cy="560226"/>
          </a:xfrm>
          <a:prstGeom prst="rect">
            <a:avLst/>
          </a:prstGeom>
        </p:spPr>
      </p:pic>
      <p:sp>
        <p:nvSpPr>
          <p:cNvPr id="39" name="TextBox 38">
            <a:extLst>
              <a:ext uri="{FF2B5EF4-FFF2-40B4-BE49-F238E27FC236}">
                <a16:creationId xmlns:a16="http://schemas.microsoft.com/office/drawing/2014/main" id="{E8782DF6-5402-715C-18F0-6B86A19F7006}"/>
              </a:ext>
            </a:extLst>
          </p:cNvPr>
          <p:cNvSpPr txBox="1"/>
          <p:nvPr/>
        </p:nvSpPr>
        <p:spPr>
          <a:xfrm>
            <a:off x="1797830" y="4655910"/>
            <a:ext cx="1187253"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 more</a:t>
            </a:r>
          </a:p>
        </p:txBody>
      </p:sp>
      <p:pic>
        <p:nvPicPr>
          <p:cNvPr id="42" name="Graphic 41" descr="Microsoft Entra ID">
            <a:extLst>
              <a:ext uri="{FF2B5EF4-FFF2-40B4-BE49-F238E27FC236}">
                <a16:creationId xmlns:a16="http://schemas.microsoft.com/office/drawing/2014/main" id="{1498C6BB-C856-093D-EEA0-C55B2FE8A9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781085" y="3362831"/>
            <a:ext cx="451804" cy="438113"/>
          </a:xfrm>
          <a:prstGeom prst="rect">
            <a:avLst/>
          </a:prstGeom>
        </p:spPr>
      </p:pic>
      <p:pic>
        <p:nvPicPr>
          <p:cNvPr id="43" name="Picture 42" descr="Intune">
            <a:extLst>
              <a:ext uri="{FF2B5EF4-FFF2-40B4-BE49-F238E27FC236}">
                <a16:creationId xmlns:a16="http://schemas.microsoft.com/office/drawing/2014/main" id="{9C6B9D2E-FBDE-D7EA-1100-6B7747939F54}"/>
              </a:ext>
            </a:extLst>
          </p:cNvPr>
          <p:cNvPicPr>
            <a:picLocks noChangeAspect="1"/>
          </p:cNvPicPr>
          <p:nvPr/>
        </p:nvPicPr>
        <p:blipFill>
          <a:blip r:embed="rId17"/>
          <a:stretch>
            <a:fillRect/>
          </a:stretch>
        </p:blipFill>
        <p:spPr>
          <a:xfrm>
            <a:off x="2757494" y="3998536"/>
            <a:ext cx="455179" cy="455179"/>
          </a:xfrm>
          <a:prstGeom prst="rect">
            <a:avLst/>
          </a:prstGeom>
        </p:spPr>
      </p:pic>
      <p:pic>
        <p:nvPicPr>
          <p:cNvPr id="44" name="Graphic 43" descr="Microsoft Defender">
            <a:extLst>
              <a:ext uri="{FF2B5EF4-FFF2-40B4-BE49-F238E27FC236}">
                <a16:creationId xmlns:a16="http://schemas.microsoft.com/office/drawing/2014/main" id="{77494A83-DB06-E831-DF79-06024815E05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277203" y="3400343"/>
            <a:ext cx="363088" cy="363088"/>
          </a:xfrm>
          <a:prstGeom prst="rect">
            <a:avLst/>
          </a:prstGeom>
        </p:spPr>
      </p:pic>
      <p:pic>
        <p:nvPicPr>
          <p:cNvPr id="45" name="Picture 44" descr="Windows 11">
            <a:extLst>
              <a:ext uri="{FF2B5EF4-FFF2-40B4-BE49-F238E27FC236}">
                <a16:creationId xmlns:a16="http://schemas.microsoft.com/office/drawing/2014/main" id="{E2F42AFD-55DE-B455-033E-29B38C3AD86B}"/>
              </a:ext>
            </a:extLst>
          </p:cNvPr>
          <p:cNvPicPr>
            <a:picLocks noChangeAspect="1"/>
          </p:cNvPicPr>
          <p:nvPr/>
        </p:nvPicPr>
        <p:blipFill>
          <a:blip r:embed="rId20"/>
          <a:stretch>
            <a:fillRect/>
          </a:stretch>
        </p:blipFill>
        <p:spPr>
          <a:xfrm>
            <a:off x="3259271" y="4010721"/>
            <a:ext cx="393955" cy="393955"/>
          </a:xfrm>
          <a:prstGeom prst="rect">
            <a:avLst/>
          </a:prstGeom>
        </p:spPr>
      </p:pic>
      <p:sp>
        <p:nvSpPr>
          <p:cNvPr id="60" name="Title 3">
            <a:extLst>
              <a:ext uri="{FF2B5EF4-FFF2-40B4-BE49-F238E27FC236}">
                <a16:creationId xmlns:a16="http://schemas.microsoft.com/office/drawing/2014/main" id="{F7BDEB51-AB55-1C0C-89F3-BD53086FA91B}"/>
              </a:ext>
              <a:ext uri="{C183D7F6-B498-43B3-948B-1728B52AA6E4}">
                <adec:decorative xmlns:adec="http://schemas.microsoft.com/office/drawing/2017/decorative" val="0"/>
              </a:ext>
            </a:extLst>
          </p:cNvPr>
          <p:cNvSpPr txBox="1"/>
          <p:nvPr/>
        </p:nvSpPr>
        <p:spPr>
          <a:xfrm>
            <a:off x="4485193" y="2237348"/>
            <a:ext cx="3255963" cy="3163467"/>
          </a:xfrm>
          <a:prstGeom prst="roundRect">
            <a:avLst>
              <a:gd name="adj" fmla="val 2813"/>
            </a:avLst>
          </a:prstGeom>
          <a:gradFill>
            <a:gsLst>
              <a:gs pos="33000">
                <a:schemeClr val="bg1">
                  <a:alpha val="91000"/>
                </a:schemeClr>
              </a:gs>
              <a:gs pos="100000">
                <a:schemeClr val="bg1">
                  <a:alpha val="52000"/>
                </a:schemeClr>
              </a:gs>
            </a:gsLst>
            <a:path path="circle">
              <a:fillToRect l="100000" t="100000"/>
            </a:path>
          </a:gradFill>
          <a:ln>
            <a:solidFill>
              <a:schemeClr val="bg1"/>
            </a:solidFill>
          </a:ln>
          <a:effectLst/>
        </p:spPr>
        <p:txBody>
          <a:bodyPr rot="0" spcFirstLastPara="0" vert="horz" wrap="square" lIns="216000" tIns="251999" rIns="216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CA" sz="1900" b="0" i="0" u="none" strike="noStrike" kern="1200" cap="none" spc="0" normalizeH="0" baseline="0" noProof="0">
                <a:ln>
                  <a:noFill/>
                </a:ln>
                <a:solidFill>
                  <a:srgbClr val="0078D4"/>
                </a:solidFill>
                <a:effectLst/>
                <a:uLnTx/>
                <a:uFillTx/>
                <a:latin typeface="Segoe Sans Display Semibold"/>
                <a:ea typeface="+mn-ea"/>
                <a:cs typeface="Segoe Sans Display"/>
              </a:rPr>
              <a:t>AI built for work</a:t>
            </a:r>
          </a:p>
          <a:p>
            <a:pPr marL="0" marR="0" lvl="0" indent="0" algn="l" defTabSz="932472" rtl="0" eaLnBrk="1" fontAlgn="base" latinLnBrk="0" hangingPunct="1">
              <a:lnSpc>
                <a:spcPct val="100000"/>
              </a:lnSpc>
              <a:spcBef>
                <a:spcPct val="0"/>
              </a:spcBef>
              <a:spcAft>
                <a:spcPts val="1200"/>
              </a:spcAft>
              <a:buClrTx/>
              <a:buSzTx/>
              <a:buFontTx/>
              <a:buNone/>
              <a:tabLst/>
              <a:defRPr/>
            </a:pPr>
            <a:endParaRPr kumimoji="0" lang="en-CA" sz="1400" b="0" i="0" u="none" strike="noStrike" kern="0" cap="none" spc="0" normalizeH="0" baseline="0" noProof="0">
              <a:ln>
                <a:noFill/>
              </a:ln>
              <a:solidFill>
                <a:srgbClr val="8DC8E8"/>
              </a:solidFill>
              <a:effectLst/>
              <a:uLnTx/>
              <a:uFillTx/>
              <a:latin typeface="Segoe Sans Display" pitchFamily="2" charset="0"/>
              <a:cs typeface="Segoe Sans Display" pitchFamily="2" charset="0"/>
            </a:endParaRPr>
          </a:p>
        </p:txBody>
      </p:sp>
      <p:sp>
        <p:nvSpPr>
          <p:cNvPr id="61" name="Title 3">
            <a:extLst>
              <a:ext uri="{FF2B5EF4-FFF2-40B4-BE49-F238E27FC236}">
                <a16:creationId xmlns:a16="http://schemas.microsoft.com/office/drawing/2014/main" id="{8B70ADBA-A08C-E8E9-5AC3-8281BC26591F}"/>
              </a:ext>
              <a:ext uri="{C183D7F6-B498-43B3-948B-1728B52AA6E4}">
                <adec:decorative xmlns:adec="http://schemas.microsoft.com/office/drawing/2017/decorative" val="1"/>
              </a:ext>
            </a:extLst>
          </p:cNvPr>
          <p:cNvSpPr txBox="1"/>
          <p:nvPr/>
        </p:nvSpPr>
        <p:spPr>
          <a:xfrm>
            <a:off x="4744350" y="5134976"/>
            <a:ext cx="2737648" cy="637183"/>
          </a:xfrm>
          <a:prstGeom prst="roundRect">
            <a:avLst>
              <a:gd name="adj" fmla="val 10660"/>
            </a:avLst>
          </a:prstGeom>
          <a:solidFill>
            <a:srgbClr val="FEFFFF"/>
          </a:solidFill>
          <a:ln>
            <a:solidFill>
              <a:srgbClr val="FFFFFF"/>
            </a:solid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rgbClr val="8DC8E8"/>
              </a:solidFill>
              <a:effectLst/>
              <a:uLnTx/>
              <a:uFillTx/>
              <a:latin typeface="Segoe Sans Display"/>
              <a:ea typeface="+mn-ea"/>
              <a:cs typeface="Segoe Sans Display"/>
            </a:endParaRPr>
          </a:p>
        </p:txBody>
      </p:sp>
      <p:sp>
        <p:nvSpPr>
          <p:cNvPr id="62" name="TextBox 1062">
            <a:extLst>
              <a:ext uri="{FF2B5EF4-FFF2-40B4-BE49-F238E27FC236}">
                <a16:creationId xmlns:a16="http://schemas.microsoft.com/office/drawing/2014/main" id="{A1A2E896-AFBF-947B-7233-3971776D884A}"/>
              </a:ext>
            </a:extLst>
          </p:cNvPr>
          <p:cNvSpPr txBox="1"/>
          <p:nvPr/>
        </p:nvSpPr>
        <p:spPr>
          <a:xfrm>
            <a:off x="4744349" y="5162645"/>
            <a:ext cx="2737647" cy="630942"/>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91F2C"/>
                </a:solidFill>
                <a:effectLst/>
                <a:uLnTx/>
                <a:uFillTx/>
                <a:latin typeface="Segoe Sans Display"/>
                <a:ea typeface="+mn-ea"/>
                <a:cs typeface="Segoe Sans Text" pitchFamily="2" charset="0"/>
              </a:rPr>
              <a:t>Microsoft 365 Copilot Business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sp>
        <p:nvSpPr>
          <p:cNvPr id="74" name="Title 3">
            <a:extLst>
              <a:ext uri="{FF2B5EF4-FFF2-40B4-BE49-F238E27FC236}">
                <a16:creationId xmlns:a16="http://schemas.microsoft.com/office/drawing/2014/main" id="{B2EB4D73-6669-45DA-0535-C12C2951B3DA}"/>
              </a:ext>
              <a:ext uri="{C183D7F6-B498-43B3-948B-1728B52AA6E4}">
                <adec:decorative xmlns:adec="http://schemas.microsoft.com/office/drawing/2017/decorative" val="0"/>
              </a:ext>
            </a:extLst>
          </p:cNvPr>
          <p:cNvSpPr txBox="1"/>
          <p:nvPr/>
        </p:nvSpPr>
        <p:spPr>
          <a:xfrm>
            <a:off x="8096662" y="2237348"/>
            <a:ext cx="3255963" cy="3163467"/>
          </a:xfrm>
          <a:prstGeom prst="roundRect">
            <a:avLst>
              <a:gd name="adj" fmla="val 2813"/>
            </a:avLst>
          </a:prstGeom>
          <a:gradFill>
            <a:gsLst>
              <a:gs pos="33000">
                <a:schemeClr val="bg1">
                  <a:alpha val="91000"/>
                </a:schemeClr>
              </a:gs>
              <a:gs pos="100000">
                <a:schemeClr val="bg1">
                  <a:alpha val="52000"/>
                </a:schemeClr>
              </a:gs>
            </a:gsLst>
            <a:path path="circle">
              <a:fillToRect l="100000" t="100000"/>
            </a:path>
          </a:gradFill>
          <a:ln>
            <a:solidFill>
              <a:schemeClr val="bg1"/>
            </a:solidFill>
          </a:ln>
          <a:effectLst/>
        </p:spPr>
        <p:txBody>
          <a:bodyPr rot="0" spcFirstLastPara="0" vert="horz" wrap="square" lIns="216000" tIns="251999" rIns="216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CA" sz="1900" b="0" i="0" u="none" strike="noStrike" kern="1200" cap="none" spc="0" normalizeH="0" baseline="0" noProof="0">
                <a:ln>
                  <a:noFill/>
                </a:ln>
                <a:solidFill>
                  <a:srgbClr val="0078D4"/>
                </a:solidFill>
                <a:effectLst/>
                <a:uLnTx/>
                <a:uFillTx/>
                <a:latin typeface="Segoe Sans Display Semibold"/>
                <a:ea typeface="+mn-ea"/>
                <a:cs typeface="Segoe Sans Display"/>
              </a:rPr>
              <a:t>Enterprise-grade security</a:t>
            </a:r>
          </a:p>
          <a:p>
            <a:pPr marL="0" marR="0" lvl="0" indent="0" algn="l" defTabSz="932472" rtl="0" eaLnBrk="1" fontAlgn="base" latinLnBrk="0" hangingPunct="1">
              <a:lnSpc>
                <a:spcPct val="100000"/>
              </a:lnSpc>
              <a:spcBef>
                <a:spcPct val="0"/>
              </a:spcBef>
              <a:spcAft>
                <a:spcPts val="1200"/>
              </a:spcAft>
              <a:buClrTx/>
              <a:buSzTx/>
              <a:buFontTx/>
              <a:buNone/>
              <a:tabLst/>
              <a:defRPr/>
            </a:pPr>
            <a:endParaRPr kumimoji="0" lang="en-CA" sz="1400" b="0" i="0" u="none" strike="noStrike" kern="0" cap="none" spc="0" normalizeH="0" baseline="0" noProof="0">
              <a:ln>
                <a:noFill/>
              </a:ln>
              <a:solidFill>
                <a:srgbClr val="8DC8E8"/>
              </a:solidFill>
              <a:effectLst/>
              <a:uLnTx/>
              <a:uFillTx/>
              <a:latin typeface="Segoe Sans Display" pitchFamily="2" charset="0"/>
              <a:cs typeface="Segoe Sans Display" pitchFamily="2" charset="0"/>
            </a:endParaRPr>
          </a:p>
        </p:txBody>
      </p:sp>
      <p:sp>
        <p:nvSpPr>
          <p:cNvPr id="75" name="Title 3">
            <a:extLst>
              <a:ext uri="{FF2B5EF4-FFF2-40B4-BE49-F238E27FC236}">
                <a16:creationId xmlns:a16="http://schemas.microsoft.com/office/drawing/2014/main" id="{7028E925-17CB-5280-D12D-CF5201597DF0}"/>
              </a:ext>
              <a:ext uri="{C183D7F6-B498-43B3-948B-1728B52AA6E4}">
                <adec:decorative xmlns:adec="http://schemas.microsoft.com/office/drawing/2017/decorative" val="1"/>
              </a:ext>
            </a:extLst>
          </p:cNvPr>
          <p:cNvSpPr txBox="1"/>
          <p:nvPr/>
        </p:nvSpPr>
        <p:spPr>
          <a:xfrm>
            <a:off x="8355819" y="5134976"/>
            <a:ext cx="2737648" cy="637183"/>
          </a:xfrm>
          <a:prstGeom prst="roundRect">
            <a:avLst>
              <a:gd name="adj" fmla="val 10660"/>
            </a:avLst>
          </a:prstGeom>
          <a:solidFill>
            <a:srgbClr val="FEFFFF"/>
          </a:solidFill>
          <a:ln>
            <a:solidFill>
              <a:srgbClr val="FFFFFF"/>
            </a:solid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rgbClr val="8DC8E8"/>
              </a:solidFill>
              <a:effectLst/>
              <a:uLnTx/>
              <a:uFillTx/>
              <a:latin typeface="Segoe Sans Display"/>
              <a:ea typeface="+mn-ea"/>
              <a:cs typeface="Segoe Sans Display"/>
            </a:endParaRPr>
          </a:p>
        </p:txBody>
      </p:sp>
      <p:sp>
        <p:nvSpPr>
          <p:cNvPr id="76" name="TextBox 1062">
            <a:extLst>
              <a:ext uri="{FF2B5EF4-FFF2-40B4-BE49-F238E27FC236}">
                <a16:creationId xmlns:a16="http://schemas.microsoft.com/office/drawing/2014/main" id="{AB9C880C-7E8E-E294-05F4-3A344B42D376}"/>
              </a:ext>
            </a:extLst>
          </p:cNvPr>
          <p:cNvSpPr txBox="1"/>
          <p:nvPr/>
        </p:nvSpPr>
        <p:spPr>
          <a:xfrm>
            <a:off x="8355819" y="5194773"/>
            <a:ext cx="2737647" cy="630942"/>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91F2C"/>
                </a:solidFill>
                <a:effectLst/>
                <a:uLnTx/>
                <a:uFillTx/>
                <a:latin typeface="Segoe Sans Display"/>
                <a:ea typeface="+mn-ea"/>
                <a:cs typeface="Segoe Sans Text" pitchFamily="2" charset="0"/>
              </a:rPr>
              <a:t>Microsoft Purview Suite for Business Premium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grpSp>
        <p:nvGrpSpPr>
          <p:cNvPr id="88" name="Group 87">
            <a:extLst>
              <a:ext uri="{FF2B5EF4-FFF2-40B4-BE49-F238E27FC236}">
                <a16:creationId xmlns:a16="http://schemas.microsoft.com/office/drawing/2014/main" id="{48CD4FC1-D708-7564-F10F-FF4E879FA5E0}"/>
              </a:ext>
              <a:ext uri="{C183D7F6-B498-43B3-948B-1728B52AA6E4}">
                <adec:decorative xmlns:adec="http://schemas.microsoft.com/office/drawing/2017/decorative" val="1"/>
              </a:ext>
            </a:extLst>
          </p:cNvPr>
          <p:cNvGrpSpPr/>
          <p:nvPr/>
        </p:nvGrpSpPr>
        <p:grpSpPr>
          <a:xfrm>
            <a:off x="4031158" y="3491486"/>
            <a:ext cx="554957" cy="560226"/>
            <a:chOff x="6400800" y="2451609"/>
            <a:chExt cx="380436" cy="384048"/>
          </a:xfrm>
        </p:grpSpPr>
        <p:sp>
          <p:nvSpPr>
            <p:cNvPr id="89" name="Title 3">
              <a:extLst>
                <a:ext uri="{FF2B5EF4-FFF2-40B4-BE49-F238E27FC236}">
                  <a16:creationId xmlns:a16="http://schemas.microsoft.com/office/drawing/2014/main" id="{3485FCC2-3839-8352-28E2-9A24AD99B03C}"/>
                </a:ext>
              </a:extLst>
            </p:cNvPr>
            <p:cNvSpPr txBox="1"/>
            <p:nvPr/>
          </p:nvSpPr>
          <p:spPr>
            <a:xfrm>
              <a:off x="6400800" y="2451609"/>
              <a:ext cx="380436" cy="384048"/>
            </a:xfrm>
            <a:prstGeom prst="roundRect">
              <a:avLst>
                <a:gd name="adj" fmla="val 10660"/>
              </a:avLst>
            </a:prstGeom>
            <a:solidFill>
              <a:schemeClr val="bg1"/>
            </a:solidFill>
            <a:ln>
              <a:no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marR="0" lvl="0" indent="0" algn="l" defTabSz="914400" rtl="0" eaLnBrk="1" fontAlgn="auto" latinLnBrk="0" hangingPunct="1">
                <a:lnSpc>
                  <a:spcPct val="100000"/>
                </a:lnSpc>
                <a:spcBef>
                  <a:spcPts val="0"/>
                </a:spcBef>
                <a:spcAft>
                  <a:spcPts val="1200"/>
                </a:spcAft>
                <a:buClrTx/>
                <a:buSzTx/>
                <a:buFontTx/>
                <a:buNone/>
                <a:tabLst/>
                <a:defRPr kumimoji="0" sz="1600" b="0" i="0" u="none" strike="noStrike" kern="0" cap="none" spc="0" normalizeH="0" baseline="0">
                  <a:ln>
                    <a:noFill/>
                  </a:ln>
                  <a:solidFill>
                    <a:srgbClr val="225B62"/>
                  </a:solidFill>
                  <a:effectLst/>
                  <a:uLnTx/>
                  <a:uFillTx/>
                  <a:latin typeface="Segoe Sans Display"/>
                  <a:ea typeface="+mn-ea"/>
                  <a:cs typeface="Segoe Sans Display"/>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rgbClr val="225B62"/>
                </a:solidFill>
                <a:effectLst/>
                <a:uLnTx/>
                <a:uFillTx/>
                <a:latin typeface="Segoe Sans Display"/>
                <a:ea typeface="+mn-ea"/>
                <a:cs typeface="Segoe Sans Display"/>
              </a:endParaRPr>
            </a:p>
          </p:txBody>
        </p:sp>
        <p:pic>
          <p:nvPicPr>
            <p:cNvPr id="90" name="Picture 89" descr="A purple cross on a black background&#10;&#10;AI-generated content may be incorrect.">
              <a:extLst>
                <a:ext uri="{FF2B5EF4-FFF2-40B4-BE49-F238E27FC236}">
                  <a16:creationId xmlns:a16="http://schemas.microsoft.com/office/drawing/2014/main" id="{F3E0D9DD-332F-570A-9D04-8313B0607E31}"/>
                </a:ext>
              </a:extLst>
            </p:cNvPr>
            <p:cNvPicPr/>
            <p:nvPr/>
          </p:nvPicPr>
          <p:blipFill>
            <a:blip r:embed="rId21"/>
            <a:stretch>
              <a:fillRect/>
            </a:stretch>
          </p:blipFill>
          <p:spPr>
            <a:xfrm>
              <a:off x="6466164" y="2529333"/>
              <a:ext cx="228600" cy="228600"/>
            </a:xfrm>
            <a:prstGeom prst="rect">
              <a:avLst/>
            </a:prstGeom>
          </p:spPr>
        </p:pic>
      </p:grpSp>
      <p:pic>
        <p:nvPicPr>
          <p:cNvPr id="94" name="!!Copilot">
            <a:extLst>
              <a:ext uri="{FF2B5EF4-FFF2-40B4-BE49-F238E27FC236}">
                <a16:creationId xmlns:a16="http://schemas.microsoft.com/office/drawing/2014/main" id="{926F4B08-886B-57A6-AF4A-E5118A594483}"/>
              </a:ext>
              <a:ext uri="{C183D7F6-B498-43B3-948B-1728B52AA6E4}">
                <adec:decorative xmlns:adec="http://schemas.microsoft.com/office/drawing/2017/decorative" val="1"/>
              </a:ext>
            </a:extLst>
          </p:cNvPr>
          <p:cNvPicPr/>
          <p:nvPr/>
        </p:nvPicPr>
        <p:blipFill>
          <a:blip r:embed="rId22"/>
          <a:stretch>
            <a:fillRect/>
          </a:stretch>
        </p:blipFill>
        <p:spPr>
          <a:xfrm>
            <a:off x="5555195" y="3376423"/>
            <a:ext cx="971158" cy="971156"/>
          </a:xfrm>
          <a:prstGeom prst="rect">
            <a:avLst/>
          </a:prstGeom>
          <a:effectLst>
            <a:outerShdw blurRad="38100" dist="38100" dir="2700000" algn="tl" rotWithShape="0">
              <a:prstClr val="black">
                <a:alpha val="20000"/>
              </a:prstClr>
            </a:outerShdw>
          </a:effectLst>
        </p:spPr>
      </p:pic>
      <p:pic>
        <p:nvPicPr>
          <p:cNvPr id="95" name="Picture 94" descr="Microsoft Purview">
            <a:extLst>
              <a:ext uri="{FF2B5EF4-FFF2-40B4-BE49-F238E27FC236}">
                <a16:creationId xmlns:a16="http://schemas.microsoft.com/office/drawing/2014/main" id="{CBA05CD7-FDAA-1E8A-9C58-2C50FF1D0740}"/>
              </a:ext>
            </a:extLst>
          </p:cNvPr>
          <p:cNvPicPr>
            <a:picLocks noChangeAspect="1"/>
          </p:cNvPicPr>
          <p:nvPr/>
        </p:nvPicPr>
        <p:blipFill>
          <a:blip r:embed="rId23"/>
          <a:stretch>
            <a:fillRect/>
          </a:stretch>
        </p:blipFill>
        <p:spPr>
          <a:xfrm>
            <a:off x="9191001" y="3301775"/>
            <a:ext cx="1067282" cy="1067282"/>
          </a:xfrm>
          <a:prstGeom prst="rect">
            <a:avLst/>
          </a:prstGeom>
        </p:spPr>
      </p:pic>
      <p:grpSp>
        <p:nvGrpSpPr>
          <p:cNvPr id="98" name="Group 97">
            <a:extLst>
              <a:ext uri="{FF2B5EF4-FFF2-40B4-BE49-F238E27FC236}">
                <a16:creationId xmlns:a16="http://schemas.microsoft.com/office/drawing/2014/main" id="{372A695A-784A-9A28-0312-8E539563C149}"/>
              </a:ext>
              <a:ext uri="{C183D7F6-B498-43B3-948B-1728B52AA6E4}">
                <adec:decorative xmlns:adec="http://schemas.microsoft.com/office/drawing/2017/decorative" val="1"/>
              </a:ext>
            </a:extLst>
          </p:cNvPr>
          <p:cNvGrpSpPr/>
          <p:nvPr/>
        </p:nvGrpSpPr>
        <p:grpSpPr>
          <a:xfrm>
            <a:off x="7641431" y="3491486"/>
            <a:ext cx="554957" cy="560226"/>
            <a:chOff x="6400800" y="2451609"/>
            <a:chExt cx="380436" cy="384048"/>
          </a:xfrm>
        </p:grpSpPr>
        <p:sp>
          <p:nvSpPr>
            <p:cNvPr id="99" name="Title 3">
              <a:extLst>
                <a:ext uri="{FF2B5EF4-FFF2-40B4-BE49-F238E27FC236}">
                  <a16:creationId xmlns:a16="http://schemas.microsoft.com/office/drawing/2014/main" id="{3B8AD26E-50D5-1DD7-D5CF-C131CC61CE7A}"/>
                </a:ext>
              </a:extLst>
            </p:cNvPr>
            <p:cNvSpPr txBox="1"/>
            <p:nvPr/>
          </p:nvSpPr>
          <p:spPr>
            <a:xfrm>
              <a:off x="6400800" y="2451609"/>
              <a:ext cx="380436" cy="384048"/>
            </a:xfrm>
            <a:prstGeom prst="roundRect">
              <a:avLst>
                <a:gd name="adj" fmla="val 10660"/>
              </a:avLst>
            </a:prstGeom>
            <a:solidFill>
              <a:schemeClr val="bg1"/>
            </a:solidFill>
            <a:ln>
              <a:no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marR="0" lvl="0" indent="0" algn="l" defTabSz="914400" rtl="0" eaLnBrk="1" fontAlgn="auto" latinLnBrk="0" hangingPunct="1">
                <a:lnSpc>
                  <a:spcPct val="100000"/>
                </a:lnSpc>
                <a:spcBef>
                  <a:spcPts val="0"/>
                </a:spcBef>
                <a:spcAft>
                  <a:spcPts val="1200"/>
                </a:spcAft>
                <a:buClrTx/>
                <a:buSzTx/>
                <a:buFontTx/>
                <a:buNone/>
                <a:tabLst/>
                <a:defRPr kumimoji="0" sz="1600" b="0" i="0" u="none" strike="noStrike" kern="0" cap="none" spc="0" normalizeH="0" baseline="0">
                  <a:ln>
                    <a:noFill/>
                  </a:ln>
                  <a:solidFill>
                    <a:srgbClr val="225B62"/>
                  </a:solidFill>
                  <a:effectLst/>
                  <a:uLnTx/>
                  <a:uFillTx/>
                  <a:latin typeface="Segoe Sans Display"/>
                  <a:ea typeface="+mn-ea"/>
                  <a:cs typeface="Segoe Sans Display"/>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rgbClr val="225B62"/>
                </a:solidFill>
                <a:effectLst/>
                <a:uLnTx/>
                <a:uFillTx/>
                <a:latin typeface="Segoe Sans Display"/>
                <a:ea typeface="+mn-ea"/>
                <a:cs typeface="Segoe Sans Display"/>
              </a:endParaRPr>
            </a:p>
          </p:txBody>
        </p:sp>
        <p:pic>
          <p:nvPicPr>
            <p:cNvPr id="100" name="Picture 99" descr="A purple cross on a black background&#10;&#10;AI-generated content may be incorrect.">
              <a:extLst>
                <a:ext uri="{FF2B5EF4-FFF2-40B4-BE49-F238E27FC236}">
                  <a16:creationId xmlns:a16="http://schemas.microsoft.com/office/drawing/2014/main" id="{B9848D65-DB24-A926-A992-E7BE2F9EF369}"/>
                </a:ext>
              </a:extLst>
            </p:cNvPr>
            <p:cNvPicPr/>
            <p:nvPr/>
          </p:nvPicPr>
          <p:blipFill>
            <a:blip r:embed="rId21"/>
            <a:stretch>
              <a:fillRect/>
            </a:stretch>
          </p:blipFill>
          <p:spPr>
            <a:xfrm>
              <a:off x="6466164" y="2529333"/>
              <a:ext cx="228600" cy="228600"/>
            </a:xfrm>
            <a:prstGeom prst="rect">
              <a:avLst/>
            </a:prstGeom>
          </p:spPr>
        </p:pic>
      </p:grpSp>
      <p:sp>
        <p:nvSpPr>
          <p:cNvPr id="103" name="Rectangle: Rounded Corners 102">
            <a:extLst>
              <a:ext uri="{FF2B5EF4-FFF2-40B4-BE49-F238E27FC236}">
                <a16:creationId xmlns:a16="http://schemas.microsoft.com/office/drawing/2014/main" id="{EE784919-8296-1BEF-8EDD-441CF1E75013}"/>
              </a:ext>
            </a:extLst>
          </p:cNvPr>
          <p:cNvSpPr>
            <a:spLocks/>
          </p:cNvSpPr>
          <p:nvPr/>
        </p:nvSpPr>
        <p:spPr bwMode="auto">
          <a:xfrm>
            <a:off x="4113926" y="1707232"/>
            <a:ext cx="3850753" cy="330458"/>
          </a:xfrm>
          <a:prstGeom prst="roundRect">
            <a:avLst>
              <a:gd name="adj" fmla="val 50000"/>
            </a:avLst>
          </a:prstGeom>
          <a:gradFill flip="none" rotWithShape="1">
            <a:gsLst>
              <a:gs pos="2000">
                <a:srgbClr val="0078D4"/>
              </a:gs>
              <a:gs pos="44000">
                <a:srgbClr val="8661C5"/>
              </a:gs>
              <a:gs pos="100000">
                <a:srgbClr val="C03BC4"/>
              </a:gs>
            </a:gsLst>
            <a:lin ang="19200000" scaled="0"/>
            <a:tileRect/>
          </a:gra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auto"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F4F3F5"/>
                </a:solidFill>
                <a:effectLst/>
                <a:uLnTx/>
                <a:uFillTx/>
                <a:latin typeface="Segoe UI Semibold"/>
                <a:ea typeface="+mn-ea"/>
                <a:cs typeface="+mn-cs"/>
              </a:rPr>
              <a:t>Secure AI Business Solutions</a:t>
            </a: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29248224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009A73A-CCEF-A3A7-A561-C2091AB171BC}"/>
              </a:ext>
            </a:extLst>
          </p:cNvPr>
          <p:cNvSpPr txBox="1"/>
          <p:nvPr/>
        </p:nvSpPr>
        <p:spPr>
          <a:xfrm>
            <a:off x="845820" y="2340094"/>
            <a:ext cx="6174740" cy="1754326"/>
          </a:xfrm>
          <a:prstGeom prst="rect">
            <a:avLst/>
          </a:prstGeom>
          <a:noFill/>
        </p:spPr>
        <p:txBody>
          <a:bodyPr wrap="square">
            <a:spAutoFit/>
          </a:bodyPr>
          <a:lstStyle/>
          <a:p>
            <a:r>
              <a:rPr kumimoji="0" lang="en-US" sz="3600" b="0" i="0" u="none" strike="noStrike" kern="1200" cap="none" spc="-50" normalizeH="0" baseline="0" noProof="0" dirty="0">
                <a:ln w="3175">
                  <a:noFill/>
                </a:ln>
                <a:effectLst/>
                <a:uLnTx/>
                <a:uFillTx/>
                <a:latin typeface="+mj-lt"/>
                <a:ea typeface="+mn-ea"/>
                <a:cs typeface="Segoe UI Semibold"/>
              </a:rPr>
              <a:t>Accelerate AI transformation with Microsoft 365 Copilot + Agents</a:t>
            </a:r>
            <a:endParaRPr lang="en-US" sz="3600" dirty="0"/>
          </a:p>
        </p:txBody>
      </p:sp>
    </p:spTree>
    <p:extLst>
      <p:ext uri="{BB962C8B-B14F-4D97-AF65-F5344CB8AC3E}">
        <p14:creationId xmlns:p14="http://schemas.microsoft.com/office/powerpoint/2010/main" val="2197863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BB32C-BEC7-C8FE-92ED-B920C92E64C7}"/>
            </a:ext>
          </a:extLst>
        </p:cNvPr>
        <p:cNvGrpSpPr/>
        <p:nvPr/>
      </p:nvGrpSpPr>
      <p:grpSpPr>
        <a:xfrm>
          <a:off x="0" y="0"/>
          <a:ext cx="0" cy="0"/>
          <a:chOff x="0" y="0"/>
          <a:chExt cx="0" cy="0"/>
        </a:xfrm>
      </p:grpSpPr>
      <p:sp>
        <p:nvSpPr>
          <p:cNvPr id="78" name="Rectangle: Rounded Corners 77">
            <a:extLst>
              <a:ext uri="{FF2B5EF4-FFF2-40B4-BE49-F238E27FC236}">
                <a16:creationId xmlns:a16="http://schemas.microsoft.com/office/drawing/2014/main" id="{DAC30E1A-163F-A555-981B-B738BA35144F}"/>
              </a:ext>
              <a:ext uri="{C183D7F6-B498-43B3-948B-1728B52AA6E4}">
                <adec:decorative xmlns:adec="http://schemas.microsoft.com/office/drawing/2017/decorative" val="1"/>
              </a:ext>
            </a:extLst>
          </p:cNvPr>
          <p:cNvSpPr>
            <a:spLocks/>
          </p:cNvSpPr>
          <p:nvPr/>
        </p:nvSpPr>
        <p:spPr>
          <a:xfrm>
            <a:off x="286455" y="1977656"/>
            <a:ext cx="11590112" cy="3476846"/>
          </a:xfrm>
          <a:prstGeom prst="roundRect">
            <a:avLst>
              <a:gd name="adj" fmla="val 2547"/>
            </a:avLst>
          </a:prstGeom>
          <a:solidFill>
            <a:schemeClr val="bg1">
              <a:alpha val="64000"/>
            </a:schemeClr>
          </a:solidFill>
          <a:ln w="6350">
            <a:gradFill flip="none" rotWithShape="1">
              <a:gsLst>
                <a:gs pos="0">
                  <a:srgbClr val="0078D4"/>
                </a:gs>
                <a:gs pos="43000">
                  <a:srgbClr val="8661C5"/>
                </a:gs>
                <a:gs pos="100000">
                  <a:srgbClr val="C03BC4"/>
                </a:gs>
              </a:gsLst>
              <a:lin ang="2700000" scaled="1"/>
              <a:tileRect/>
            </a:grad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CB17F40A-6CAC-94D1-B3D6-EB9450FDF227}"/>
              </a:ext>
            </a:extLst>
          </p:cNvPr>
          <p:cNvSpPr>
            <a:spLocks noGrp="1"/>
          </p:cNvSpPr>
          <p:nvPr>
            <p:ph type="title"/>
          </p:nvPr>
        </p:nvSpPr>
        <p:spPr>
          <a:xfrm>
            <a:off x="391998" y="448226"/>
            <a:ext cx="11018520" cy="553998"/>
          </a:xfrm>
        </p:spPr>
        <p:txBody>
          <a:bodyPr/>
          <a:lstStyle/>
          <a:p>
            <a:r>
              <a:rPr lang="en-US" dirty="0"/>
              <a:t>Business impact of using Microsoft 365 Copilot</a:t>
            </a:r>
          </a:p>
        </p:txBody>
      </p:sp>
      <p:sp>
        <p:nvSpPr>
          <p:cNvPr id="9" name="Rectangle: Rounded Corners 8">
            <a:extLst>
              <a:ext uri="{FF2B5EF4-FFF2-40B4-BE49-F238E27FC236}">
                <a16:creationId xmlns:a16="http://schemas.microsoft.com/office/drawing/2014/main" id="{C840A032-9F95-EBFD-1974-269FE7A12A9E}"/>
              </a:ext>
              <a:ext uri="{C183D7F6-B498-43B3-948B-1728B52AA6E4}">
                <adec:decorative xmlns:adec="http://schemas.microsoft.com/office/drawing/2017/decorative" val="1"/>
              </a:ext>
            </a:extLst>
          </p:cNvPr>
          <p:cNvSpPr/>
          <p:nvPr/>
        </p:nvSpPr>
        <p:spPr bwMode="auto">
          <a:xfrm>
            <a:off x="585216" y="2213300"/>
            <a:ext cx="3383280" cy="3031299"/>
          </a:xfrm>
          <a:prstGeom prst="roundRect">
            <a:avLst>
              <a:gd name="adj" fmla="val 4061"/>
            </a:avLst>
          </a:prstGeom>
          <a:solidFill>
            <a:schemeClr val="bg1"/>
          </a:solidFill>
          <a:ln w="15875">
            <a:gradFill flip="none" rotWithShape="1">
              <a:gsLst>
                <a:gs pos="0">
                  <a:schemeClr val="accent1"/>
                </a:gs>
                <a:gs pos="100000">
                  <a:schemeClr val="accent2"/>
                </a:gs>
              </a:gsLst>
              <a:lin ang="2700000" scaled="1"/>
              <a:tileRect/>
            </a:gradFill>
          </a:ln>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Segoe UI"/>
              <a:ea typeface="+mn-ea"/>
              <a:cs typeface="Segoe UI" pitchFamily="34" charset="0"/>
            </a:endParaRPr>
          </a:p>
        </p:txBody>
      </p:sp>
      <p:sp>
        <p:nvSpPr>
          <p:cNvPr id="10" name="Rectangle: Rounded Corners 9">
            <a:extLst>
              <a:ext uri="{FF2B5EF4-FFF2-40B4-BE49-F238E27FC236}">
                <a16:creationId xmlns:a16="http://schemas.microsoft.com/office/drawing/2014/main" id="{B314DED1-AE7A-9347-A617-FCB980B72913}"/>
              </a:ext>
              <a:ext uri="{C183D7F6-B498-43B3-948B-1728B52AA6E4}">
                <adec:decorative xmlns:adec="http://schemas.microsoft.com/office/drawing/2017/decorative" val="1"/>
              </a:ext>
            </a:extLst>
          </p:cNvPr>
          <p:cNvSpPr/>
          <p:nvPr/>
        </p:nvSpPr>
        <p:spPr bwMode="auto">
          <a:xfrm>
            <a:off x="4404360" y="2212032"/>
            <a:ext cx="3383280" cy="3031299"/>
          </a:xfrm>
          <a:prstGeom prst="roundRect">
            <a:avLst>
              <a:gd name="adj" fmla="val 4061"/>
            </a:avLst>
          </a:prstGeom>
          <a:solidFill>
            <a:schemeClr val="bg1"/>
          </a:solidFill>
          <a:ln w="15875">
            <a:gradFill flip="none" rotWithShape="1">
              <a:gsLst>
                <a:gs pos="0">
                  <a:schemeClr val="accent1"/>
                </a:gs>
                <a:gs pos="100000">
                  <a:schemeClr val="accent2"/>
                </a:gs>
              </a:gsLst>
              <a:lin ang="2700000" scaled="1"/>
              <a:tileRect/>
            </a:gradFill>
          </a:ln>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Segoe UI"/>
              <a:ea typeface="+mn-ea"/>
              <a:cs typeface="Segoe UI" pitchFamily="34" charset="0"/>
            </a:endParaRPr>
          </a:p>
        </p:txBody>
      </p:sp>
      <p:sp>
        <p:nvSpPr>
          <p:cNvPr id="11" name="Rectangle: Rounded Corners 10">
            <a:extLst>
              <a:ext uri="{FF2B5EF4-FFF2-40B4-BE49-F238E27FC236}">
                <a16:creationId xmlns:a16="http://schemas.microsoft.com/office/drawing/2014/main" id="{9270B1E7-F1AA-4A5E-50B7-38C60083FAF3}"/>
              </a:ext>
              <a:ext uri="{C183D7F6-B498-43B3-948B-1728B52AA6E4}">
                <adec:decorative xmlns:adec="http://schemas.microsoft.com/office/drawing/2017/decorative" val="1"/>
              </a:ext>
            </a:extLst>
          </p:cNvPr>
          <p:cNvSpPr/>
          <p:nvPr/>
        </p:nvSpPr>
        <p:spPr bwMode="auto">
          <a:xfrm>
            <a:off x="8225918" y="2212032"/>
            <a:ext cx="3383280" cy="3031299"/>
          </a:xfrm>
          <a:prstGeom prst="roundRect">
            <a:avLst>
              <a:gd name="adj" fmla="val 4061"/>
            </a:avLst>
          </a:prstGeom>
          <a:solidFill>
            <a:schemeClr val="bg1"/>
          </a:solidFill>
          <a:ln w="15875">
            <a:gradFill flip="none" rotWithShape="1">
              <a:gsLst>
                <a:gs pos="0">
                  <a:schemeClr val="accent1"/>
                </a:gs>
                <a:gs pos="100000">
                  <a:schemeClr val="accent2"/>
                </a:gs>
              </a:gsLst>
              <a:lin ang="2700000" scaled="1"/>
              <a:tileRect/>
            </a:gradFill>
          </a:ln>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Segoe UI"/>
              <a:ea typeface="+mn-ea"/>
              <a:cs typeface="Segoe UI" pitchFamily="34" charset="0"/>
            </a:endParaRPr>
          </a:p>
        </p:txBody>
      </p:sp>
      <p:sp>
        <p:nvSpPr>
          <p:cNvPr id="12" name="Text Placeholder 3">
            <a:extLst>
              <a:ext uri="{FF2B5EF4-FFF2-40B4-BE49-F238E27FC236}">
                <a16:creationId xmlns:a16="http://schemas.microsoft.com/office/drawing/2014/main" id="{5492B239-A125-8077-6BBB-94100BED2DF9}"/>
              </a:ext>
            </a:extLst>
          </p:cNvPr>
          <p:cNvSpPr txBox="1">
            <a:spLocks/>
          </p:cNvSpPr>
          <p:nvPr/>
        </p:nvSpPr>
        <p:spPr>
          <a:xfrm>
            <a:off x="781482" y="4350731"/>
            <a:ext cx="2985920" cy="307777"/>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dirty="0">
                <a:ln>
                  <a:noFill/>
                </a:ln>
                <a:solidFill>
                  <a:srgbClr val="243A5E"/>
                </a:solidFill>
                <a:effectLst/>
                <a:uLnTx/>
                <a:uFillTx/>
                <a:latin typeface="Segoe Sans Display" pitchFamily="2" charset="0"/>
                <a:ea typeface="+mn-ea"/>
                <a:cs typeface="Segoe Sans Display" pitchFamily="2" charset="0"/>
              </a:rPr>
              <a:t>increase in net revenue</a:t>
            </a:r>
            <a:endParaRPr kumimoji="0" lang="en-US" sz="2200" b="0" i="0" u="none" strike="noStrike" kern="1200" cap="none" spc="0" normalizeH="0" baseline="30000" noProof="0" dirty="0">
              <a:ln>
                <a:noFill/>
              </a:ln>
              <a:solidFill>
                <a:srgbClr val="243A5E"/>
              </a:solidFill>
              <a:effectLst/>
              <a:uLnTx/>
              <a:uFillTx/>
              <a:latin typeface="Segoe Sans Display" pitchFamily="2" charset="0"/>
              <a:ea typeface="+mn-ea"/>
              <a:cs typeface="Segoe Sans Display" pitchFamily="2" charset="0"/>
            </a:endParaRPr>
          </a:p>
        </p:txBody>
      </p:sp>
      <p:sp>
        <p:nvSpPr>
          <p:cNvPr id="13" name="Text Placeholder 4">
            <a:extLst>
              <a:ext uri="{FF2B5EF4-FFF2-40B4-BE49-F238E27FC236}">
                <a16:creationId xmlns:a16="http://schemas.microsoft.com/office/drawing/2014/main" id="{4698966D-D114-A1A4-8E18-919B589DD928}"/>
              </a:ext>
            </a:extLst>
          </p:cNvPr>
          <p:cNvSpPr txBox="1">
            <a:spLocks/>
          </p:cNvSpPr>
          <p:nvPr/>
        </p:nvSpPr>
        <p:spPr>
          <a:xfrm>
            <a:off x="4603040" y="4345853"/>
            <a:ext cx="2985920" cy="615553"/>
          </a:xfrm>
          <a:prstGeom prst="rect">
            <a:avLst/>
          </a:prstGeom>
        </p:spPr>
        <p:txBody>
          <a:bodyPr vert="horz" wrap="square" lIns="0" tIns="0" rIns="0" bIns="0" rtlCol="0" anchor="ctr">
            <a:spAutoFit/>
          </a:bodyPr>
          <a:lstStyle>
            <a:defPPr>
              <a:defRPr lang="en-US"/>
            </a:defPPr>
            <a:lvl1pPr marR="0" indent="0" algn="ctr" defTabSz="932742" fontAlgn="auto">
              <a:lnSpc>
                <a:spcPct val="100000"/>
              </a:lnSpc>
              <a:spcBef>
                <a:spcPts val="0"/>
              </a:spcBef>
              <a:spcAft>
                <a:spcPts val="0"/>
              </a:spcAft>
              <a:buClrTx/>
              <a:buSzPct val="90000"/>
              <a:buFont typeface="Wingdings" panose="05000000000000000000" pitchFamily="2" charset="2"/>
              <a:buNone/>
              <a:tabLst/>
              <a:defRPr sz="2200" spc="0" baseline="0">
                <a:solidFill>
                  <a:srgbClr val="2A446F"/>
                </a:solidFill>
                <a:latin typeface="+mj-lt"/>
                <a:ea typeface="+mj-ea"/>
                <a:cs typeface="Segoe Sans Display" pitchFamily="2"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243A5E"/>
                </a:solidFill>
                <a:effectLst/>
                <a:uLnTx/>
                <a:uFillTx/>
                <a:latin typeface="Segoe Sans Display" pitchFamily="2" charset="0"/>
                <a:ea typeface="+mj-ea"/>
                <a:cs typeface="Segoe Sans Display" pitchFamily="2" charset="0"/>
              </a:rPr>
              <a:t>reduction in operating costs</a:t>
            </a:r>
            <a:endParaRPr kumimoji="0" lang="en-US" sz="1600" b="0" i="0" u="none" strike="noStrike" kern="1200" cap="none" spc="0" normalizeH="0" baseline="30000" noProof="0">
              <a:ln>
                <a:noFill/>
              </a:ln>
              <a:solidFill>
                <a:srgbClr val="243A5E"/>
              </a:solidFill>
              <a:effectLst/>
              <a:uLnTx/>
              <a:uFillTx/>
              <a:latin typeface="Segoe Sans Display" pitchFamily="2" charset="0"/>
              <a:ea typeface="+mj-ea"/>
              <a:cs typeface="Segoe Sans Display" pitchFamily="2" charset="0"/>
            </a:endParaRPr>
          </a:p>
        </p:txBody>
      </p:sp>
      <p:sp>
        <p:nvSpPr>
          <p:cNvPr id="14" name="TextBox 13">
            <a:extLst>
              <a:ext uri="{FF2B5EF4-FFF2-40B4-BE49-F238E27FC236}">
                <a16:creationId xmlns:a16="http://schemas.microsoft.com/office/drawing/2014/main" id="{A90CDC6B-1C9F-6FFF-C210-35FE5CCE7364}"/>
              </a:ext>
            </a:extLst>
          </p:cNvPr>
          <p:cNvSpPr txBox="1"/>
          <p:nvPr/>
        </p:nvSpPr>
        <p:spPr>
          <a:xfrm>
            <a:off x="781482" y="2847532"/>
            <a:ext cx="2985920" cy="123110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a:ln>
                  <a:noFill/>
                </a:ln>
                <a:gradFill flip="none" rotWithShape="1">
                  <a:gsLst>
                    <a:gs pos="0">
                      <a:srgbClr val="0078D4"/>
                    </a:gs>
                    <a:gs pos="100000">
                      <a:srgbClr val="C73ECC"/>
                    </a:gs>
                  </a:gsLst>
                  <a:lin ang="2700000" scaled="1"/>
                  <a:tileRect/>
                </a:gradFill>
                <a:effectLst/>
                <a:uLnTx/>
                <a:uFillTx/>
                <a:latin typeface="Segoe Sans Display Semibold"/>
                <a:ea typeface="+mn-ea"/>
                <a:cs typeface="Segoe Sans Display" pitchFamily="2" charset="0"/>
              </a:rPr>
              <a:t>6%</a:t>
            </a:r>
          </a:p>
        </p:txBody>
      </p:sp>
      <p:sp>
        <p:nvSpPr>
          <p:cNvPr id="15" name="TextBox 14">
            <a:extLst>
              <a:ext uri="{FF2B5EF4-FFF2-40B4-BE49-F238E27FC236}">
                <a16:creationId xmlns:a16="http://schemas.microsoft.com/office/drawing/2014/main" id="{C90305AC-CB51-2B8D-0812-ABDEDE55F369}"/>
              </a:ext>
            </a:extLst>
          </p:cNvPr>
          <p:cNvSpPr txBox="1"/>
          <p:nvPr/>
        </p:nvSpPr>
        <p:spPr>
          <a:xfrm>
            <a:off x="4603040" y="2846264"/>
            <a:ext cx="2985920" cy="123110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a:ln>
                  <a:noFill/>
                </a:ln>
                <a:gradFill flip="none" rotWithShape="1">
                  <a:gsLst>
                    <a:gs pos="0">
                      <a:srgbClr val="0078D4"/>
                    </a:gs>
                    <a:gs pos="100000">
                      <a:srgbClr val="C73ECC"/>
                    </a:gs>
                  </a:gsLst>
                  <a:lin ang="2700000" scaled="1"/>
                  <a:tileRect/>
                </a:gradFill>
                <a:effectLst/>
                <a:uLnTx/>
                <a:uFillTx/>
                <a:latin typeface="Segoe Sans Display Semibold"/>
                <a:ea typeface="+mn-ea"/>
                <a:cs typeface="Segoe Sans Display" pitchFamily="2" charset="0"/>
              </a:rPr>
              <a:t>20%</a:t>
            </a:r>
          </a:p>
        </p:txBody>
      </p:sp>
      <p:sp>
        <p:nvSpPr>
          <p:cNvPr id="16" name="TextBox 15">
            <a:extLst>
              <a:ext uri="{FF2B5EF4-FFF2-40B4-BE49-F238E27FC236}">
                <a16:creationId xmlns:a16="http://schemas.microsoft.com/office/drawing/2014/main" id="{C0C64774-9DDB-BD8D-1E46-3CB2801502FA}"/>
              </a:ext>
            </a:extLst>
          </p:cNvPr>
          <p:cNvSpPr txBox="1"/>
          <p:nvPr/>
        </p:nvSpPr>
        <p:spPr>
          <a:xfrm>
            <a:off x="286454" y="6453139"/>
            <a:ext cx="10971102" cy="15388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 normalizeH="0" baseline="0" noProof="0">
                <a:ln>
                  <a:noFill/>
                </a:ln>
                <a:solidFill>
                  <a:srgbClr val="2E2F2E"/>
                </a:solidFill>
                <a:effectLst/>
                <a:uLnTx/>
                <a:uFillTx/>
                <a:latin typeface="Segoe Sans Display" pitchFamily="2" charset="0"/>
                <a:ea typeface="+mn-ea"/>
                <a:cs typeface="Segoe Sans Display" pitchFamily="2" charset="0"/>
              </a:rPr>
              <a:t>Source: Forrester Research: Total Economic Impact of Microsoft 365 Copilot for SMB, October 2024</a:t>
            </a:r>
          </a:p>
        </p:txBody>
      </p:sp>
      <p:sp>
        <p:nvSpPr>
          <p:cNvPr id="17" name="Text Placeholder 4">
            <a:extLst>
              <a:ext uri="{FF2B5EF4-FFF2-40B4-BE49-F238E27FC236}">
                <a16:creationId xmlns:a16="http://schemas.microsoft.com/office/drawing/2014/main" id="{11D55FE3-4A90-3EAC-53DC-9BFA921D1B4F}"/>
              </a:ext>
            </a:extLst>
          </p:cNvPr>
          <p:cNvSpPr txBox="1">
            <a:spLocks/>
          </p:cNvSpPr>
          <p:nvPr/>
        </p:nvSpPr>
        <p:spPr>
          <a:xfrm>
            <a:off x="8351697" y="4350731"/>
            <a:ext cx="3131721" cy="615553"/>
          </a:xfrm>
          <a:prstGeom prst="rect">
            <a:avLst/>
          </a:prstGeom>
        </p:spPr>
        <p:txBody>
          <a:bodyPr vert="horz" wrap="square" lIns="0" tIns="0" rIns="0" bIns="0" rtlCol="0" anchor="ctr">
            <a:spAutoFit/>
          </a:bodyPr>
          <a:lstStyle>
            <a:defPPr>
              <a:defRPr lang="en-US"/>
            </a:defPPr>
            <a:lvl1pPr marR="0" indent="0" algn="ctr" defTabSz="932742" fontAlgn="auto">
              <a:lnSpc>
                <a:spcPct val="100000"/>
              </a:lnSpc>
              <a:spcBef>
                <a:spcPts val="0"/>
              </a:spcBef>
              <a:spcAft>
                <a:spcPts val="0"/>
              </a:spcAft>
              <a:buClrTx/>
              <a:buSzPct val="90000"/>
              <a:buFont typeface="Wingdings" panose="05000000000000000000" pitchFamily="2" charset="2"/>
              <a:buNone/>
              <a:tabLst/>
              <a:defRPr sz="2200" spc="0" baseline="0">
                <a:solidFill>
                  <a:srgbClr val="2A446F"/>
                </a:solidFill>
                <a:latin typeface="+mj-lt"/>
                <a:ea typeface="+mj-ea"/>
                <a:cs typeface="Segoe Sans Display" pitchFamily="2"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243A5E"/>
                </a:solidFill>
                <a:effectLst/>
                <a:uLnTx/>
                <a:uFillTx/>
                <a:latin typeface="Segoe Sans Display" pitchFamily="2" charset="0"/>
                <a:ea typeface="+mj-ea"/>
                <a:cs typeface="Segoe Sans Display" pitchFamily="2" charset="0"/>
              </a:rPr>
              <a:t>acceleration in new-hire onboarding</a:t>
            </a:r>
          </a:p>
        </p:txBody>
      </p:sp>
      <p:sp>
        <p:nvSpPr>
          <p:cNvPr id="18" name="TextBox 17">
            <a:extLst>
              <a:ext uri="{FF2B5EF4-FFF2-40B4-BE49-F238E27FC236}">
                <a16:creationId xmlns:a16="http://schemas.microsoft.com/office/drawing/2014/main" id="{1ABA7B88-2633-4F52-1E71-DB6E15A3B9C5}"/>
              </a:ext>
            </a:extLst>
          </p:cNvPr>
          <p:cNvSpPr txBox="1"/>
          <p:nvPr/>
        </p:nvSpPr>
        <p:spPr>
          <a:xfrm>
            <a:off x="8424598" y="2846264"/>
            <a:ext cx="2985920" cy="123110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a:ln>
                  <a:noFill/>
                </a:ln>
                <a:gradFill flip="none" rotWithShape="1">
                  <a:gsLst>
                    <a:gs pos="0">
                      <a:srgbClr val="0078D4"/>
                    </a:gs>
                    <a:gs pos="100000">
                      <a:srgbClr val="C73ECC"/>
                    </a:gs>
                  </a:gsLst>
                  <a:lin ang="2700000" scaled="1"/>
                  <a:tileRect/>
                </a:gradFill>
                <a:effectLst/>
                <a:uLnTx/>
                <a:uFillTx/>
                <a:latin typeface="Segoe Sans Display Semibold"/>
                <a:ea typeface="+mn-ea"/>
                <a:cs typeface="Segoe UI Semibold" panose="020B0702040204020203" pitchFamily="34" charset="0"/>
              </a:rPr>
              <a:t>25%</a:t>
            </a:r>
            <a:endParaRPr kumimoji="0" lang="en-US" sz="8000" b="0" i="0" u="none" strike="noStrike" kern="1200" cap="none" spc="0" normalizeH="0" baseline="0" noProof="0">
              <a:ln>
                <a:noFill/>
              </a:ln>
              <a:gradFill flip="none" rotWithShape="1">
                <a:gsLst>
                  <a:gs pos="0">
                    <a:srgbClr val="0078D4"/>
                  </a:gs>
                  <a:gs pos="100000">
                    <a:srgbClr val="C73ECC"/>
                  </a:gs>
                </a:gsLst>
                <a:lin ang="2700000" scaled="1"/>
                <a:tileRect/>
              </a:gradFill>
              <a:effectLst/>
              <a:highlight>
                <a:srgbClr val="FFFF00"/>
              </a:highlight>
              <a:uLnTx/>
              <a:uFillTx/>
              <a:latin typeface="Segoe Sans Display Semibold"/>
              <a:ea typeface="+mn-ea"/>
              <a:cs typeface="Segoe Sans Display" pitchFamily="2" charset="0"/>
            </a:endParaRPr>
          </a:p>
        </p:txBody>
      </p:sp>
      <p:sp>
        <p:nvSpPr>
          <p:cNvPr id="19" name="TextBox 18">
            <a:extLst>
              <a:ext uri="{FF2B5EF4-FFF2-40B4-BE49-F238E27FC236}">
                <a16:creationId xmlns:a16="http://schemas.microsoft.com/office/drawing/2014/main" id="{5E6408BE-12F1-D4BF-DFF5-0970EA309639}"/>
              </a:ext>
            </a:extLst>
          </p:cNvPr>
          <p:cNvSpPr txBox="1"/>
          <p:nvPr/>
        </p:nvSpPr>
        <p:spPr>
          <a:xfrm>
            <a:off x="1530036" y="2534970"/>
            <a:ext cx="14485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flip="none" rotWithShape="1">
                  <a:gsLst>
                    <a:gs pos="0">
                      <a:srgbClr val="0078D4"/>
                    </a:gs>
                    <a:gs pos="100000">
                      <a:srgbClr val="C73ECC"/>
                    </a:gs>
                  </a:gsLst>
                  <a:lin ang="2700000" scaled="1"/>
                  <a:tileRect/>
                </a:gradFill>
                <a:effectLst/>
                <a:uLnTx/>
                <a:uFillTx/>
                <a:latin typeface="Segoe Sans Display Semibold"/>
                <a:ea typeface="+mn-ea"/>
                <a:cs typeface="Segoe Sans Display" pitchFamily="2" charset="0"/>
              </a:rPr>
              <a:t>up to</a:t>
            </a:r>
          </a:p>
        </p:txBody>
      </p:sp>
      <p:sp>
        <p:nvSpPr>
          <p:cNvPr id="20" name="TextBox 19">
            <a:extLst>
              <a:ext uri="{FF2B5EF4-FFF2-40B4-BE49-F238E27FC236}">
                <a16:creationId xmlns:a16="http://schemas.microsoft.com/office/drawing/2014/main" id="{30D393BF-5754-981F-F474-CC6FE7673708}"/>
              </a:ext>
            </a:extLst>
          </p:cNvPr>
          <p:cNvSpPr txBox="1"/>
          <p:nvPr/>
        </p:nvSpPr>
        <p:spPr>
          <a:xfrm>
            <a:off x="5372930" y="2534969"/>
            <a:ext cx="14485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flip="none" rotWithShape="1">
                  <a:gsLst>
                    <a:gs pos="0">
                      <a:srgbClr val="0078D4"/>
                    </a:gs>
                    <a:gs pos="100000">
                      <a:srgbClr val="C73ECC"/>
                    </a:gs>
                  </a:gsLst>
                  <a:lin ang="2700000" scaled="1"/>
                  <a:tileRect/>
                </a:gradFill>
                <a:effectLst/>
                <a:uLnTx/>
                <a:uFillTx/>
                <a:latin typeface="Segoe Sans Display Semibold"/>
                <a:ea typeface="+mn-ea"/>
                <a:cs typeface="Segoe Sans Display" pitchFamily="2" charset="0"/>
              </a:rPr>
              <a:t>up to</a:t>
            </a:r>
          </a:p>
        </p:txBody>
      </p:sp>
      <p:sp>
        <p:nvSpPr>
          <p:cNvPr id="21" name="TextBox 20">
            <a:extLst>
              <a:ext uri="{FF2B5EF4-FFF2-40B4-BE49-F238E27FC236}">
                <a16:creationId xmlns:a16="http://schemas.microsoft.com/office/drawing/2014/main" id="{E192538F-6F82-672B-154E-1EACEB8D143E}"/>
              </a:ext>
            </a:extLst>
          </p:cNvPr>
          <p:cNvSpPr txBox="1"/>
          <p:nvPr/>
        </p:nvSpPr>
        <p:spPr>
          <a:xfrm>
            <a:off x="9193280" y="2534969"/>
            <a:ext cx="14485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flip="none" rotWithShape="1">
                  <a:gsLst>
                    <a:gs pos="0">
                      <a:srgbClr val="0078D4"/>
                    </a:gs>
                    <a:gs pos="100000">
                      <a:srgbClr val="C73ECC"/>
                    </a:gs>
                  </a:gsLst>
                  <a:lin ang="2700000" scaled="1"/>
                  <a:tileRect/>
                </a:gradFill>
                <a:effectLst/>
                <a:uLnTx/>
                <a:uFillTx/>
                <a:latin typeface="Segoe Sans Display Semibold"/>
                <a:ea typeface="+mn-ea"/>
                <a:cs typeface="Segoe Sans Display" pitchFamily="2" charset="0"/>
              </a:rPr>
              <a:t>up to</a:t>
            </a:r>
          </a:p>
        </p:txBody>
      </p:sp>
    </p:spTree>
    <p:extLst>
      <p:ext uri="{BB962C8B-B14F-4D97-AF65-F5344CB8AC3E}">
        <p14:creationId xmlns:p14="http://schemas.microsoft.com/office/powerpoint/2010/main" val="8629798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D4F72-EFAA-A09E-AA6E-EA477DD28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B98D6-31DE-A746-3822-361F6F73EA97}"/>
              </a:ext>
            </a:extLst>
          </p:cNvPr>
          <p:cNvSpPr>
            <a:spLocks noGrp="1"/>
          </p:cNvSpPr>
          <p:nvPr>
            <p:ph type="title"/>
          </p:nvPr>
        </p:nvSpPr>
        <p:spPr>
          <a:xfrm>
            <a:off x="391998" y="448226"/>
            <a:ext cx="11018520" cy="553998"/>
          </a:xfrm>
        </p:spPr>
        <p:txBody>
          <a:bodyPr/>
          <a:lstStyle/>
          <a:p>
            <a:r>
              <a:rPr lang="en-US" dirty="0"/>
              <a:t>Business impact of using Microsoft 365 Copilot</a:t>
            </a:r>
          </a:p>
        </p:txBody>
      </p:sp>
      <p:sp>
        <p:nvSpPr>
          <p:cNvPr id="3" name="Rectangle: Rounded Corners 2">
            <a:extLst>
              <a:ext uri="{FF2B5EF4-FFF2-40B4-BE49-F238E27FC236}">
                <a16:creationId xmlns:a16="http://schemas.microsoft.com/office/drawing/2014/main" id="{F445B4A7-3DC2-C566-DD2E-7D1D7A10834D}"/>
              </a:ext>
              <a:ext uri="{C183D7F6-B498-43B3-948B-1728B52AA6E4}">
                <adec:decorative xmlns:adec="http://schemas.microsoft.com/office/drawing/2017/decorative" val="1"/>
              </a:ext>
            </a:extLst>
          </p:cNvPr>
          <p:cNvSpPr>
            <a:spLocks/>
          </p:cNvSpPr>
          <p:nvPr/>
        </p:nvSpPr>
        <p:spPr>
          <a:xfrm>
            <a:off x="583405" y="1237171"/>
            <a:ext cx="11025189" cy="4998720"/>
          </a:xfrm>
          <a:prstGeom prst="roundRect">
            <a:avLst>
              <a:gd name="adj" fmla="val 2231"/>
            </a:avLst>
          </a:prstGeom>
          <a:solidFill>
            <a:schemeClr val="bg1">
              <a:alpha val="64000"/>
            </a:schemeClr>
          </a:solidFill>
          <a:ln w="6350">
            <a:gradFill flip="none" rotWithShape="1">
              <a:gsLst>
                <a:gs pos="0">
                  <a:srgbClr val="0078D4"/>
                </a:gs>
                <a:gs pos="43000">
                  <a:srgbClr val="8661C5"/>
                </a:gs>
                <a:gs pos="100000">
                  <a:srgbClr val="C03BC4"/>
                </a:gs>
              </a:gsLst>
              <a:lin ang="2700000" scaled="1"/>
              <a:tileRect/>
            </a:grad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4" name="Picture 3">
            <a:extLst>
              <a:ext uri="{FF2B5EF4-FFF2-40B4-BE49-F238E27FC236}">
                <a16:creationId xmlns:a16="http://schemas.microsoft.com/office/drawing/2014/main" id="{9B463C6A-3374-6F62-ABDD-C7B0A1336A2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892560" y="1852804"/>
            <a:ext cx="978270" cy="985924"/>
          </a:xfrm>
          <a:prstGeom prst="rect">
            <a:avLst/>
          </a:prstGeom>
        </p:spPr>
      </p:pic>
      <p:sp>
        <p:nvSpPr>
          <p:cNvPr id="5" name="Rectangle: Rounded Corners 4">
            <a:extLst>
              <a:ext uri="{FF2B5EF4-FFF2-40B4-BE49-F238E27FC236}">
                <a16:creationId xmlns:a16="http://schemas.microsoft.com/office/drawing/2014/main" id="{187FC5E8-6DE9-05C4-8335-78744F0FD0E3}"/>
              </a:ext>
              <a:ext uri="{C183D7F6-B498-43B3-948B-1728B52AA6E4}">
                <adec:decorative xmlns:adec="http://schemas.microsoft.com/office/drawing/2017/decorative" val="1"/>
              </a:ext>
            </a:extLst>
          </p:cNvPr>
          <p:cNvSpPr/>
          <p:nvPr/>
        </p:nvSpPr>
        <p:spPr bwMode="auto">
          <a:xfrm>
            <a:off x="4152106" y="1392075"/>
            <a:ext cx="7336688" cy="1305252"/>
          </a:xfrm>
          <a:prstGeom prst="roundRect">
            <a:avLst>
              <a:gd name="adj" fmla="val 9131"/>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53E78755-CE73-8CF8-608B-E1EBFD974102}"/>
              </a:ext>
              <a:ext uri="{C183D7F6-B498-43B3-948B-1728B52AA6E4}">
                <adec:decorative xmlns:adec="http://schemas.microsoft.com/office/drawing/2017/decorative" val="1"/>
              </a:ext>
            </a:extLst>
          </p:cNvPr>
          <p:cNvSpPr/>
          <p:nvPr/>
        </p:nvSpPr>
        <p:spPr bwMode="auto">
          <a:xfrm>
            <a:off x="4152106" y="2803605"/>
            <a:ext cx="7336688" cy="3282950"/>
          </a:xfrm>
          <a:prstGeom prst="roundRect">
            <a:avLst>
              <a:gd name="adj" fmla="val 3252"/>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7" name="Title 16">
            <a:extLst>
              <a:ext uri="{FF2B5EF4-FFF2-40B4-BE49-F238E27FC236}">
                <a16:creationId xmlns:a16="http://schemas.microsoft.com/office/drawing/2014/main" id="{95B8204A-F269-5361-C0F2-470452D24AFE}"/>
              </a:ext>
            </a:extLst>
          </p:cNvPr>
          <p:cNvSpPr txBox="1">
            <a:spLocks/>
          </p:cNvSpPr>
          <p:nvPr/>
        </p:nvSpPr>
        <p:spPr>
          <a:xfrm>
            <a:off x="940915" y="3035662"/>
            <a:ext cx="2881560" cy="147732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a:ln>
                  <a:noFill/>
                </a:ln>
                <a:solidFill>
                  <a:srgbClr val="0078D4"/>
                </a:solidFill>
                <a:effectLst/>
                <a:uLnTx/>
                <a:uFillTx/>
                <a:latin typeface="Segoe Sans Display Semibold"/>
                <a:ea typeface="+mn-ea"/>
                <a:cs typeface="Segoe UI Semibold"/>
              </a:rPr>
              <a:t>Microsoft 365 </a:t>
            </a:r>
            <a:endParaRPr kumimoji="0" lang="en-CA" sz="32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endParaRP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a:ln>
                  <a:noFill/>
                </a:ln>
                <a:solidFill>
                  <a:srgbClr val="0078D4"/>
                </a:solidFill>
                <a:effectLst/>
                <a:uLnTx/>
                <a:uFillTx/>
                <a:latin typeface="Segoe Sans Display Semibold"/>
                <a:ea typeface="+mn-ea"/>
                <a:cs typeface="Segoe UI Semibold"/>
              </a:rPr>
              <a:t>Copilot Business</a:t>
            </a:r>
            <a:endParaRPr kumimoji="0" lang="en-CA" sz="32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endParaRPr>
          </a:p>
        </p:txBody>
      </p:sp>
      <p:sp>
        <p:nvSpPr>
          <p:cNvPr id="8" name="TextBox 7">
            <a:extLst>
              <a:ext uri="{FF2B5EF4-FFF2-40B4-BE49-F238E27FC236}">
                <a16:creationId xmlns:a16="http://schemas.microsoft.com/office/drawing/2014/main" id="{A9074938-149E-FD69-7955-476D56C20C96}"/>
              </a:ext>
            </a:extLst>
          </p:cNvPr>
          <p:cNvSpPr txBox="1"/>
          <p:nvPr/>
        </p:nvSpPr>
        <p:spPr>
          <a:xfrm>
            <a:off x="943691" y="4602772"/>
            <a:ext cx="2876008" cy="276999"/>
          </a:xfrm>
          <a:prstGeom prst="rect">
            <a:avLst/>
          </a:prstGeom>
          <a:noFill/>
        </p:spPr>
        <p:txBody>
          <a:bodyPr wrap="square" lIns="0" tIns="0" rIns="0" bIns="0" rtlCol="0" anchor="t">
            <a:spAutoFit/>
          </a:bodyPr>
          <a:lstStyle>
            <a:defPPr>
              <a:defRPr lang="en-US"/>
            </a:defPPr>
            <a:lvl1pPr marR="0" lvl="0" indent="0" algn="ctr" defTabSz="932742" fontAlgn="auto">
              <a:lnSpc>
                <a:spcPct val="80000"/>
              </a:lnSpc>
              <a:spcBef>
                <a:spcPts val="0"/>
              </a:spcBef>
              <a:spcAft>
                <a:spcPts val="0"/>
              </a:spcAft>
              <a:buClrTx/>
              <a:buSzTx/>
              <a:buFontTx/>
              <a:buNone/>
              <a:tabLst/>
              <a:defRPr kumimoji="0" sz="1600" b="0" i="0" u="none" strike="noStrike" cap="none" spc="0" normalizeH="0" baseline="0">
                <a:ln>
                  <a:noFill/>
                </a:ln>
                <a:solidFill>
                  <a:srgbClr val="454142"/>
                </a:solidFill>
                <a:effectLst/>
                <a:uLnTx/>
                <a:uFillTx/>
                <a:latin typeface="Segoe UI Variable Display" pitchFamily="2" charset="0"/>
                <a:cs typeface="Segoe UI Semibold"/>
              </a:defRPr>
            </a:lvl1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Semibold"/>
              </a:rPr>
              <a:t>AI built for work</a:t>
            </a:r>
          </a:p>
        </p:txBody>
      </p:sp>
      <p:sp>
        <p:nvSpPr>
          <p:cNvPr id="22" name="TextBox 21">
            <a:extLst>
              <a:ext uri="{FF2B5EF4-FFF2-40B4-BE49-F238E27FC236}">
                <a16:creationId xmlns:a16="http://schemas.microsoft.com/office/drawing/2014/main" id="{73D89BA5-2CF7-082A-900C-A50B46A3F81F}"/>
              </a:ext>
            </a:extLst>
          </p:cNvPr>
          <p:cNvSpPr txBox="1"/>
          <p:nvPr/>
        </p:nvSpPr>
        <p:spPr>
          <a:xfrm>
            <a:off x="2002518" y="4944633"/>
            <a:ext cx="758354" cy="256678"/>
          </a:xfrm>
          <a:prstGeom prst="roundRect">
            <a:avLst>
              <a:gd name="adj" fmla="val 50000"/>
            </a:avLst>
          </a:prstGeom>
          <a:gradFill flip="none" rotWithShape="1">
            <a:gsLst>
              <a:gs pos="0">
                <a:srgbClr val="0078D4"/>
              </a:gs>
              <a:gs pos="53000">
                <a:srgbClr val="8661C5"/>
              </a:gs>
              <a:gs pos="100000">
                <a:srgbClr val="C03BC4"/>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14400">
              <a:spcAft>
                <a:spcPts val="300"/>
              </a:spcAft>
              <a:defRPr sz="2000">
                <a:solidFill>
                  <a:srgbClr val="FFFFFF"/>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a:ln>
                  <a:noFill/>
                </a:ln>
                <a:solidFill>
                  <a:srgbClr val="F4F3F5"/>
                </a:solidFill>
                <a:effectLst/>
                <a:uLnTx/>
                <a:uFillTx/>
                <a:latin typeface="Segoe UI Semibold"/>
                <a:ea typeface="+mn-ea"/>
                <a:cs typeface="+mn-cs"/>
              </a:rPr>
              <a:t>$21</a:t>
            </a:r>
          </a:p>
        </p:txBody>
      </p:sp>
      <p:sp>
        <p:nvSpPr>
          <p:cNvPr id="23" name="TextBox 22">
            <a:extLst>
              <a:ext uri="{FF2B5EF4-FFF2-40B4-BE49-F238E27FC236}">
                <a16:creationId xmlns:a16="http://schemas.microsoft.com/office/drawing/2014/main" id="{A7A10167-BDFB-FD20-F6F7-275DA7B980AA}"/>
              </a:ext>
            </a:extLst>
          </p:cNvPr>
          <p:cNvSpPr txBox="1"/>
          <p:nvPr/>
        </p:nvSpPr>
        <p:spPr>
          <a:xfrm>
            <a:off x="1737351" y="5260613"/>
            <a:ext cx="1288688" cy="246221"/>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(up to 300 seats)</a:t>
            </a:r>
            <a:endParaRPr kumimoji="0" lang="en-US" sz="2000" b="0" i="0" u="none" strike="noStrike" kern="1200" cap="none" spc="0" normalizeH="0" baseline="0" noProof="0">
              <a:ln>
                <a:noFill/>
              </a:ln>
              <a:solidFill>
                <a:srgbClr val="000000"/>
              </a:solidFill>
              <a:effectLst/>
              <a:uLnTx/>
              <a:uFillTx/>
              <a:latin typeface="Segoe UI"/>
              <a:ea typeface="+mn-ea"/>
              <a:cs typeface="+mn-cs"/>
            </a:endParaRPr>
          </a:p>
        </p:txBody>
      </p:sp>
      <p:cxnSp>
        <p:nvCxnSpPr>
          <p:cNvPr id="24" name="Straight Connector 23">
            <a:extLst>
              <a:ext uri="{FF2B5EF4-FFF2-40B4-BE49-F238E27FC236}">
                <a16:creationId xmlns:a16="http://schemas.microsoft.com/office/drawing/2014/main" id="{B22D1C2E-9D99-866D-49D5-377E62E722E0}"/>
              </a:ext>
              <a:ext uri="{C183D7F6-B498-43B3-948B-1728B52AA6E4}">
                <adec:decorative xmlns:adec="http://schemas.microsoft.com/office/drawing/2017/decorative" val="1"/>
              </a:ext>
            </a:extLst>
          </p:cNvPr>
          <p:cNvCxnSpPr>
            <a:cxnSpLocks/>
          </p:cNvCxnSpPr>
          <p:nvPr/>
        </p:nvCxnSpPr>
        <p:spPr>
          <a:xfrm>
            <a:off x="4300011" y="3942418"/>
            <a:ext cx="678815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EDF3F9-5C70-9D62-F474-D6F595CC1BA0}"/>
              </a:ext>
              <a:ext uri="{C183D7F6-B498-43B3-948B-1728B52AA6E4}">
                <adec:decorative xmlns:adec="http://schemas.microsoft.com/office/drawing/2017/decorative" val="1"/>
              </a:ext>
            </a:extLst>
          </p:cNvPr>
          <p:cNvCxnSpPr>
            <a:cxnSpLocks/>
          </p:cNvCxnSpPr>
          <p:nvPr/>
        </p:nvCxnSpPr>
        <p:spPr>
          <a:xfrm>
            <a:off x="4300011" y="4621521"/>
            <a:ext cx="678815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17E53A3-954C-F2CF-985B-75C08F36E3B5}"/>
              </a:ext>
              <a:ext uri="{C183D7F6-B498-43B3-948B-1728B52AA6E4}">
                <adec:decorative xmlns:adec="http://schemas.microsoft.com/office/drawing/2017/decorative" val="1"/>
              </a:ext>
            </a:extLst>
          </p:cNvPr>
          <p:cNvCxnSpPr>
            <a:cxnSpLocks/>
          </p:cNvCxnSpPr>
          <p:nvPr/>
        </p:nvCxnSpPr>
        <p:spPr>
          <a:xfrm>
            <a:off x="4300011" y="5527640"/>
            <a:ext cx="678815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261052F-3A9E-7AE0-316F-383592F7E861}"/>
              </a:ext>
            </a:extLst>
          </p:cNvPr>
          <p:cNvSpPr txBox="1"/>
          <p:nvPr/>
        </p:nvSpPr>
        <p:spPr>
          <a:xfrm>
            <a:off x="4300011" y="1553269"/>
            <a:ext cx="1485984" cy="215444"/>
          </a:xfrm>
          <a:prstGeom prst="rect">
            <a:avLst/>
          </a:prstGeom>
          <a:noFill/>
        </p:spPr>
        <p:txBody>
          <a:bodyPr wrap="square" lIns="0" tIns="0" rIns="0" bIns="0"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78D4"/>
                </a:solidFill>
                <a:effectLst/>
                <a:uLnTx/>
                <a:uFillTx/>
                <a:latin typeface="Segoe UI Semibold"/>
                <a:ea typeface="+mn-ea"/>
                <a:cs typeface="Segoe Sans Display Semibold" pitchFamily="2" charset="0"/>
              </a:rPr>
              <a:t>Copilot Chat</a:t>
            </a:r>
          </a:p>
        </p:txBody>
      </p:sp>
      <p:sp>
        <p:nvSpPr>
          <p:cNvPr id="28" name="TextBox 27">
            <a:extLst>
              <a:ext uri="{FF2B5EF4-FFF2-40B4-BE49-F238E27FC236}">
                <a16:creationId xmlns:a16="http://schemas.microsoft.com/office/drawing/2014/main" id="{DB52D64E-9A68-4B35-ECCD-9DB47091DB81}"/>
              </a:ext>
            </a:extLst>
          </p:cNvPr>
          <p:cNvSpPr txBox="1"/>
          <p:nvPr/>
        </p:nvSpPr>
        <p:spPr>
          <a:xfrm>
            <a:off x="4407019" y="1844915"/>
            <a:ext cx="6933871" cy="691218"/>
          </a:xfrm>
          <a:prstGeom prst="rect">
            <a:avLst/>
          </a:prstGeom>
          <a:noFill/>
        </p:spPr>
        <p:txBody>
          <a:bodyPr wrap="square" lIns="0" tIns="0" rIns="0" bIns="0" numCol="2" rtlCol="0" anchor="t">
            <a:noAutofit/>
          </a:bodyPr>
          <a:lstStyle>
            <a:defPPr>
              <a:defRPr lang="en-US"/>
            </a:defPPr>
            <a:lvl1pPr marR="0" lvl="0" indent="0" algn="ctr" defTabSz="932742" fontAlgn="auto">
              <a:lnSpc>
                <a:spcPct val="80000"/>
              </a:lnSpc>
              <a:spcBef>
                <a:spcPts val="0"/>
              </a:spcBef>
              <a:spcAft>
                <a:spcPts val="0"/>
              </a:spcAft>
              <a:buClrTx/>
              <a:buSzTx/>
              <a:buFontTx/>
              <a:buNone/>
              <a:tabLst/>
              <a:defRPr kumimoji="0" sz="1600" b="0" i="0" u="none" strike="noStrike" cap="none" spc="0" normalizeH="0" baseline="0">
                <a:ln>
                  <a:noFill/>
                </a:ln>
                <a:solidFill>
                  <a:srgbClr val="454142"/>
                </a:solidFill>
                <a:effectLst/>
                <a:uLnTx/>
                <a:uFillTx/>
                <a:latin typeface="Segoe UI Variable Display" pitchFamily="2" charset="0"/>
                <a:cs typeface="Segoe UI Semibold"/>
              </a:defRPr>
            </a:lvl1pPr>
          </a:lstStyle>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Secure web-grounded AI chat &amp; agents</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AI-powered Create (standard access</a:t>
            </a:r>
            <a:r>
              <a:rPr kumimoji="0" lang="en-US" sz="1100" b="0" i="0" u="none" strike="noStrike" kern="1200" cap="none" spc="0" normalizeH="0" baseline="30000" noProof="0">
                <a:ln w="3175">
                  <a:noFill/>
                </a:ln>
                <a:solidFill>
                  <a:srgbClr val="000000"/>
                </a:solidFill>
                <a:effectLst/>
                <a:uLnTx/>
                <a:uFillTx/>
                <a:latin typeface="Segoe UI"/>
                <a:ea typeface="+mn-ea"/>
                <a:cs typeface="Segoe Sans Display Semibold"/>
              </a:rPr>
              <a:t>1</a:t>
            </a: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 </a:t>
            </a:r>
            <a:b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b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limited functionality)</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Reason over open files in Microsoft 365 apps</a:t>
            </a:r>
            <a:r>
              <a:rPr kumimoji="0" lang="en-US" sz="1100" b="0" i="0" u="none" strike="noStrike" kern="1200" cap="none" spc="0" normalizeH="0" baseline="30000" noProof="0">
                <a:ln w="3175">
                  <a:noFill/>
                </a:ln>
                <a:solidFill>
                  <a:srgbClr val="000000"/>
                </a:solidFill>
                <a:effectLst/>
                <a:uLnTx/>
                <a:uFillTx/>
                <a:latin typeface="Segoe UI"/>
                <a:ea typeface="+mn-ea"/>
                <a:cs typeface="Segoe Sans Display Semibold"/>
              </a:rPr>
              <a:t>2</a:t>
            </a:r>
            <a:endPar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endParaRP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Pay as you go custom agents grounded in your data</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GPT-5 Standard access</a:t>
            </a:r>
            <a:r>
              <a:rPr kumimoji="0" lang="en-US" sz="1100" b="0" i="0" u="none" strike="noStrike" kern="1200" cap="none" spc="0" normalizeH="0" baseline="30000" noProof="0">
                <a:ln w="3175">
                  <a:noFill/>
                </a:ln>
                <a:solidFill>
                  <a:srgbClr val="000000"/>
                </a:solidFill>
                <a:effectLst/>
                <a:uLnTx/>
                <a:uFillTx/>
                <a:latin typeface="Segoe UI"/>
                <a:ea typeface="+mn-ea"/>
                <a:cs typeface="Segoe Sans Display Semibold"/>
              </a:rPr>
              <a:t>1</a:t>
            </a:r>
            <a:endPar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pitchFamily="2" charset="0"/>
            </a:endParaRPr>
          </a:p>
        </p:txBody>
      </p:sp>
      <p:grpSp>
        <p:nvGrpSpPr>
          <p:cNvPr id="29" name="Group 28" descr="Plus">
            <a:extLst>
              <a:ext uri="{FF2B5EF4-FFF2-40B4-BE49-F238E27FC236}">
                <a16:creationId xmlns:a16="http://schemas.microsoft.com/office/drawing/2014/main" id="{1576C4D1-2FAA-69B9-C158-E88499E0D1BD}"/>
              </a:ext>
            </a:extLst>
          </p:cNvPr>
          <p:cNvGrpSpPr/>
          <p:nvPr/>
        </p:nvGrpSpPr>
        <p:grpSpPr>
          <a:xfrm>
            <a:off x="7551721" y="2546864"/>
            <a:ext cx="407206" cy="407204"/>
            <a:chOff x="7617641" y="2462446"/>
            <a:chExt cx="407206" cy="407204"/>
          </a:xfrm>
        </p:grpSpPr>
        <p:sp>
          <p:nvSpPr>
            <p:cNvPr id="30" name="Oval 29">
              <a:extLst>
                <a:ext uri="{FF2B5EF4-FFF2-40B4-BE49-F238E27FC236}">
                  <a16:creationId xmlns:a16="http://schemas.microsoft.com/office/drawing/2014/main" id="{BCE73743-D7A1-6889-A91D-9022140BF728}"/>
                </a:ext>
              </a:extLst>
            </p:cNvPr>
            <p:cNvSpPr/>
            <p:nvPr/>
          </p:nvSpPr>
          <p:spPr bwMode="auto">
            <a:xfrm>
              <a:off x="7617641" y="2462446"/>
              <a:ext cx="407206" cy="407204"/>
            </a:xfrm>
            <a:prstGeom prst="ellipse">
              <a:avLst/>
            </a:prstGeom>
            <a:solidFill>
              <a:schemeClr val="bg1"/>
            </a:solidFill>
            <a:ln w="38100">
              <a:gradFill flip="none" rotWithShape="1">
                <a:gsLst>
                  <a:gs pos="20000">
                    <a:srgbClr val="D5EDF7"/>
                  </a:gs>
                  <a:gs pos="100000">
                    <a:srgbClr val="E2D0F7"/>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0078D4"/>
                </a:solidFill>
                <a:effectLst/>
                <a:uLnTx/>
                <a:uFillTx/>
                <a:latin typeface="Segoe UI"/>
                <a:ea typeface="+mn-ea"/>
                <a:cs typeface="Segoe UI" pitchFamily="34" charset="0"/>
              </a:endParaRPr>
            </a:p>
          </p:txBody>
        </p:sp>
        <p:sp>
          <p:nvSpPr>
            <p:cNvPr id="31" name="Plus 3" descr="Plus">
              <a:extLst>
                <a:ext uri="{FF2B5EF4-FFF2-40B4-BE49-F238E27FC236}">
                  <a16:creationId xmlns:a16="http://schemas.microsoft.com/office/drawing/2014/main" id="{D45FB189-DCF6-74E7-97E9-69EF799EED43}"/>
                </a:ext>
                <a:ext uri="{C183D7F6-B498-43B3-948B-1728B52AA6E4}">
                  <adec:decorative xmlns:adec="http://schemas.microsoft.com/office/drawing/2017/decorative" val="0"/>
                </a:ext>
              </a:extLst>
            </p:cNvPr>
            <p:cNvSpPr/>
            <p:nvPr/>
          </p:nvSpPr>
          <p:spPr bwMode="auto">
            <a:xfrm>
              <a:off x="7676781" y="2521585"/>
              <a:ext cx="288926" cy="288926"/>
            </a:xfrm>
            <a:prstGeom prst="mathPlus">
              <a:avLst>
                <a:gd name="adj1" fmla="val 25239"/>
              </a:avLst>
            </a:prstGeom>
            <a:gradFill flip="none" rotWithShape="1">
              <a:gsLst>
                <a:gs pos="0">
                  <a:srgbClr val="0078D4"/>
                </a:gs>
                <a:gs pos="53000">
                  <a:srgbClr val="8661C5"/>
                </a:gs>
                <a:gs pos="100000">
                  <a:srgbClr val="C03BC4"/>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Semibold"/>
                <a:ea typeface="+mn-ea"/>
                <a:cs typeface="+mn-cs"/>
              </a:endParaRPr>
            </a:p>
          </p:txBody>
        </p:sp>
      </p:grpSp>
      <p:sp>
        <p:nvSpPr>
          <p:cNvPr id="32" name="TextBox 31">
            <a:extLst>
              <a:ext uri="{FF2B5EF4-FFF2-40B4-BE49-F238E27FC236}">
                <a16:creationId xmlns:a16="http://schemas.microsoft.com/office/drawing/2014/main" id="{7673EBE4-A7E8-C7A8-8083-5564DFFBED09}"/>
              </a:ext>
            </a:extLst>
          </p:cNvPr>
          <p:cNvSpPr txBox="1"/>
          <p:nvPr/>
        </p:nvSpPr>
        <p:spPr>
          <a:xfrm>
            <a:off x="4325658" y="2925328"/>
            <a:ext cx="373500" cy="215444"/>
          </a:xfrm>
          <a:prstGeom prst="rect">
            <a:avLst/>
          </a:prstGeom>
          <a:noFill/>
        </p:spPr>
        <p:txBody>
          <a:bodyPr wrap="none" lIns="0" tIns="0" rIns="0" bIns="0"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78D4"/>
                </a:solidFill>
                <a:effectLst/>
                <a:uLnTx/>
                <a:uFillTx/>
                <a:latin typeface="Segoe UI Semibold"/>
                <a:ea typeface="+mn-ea"/>
                <a:cs typeface="Segoe Sans Display Semibold" pitchFamily="2" charset="0"/>
              </a:rPr>
              <a:t>Chat</a:t>
            </a:r>
          </a:p>
        </p:txBody>
      </p:sp>
      <p:sp>
        <p:nvSpPr>
          <p:cNvPr id="33" name="TextBox 32">
            <a:extLst>
              <a:ext uri="{FF2B5EF4-FFF2-40B4-BE49-F238E27FC236}">
                <a16:creationId xmlns:a16="http://schemas.microsoft.com/office/drawing/2014/main" id="{EA09746C-37A0-CCA1-186C-63FB441AC839}"/>
              </a:ext>
            </a:extLst>
          </p:cNvPr>
          <p:cNvSpPr txBox="1"/>
          <p:nvPr/>
        </p:nvSpPr>
        <p:spPr>
          <a:xfrm>
            <a:off x="4407019" y="3216974"/>
            <a:ext cx="6933871" cy="616725"/>
          </a:xfrm>
          <a:prstGeom prst="rect">
            <a:avLst/>
          </a:prstGeom>
          <a:noFill/>
        </p:spPr>
        <p:txBody>
          <a:bodyPr wrap="square" lIns="0" tIns="0" rIns="0" bIns="0" numCol="2" rtlCol="0" anchor="t">
            <a:noAutofit/>
          </a:bodyPr>
          <a:lstStyle>
            <a:defPPr>
              <a:defRPr lang="en-US"/>
            </a:defPPr>
            <a:lvl1pPr marR="0" lvl="0" indent="0" algn="ctr" defTabSz="932742" fontAlgn="auto">
              <a:lnSpc>
                <a:spcPct val="100000"/>
              </a:lnSpc>
              <a:spcBef>
                <a:spcPts val="0"/>
              </a:spcBef>
              <a:spcAft>
                <a:spcPts val="0"/>
              </a:spcAft>
              <a:buClrTx/>
              <a:buSzTx/>
              <a:buFontTx/>
              <a:buNone/>
              <a:tabLst/>
              <a:defRPr sz="1400">
                <a:ln w="3175">
                  <a:noFill/>
                </a:ln>
                <a:solidFill>
                  <a:sysClr val="windowText" lastClr="000000"/>
                </a:solidFill>
                <a:cs typeface="Segoe UI Semibold"/>
              </a:defRPr>
            </a:lvl1pPr>
          </a:lstStyle>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Work-grounded</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AI-powered Search</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AI-powered Notebooks</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AI-powered Create (priority access</a:t>
            </a:r>
            <a:r>
              <a:rPr kumimoji="0" lang="en-US" sz="1100" b="0" i="0" u="none" strike="noStrike" kern="1200" cap="none" spc="0" normalizeH="0" baseline="30000" noProof="0">
                <a:ln w="3175">
                  <a:noFill/>
                </a:ln>
                <a:solidFill>
                  <a:srgbClr val="000000"/>
                </a:solidFill>
                <a:effectLst/>
                <a:uLnTx/>
                <a:uFillTx/>
                <a:latin typeface="Segoe UI"/>
                <a:ea typeface="+mn-ea"/>
                <a:cs typeface="Segoe Sans Display Semibold"/>
              </a:rPr>
              <a:t>1</a:t>
            </a: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 full functionality)</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a:rPr>
              <a:t>GPT-5 Priority access</a:t>
            </a:r>
            <a:r>
              <a:rPr kumimoji="0" lang="en-US" sz="1100" b="0" i="0" u="none" strike="noStrike" kern="1200" cap="none" spc="0" normalizeH="0" baseline="30000" noProof="0">
                <a:ln w="3175">
                  <a:noFill/>
                </a:ln>
                <a:solidFill>
                  <a:srgbClr val="000000"/>
                </a:solidFill>
                <a:effectLst/>
                <a:uLnTx/>
                <a:uFillTx/>
                <a:latin typeface="Segoe UI"/>
                <a:ea typeface="+mn-ea"/>
                <a:cs typeface="Segoe Sans Display Semibold"/>
              </a:rPr>
              <a:t>1</a:t>
            </a:r>
            <a:endParaRPr kumimoji="0" lang="en-US" sz="1100" b="0" i="0" u="none" strike="noStrike" kern="1200" cap="none" spc="0" normalizeH="0" baseline="0" noProof="0">
              <a:ln w="3175">
                <a:noFill/>
              </a:ln>
              <a:solidFill>
                <a:srgbClr val="000000"/>
              </a:solidFill>
              <a:effectLst/>
              <a:uLnTx/>
              <a:uFillTx/>
              <a:latin typeface="Segoe UI"/>
              <a:ea typeface="+mn-ea"/>
              <a:cs typeface="Segoe Sans Display Semibold" pitchFamily="2" charset="0"/>
            </a:endParaRPr>
          </a:p>
        </p:txBody>
      </p:sp>
      <p:sp>
        <p:nvSpPr>
          <p:cNvPr id="34" name="TextBox 33">
            <a:extLst>
              <a:ext uri="{FF2B5EF4-FFF2-40B4-BE49-F238E27FC236}">
                <a16:creationId xmlns:a16="http://schemas.microsoft.com/office/drawing/2014/main" id="{82CBA102-C1F1-3DC1-8FE1-3BAD964FC853}"/>
              </a:ext>
            </a:extLst>
          </p:cNvPr>
          <p:cNvSpPr txBox="1"/>
          <p:nvPr/>
        </p:nvSpPr>
        <p:spPr>
          <a:xfrm>
            <a:off x="4300011" y="4051137"/>
            <a:ext cx="3162983" cy="461665"/>
          </a:xfrm>
          <a:prstGeom prst="rect">
            <a:avLst/>
          </a:prstGeom>
          <a:noFill/>
        </p:spPr>
        <p:txBody>
          <a:bodyPr wrap="square" lIns="0" tIns="0" rIns="0" bIns="0" rtlCol="0" anchor="t">
            <a:spAutoFit/>
          </a:bodyPr>
          <a:lstStyle>
            <a:defPPr>
              <a:defRPr lang="en-US"/>
            </a:defPPr>
            <a:lvl1pPr marR="0" lvl="0" indent="0" defTabSz="932742" fontAlgn="auto">
              <a:lnSpc>
                <a:spcPct val="100000"/>
              </a:lnSpc>
              <a:spcBef>
                <a:spcPts val="0"/>
              </a:spcBef>
              <a:spcAft>
                <a:spcPts val="300"/>
              </a:spcAft>
              <a:buClr>
                <a:schemeClr val="tx1"/>
              </a:buClr>
              <a:buSzTx/>
              <a:buFontTx/>
              <a:buNone/>
              <a:tabLst/>
              <a:defRPr kumimoji="0" sz="2000" b="1" i="0" u="none" strike="noStrike" cap="none" spc="0" normalizeH="0" baseline="0">
                <a:ln w="3175">
                  <a:noFill/>
                </a:ln>
                <a:solidFill>
                  <a:prstClr val="black"/>
                </a:solidFill>
                <a:effectLst/>
                <a:uLnTx/>
                <a:uFillTx/>
                <a:latin typeface="Segoe Sans Display Semibold"/>
                <a:cs typeface="Segoe UI Semibold"/>
              </a:defRPr>
            </a:lvl1p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w="3175">
                  <a:noFill/>
                </a:ln>
                <a:solidFill>
                  <a:srgbClr val="0078D4"/>
                </a:solidFill>
                <a:effectLst/>
                <a:uLnTx/>
                <a:uFillTx/>
                <a:latin typeface="Segoe UI Semibold"/>
                <a:ea typeface="+mn-ea"/>
                <a:cs typeface="Segoe Sans Display Semibold" pitchFamily="2" charset="0"/>
              </a:rPr>
              <a:t>Copilot in Microsoft 365 apps</a:t>
            </a:r>
          </a:p>
          <a:p>
            <a:pPr marL="0" marR="0" lvl="0" indent="0" algn="l" defTabSz="932742" rtl="0" eaLnBrk="1" fontAlgn="auto" latinLnBrk="0" hangingPunct="1">
              <a:lnSpc>
                <a:spcPct val="100000"/>
              </a:lnSpc>
              <a:spcBef>
                <a:spcPts val="0"/>
              </a:spcBef>
              <a:spcAft>
                <a:spcPts val="600"/>
              </a:spcAft>
              <a:buClr>
                <a:srgbClr val="000000"/>
              </a:buClr>
              <a:buSzTx/>
              <a:buFontTx/>
              <a:buNone/>
              <a:tabLst/>
              <a:defRPr/>
            </a:pPr>
            <a:r>
              <a:rPr kumimoji="0" lang="en-US" sz="1100" b="0" i="0" u="none" strike="noStrike" kern="1200" cap="none" spc="0" normalizeH="0" baseline="0" noProof="0">
                <a:ln w="3175">
                  <a:noFill/>
                </a:ln>
                <a:solidFill>
                  <a:srgbClr val="000000"/>
                </a:solidFill>
                <a:effectLst/>
                <a:uLnTx/>
                <a:uFillTx/>
                <a:latin typeface="Segoe UI"/>
                <a:ea typeface="+mn-ea"/>
                <a:cs typeface="Segoe UI Semibold"/>
              </a:rPr>
              <a:t>Advanced skills and in-app editing</a:t>
            </a:r>
            <a:endParaRPr kumimoji="0" lang="en-US" sz="1800" b="0" i="0" u="none" strike="noStrike" kern="1200" cap="none" spc="0" normalizeH="0" baseline="0" noProof="0">
              <a:ln w="3175">
                <a:noFill/>
              </a:ln>
              <a:solidFill>
                <a:srgbClr val="000000"/>
              </a:solidFill>
              <a:effectLst/>
              <a:uLnTx/>
              <a:uFillTx/>
              <a:latin typeface="Segoe UI"/>
              <a:ea typeface="+mn-ea"/>
              <a:cs typeface="Segoe UI Semibold"/>
            </a:endParaRPr>
          </a:p>
        </p:txBody>
      </p:sp>
      <p:sp>
        <p:nvSpPr>
          <p:cNvPr id="35" name="TextBox 34">
            <a:extLst>
              <a:ext uri="{FF2B5EF4-FFF2-40B4-BE49-F238E27FC236}">
                <a16:creationId xmlns:a16="http://schemas.microsoft.com/office/drawing/2014/main" id="{46D53485-25F2-8A89-2E0D-12DABCC766CC}"/>
              </a:ext>
            </a:extLst>
          </p:cNvPr>
          <p:cNvSpPr txBox="1"/>
          <p:nvPr/>
        </p:nvSpPr>
        <p:spPr>
          <a:xfrm>
            <a:off x="4300011" y="4730240"/>
            <a:ext cx="3038441" cy="215444"/>
          </a:xfrm>
          <a:prstGeom prst="rect">
            <a:avLst/>
          </a:prstGeom>
          <a:noFill/>
        </p:spPr>
        <p:txBody>
          <a:bodyPr wrap="square" lIns="0" tIns="0" rIns="0" bIns="0"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78D4"/>
                </a:solidFill>
                <a:effectLst/>
                <a:uLnTx/>
                <a:uFillTx/>
                <a:latin typeface="Segoe UI Semibold"/>
                <a:ea typeface="+mn-ea"/>
                <a:cs typeface="Segoe Sans Display Semibold" pitchFamily="2" charset="0"/>
              </a:rPr>
              <a:t>Comprehensive agent access</a:t>
            </a:r>
          </a:p>
        </p:txBody>
      </p:sp>
      <p:sp>
        <p:nvSpPr>
          <p:cNvPr id="36" name="TextBox 35">
            <a:extLst>
              <a:ext uri="{FF2B5EF4-FFF2-40B4-BE49-F238E27FC236}">
                <a16:creationId xmlns:a16="http://schemas.microsoft.com/office/drawing/2014/main" id="{5E310744-2328-B2A5-47CB-2E60DFCAF790}"/>
              </a:ext>
            </a:extLst>
          </p:cNvPr>
          <p:cNvSpPr txBox="1"/>
          <p:nvPr/>
        </p:nvSpPr>
        <p:spPr>
          <a:xfrm>
            <a:off x="4406681" y="5021886"/>
            <a:ext cx="6911949" cy="397035"/>
          </a:xfrm>
          <a:prstGeom prst="rect">
            <a:avLst/>
          </a:prstGeom>
          <a:noFill/>
        </p:spPr>
        <p:txBody>
          <a:bodyPr wrap="square" lIns="0" tIns="0" rIns="0" bIns="0" numCol="2" rtlCol="0">
            <a:noAutofit/>
          </a:bodyPr>
          <a:lstStyle>
            <a:defPPr>
              <a:defRPr lang="en-US"/>
            </a:defPPr>
            <a:lvl1pPr marR="0" lvl="0" indent="0" algn="ctr" defTabSz="932742" fontAlgn="auto">
              <a:lnSpc>
                <a:spcPct val="100000"/>
              </a:lnSpc>
              <a:spcBef>
                <a:spcPts val="0"/>
              </a:spcBef>
              <a:spcAft>
                <a:spcPts val="0"/>
              </a:spcAft>
              <a:buClrTx/>
              <a:buSzTx/>
              <a:buFontTx/>
              <a:buNone/>
              <a:tabLst/>
              <a:defRPr sz="1400">
                <a:ln w="3175">
                  <a:noFill/>
                </a:ln>
                <a:solidFill>
                  <a:sysClr val="windowText" lastClr="000000"/>
                </a:solidFill>
                <a:cs typeface="Segoe UI Semibold"/>
              </a:defRPr>
            </a:lvl1pPr>
          </a:lstStyle>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Pre-built Microsoft agents</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Analyst &amp; Researcher advanced reasoning agents</a:t>
            </a:r>
          </a:p>
          <a:p>
            <a:pPr marL="171450" marR="0" lvl="0" indent="-171450" algn="l" defTabSz="932742"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1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Custom agents grounded in your data</a:t>
            </a:r>
            <a:r>
              <a:rPr kumimoji="0" lang="en-US" sz="1100" b="0" i="0" u="none" strike="noStrike" kern="1200" cap="none" spc="0" normalizeH="0" baseline="30000" noProof="0">
                <a:ln w="3175">
                  <a:noFill/>
                </a:ln>
                <a:solidFill>
                  <a:srgbClr val="000000"/>
                </a:solidFill>
                <a:effectLst/>
                <a:uLnTx/>
                <a:uFillTx/>
                <a:latin typeface="Segoe Sans Display" pitchFamily="2" charset="0"/>
                <a:ea typeface="+mn-ea"/>
                <a:cs typeface="Segoe Sans Display" pitchFamily="2" charset="0"/>
              </a:rPr>
              <a:t>3</a:t>
            </a:r>
            <a:endParaRPr kumimoji="0" lang="en-US" sz="11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endParaRPr>
          </a:p>
        </p:txBody>
      </p:sp>
      <p:sp>
        <p:nvSpPr>
          <p:cNvPr id="37" name="TextBox 36">
            <a:extLst>
              <a:ext uri="{FF2B5EF4-FFF2-40B4-BE49-F238E27FC236}">
                <a16:creationId xmlns:a16="http://schemas.microsoft.com/office/drawing/2014/main" id="{F981870D-245F-B253-974C-E5ED16B82C31}"/>
              </a:ext>
            </a:extLst>
          </p:cNvPr>
          <p:cNvSpPr txBox="1"/>
          <p:nvPr/>
        </p:nvSpPr>
        <p:spPr>
          <a:xfrm>
            <a:off x="4300011" y="5636358"/>
            <a:ext cx="3389313" cy="215444"/>
          </a:xfrm>
          <a:prstGeom prst="rect">
            <a:avLst/>
          </a:prstGeom>
          <a:noFill/>
        </p:spPr>
        <p:txBody>
          <a:bodyPr wrap="square" lIns="0" tIns="0" rIns="0" bIns="0" rtlCol="0">
            <a:spAutoFit/>
          </a:bodyPr>
          <a:lstStyle>
            <a:defPPr>
              <a:defRPr lang="en-US"/>
            </a:defPPr>
            <a:lvl1pPr marR="0" lvl="0" indent="0" algn="ctr" defTabSz="932742" fontAlgn="auto">
              <a:lnSpc>
                <a:spcPct val="100000"/>
              </a:lnSpc>
              <a:spcBef>
                <a:spcPts val="0"/>
              </a:spcBef>
              <a:spcAft>
                <a:spcPts val="0"/>
              </a:spcAft>
              <a:buClrTx/>
              <a:buSzTx/>
              <a:buFontTx/>
              <a:buNone/>
              <a:tabLst/>
              <a:defRPr sz="1400">
                <a:ln w="3175">
                  <a:noFill/>
                </a:ln>
                <a:solidFill>
                  <a:sysClr val="windowText" lastClr="000000"/>
                </a:solidFill>
                <a:cs typeface="Segoe UI Semibold"/>
              </a:defRPr>
            </a:lvl1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78D4"/>
                </a:solidFill>
                <a:effectLst/>
                <a:uLnTx/>
                <a:uFillTx/>
                <a:latin typeface="Segoe UI Semibold"/>
                <a:ea typeface="+mn-ea"/>
                <a:cs typeface="Segoe Sans Display Semibold" pitchFamily="2" charset="0"/>
              </a:rPr>
              <a:t>Advanced Mgmt. &amp; Analytics</a:t>
            </a:r>
          </a:p>
        </p:txBody>
      </p:sp>
      <p:sp>
        <p:nvSpPr>
          <p:cNvPr id="38" name="TextBox 37">
            <a:extLst>
              <a:ext uri="{FF2B5EF4-FFF2-40B4-BE49-F238E27FC236}">
                <a16:creationId xmlns:a16="http://schemas.microsoft.com/office/drawing/2014/main" id="{5BD63F4B-0803-E0B6-D495-4CFDA9516877}"/>
              </a:ext>
            </a:extLst>
          </p:cNvPr>
          <p:cNvSpPr txBox="1"/>
          <p:nvPr/>
        </p:nvSpPr>
        <p:spPr>
          <a:xfrm>
            <a:off x="583405" y="6397085"/>
            <a:ext cx="11040857" cy="123111"/>
          </a:xfrm>
          <a:prstGeom prst="rect">
            <a:avLst/>
          </a:prstGeom>
          <a:noFill/>
        </p:spPr>
        <p:txBody>
          <a:bodyPr wrap="square" lIns="0" tIns="0" rIns="0" bIns="0" anchor="b">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dirty="0">
                <a:ln>
                  <a:noFill/>
                </a:ln>
                <a:solidFill>
                  <a:srgbClr val="000000"/>
                </a:solidFill>
                <a:effectLst/>
                <a:uLnTx/>
                <a:uFillTx/>
                <a:latin typeface="Segoe UI"/>
                <a:ea typeface="+mn-ea"/>
                <a:cs typeface="+mn-cs"/>
              </a:rPr>
              <a:t>1</a:t>
            </a:r>
            <a:r>
              <a:rPr kumimoji="0" lang="en-US" sz="800" b="0" i="0" u="none" strike="noStrike" kern="1200" cap="none" spc="0" normalizeH="0" baseline="0" noProof="0" dirty="0">
                <a:ln>
                  <a:noFill/>
                </a:ln>
                <a:solidFill>
                  <a:srgbClr val="000000"/>
                </a:solidFill>
                <a:effectLst/>
                <a:uLnTx/>
                <a:uFillTx/>
                <a:latin typeface="Segoe UI"/>
                <a:ea typeface="+mn-ea"/>
                <a:cs typeface="+mn-cs"/>
              </a:rPr>
              <a:t> Learn about standard and priority access </a:t>
            </a:r>
            <a:r>
              <a:rPr kumimoji="0" lang="en-US" sz="800" b="0" i="0" u="none" strike="noStrike" kern="1200" cap="none" spc="0" normalizeH="0" baseline="0" noProof="0" dirty="0">
                <a:ln>
                  <a:noFill/>
                </a:ln>
                <a:solidFill>
                  <a:srgbClr val="0078D4"/>
                </a:solidFill>
                <a:effectLst/>
                <a:uLnTx/>
                <a:uFillTx/>
                <a:latin typeface="Segoe UI"/>
                <a:ea typeface="+mn-ea"/>
                <a:cs typeface="+mn-cs"/>
                <a:hlinkClick r:id="rId4">
                  <a:extLst>
                    <a:ext uri="{A12FA001-AC4F-418D-AE19-62706E023703}">
                      <ahyp:hlinkClr xmlns:ahyp="http://schemas.microsoft.com/office/drawing/2018/hyperlinkcolor" val="tx"/>
                    </a:ext>
                  </a:extLst>
                </a:hlinkClick>
              </a:rPr>
              <a:t>here</a:t>
            </a:r>
            <a:r>
              <a:rPr kumimoji="0" lang="en-US" sz="800" b="0" i="0" u="none" strike="noStrike" kern="1200" cap="none" spc="0" normalizeH="0" baseline="0" noProof="0" dirty="0">
                <a:ln>
                  <a:noFill/>
                </a:ln>
                <a:solidFill>
                  <a:srgbClr val="000000"/>
                </a:solidFill>
                <a:effectLst/>
                <a:uLnTx/>
                <a:uFillTx/>
                <a:latin typeface="Segoe UI"/>
                <a:ea typeface="+mn-ea"/>
                <a:cs typeface="+mn-cs"/>
              </a:rPr>
              <a:t>.  2. Available in Word, Excel, PowerPoint, Outlook, and OneNote. 3. Applies to assistive agents built by you on the Microsoft 365 Copilot agent platform deployed on Microsoft 365 surfaces </a:t>
            </a:r>
            <a:endParaRPr kumimoji="0" lang="en-US" sz="176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5569587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path" presetSubtype="0" decel="100000" fill="hold" nodeType="withEffect">
                                  <p:stCondLst>
                                    <p:cond delay="0"/>
                                  </p:stCondLst>
                                  <p:childTnLst>
                                    <p:animMotion origin="layout" path="M -2.70833E-6 2.96296E-6 L -2.70833E-6 0.03541 " pathEditMode="relative" rAng="0" ptsTypes="AA">
                                      <p:cBhvr>
                                        <p:cTn id="9" dur="700" spd="-100000" fill="hold"/>
                                        <p:tgtEl>
                                          <p:spTgt spid="4"/>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42" presetClass="path" presetSubtype="0" decel="100000" fill="hold" grpId="1" nodeType="withEffect">
                                  <p:stCondLst>
                                    <p:cond delay="0"/>
                                  </p:stCondLst>
                                  <p:childTnLst>
                                    <p:animMotion origin="layout" path="M -3.54167E-6 -1.11111E-6 L -3.54167E-6 0.03542 " pathEditMode="relative" rAng="0" ptsTypes="AA">
                                      <p:cBhvr>
                                        <p:cTn id="14" dur="700" spd="-100000" fill="hold"/>
                                        <p:tgtEl>
                                          <p:spTgt spid="7"/>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42" presetClass="path" presetSubtype="0" decel="100000" fill="hold" grpId="1" nodeType="withEffect">
                                  <p:stCondLst>
                                    <p:cond delay="0"/>
                                  </p:stCondLst>
                                  <p:childTnLst>
                                    <p:animMotion origin="layout" path="M -3.54167E-6 -1.11111E-6 L -3.54167E-6 0.03542 " pathEditMode="relative" rAng="0" ptsTypes="AA">
                                      <p:cBhvr>
                                        <p:cTn id="19" dur="700" spd="-100000" fill="hold"/>
                                        <p:tgtEl>
                                          <p:spTgt spid="8"/>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42" presetClass="path" presetSubtype="0" decel="100000" fill="hold" grpId="1" nodeType="withEffect">
                                  <p:stCondLst>
                                    <p:cond delay="0"/>
                                  </p:stCondLst>
                                  <p:childTnLst>
                                    <p:animMotion origin="layout" path="M -2.70833E-6 2.59259E-6 L -2.70833E-6 0.03541 " pathEditMode="relative" rAng="0" ptsTypes="AA">
                                      <p:cBhvr>
                                        <p:cTn id="24" dur="700" spd="-100000" fill="hold"/>
                                        <p:tgtEl>
                                          <p:spTgt spid="22"/>
                                        </p:tgtEl>
                                        <p:attrNameLst>
                                          <p:attrName>ppt_x</p:attrName>
                                          <p:attrName>ppt_y</p:attrName>
                                        </p:attrNameLst>
                                      </p:cBhvr>
                                      <p:rCtr x="0" y="1759"/>
                                    </p:animMotion>
                                  </p:childTnLst>
                                </p:cTn>
                              </p:par>
                              <p:par>
                                <p:cTn id="25" presetID="10" presetClass="entr" presetSubtype="0" fill="hold" grpId="0" nodeType="withEffect">
                                  <p:stCondLst>
                                    <p:cond delay="55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50"/>
                                        <p:tgtEl>
                                          <p:spTgt spid="6"/>
                                        </p:tgtEl>
                                      </p:cBhvr>
                                    </p:animEffect>
                                  </p:childTnLst>
                                </p:cTn>
                              </p:par>
                              <p:par>
                                <p:cTn id="28" presetID="42" presetClass="path" presetSubtype="0" decel="100000" fill="hold" grpId="1" nodeType="withEffect">
                                  <p:stCondLst>
                                    <p:cond delay="550"/>
                                  </p:stCondLst>
                                  <p:childTnLst>
                                    <p:animMotion origin="layout" path="M 1.25E-6 -0.03472 L 1.25E-6 -3.7037E-6 " pathEditMode="relative" rAng="0" ptsTypes="AA">
                                      <p:cBhvr>
                                        <p:cTn id="29" dur="500" fill="hold"/>
                                        <p:tgtEl>
                                          <p:spTgt spid="6"/>
                                        </p:tgtEl>
                                        <p:attrNameLst>
                                          <p:attrName>ppt_x</p:attrName>
                                          <p:attrName>ppt_y</p:attrName>
                                        </p:attrNameLst>
                                      </p:cBhvr>
                                      <p:rCtr x="0" y="1736"/>
                                    </p:animMotion>
                                  </p:childTnLst>
                                </p:cTn>
                              </p:par>
                              <p:par>
                                <p:cTn id="30" presetID="10"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42" presetClass="path" presetSubtype="0" decel="100000" fill="hold" grpId="1" nodeType="withEffect">
                                  <p:stCondLst>
                                    <p:cond delay="0"/>
                                  </p:stCondLst>
                                  <p:childTnLst>
                                    <p:animMotion origin="layout" path="M -2.70833E-6 2.59259E-6 L -2.70833E-6 0.03541 " pathEditMode="relative" rAng="0" ptsTypes="AA">
                                      <p:cBhvr>
                                        <p:cTn id="34" dur="700" spd="-100000" fill="hold"/>
                                        <p:tgtEl>
                                          <p:spTgt spid="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p:bldP spid="7" grpId="1"/>
      <p:bldP spid="8" grpId="0"/>
      <p:bldP spid="8" grpId="1"/>
      <p:bldP spid="22" grpId="0" animBg="1"/>
      <p:bldP spid="22" grpId="1" animBg="1"/>
      <p:bldP spid="23" grpId="0"/>
      <p:bldP spid="2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A798A-1CDF-FEFC-32D2-7A378F8AC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89339-E25E-DF69-36AB-342ECF44F361}"/>
              </a:ext>
            </a:extLst>
          </p:cNvPr>
          <p:cNvSpPr>
            <a:spLocks noGrp="1"/>
          </p:cNvSpPr>
          <p:nvPr>
            <p:ph type="title"/>
          </p:nvPr>
        </p:nvSpPr>
        <p:spPr>
          <a:xfrm>
            <a:off x="391998" y="448226"/>
            <a:ext cx="11018520" cy="553998"/>
          </a:xfrm>
        </p:spPr>
        <p:txBody>
          <a:bodyPr/>
          <a:lstStyle/>
          <a:p>
            <a:pPr algn="ctr"/>
            <a:r>
              <a:rPr lang="en-US" dirty="0"/>
              <a:t>Why Microsoft 365 Copilot?</a:t>
            </a:r>
          </a:p>
        </p:txBody>
      </p:sp>
      <p:sp>
        <p:nvSpPr>
          <p:cNvPr id="3" name="Rectangle: Rounded Corners 2">
            <a:extLst>
              <a:ext uri="{FF2B5EF4-FFF2-40B4-BE49-F238E27FC236}">
                <a16:creationId xmlns:a16="http://schemas.microsoft.com/office/drawing/2014/main" id="{13EC70E7-388D-669F-372F-A3CED1800575}"/>
              </a:ext>
              <a:ext uri="{C183D7F6-B498-43B3-948B-1728B52AA6E4}">
                <adec:decorative xmlns:adec="http://schemas.microsoft.com/office/drawing/2017/decorative" val="1"/>
              </a:ext>
            </a:extLst>
          </p:cNvPr>
          <p:cNvSpPr/>
          <p:nvPr/>
        </p:nvSpPr>
        <p:spPr>
          <a:xfrm>
            <a:off x="586739" y="1699521"/>
            <a:ext cx="3436219" cy="4121899"/>
          </a:xfrm>
          <a:prstGeom prst="roundRect">
            <a:avLst>
              <a:gd name="adj" fmla="val 4437"/>
            </a:avLst>
          </a:prstGeom>
          <a:solidFill>
            <a:schemeClr val="bg1"/>
          </a:solidFill>
          <a:ln w="15875">
            <a:gradFill flip="none" rotWithShape="1">
              <a:gsLst>
                <a:gs pos="0">
                  <a:schemeClr val="accent1"/>
                </a:gs>
                <a:gs pos="100000">
                  <a:schemeClr val="accent2"/>
                </a:gs>
              </a:gsLst>
              <a:lin ang="2700000" scaled="1"/>
              <a:tileRect/>
            </a:gradFill>
          </a:ln>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kern="0">
              <a:solidFill>
                <a:sysClr val="windowText" lastClr="000000"/>
              </a:solidFill>
              <a:latin typeface="Segoe UI"/>
              <a:cs typeface="Segoe UI" pitchFamily="34" charset="0"/>
            </a:endParaRPr>
          </a:p>
        </p:txBody>
      </p:sp>
      <p:sp>
        <p:nvSpPr>
          <p:cNvPr id="4" name="TextBox 3">
            <a:extLst>
              <a:ext uri="{FF2B5EF4-FFF2-40B4-BE49-F238E27FC236}">
                <a16:creationId xmlns:a16="http://schemas.microsoft.com/office/drawing/2014/main" id="{DFD8AEAD-4BAD-9961-2558-B7E5F0E68797}"/>
              </a:ext>
            </a:extLst>
          </p:cNvPr>
          <p:cNvSpPr txBox="1"/>
          <p:nvPr/>
        </p:nvSpPr>
        <p:spPr>
          <a:xfrm>
            <a:off x="1161848" y="4661637"/>
            <a:ext cx="2286000" cy="92333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243A5E"/>
                </a:solidFill>
                <a:latin typeface="Segoe Sans Display" pitchFamily="2" charset="0"/>
                <a:cs typeface="Segoe Sans Display" pitchFamily="2" charset="0"/>
              </a:rPr>
              <a:t>Get more value with one simplified solution</a:t>
            </a:r>
          </a:p>
        </p:txBody>
      </p:sp>
      <p:sp>
        <p:nvSpPr>
          <p:cNvPr id="5" name="Rectangle: Rounded Corners 4">
            <a:extLst>
              <a:ext uri="{FF2B5EF4-FFF2-40B4-BE49-F238E27FC236}">
                <a16:creationId xmlns:a16="http://schemas.microsoft.com/office/drawing/2014/main" id="{285CDAD5-22FF-8710-E679-DF6514285C47}"/>
              </a:ext>
              <a:ext uri="{C183D7F6-B498-43B3-948B-1728B52AA6E4}">
                <adec:decorative xmlns:adec="http://schemas.microsoft.com/office/drawing/2017/decorative" val="1"/>
              </a:ext>
            </a:extLst>
          </p:cNvPr>
          <p:cNvSpPr/>
          <p:nvPr/>
        </p:nvSpPr>
        <p:spPr>
          <a:xfrm>
            <a:off x="4377891" y="1699521"/>
            <a:ext cx="3436219" cy="4121899"/>
          </a:xfrm>
          <a:prstGeom prst="roundRect">
            <a:avLst>
              <a:gd name="adj" fmla="val 4437"/>
            </a:avLst>
          </a:prstGeom>
          <a:solidFill>
            <a:schemeClr val="bg1"/>
          </a:solidFill>
          <a:ln w="15875">
            <a:gradFill flip="none" rotWithShape="1">
              <a:gsLst>
                <a:gs pos="0">
                  <a:schemeClr val="accent1"/>
                </a:gs>
                <a:gs pos="100000">
                  <a:schemeClr val="accent2"/>
                </a:gs>
              </a:gsLst>
              <a:lin ang="2700000" scaled="1"/>
              <a:tileRect/>
            </a:gradFill>
          </a:ln>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kern="0">
              <a:solidFill>
                <a:sysClr val="windowText" lastClr="000000"/>
              </a:solidFill>
              <a:latin typeface="Segoe UI"/>
              <a:cs typeface="Segoe UI" pitchFamily="34" charset="0"/>
            </a:endParaRPr>
          </a:p>
        </p:txBody>
      </p:sp>
      <p:sp>
        <p:nvSpPr>
          <p:cNvPr id="6" name="TextBox 5">
            <a:extLst>
              <a:ext uri="{FF2B5EF4-FFF2-40B4-BE49-F238E27FC236}">
                <a16:creationId xmlns:a16="http://schemas.microsoft.com/office/drawing/2014/main" id="{DC5F8899-2061-8A93-F39C-FD6DF8537182}"/>
              </a:ext>
            </a:extLst>
          </p:cNvPr>
          <p:cNvSpPr txBox="1"/>
          <p:nvPr/>
        </p:nvSpPr>
        <p:spPr>
          <a:xfrm>
            <a:off x="4952999" y="4661637"/>
            <a:ext cx="2286000" cy="615553"/>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243A5E"/>
                </a:solidFill>
                <a:latin typeface="Segoe Sans Display" pitchFamily="2" charset="0"/>
                <a:cs typeface="Segoe Sans Display" pitchFamily="2" charset="0"/>
              </a:rPr>
              <a:t>Run your business with confidence</a:t>
            </a:r>
          </a:p>
        </p:txBody>
      </p:sp>
      <p:sp>
        <p:nvSpPr>
          <p:cNvPr id="7" name="Rectangle: Rounded Corners 6">
            <a:extLst>
              <a:ext uri="{FF2B5EF4-FFF2-40B4-BE49-F238E27FC236}">
                <a16:creationId xmlns:a16="http://schemas.microsoft.com/office/drawing/2014/main" id="{80CB08A2-B68A-DBC2-0C67-C7AFB74A018E}"/>
              </a:ext>
              <a:ext uri="{C183D7F6-B498-43B3-948B-1728B52AA6E4}">
                <adec:decorative xmlns:adec="http://schemas.microsoft.com/office/drawing/2017/decorative" val="1"/>
              </a:ext>
            </a:extLst>
          </p:cNvPr>
          <p:cNvSpPr/>
          <p:nvPr/>
        </p:nvSpPr>
        <p:spPr>
          <a:xfrm>
            <a:off x="8169041" y="1699521"/>
            <a:ext cx="3436219" cy="4121899"/>
          </a:xfrm>
          <a:prstGeom prst="roundRect">
            <a:avLst>
              <a:gd name="adj" fmla="val 4437"/>
            </a:avLst>
          </a:prstGeom>
          <a:solidFill>
            <a:schemeClr val="bg1"/>
          </a:solidFill>
          <a:ln w="15875">
            <a:gradFill flip="none" rotWithShape="1">
              <a:gsLst>
                <a:gs pos="0">
                  <a:schemeClr val="accent1"/>
                </a:gs>
                <a:gs pos="100000">
                  <a:schemeClr val="accent2"/>
                </a:gs>
              </a:gsLst>
              <a:lin ang="2700000" scaled="1"/>
              <a:tileRect/>
            </a:gradFill>
          </a:ln>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kern="0">
              <a:solidFill>
                <a:sysClr val="windowText" lastClr="000000"/>
              </a:solidFill>
              <a:latin typeface="Segoe UI"/>
              <a:cs typeface="Segoe UI" pitchFamily="34" charset="0"/>
            </a:endParaRPr>
          </a:p>
        </p:txBody>
      </p:sp>
      <p:sp>
        <p:nvSpPr>
          <p:cNvPr id="8" name="TextBox 7">
            <a:extLst>
              <a:ext uri="{FF2B5EF4-FFF2-40B4-BE49-F238E27FC236}">
                <a16:creationId xmlns:a16="http://schemas.microsoft.com/office/drawing/2014/main" id="{846C6145-115D-BFFD-E62F-4E64FB8B93AB}"/>
              </a:ext>
            </a:extLst>
          </p:cNvPr>
          <p:cNvSpPr txBox="1"/>
          <p:nvPr/>
        </p:nvSpPr>
        <p:spPr>
          <a:xfrm>
            <a:off x="8744152" y="4661636"/>
            <a:ext cx="2286000" cy="615553"/>
          </a:xfrm>
          <a:prstGeom prst="rect">
            <a:avLst/>
          </a:prstGeom>
          <a:noFill/>
        </p:spPr>
        <p:txBody>
          <a:bodyPr wrap="square" lIns="0" tIns="0" rIns="0" bIns="0">
            <a:spAutoFit/>
          </a:bodyPr>
          <a:lstStyle/>
          <a:p>
            <a:pPr algn="ctr">
              <a:defRPr/>
            </a:pPr>
            <a:r>
              <a:rPr lang="en-US" sz="2000" dirty="0">
                <a:solidFill>
                  <a:srgbClr val="243A5E"/>
                </a:solidFill>
                <a:latin typeface="Segoe Sans Display" pitchFamily="2" charset="0"/>
                <a:cs typeface="Segoe Sans Display" pitchFamily="2" charset="0"/>
              </a:rPr>
              <a:t>Built-in security you can trust</a:t>
            </a:r>
          </a:p>
        </p:txBody>
      </p:sp>
      <p:pic>
        <p:nvPicPr>
          <p:cNvPr id="22" name="Picture 21">
            <a:extLst>
              <a:ext uri="{FF2B5EF4-FFF2-40B4-BE49-F238E27FC236}">
                <a16:creationId xmlns:a16="http://schemas.microsoft.com/office/drawing/2014/main" id="{5C7F8735-131C-84ED-E5BF-9E0ABA5160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8260570" y="2051651"/>
            <a:ext cx="3253159" cy="2115952"/>
          </a:xfrm>
          <a:prstGeom prst="rect">
            <a:avLst/>
          </a:prstGeom>
        </p:spPr>
      </p:pic>
      <p:pic>
        <p:nvPicPr>
          <p:cNvPr id="23" name="Picture 22">
            <a:extLst>
              <a:ext uri="{FF2B5EF4-FFF2-40B4-BE49-F238E27FC236}">
                <a16:creationId xmlns:a16="http://schemas.microsoft.com/office/drawing/2014/main" id="{93063574-C93C-6EB8-5105-01E9A77A05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9420" y="2093982"/>
            <a:ext cx="3253159" cy="2115953"/>
          </a:xfrm>
          <a:prstGeom prst="rect">
            <a:avLst/>
          </a:prstGeom>
        </p:spPr>
      </p:pic>
      <p:pic>
        <p:nvPicPr>
          <p:cNvPr id="24" name="Picture 23">
            <a:extLst>
              <a:ext uri="{FF2B5EF4-FFF2-40B4-BE49-F238E27FC236}">
                <a16:creationId xmlns:a16="http://schemas.microsoft.com/office/drawing/2014/main" id="{14AB338A-9DBD-F12B-1E18-7191CCBBCD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493" y="2093983"/>
            <a:ext cx="3173930" cy="2115953"/>
          </a:xfrm>
          <a:prstGeom prst="rect">
            <a:avLst/>
          </a:prstGeom>
        </p:spPr>
      </p:pic>
      <p:sp>
        <p:nvSpPr>
          <p:cNvPr id="25" name="TextBox 24">
            <a:extLst>
              <a:ext uri="{FF2B5EF4-FFF2-40B4-BE49-F238E27FC236}">
                <a16:creationId xmlns:a16="http://schemas.microsoft.com/office/drawing/2014/main" id="{A2FF891D-C80F-2238-6ACC-8EF25E54E979}"/>
              </a:ext>
            </a:extLst>
          </p:cNvPr>
          <p:cNvSpPr txBox="1"/>
          <p:nvPr/>
        </p:nvSpPr>
        <p:spPr>
          <a:xfrm>
            <a:off x="4857008" y="1036580"/>
            <a:ext cx="2231514" cy="369332"/>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AI built for work</a:t>
            </a:r>
            <a:endParaRPr kumimoji="0" lang="en-US" sz="2400" i="0" u="none" strike="noStrike" kern="1200" cap="none" spc="0" normalizeH="0" baseline="0" noProof="0" dirty="0">
              <a:ln>
                <a:noFill/>
              </a:ln>
              <a:solidFill>
                <a:srgbClr val="FF0000"/>
              </a:solidFill>
              <a:effectLst/>
              <a:uLnTx/>
              <a:uFillTx/>
              <a:latin typeface="Segoe Sans Display" pitchFamily="2" charset="0"/>
              <a:ea typeface="+mn-ea"/>
              <a:cs typeface="Segoe Sans Display" pitchFamily="2" charset="0"/>
            </a:endParaRPr>
          </a:p>
        </p:txBody>
      </p:sp>
    </p:spTree>
    <p:extLst>
      <p:ext uri="{BB962C8B-B14F-4D97-AF65-F5344CB8AC3E}">
        <p14:creationId xmlns:p14="http://schemas.microsoft.com/office/powerpoint/2010/main" val="242634679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865B1-9D38-EA54-E25A-1C7590DA21E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85A0B32-E420-C06F-A8BD-4598905CBA82}"/>
              </a:ext>
            </a:extLst>
          </p:cNvPr>
          <p:cNvSpPr txBox="1"/>
          <p:nvPr/>
        </p:nvSpPr>
        <p:spPr>
          <a:xfrm>
            <a:off x="478735" y="468465"/>
            <a:ext cx="4349339" cy="1754326"/>
          </a:xfrm>
          <a:prstGeom prst="rect">
            <a:avLst/>
          </a:prstGeom>
          <a:noFill/>
        </p:spPr>
        <p:txBody>
          <a:bodyPr wrap="square">
            <a:spAutoFit/>
          </a:bodyPr>
          <a:lstStyle/>
          <a:p>
            <a:r>
              <a:rPr lang="en-US" sz="3600" spc="-50" dirty="0">
                <a:ln w="3175">
                  <a:noFill/>
                </a:ln>
                <a:latin typeface="+mj-lt"/>
                <a:cs typeface="Segoe Sans Display" pitchFamily="2" charset="0"/>
              </a:rPr>
              <a:t>Get more value with one simplified solution</a:t>
            </a:r>
          </a:p>
        </p:txBody>
      </p:sp>
      <p:grpSp>
        <p:nvGrpSpPr>
          <p:cNvPr id="13" name="Group 12">
            <a:extLst>
              <a:ext uri="{FF2B5EF4-FFF2-40B4-BE49-F238E27FC236}">
                <a16:creationId xmlns:a16="http://schemas.microsoft.com/office/drawing/2014/main" id="{62E2C555-FE53-9E9F-8DA7-679CE50111D4}"/>
              </a:ext>
              <a:ext uri="{C183D7F6-B498-43B3-948B-1728B52AA6E4}">
                <adec:decorative xmlns:adec="http://schemas.microsoft.com/office/drawing/2017/decorative" val="1"/>
              </a:ext>
            </a:extLst>
          </p:cNvPr>
          <p:cNvGrpSpPr/>
          <p:nvPr/>
        </p:nvGrpSpPr>
        <p:grpSpPr>
          <a:xfrm>
            <a:off x="5789543" y="405496"/>
            <a:ext cx="5923722" cy="5922395"/>
            <a:chOff x="5789543" y="468465"/>
            <a:chExt cx="5923722" cy="5922395"/>
          </a:xfrm>
        </p:grpSpPr>
        <p:sp>
          <p:nvSpPr>
            <p:cNvPr id="14" name="Rectangle 13">
              <a:extLst>
                <a:ext uri="{FF2B5EF4-FFF2-40B4-BE49-F238E27FC236}">
                  <a16:creationId xmlns:a16="http://schemas.microsoft.com/office/drawing/2014/main" id="{5B447AE9-60B4-8373-3AFC-D4810123EA77}"/>
                </a:ext>
              </a:extLst>
            </p:cNvPr>
            <p:cNvSpPr/>
            <p:nvPr/>
          </p:nvSpPr>
          <p:spPr>
            <a:xfrm>
              <a:off x="5789543" y="468465"/>
              <a:ext cx="5923722" cy="5922395"/>
            </a:xfrm>
            <a:prstGeom prst="rect">
              <a:avLst/>
            </a:prstGeom>
            <a:solidFill>
              <a:srgbClr val="702573">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5" name="Straight Connector 14">
              <a:extLst>
                <a:ext uri="{FF2B5EF4-FFF2-40B4-BE49-F238E27FC236}">
                  <a16:creationId xmlns:a16="http://schemas.microsoft.com/office/drawing/2014/main" id="{AC8CFD0F-8DAD-2582-30B3-479D244B6CCB}"/>
                </a:ext>
              </a:extLst>
            </p:cNvPr>
            <p:cNvCxnSpPr>
              <a:cxnSpLocks/>
            </p:cNvCxnSpPr>
            <p:nvPr/>
          </p:nvCxnSpPr>
          <p:spPr>
            <a:xfrm>
              <a:off x="5789543" y="6390860"/>
              <a:ext cx="5923722" cy="0"/>
            </a:xfrm>
            <a:prstGeom prst="line">
              <a:avLst/>
            </a:prstGeom>
            <a:ln w="38100" cap="rnd">
              <a:solidFill>
                <a:srgbClr val="702573"/>
              </a:solidFill>
              <a:round/>
            </a:ln>
          </p:spPr>
          <p:style>
            <a:lnRef idx="2">
              <a:schemeClr val="accent1"/>
            </a:lnRef>
            <a:fillRef idx="0">
              <a:schemeClr val="accent1"/>
            </a:fillRef>
            <a:effectRef idx="1">
              <a:schemeClr val="accent1"/>
            </a:effectRef>
            <a:fontRef idx="minor">
              <a:schemeClr val="tx1"/>
            </a:fontRef>
          </p:style>
        </p:cxnSp>
      </p:grpSp>
      <p:pic>
        <p:nvPicPr>
          <p:cNvPr id="16" name="Picture 15">
            <a:extLst>
              <a:ext uri="{FF2B5EF4-FFF2-40B4-BE49-F238E27FC236}">
                <a16:creationId xmlns:a16="http://schemas.microsoft.com/office/drawing/2014/main" id="{E6162714-7BC3-5856-9E75-E12244E16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6801" y="1636865"/>
            <a:ext cx="5029202" cy="2828926"/>
          </a:xfrm>
          <a:prstGeom prst="rect">
            <a:avLst/>
          </a:prstGeom>
          <a:ln w="127000">
            <a:solidFill>
              <a:schemeClr val="bg1"/>
            </a:solidFill>
          </a:ln>
        </p:spPr>
      </p:pic>
      <p:sp>
        <p:nvSpPr>
          <p:cNvPr id="17" name="TextBox 16">
            <a:extLst>
              <a:ext uri="{FF2B5EF4-FFF2-40B4-BE49-F238E27FC236}">
                <a16:creationId xmlns:a16="http://schemas.microsoft.com/office/drawing/2014/main" id="{154BEF83-2A2B-25A3-2674-42BC6840EA34}"/>
              </a:ext>
            </a:extLst>
          </p:cNvPr>
          <p:cNvSpPr txBox="1"/>
          <p:nvPr/>
        </p:nvSpPr>
        <p:spPr>
          <a:xfrm>
            <a:off x="588263" y="2452471"/>
            <a:ext cx="4754880" cy="289822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Sans Display Semibold"/>
                <a:ea typeface="+mn-ea"/>
                <a:cs typeface="Segoe Sans Display Semibold"/>
              </a:rPr>
              <a:t>Single solution</a:t>
            </a:r>
            <a:br>
              <a:rPr kumimoji="0" lang="en-US" sz="1600" b="0" i="0" u="none" strike="noStrike" kern="1200" cap="none" spc="0" normalizeH="0" baseline="0" noProof="0" dirty="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dirty="0">
                <a:ln>
                  <a:noFill/>
                </a:ln>
                <a:solidFill>
                  <a:prstClr val="black"/>
                </a:solidFill>
                <a:effectLst/>
                <a:uLnTx/>
                <a:uFillTx/>
                <a:latin typeface="Segoe Sans Display"/>
                <a:ea typeface="+mn-ea"/>
                <a:cs typeface="Segoe Sans Display"/>
              </a:rPr>
              <a:t>One AI solution that works across your business and is included with your Microsoft 365 Business plan</a:t>
            </a:r>
            <a:endParaRPr kumimoji="0" lang="en-US" sz="1800" b="0" i="0" u="none" strike="noStrike" kern="1200" cap="none" spc="0" normalizeH="0" baseline="0" noProof="0" dirty="0">
              <a:ln>
                <a:noFill/>
              </a:ln>
              <a:solidFill>
                <a:prstClr val="black"/>
              </a:solidFill>
              <a:effectLst/>
              <a:uLnTx/>
              <a:uFillTx/>
              <a:latin typeface="Segoe Sans Display"/>
              <a:ea typeface="+mn-ea"/>
              <a:cs typeface="Segoe Sans Display"/>
            </a:endParaRPr>
          </a:p>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Sans Display Semibold"/>
                <a:ea typeface="+mn-ea"/>
                <a:cs typeface="Segoe Sans Display Semibold"/>
              </a:rPr>
              <a:t>Connected experience</a:t>
            </a:r>
            <a:br>
              <a:rPr kumimoji="0" lang="en-US" sz="1600" b="0" i="0" u="none" strike="noStrike" kern="1200" cap="none" spc="0" normalizeH="0" baseline="0" noProof="0" dirty="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dirty="0">
                <a:ln>
                  <a:noFill/>
                </a:ln>
                <a:solidFill>
                  <a:prstClr val="black"/>
                </a:solidFill>
                <a:effectLst/>
                <a:uLnTx/>
                <a:uFillTx/>
                <a:latin typeface="Segoe Sans Display"/>
                <a:ea typeface="+mn-ea"/>
                <a:cs typeface="Segoe Sans Display"/>
              </a:rPr>
              <a:t>Copilot works across familiar apps like Teams, Outlook, Word, Excel and PowerPoint, no context-switching required</a:t>
            </a:r>
          </a:p>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Sans Display Semibold"/>
                <a:ea typeface="+mn-ea"/>
                <a:cs typeface="Segoe Sans Display Semibold"/>
              </a:rPr>
              <a:t>Unified interface</a:t>
            </a:r>
            <a:br>
              <a:rPr kumimoji="0" lang="en-US" sz="1600" b="0" i="0" u="none" strike="noStrike" kern="1200" cap="none" spc="0" normalizeH="0" baseline="0" noProof="0" dirty="0">
                <a:ln>
                  <a:noFill/>
                </a:ln>
                <a:solidFill>
                  <a:srgbClr val="0078D4"/>
                </a:solidFill>
                <a:effectLst/>
                <a:uLnTx/>
                <a:uFillTx/>
                <a:latin typeface="Segoe Sans Display Semibold"/>
                <a:ea typeface="+mn-ea"/>
                <a:cs typeface="Segoe Sans Display Semibold"/>
              </a:rPr>
            </a:br>
            <a:r>
              <a:rPr kumimoji="0" lang="en-US" sz="1600" b="0" i="0" u="none" strike="noStrike" kern="1200" cap="none" spc="0" normalizeH="0" baseline="0" noProof="0" dirty="0">
                <a:ln>
                  <a:noFill/>
                </a:ln>
                <a:solidFill>
                  <a:prstClr val="black"/>
                </a:solidFill>
                <a:effectLst/>
                <a:uLnTx/>
                <a:uFillTx/>
                <a:latin typeface="Segoe Sans Display"/>
                <a:ea typeface="+mn-ea"/>
                <a:cs typeface="Segoe Sans Display"/>
              </a:rPr>
              <a:t>The Copilot app unifies chat, search, apps and agents in a single, easy-to-navigate experience</a:t>
            </a:r>
          </a:p>
        </p:txBody>
      </p:sp>
      <p:sp>
        <p:nvSpPr>
          <p:cNvPr id="18" name="TextBox 11">
            <a:extLst>
              <a:ext uri="{FF2B5EF4-FFF2-40B4-BE49-F238E27FC236}">
                <a16:creationId xmlns:a16="http://schemas.microsoft.com/office/drawing/2014/main" id="{6A29ECE9-7554-05FA-DBC6-38E4471A0DB7}"/>
              </a:ext>
              <a:ext uri="{C183D7F6-B498-43B3-948B-1728B52AA6E4}">
                <adec:decorative xmlns:adec="http://schemas.microsoft.com/office/drawing/2017/decorative" val="0"/>
              </a:ext>
            </a:extLst>
          </p:cNvPr>
          <p:cNvSpPr txBox="1">
            <a:spLocks/>
          </p:cNvSpPr>
          <p:nvPr/>
        </p:nvSpPr>
        <p:spPr>
          <a:xfrm>
            <a:off x="6519553" y="4730018"/>
            <a:ext cx="4631377" cy="923330"/>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597" rtl="0" eaLnBrk="1" fontAlgn="auto" latinLnBrk="0" hangingPunct="1">
              <a:lnSpc>
                <a:spcPct val="100000"/>
              </a:lnSpc>
              <a:spcBef>
                <a:spcPts val="0"/>
              </a:spcBef>
              <a:spcAft>
                <a:spcPts val="0"/>
              </a:spcAft>
              <a:buClrTx/>
              <a:buSzTx/>
              <a:buFontTx/>
              <a:buNone/>
              <a:tabLst/>
              <a:defRPr/>
            </a:pPr>
            <a:r>
              <a:rPr lang="en-US" sz="2000" b="1" dirty="0">
                <a:solidFill>
                  <a:srgbClr val="243A5E"/>
                </a:solidFill>
                <a:latin typeface="Segoe Sans Display" pitchFamily="2" charset="0"/>
                <a:cs typeface="Segoe Sans Display" pitchFamily="2" charset="0"/>
              </a:rPr>
              <a:t>Microsoft 365 Copilot </a:t>
            </a:r>
            <a:r>
              <a:rPr lang="en-US" sz="2000" dirty="0">
                <a:solidFill>
                  <a:srgbClr val="243A5E"/>
                </a:solidFill>
                <a:latin typeface="Segoe Sans Display" pitchFamily="2" charset="0"/>
                <a:cs typeface="Segoe Sans Display" pitchFamily="2" charset="0"/>
              </a:rPr>
              <a:t>helps you save time and work smarter without extra steps or complexity</a:t>
            </a:r>
          </a:p>
        </p:txBody>
      </p:sp>
    </p:spTree>
    <p:extLst>
      <p:ext uri="{BB962C8B-B14F-4D97-AF65-F5344CB8AC3E}">
        <p14:creationId xmlns:p14="http://schemas.microsoft.com/office/powerpoint/2010/main" val="73591758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98177-CAF4-CE3F-22B6-7631E7898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3B027-C680-823F-6DD5-EBF313451587}"/>
              </a:ext>
            </a:extLst>
          </p:cNvPr>
          <p:cNvSpPr txBox="1">
            <a:spLocks/>
          </p:cNvSpPr>
          <p:nvPr/>
        </p:nvSpPr>
        <p:spPr>
          <a:xfrm>
            <a:off x="588263" y="651981"/>
            <a:ext cx="4589463" cy="110799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a:defRPr/>
            </a:pPr>
            <a:r>
              <a:rPr lang="en-US" dirty="0">
                <a:cs typeface="Segoe Sans Display" pitchFamily="2" charset="0"/>
              </a:rPr>
              <a:t>Run your business with confidence</a:t>
            </a:r>
          </a:p>
        </p:txBody>
      </p:sp>
      <p:sp>
        <p:nvSpPr>
          <p:cNvPr id="3" name="TextBox 2">
            <a:extLst>
              <a:ext uri="{FF2B5EF4-FFF2-40B4-BE49-F238E27FC236}">
                <a16:creationId xmlns:a16="http://schemas.microsoft.com/office/drawing/2014/main" id="{2FC1A22B-1913-878A-E789-E767D85EF29A}"/>
              </a:ext>
            </a:extLst>
          </p:cNvPr>
          <p:cNvSpPr txBox="1"/>
          <p:nvPr/>
        </p:nvSpPr>
        <p:spPr>
          <a:xfrm>
            <a:off x="588263" y="2452471"/>
            <a:ext cx="4754880" cy="289822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Sans Display Semibold"/>
                <a:ea typeface="+mn-ea"/>
                <a:cs typeface="Segoe Sans Display Semibold"/>
              </a:rPr>
              <a:t>Relevant context</a:t>
            </a:r>
            <a:br>
              <a:rPr kumimoji="0" lang="en-US" sz="16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a:ln>
                  <a:noFill/>
                </a:ln>
                <a:solidFill>
                  <a:prstClr val="black"/>
                </a:solidFill>
                <a:effectLst/>
                <a:uLnTx/>
                <a:uFillTx/>
                <a:latin typeface="Segoe Sans Display"/>
                <a:ea typeface="+mn-ea"/>
                <a:cs typeface="Segoe Sans Display"/>
              </a:rPr>
              <a:t>Copilot is grounded on your work data across calendars, emails, chats, documents and meetings to improve relevance and accuracy</a:t>
            </a:r>
          </a:p>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Sans Display Semibold"/>
                <a:ea typeface="+mn-ea"/>
                <a:cs typeface="Segoe Sans Display Semibold"/>
              </a:rPr>
              <a:t>Ability to customize</a:t>
            </a:r>
            <a:br>
              <a:rPr kumimoji="0" lang="en-US" sz="16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a:ln>
                  <a:noFill/>
                </a:ln>
                <a:solidFill>
                  <a:prstClr val="black"/>
                </a:solidFill>
                <a:effectLst/>
                <a:uLnTx/>
                <a:uFillTx/>
                <a:latin typeface="Segoe Sans Display"/>
                <a:ea typeface="+mn-ea"/>
                <a:cs typeface="Segoe Sans Display"/>
              </a:rPr>
              <a:t>Add your own data and build your own custom agents with minimal coding experience required</a:t>
            </a:r>
          </a:p>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Sans Display Semibold"/>
                <a:ea typeface="+mn-ea"/>
                <a:cs typeface="Segoe Sans Display Semibold"/>
              </a:rPr>
              <a:t>Role-based solutions</a:t>
            </a:r>
            <a:br>
              <a:rPr kumimoji="0" lang="en-US" sz="16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a:ln>
                  <a:noFill/>
                </a:ln>
                <a:solidFill>
                  <a:srgbClr val="000000"/>
                </a:solidFill>
                <a:effectLst/>
                <a:uLnTx/>
                <a:uFillTx/>
                <a:latin typeface="Segoe UI"/>
                <a:ea typeface="+mn-ea"/>
                <a:cs typeface="+mn-cs"/>
              </a:rPr>
              <a:t>Get tailored AI experiences across various roles like Sales, HR, and Marketing</a:t>
            </a:r>
          </a:p>
        </p:txBody>
      </p:sp>
      <p:sp>
        <p:nvSpPr>
          <p:cNvPr id="4" name="TextBox 11">
            <a:extLst>
              <a:ext uri="{FF2B5EF4-FFF2-40B4-BE49-F238E27FC236}">
                <a16:creationId xmlns:a16="http://schemas.microsoft.com/office/drawing/2014/main" id="{2CF23761-2D67-A3C4-D14A-1AB1236C3496}"/>
              </a:ext>
              <a:ext uri="{C183D7F6-B498-43B3-948B-1728B52AA6E4}">
                <adec:decorative xmlns:adec="http://schemas.microsoft.com/office/drawing/2017/decorative" val="0"/>
              </a:ext>
            </a:extLst>
          </p:cNvPr>
          <p:cNvSpPr txBox="1">
            <a:spLocks/>
          </p:cNvSpPr>
          <p:nvPr/>
        </p:nvSpPr>
        <p:spPr>
          <a:xfrm>
            <a:off x="6923314" y="4735147"/>
            <a:ext cx="3829669" cy="615553"/>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597" rtl="0" eaLnBrk="1" fontAlgn="auto" latinLnBrk="0" hangingPunct="1">
              <a:lnSpc>
                <a:spcPct val="100000"/>
              </a:lnSpc>
              <a:spcBef>
                <a:spcPts val="0"/>
              </a:spcBef>
              <a:spcAft>
                <a:spcPts val="0"/>
              </a:spcAft>
              <a:buClrTx/>
              <a:buSzTx/>
              <a:buFontTx/>
              <a:buNone/>
              <a:tabLst/>
              <a:defRPr/>
            </a:pPr>
            <a:r>
              <a:rPr lang="en-US" sz="2000" b="1" dirty="0">
                <a:solidFill>
                  <a:srgbClr val="243A5E"/>
                </a:solidFill>
                <a:latin typeface="Segoe Sans Display" pitchFamily="2" charset="0"/>
                <a:cs typeface="Segoe Sans Display" pitchFamily="2" charset="0"/>
              </a:rPr>
              <a:t>Microsoft 365 Copilot </a:t>
            </a:r>
            <a:r>
              <a:rPr lang="en-US" sz="2000" dirty="0">
                <a:solidFill>
                  <a:srgbClr val="243A5E"/>
                </a:solidFill>
                <a:latin typeface="Segoe Sans Display" pitchFamily="2" charset="0"/>
                <a:cs typeface="Segoe Sans Display" pitchFamily="2" charset="0"/>
              </a:rPr>
              <a:t>helps you run your business more efficiently</a:t>
            </a:r>
          </a:p>
        </p:txBody>
      </p:sp>
      <p:pic>
        <p:nvPicPr>
          <p:cNvPr id="5" name="Picture 4" descr="Screenshot of a Microsoft Teams meeting with the Copilot pane listing production timelines.">
            <a:extLst>
              <a:ext uri="{FF2B5EF4-FFF2-40B4-BE49-F238E27FC236}">
                <a16:creationId xmlns:a16="http://schemas.microsoft.com/office/drawing/2014/main" id="{32A0F382-374E-DDA7-3195-1981314F024A}"/>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6236803" y="1636866"/>
            <a:ext cx="5029200" cy="2828925"/>
          </a:xfrm>
          <a:prstGeom prst="rect">
            <a:avLst/>
          </a:prstGeom>
          <a:solidFill>
            <a:srgbClr val="F4F3F5"/>
          </a:solidFill>
          <a:ln w="127000">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5674700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06E7-FB2C-3B36-0DD1-D9A422A0B9C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0C7777D-FBD9-3F58-7B4A-BDFBBC6DCE41}"/>
              </a:ext>
              <a:ext uri="{C183D7F6-B498-43B3-948B-1728B52AA6E4}">
                <adec:decorative xmlns:adec="http://schemas.microsoft.com/office/drawing/2017/decorative" val="1"/>
              </a:ext>
            </a:extLst>
          </p:cNvPr>
          <p:cNvGrpSpPr/>
          <p:nvPr/>
        </p:nvGrpSpPr>
        <p:grpSpPr>
          <a:xfrm>
            <a:off x="5789543" y="468465"/>
            <a:ext cx="5923722" cy="5922395"/>
            <a:chOff x="5789543" y="468465"/>
            <a:chExt cx="5923722" cy="5922395"/>
          </a:xfrm>
        </p:grpSpPr>
        <p:sp>
          <p:nvSpPr>
            <p:cNvPr id="7" name="Rectangle 6">
              <a:extLst>
                <a:ext uri="{FF2B5EF4-FFF2-40B4-BE49-F238E27FC236}">
                  <a16:creationId xmlns:a16="http://schemas.microsoft.com/office/drawing/2014/main" id="{F10F9245-9665-7CAF-69A6-7D97C4B807D7}"/>
                </a:ext>
              </a:extLst>
            </p:cNvPr>
            <p:cNvSpPr/>
            <p:nvPr/>
          </p:nvSpPr>
          <p:spPr>
            <a:xfrm>
              <a:off x="5789543" y="468465"/>
              <a:ext cx="5923722" cy="5922395"/>
            </a:xfrm>
            <a:prstGeom prst="rect">
              <a:avLst/>
            </a:prstGeom>
            <a:solidFill>
              <a:srgbClr val="702573">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8" name="Straight Connector 7">
              <a:extLst>
                <a:ext uri="{FF2B5EF4-FFF2-40B4-BE49-F238E27FC236}">
                  <a16:creationId xmlns:a16="http://schemas.microsoft.com/office/drawing/2014/main" id="{3FE10E91-7AC1-018A-D4EB-887CE6A72076}"/>
                </a:ext>
              </a:extLst>
            </p:cNvPr>
            <p:cNvCxnSpPr>
              <a:cxnSpLocks/>
            </p:cNvCxnSpPr>
            <p:nvPr/>
          </p:nvCxnSpPr>
          <p:spPr>
            <a:xfrm>
              <a:off x="5789543" y="6390860"/>
              <a:ext cx="5923722" cy="0"/>
            </a:xfrm>
            <a:prstGeom prst="line">
              <a:avLst/>
            </a:prstGeom>
            <a:ln w="38100" cap="rnd">
              <a:solidFill>
                <a:srgbClr val="702573"/>
              </a:solidFill>
              <a:round/>
            </a:ln>
          </p:spPr>
          <p:style>
            <a:lnRef idx="2">
              <a:schemeClr val="accent1"/>
            </a:lnRef>
            <a:fillRef idx="0">
              <a:schemeClr val="accent1"/>
            </a:fillRef>
            <a:effectRef idx="1">
              <a:schemeClr val="accent1"/>
            </a:effectRef>
            <a:fontRef idx="minor">
              <a:schemeClr val="tx1"/>
            </a:fontRef>
          </p:style>
        </p:cxnSp>
      </p:grpSp>
      <p:pic>
        <p:nvPicPr>
          <p:cNvPr id="9" name="Picture 8">
            <a:extLst>
              <a:ext uri="{FF2B5EF4-FFF2-40B4-BE49-F238E27FC236}">
                <a16:creationId xmlns:a16="http://schemas.microsoft.com/office/drawing/2014/main" id="{464B5FA8-A03F-67DE-CC33-1DE9D34B91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6236803" y="1636865"/>
            <a:ext cx="5029200" cy="2879295"/>
          </a:xfrm>
          <a:prstGeom prst="rect">
            <a:avLst/>
          </a:prstGeom>
          <a:ln w="127000">
            <a:solidFill>
              <a:schemeClr val="bg1"/>
            </a:solidFill>
          </a:ln>
        </p:spPr>
      </p:pic>
      <p:sp>
        <p:nvSpPr>
          <p:cNvPr id="10" name="Title 1">
            <a:extLst>
              <a:ext uri="{FF2B5EF4-FFF2-40B4-BE49-F238E27FC236}">
                <a16:creationId xmlns:a16="http://schemas.microsoft.com/office/drawing/2014/main" id="{5B049257-A09B-CB13-D1E2-1DC42BF17899}"/>
              </a:ext>
            </a:extLst>
          </p:cNvPr>
          <p:cNvSpPr txBox="1">
            <a:spLocks/>
          </p:cNvSpPr>
          <p:nvPr/>
        </p:nvSpPr>
        <p:spPr>
          <a:xfrm>
            <a:off x="588263" y="652616"/>
            <a:ext cx="4589463" cy="110799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a:defRPr/>
            </a:pPr>
            <a:r>
              <a:rPr lang="en-US" dirty="0">
                <a:cs typeface="Segoe Sans Display" pitchFamily="2" charset="0"/>
              </a:rPr>
              <a:t>Built-in security you can trust</a:t>
            </a:r>
          </a:p>
        </p:txBody>
      </p:sp>
      <p:sp>
        <p:nvSpPr>
          <p:cNvPr id="11" name="TextBox 10">
            <a:extLst>
              <a:ext uri="{FF2B5EF4-FFF2-40B4-BE49-F238E27FC236}">
                <a16:creationId xmlns:a16="http://schemas.microsoft.com/office/drawing/2014/main" id="{94C7D2B2-F567-B9FE-767D-5181DC4736D5}"/>
              </a:ext>
            </a:extLst>
          </p:cNvPr>
          <p:cNvSpPr txBox="1"/>
          <p:nvPr/>
        </p:nvSpPr>
        <p:spPr>
          <a:xfrm>
            <a:off x="588263" y="2452471"/>
            <a:ext cx="4754880" cy="2652008"/>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Sans Display Semibold"/>
                <a:ea typeface="+mn-ea"/>
                <a:cs typeface="Segoe Sans Display Semibold"/>
              </a:rPr>
              <a:t>Protect sensitive data</a:t>
            </a:r>
            <a:br>
              <a:rPr kumimoji="0" lang="en-US" sz="16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a:ln>
                  <a:noFill/>
                </a:ln>
                <a:solidFill>
                  <a:prstClr val="black"/>
                </a:solidFill>
                <a:effectLst/>
                <a:uLnTx/>
                <a:uFillTx/>
                <a:latin typeface="Segoe Sans Display"/>
                <a:ea typeface="+mn-ea"/>
                <a:cs typeface="Segoe Sans Display"/>
              </a:rPr>
              <a:t>Copilot follows your existing security, privacy, and compliance settings</a:t>
            </a:r>
          </a:p>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Sans Display Semibold"/>
                <a:ea typeface="+mn-ea"/>
                <a:cs typeface="Segoe Sans Display Semibold"/>
              </a:rPr>
              <a:t>Allow your data to stay with you</a:t>
            </a:r>
            <a:br>
              <a:rPr kumimoji="0" lang="en-US" sz="16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a:ln>
                  <a:noFill/>
                </a:ln>
                <a:solidFill>
                  <a:prstClr val="black"/>
                </a:solidFill>
                <a:effectLst/>
                <a:uLnTx/>
                <a:uFillTx/>
                <a:latin typeface="Segoe Sans Display"/>
                <a:ea typeface="+mn-ea"/>
                <a:cs typeface="Segoe Sans Display"/>
              </a:rPr>
              <a:t>Only surfaces what users have permission to access; never used to train foundation models</a:t>
            </a:r>
          </a:p>
          <a:p>
            <a:pPr marL="0" marR="0" lvl="0" indent="0" algn="l" defTabSz="914400" rtl="0" eaLnBrk="1" fontAlgn="auto" latinLnBrk="0" hangingPunct="1">
              <a:lnSpc>
                <a:spcPct val="100000"/>
              </a:lnSpc>
              <a:spcBef>
                <a:spcPts val="500"/>
              </a:spcBef>
              <a:spcAft>
                <a:spcPts val="1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Sans Display Semibold"/>
                <a:ea typeface="+mn-ea"/>
                <a:cs typeface="Segoe Sans Display Semibold"/>
              </a:rPr>
              <a:t>Adopt AI safely</a:t>
            </a:r>
            <a:br>
              <a:rPr kumimoji="0" lang="en-US" sz="16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rPr>
            </a:br>
            <a:r>
              <a:rPr kumimoji="0" lang="en-US" sz="1600" b="0" i="0" u="none" strike="noStrike" kern="1200" cap="none" spc="0" normalizeH="0" baseline="0" noProof="0">
                <a:ln>
                  <a:noFill/>
                </a:ln>
                <a:solidFill>
                  <a:srgbClr val="000000"/>
                </a:solidFill>
                <a:effectLst/>
                <a:uLnTx/>
                <a:uFillTx/>
                <a:latin typeface="Segoe UI"/>
                <a:ea typeface="+mn-ea"/>
                <a:cs typeface="Segoe UI"/>
              </a:rPr>
              <a:t>Reduce oversharing and keep your business data governed and protected</a:t>
            </a:r>
          </a:p>
        </p:txBody>
      </p:sp>
      <p:sp>
        <p:nvSpPr>
          <p:cNvPr id="12" name="TextBox 11">
            <a:extLst>
              <a:ext uri="{FF2B5EF4-FFF2-40B4-BE49-F238E27FC236}">
                <a16:creationId xmlns:a16="http://schemas.microsoft.com/office/drawing/2014/main" id="{91410F4B-BA89-6A99-6189-A9FDDEF40499}"/>
              </a:ext>
              <a:ext uri="{C183D7F6-B498-43B3-948B-1728B52AA6E4}">
                <adec:decorative xmlns:adec="http://schemas.microsoft.com/office/drawing/2017/decorative" val="0"/>
              </a:ext>
            </a:extLst>
          </p:cNvPr>
          <p:cNvSpPr txBox="1">
            <a:spLocks/>
          </p:cNvSpPr>
          <p:nvPr/>
        </p:nvSpPr>
        <p:spPr>
          <a:xfrm>
            <a:off x="7011081" y="4730018"/>
            <a:ext cx="3866715" cy="1231106"/>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597" rtl="0" eaLnBrk="1" fontAlgn="auto" latinLnBrk="0" hangingPunct="1">
              <a:lnSpc>
                <a:spcPct val="100000"/>
              </a:lnSpc>
              <a:spcBef>
                <a:spcPts val="0"/>
              </a:spcBef>
              <a:spcAft>
                <a:spcPts val="0"/>
              </a:spcAft>
              <a:buClrTx/>
              <a:buSzTx/>
              <a:buFontTx/>
              <a:buNone/>
              <a:tabLst/>
              <a:defRPr/>
            </a:pPr>
            <a:r>
              <a:rPr lang="en-US" sz="2000" b="1" dirty="0">
                <a:solidFill>
                  <a:srgbClr val="243A5E"/>
                </a:solidFill>
                <a:latin typeface="Segoe Sans Display" pitchFamily="2" charset="0"/>
                <a:cs typeface="Segoe Sans Display" pitchFamily="2" charset="0"/>
              </a:rPr>
              <a:t>Microsoft 365 Copilot </a:t>
            </a:r>
            <a:r>
              <a:rPr lang="en-US" sz="2000" dirty="0">
                <a:solidFill>
                  <a:srgbClr val="243A5E"/>
                </a:solidFill>
                <a:latin typeface="Segoe Sans Display" pitchFamily="2" charset="0"/>
                <a:cs typeface="Segoe Sans Display" pitchFamily="2" charset="0"/>
              </a:rPr>
              <a:t>is built on Microsoft’s trusted cloud, so your business data stays safe and private</a:t>
            </a:r>
          </a:p>
        </p:txBody>
      </p:sp>
    </p:spTree>
    <p:extLst>
      <p:ext uri="{BB962C8B-B14F-4D97-AF65-F5344CB8AC3E}">
        <p14:creationId xmlns:p14="http://schemas.microsoft.com/office/powerpoint/2010/main" val="32988038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33E60-D907-EE66-BC7B-268665EF3318}"/>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F3ECD80-FAAC-DD23-C940-89FE246FB670}"/>
              </a:ext>
              <a:ext uri="{C183D7F6-B498-43B3-948B-1728B52AA6E4}">
                <adec:decorative xmlns:adec="http://schemas.microsoft.com/office/drawing/2017/decorative" val="1"/>
              </a:ext>
            </a:extLst>
          </p:cNvPr>
          <p:cNvSpPr>
            <a:spLocks/>
          </p:cNvSpPr>
          <p:nvPr/>
        </p:nvSpPr>
        <p:spPr>
          <a:xfrm>
            <a:off x="588963" y="585789"/>
            <a:ext cx="11020425" cy="5673498"/>
          </a:xfrm>
          <a:prstGeom prst="roundRect">
            <a:avLst>
              <a:gd name="adj" fmla="val 1941"/>
            </a:avLst>
          </a:prstGeom>
          <a:solidFill>
            <a:srgbClr val="FFFFFF">
              <a:alpha val="64000"/>
            </a:srgbClr>
          </a:solidFill>
          <a:ln w="6350">
            <a:gradFill flip="none" rotWithShape="1">
              <a:gsLst>
                <a:gs pos="0">
                  <a:srgbClr val="0078D4"/>
                </a:gs>
                <a:gs pos="43000">
                  <a:srgbClr val="8661C5"/>
                </a:gs>
                <a:gs pos="100000">
                  <a:srgbClr val="C03BC4"/>
                </a:gs>
              </a:gsLst>
              <a:lin ang="2700000" scaled="1"/>
              <a:tileRect/>
            </a:grad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0CEA8751-0765-3867-3B28-30EBB71A6BB1}"/>
              </a:ext>
              <a:ext uri="{C183D7F6-B498-43B3-948B-1728B52AA6E4}">
                <adec:decorative xmlns:adec="http://schemas.microsoft.com/office/drawing/2017/decorative" val="1"/>
              </a:ext>
            </a:extLst>
          </p:cNvPr>
          <p:cNvSpPr>
            <a:spLocks/>
          </p:cNvSpPr>
          <p:nvPr/>
        </p:nvSpPr>
        <p:spPr>
          <a:xfrm>
            <a:off x="705984" y="72139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4" name="Rectangle: Rounded Corners 3">
            <a:extLst>
              <a:ext uri="{FF2B5EF4-FFF2-40B4-BE49-F238E27FC236}">
                <a16:creationId xmlns:a16="http://schemas.microsoft.com/office/drawing/2014/main" id="{9E643B8E-8F20-D1ED-5925-8B111FEB3C20}"/>
              </a:ext>
              <a:ext uri="{C183D7F6-B498-43B3-948B-1728B52AA6E4}">
                <adec:decorative xmlns:adec="http://schemas.microsoft.com/office/drawing/2017/decorative" val="1"/>
              </a:ext>
            </a:extLst>
          </p:cNvPr>
          <p:cNvSpPr>
            <a:spLocks/>
          </p:cNvSpPr>
          <p:nvPr/>
        </p:nvSpPr>
        <p:spPr>
          <a:xfrm>
            <a:off x="3441979" y="72139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5" name="Rectangle: Rounded Corners 4">
            <a:extLst>
              <a:ext uri="{FF2B5EF4-FFF2-40B4-BE49-F238E27FC236}">
                <a16:creationId xmlns:a16="http://schemas.microsoft.com/office/drawing/2014/main" id="{B49CD2DB-28FE-3579-22F6-3252FC24F6E3}"/>
              </a:ext>
              <a:ext uri="{C183D7F6-B498-43B3-948B-1728B52AA6E4}">
                <adec:decorative xmlns:adec="http://schemas.microsoft.com/office/drawing/2017/decorative" val="1"/>
              </a:ext>
            </a:extLst>
          </p:cNvPr>
          <p:cNvSpPr>
            <a:spLocks/>
          </p:cNvSpPr>
          <p:nvPr/>
        </p:nvSpPr>
        <p:spPr>
          <a:xfrm>
            <a:off x="6177974" y="72139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13" name="Rectangle: Rounded Corners 12">
            <a:extLst>
              <a:ext uri="{FF2B5EF4-FFF2-40B4-BE49-F238E27FC236}">
                <a16:creationId xmlns:a16="http://schemas.microsoft.com/office/drawing/2014/main" id="{8BA02CA2-9ECD-6D18-1CA1-C5393E746760}"/>
              </a:ext>
              <a:ext uri="{C183D7F6-B498-43B3-948B-1728B52AA6E4}">
                <adec:decorative xmlns:adec="http://schemas.microsoft.com/office/drawing/2017/decorative" val="1"/>
              </a:ext>
            </a:extLst>
          </p:cNvPr>
          <p:cNvSpPr>
            <a:spLocks/>
          </p:cNvSpPr>
          <p:nvPr/>
        </p:nvSpPr>
        <p:spPr>
          <a:xfrm>
            <a:off x="8913969" y="72139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14" name="Rectangle: Rounded Corners 13">
            <a:extLst>
              <a:ext uri="{FF2B5EF4-FFF2-40B4-BE49-F238E27FC236}">
                <a16:creationId xmlns:a16="http://schemas.microsoft.com/office/drawing/2014/main" id="{3644B4DC-D0D7-4B09-7CE5-8C93EA7F525A}"/>
              </a:ext>
              <a:ext uri="{C183D7F6-B498-43B3-948B-1728B52AA6E4}">
                <adec:decorative xmlns:adec="http://schemas.microsoft.com/office/drawing/2017/decorative" val="1"/>
              </a:ext>
            </a:extLst>
          </p:cNvPr>
          <p:cNvSpPr>
            <a:spLocks/>
          </p:cNvSpPr>
          <p:nvPr/>
        </p:nvSpPr>
        <p:spPr>
          <a:xfrm>
            <a:off x="705984" y="2567876"/>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15" name="Rectangle: Rounded Corners 14">
            <a:extLst>
              <a:ext uri="{FF2B5EF4-FFF2-40B4-BE49-F238E27FC236}">
                <a16:creationId xmlns:a16="http://schemas.microsoft.com/office/drawing/2014/main" id="{C7E0FD72-0255-C4BC-EBF6-1D5E1C25C9B7}"/>
              </a:ext>
              <a:ext uri="{C183D7F6-B498-43B3-948B-1728B52AA6E4}">
                <adec:decorative xmlns:adec="http://schemas.microsoft.com/office/drawing/2017/decorative" val="1"/>
              </a:ext>
            </a:extLst>
          </p:cNvPr>
          <p:cNvSpPr>
            <a:spLocks/>
          </p:cNvSpPr>
          <p:nvPr/>
        </p:nvSpPr>
        <p:spPr>
          <a:xfrm>
            <a:off x="8913969" y="2567876"/>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16" name="Rectangle: Rounded Corners 15">
            <a:extLst>
              <a:ext uri="{FF2B5EF4-FFF2-40B4-BE49-F238E27FC236}">
                <a16:creationId xmlns:a16="http://schemas.microsoft.com/office/drawing/2014/main" id="{5D501D1C-29CE-6707-338C-BD2ED30FF76E}"/>
              </a:ext>
              <a:ext uri="{C183D7F6-B498-43B3-948B-1728B52AA6E4}">
                <adec:decorative xmlns:adec="http://schemas.microsoft.com/office/drawing/2017/decorative" val="1"/>
              </a:ext>
            </a:extLst>
          </p:cNvPr>
          <p:cNvSpPr>
            <a:spLocks/>
          </p:cNvSpPr>
          <p:nvPr/>
        </p:nvSpPr>
        <p:spPr>
          <a:xfrm>
            <a:off x="705984" y="441436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17" name="Rectangle: Rounded Corners 16">
            <a:extLst>
              <a:ext uri="{FF2B5EF4-FFF2-40B4-BE49-F238E27FC236}">
                <a16:creationId xmlns:a16="http://schemas.microsoft.com/office/drawing/2014/main" id="{2121FBE1-A754-3EE5-599A-72DEB6D36A2A}"/>
              </a:ext>
              <a:ext uri="{C183D7F6-B498-43B3-948B-1728B52AA6E4}">
                <adec:decorative xmlns:adec="http://schemas.microsoft.com/office/drawing/2017/decorative" val="1"/>
              </a:ext>
            </a:extLst>
          </p:cNvPr>
          <p:cNvSpPr>
            <a:spLocks/>
          </p:cNvSpPr>
          <p:nvPr/>
        </p:nvSpPr>
        <p:spPr>
          <a:xfrm>
            <a:off x="3441979" y="441436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18" name="Rectangle: Rounded Corners 17">
            <a:extLst>
              <a:ext uri="{FF2B5EF4-FFF2-40B4-BE49-F238E27FC236}">
                <a16:creationId xmlns:a16="http://schemas.microsoft.com/office/drawing/2014/main" id="{E7248742-E77F-1BD9-259F-2DF61839B509}"/>
              </a:ext>
              <a:ext uri="{C183D7F6-B498-43B3-948B-1728B52AA6E4}">
                <adec:decorative xmlns:adec="http://schemas.microsoft.com/office/drawing/2017/decorative" val="1"/>
              </a:ext>
            </a:extLst>
          </p:cNvPr>
          <p:cNvSpPr>
            <a:spLocks/>
          </p:cNvSpPr>
          <p:nvPr/>
        </p:nvSpPr>
        <p:spPr>
          <a:xfrm>
            <a:off x="6177974" y="441436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1C1E5EB5-2F53-5CF5-9EB4-3D307D3DF72C}"/>
              </a:ext>
              <a:ext uri="{C183D7F6-B498-43B3-948B-1728B52AA6E4}">
                <adec:decorative xmlns:adec="http://schemas.microsoft.com/office/drawing/2017/decorative" val="1"/>
              </a:ext>
            </a:extLst>
          </p:cNvPr>
          <p:cNvSpPr>
            <a:spLocks/>
          </p:cNvSpPr>
          <p:nvPr/>
        </p:nvSpPr>
        <p:spPr>
          <a:xfrm>
            <a:off x="8913969" y="4414361"/>
            <a:ext cx="2566831" cy="1709325"/>
          </a:xfrm>
          <a:prstGeom prst="roundRect">
            <a:avLst>
              <a:gd name="adj" fmla="val 698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pic>
        <p:nvPicPr>
          <p:cNvPr id="20" name="Picture 19">
            <a:extLst>
              <a:ext uri="{FF2B5EF4-FFF2-40B4-BE49-F238E27FC236}">
                <a16:creationId xmlns:a16="http://schemas.microsoft.com/office/drawing/2014/main" id="{367583BF-835D-ADD8-1716-11202B9868D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691757" y="2636425"/>
            <a:ext cx="808487" cy="814814"/>
          </a:xfrm>
          <a:prstGeom prst="rect">
            <a:avLst/>
          </a:prstGeom>
        </p:spPr>
      </p:pic>
      <p:pic>
        <p:nvPicPr>
          <p:cNvPr id="21" name="Picture 44">
            <a:extLst>
              <a:ext uri="{FF2B5EF4-FFF2-40B4-BE49-F238E27FC236}">
                <a16:creationId xmlns:a16="http://schemas.microsoft.com/office/drawing/2014/main" id="{E1B69BD2-B1E1-954C-9FB5-4B8CCBE078F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97529" y="1706912"/>
            <a:ext cx="346482" cy="346482"/>
          </a:xfrm>
          <a:prstGeom prst="rect">
            <a:avLst/>
          </a:prstGeom>
        </p:spPr>
      </p:pic>
      <p:pic>
        <p:nvPicPr>
          <p:cNvPr id="22" name="Picture 4">
            <a:extLst>
              <a:ext uri="{FF2B5EF4-FFF2-40B4-BE49-F238E27FC236}">
                <a16:creationId xmlns:a16="http://schemas.microsoft.com/office/drawing/2014/main" id="{C7B88E22-09CB-D235-5744-3127190229CE}"/>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7900" y="3464170"/>
            <a:ext cx="378388" cy="37838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CE525F17-963B-717C-0973-C2C255C1073B}"/>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242816" y="3510960"/>
            <a:ext cx="339554" cy="339554"/>
          </a:xfrm>
          <a:prstGeom prst="rect">
            <a:avLst/>
          </a:prstGeom>
        </p:spPr>
      </p:pic>
      <p:pic>
        <p:nvPicPr>
          <p:cNvPr id="24" name="Picture 23">
            <a:extLst>
              <a:ext uri="{FF2B5EF4-FFF2-40B4-BE49-F238E27FC236}">
                <a16:creationId xmlns:a16="http://schemas.microsoft.com/office/drawing/2014/main" id="{1E27A24C-DFD6-DBA4-0774-97A67B2208C5}"/>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034831" y="5388010"/>
            <a:ext cx="339554" cy="339554"/>
          </a:xfrm>
          <a:prstGeom prst="rect">
            <a:avLst/>
          </a:prstGeom>
        </p:spPr>
      </p:pic>
      <p:pic>
        <p:nvPicPr>
          <p:cNvPr id="25" name="Graphic 24">
            <a:extLst>
              <a:ext uri="{FF2B5EF4-FFF2-40B4-BE49-F238E27FC236}">
                <a16:creationId xmlns:a16="http://schemas.microsoft.com/office/drawing/2014/main" id="{21E6B106-A53D-5D3C-105C-0C0F42FD40F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74357" y="5330725"/>
            <a:ext cx="392569" cy="392569"/>
          </a:xfrm>
          <a:prstGeom prst="rect">
            <a:avLst/>
          </a:prstGeom>
        </p:spPr>
      </p:pic>
      <p:pic>
        <p:nvPicPr>
          <p:cNvPr id="26" name="Picture 4">
            <a:extLst>
              <a:ext uri="{FF2B5EF4-FFF2-40B4-BE49-F238E27FC236}">
                <a16:creationId xmlns:a16="http://schemas.microsoft.com/office/drawing/2014/main" id="{9D06F3F2-4BA2-2A83-A3B5-A9C8BD5D2DD1}"/>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9657" y="1690959"/>
            <a:ext cx="378388" cy="378388"/>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descr="Infographic of Microsoft 365 Copilot features.">
            <a:extLst>
              <a:ext uri="{FF2B5EF4-FFF2-40B4-BE49-F238E27FC236}">
                <a16:creationId xmlns:a16="http://schemas.microsoft.com/office/drawing/2014/main" id="{B3A6CD29-E697-28D1-0AB3-D4197B88EDA8}"/>
              </a:ext>
            </a:extLst>
          </p:cNvPr>
          <p:cNvSpPr/>
          <p:nvPr/>
        </p:nvSpPr>
        <p:spPr bwMode="auto">
          <a:xfrm>
            <a:off x="266700" y="444500"/>
            <a:ext cx="165100" cy="14128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8" name="Title 16">
            <a:extLst>
              <a:ext uri="{FF2B5EF4-FFF2-40B4-BE49-F238E27FC236}">
                <a16:creationId xmlns:a16="http://schemas.microsoft.com/office/drawing/2014/main" id="{052ED276-D392-6A85-5A25-8B26495F427C}"/>
              </a:ext>
            </a:extLst>
          </p:cNvPr>
          <p:cNvSpPr txBox="1">
            <a:spLocks noGrp="1"/>
          </p:cNvSpPr>
          <p:nvPr>
            <p:ph type="title"/>
          </p:nvPr>
        </p:nvSpPr>
        <p:spPr>
          <a:xfrm>
            <a:off x="4419147" y="3642308"/>
            <a:ext cx="3348490" cy="430887"/>
          </a:xfr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lgn="ctr"/>
            <a:r>
              <a:rPr lang="en-CA" sz="2800" spc="0" noProof="0"/>
              <a:t>Where Copilot wows </a:t>
            </a:r>
          </a:p>
        </p:txBody>
      </p:sp>
      <p:sp>
        <p:nvSpPr>
          <p:cNvPr id="29" name="TextBox 28">
            <a:extLst>
              <a:ext uri="{FF2B5EF4-FFF2-40B4-BE49-F238E27FC236}">
                <a16:creationId xmlns:a16="http://schemas.microsoft.com/office/drawing/2014/main" id="{EA82DCD6-C773-8B9D-7D54-8BABE6A4EFA2}"/>
              </a:ext>
            </a:extLst>
          </p:cNvPr>
          <p:cNvSpPr txBox="1"/>
          <p:nvPr/>
        </p:nvSpPr>
        <p:spPr>
          <a:xfrm>
            <a:off x="938474" y="927889"/>
            <a:ext cx="2101850" cy="492443"/>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Get proactive </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overviews of your day</a:t>
            </a:r>
          </a:p>
        </p:txBody>
      </p:sp>
      <p:sp>
        <p:nvSpPr>
          <p:cNvPr id="30" name="TextBox 29">
            <a:extLst>
              <a:ext uri="{FF2B5EF4-FFF2-40B4-BE49-F238E27FC236}">
                <a16:creationId xmlns:a16="http://schemas.microsoft.com/office/drawing/2014/main" id="{6BB31D9A-8EF6-54B1-2BEA-8ECF4DAF920D}"/>
              </a:ext>
            </a:extLst>
          </p:cNvPr>
          <p:cNvSpPr txBox="1"/>
          <p:nvPr/>
        </p:nvSpPr>
        <p:spPr>
          <a:xfrm>
            <a:off x="1619440" y="1757043"/>
            <a:ext cx="1161829" cy="215444"/>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Copilot Chat</a:t>
            </a:r>
          </a:p>
        </p:txBody>
      </p:sp>
      <p:sp>
        <p:nvSpPr>
          <p:cNvPr id="31" name="TextBox 30">
            <a:extLst>
              <a:ext uri="{FF2B5EF4-FFF2-40B4-BE49-F238E27FC236}">
                <a16:creationId xmlns:a16="http://schemas.microsoft.com/office/drawing/2014/main" id="{6555DD1D-11DF-EE93-7294-3F625F08C0B3}"/>
              </a:ext>
            </a:extLst>
          </p:cNvPr>
          <p:cNvSpPr txBox="1"/>
          <p:nvPr/>
        </p:nvSpPr>
        <p:spPr>
          <a:xfrm>
            <a:off x="3674469" y="927889"/>
            <a:ext cx="2101850" cy="492443"/>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Analyze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a:rPr>
              <a:t>budget spend</a:t>
            </a:r>
            <a:endPar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endParaRPr>
          </a:p>
        </p:txBody>
      </p:sp>
      <p:pic>
        <p:nvPicPr>
          <p:cNvPr id="32" name="Picture 2">
            <a:extLst>
              <a:ext uri="{FF2B5EF4-FFF2-40B4-BE49-F238E27FC236}">
                <a16:creationId xmlns:a16="http://schemas.microsoft.com/office/drawing/2014/main" id="{53AC36CC-769C-17A4-F8F4-9523903058A1}"/>
              </a:ext>
              <a:ext uri="{C183D7F6-B498-43B3-948B-1728B52AA6E4}">
                <adec:decorative xmlns:adec="http://schemas.microsoft.com/office/drawing/2017/decorative" val="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74470" y="1672040"/>
            <a:ext cx="416227" cy="416227"/>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3A53AF73-6B86-1410-8153-9F8B6293086F}"/>
              </a:ext>
            </a:extLst>
          </p:cNvPr>
          <p:cNvSpPr txBox="1"/>
          <p:nvPr/>
        </p:nvSpPr>
        <p:spPr>
          <a:xfrm>
            <a:off x="4700839" y="1757043"/>
            <a:ext cx="575479" cy="215444"/>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Analyst</a:t>
            </a:r>
          </a:p>
        </p:txBody>
      </p:sp>
      <p:sp>
        <p:nvSpPr>
          <p:cNvPr id="34" name="TextBox 33">
            <a:extLst>
              <a:ext uri="{FF2B5EF4-FFF2-40B4-BE49-F238E27FC236}">
                <a16:creationId xmlns:a16="http://schemas.microsoft.com/office/drawing/2014/main" id="{AC356229-F94B-DAC9-994B-C9B080372874}"/>
              </a:ext>
            </a:extLst>
          </p:cNvPr>
          <p:cNvSpPr txBox="1"/>
          <p:nvPr/>
        </p:nvSpPr>
        <p:spPr>
          <a:xfrm>
            <a:off x="6410464" y="927889"/>
            <a:ext cx="2101850" cy="49244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Prepare for </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a customer meeting</a:t>
            </a:r>
          </a:p>
        </p:txBody>
      </p:sp>
      <p:sp>
        <p:nvSpPr>
          <p:cNvPr id="35" name="TextBox 34">
            <a:extLst>
              <a:ext uri="{FF2B5EF4-FFF2-40B4-BE49-F238E27FC236}">
                <a16:creationId xmlns:a16="http://schemas.microsoft.com/office/drawing/2014/main" id="{38B23BD2-BFB9-28F3-1622-0127D17D4977}"/>
              </a:ext>
            </a:extLst>
          </p:cNvPr>
          <p:cNvSpPr txBox="1"/>
          <p:nvPr/>
        </p:nvSpPr>
        <p:spPr>
          <a:xfrm>
            <a:off x="7180770" y="1757043"/>
            <a:ext cx="1022351" cy="215444"/>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Researcher</a:t>
            </a:r>
          </a:p>
        </p:txBody>
      </p:sp>
      <p:sp>
        <p:nvSpPr>
          <p:cNvPr id="36" name="TextBox 35">
            <a:extLst>
              <a:ext uri="{FF2B5EF4-FFF2-40B4-BE49-F238E27FC236}">
                <a16:creationId xmlns:a16="http://schemas.microsoft.com/office/drawing/2014/main" id="{69BDAA3E-61C1-83A2-1773-608FCF1881AC}"/>
              </a:ext>
            </a:extLst>
          </p:cNvPr>
          <p:cNvSpPr txBox="1"/>
          <p:nvPr/>
        </p:nvSpPr>
        <p:spPr>
          <a:xfrm>
            <a:off x="9146459" y="927889"/>
            <a:ext cx="2101850" cy="49244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Create </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strategy papers</a:t>
            </a:r>
          </a:p>
        </p:txBody>
      </p:sp>
      <p:pic>
        <p:nvPicPr>
          <p:cNvPr id="37" name="Picture 4">
            <a:extLst>
              <a:ext uri="{FF2B5EF4-FFF2-40B4-BE49-F238E27FC236}">
                <a16:creationId xmlns:a16="http://schemas.microsoft.com/office/drawing/2014/main" id="{50C2B22A-372F-8D0F-1A3F-3457666A2451}"/>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55652" y="1690959"/>
            <a:ext cx="378388" cy="378388"/>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E6392773-2A1C-BF8C-81A9-F4E8ABE62D18}"/>
              </a:ext>
            </a:extLst>
          </p:cNvPr>
          <p:cNvSpPr txBox="1"/>
          <p:nvPr/>
        </p:nvSpPr>
        <p:spPr>
          <a:xfrm>
            <a:off x="9916765" y="1757043"/>
            <a:ext cx="1022351" cy="215444"/>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Researcher</a:t>
            </a:r>
          </a:p>
        </p:txBody>
      </p:sp>
      <p:sp>
        <p:nvSpPr>
          <p:cNvPr id="39" name="TextBox 38">
            <a:extLst>
              <a:ext uri="{FF2B5EF4-FFF2-40B4-BE49-F238E27FC236}">
                <a16:creationId xmlns:a16="http://schemas.microsoft.com/office/drawing/2014/main" id="{EA6875F8-CFBC-8135-1EB8-04F538EF6103}"/>
              </a:ext>
            </a:extLst>
          </p:cNvPr>
          <p:cNvSpPr txBox="1"/>
          <p:nvPr/>
        </p:nvSpPr>
        <p:spPr>
          <a:xfrm>
            <a:off x="938474" y="2760342"/>
            <a:ext cx="2101850" cy="492443"/>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Create</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interview guides</a:t>
            </a:r>
          </a:p>
        </p:txBody>
      </p:sp>
      <p:sp>
        <p:nvSpPr>
          <p:cNvPr id="40" name="TextBox 39">
            <a:extLst>
              <a:ext uri="{FF2B5EF4-FFF2-40B4-BE49-F238E27FC236}">
                <a16:creationId xmlns:a16="http://schemas.microsoft.com/office/drawing/2014/main" id="{03940F82-7DE6-45E7-4374-C040470FEC4E}"/>
              </a:ext>
            </a:extLst>
          </p:cNvPr>
          <p:cNvSpPr txBox="1"/>
          <p:nvPr/>
        </p:nvSpPr>
        <p:spPr>
          <a:xfrm>
            <a:off x="1718546" y="3530254"/>
            <a:ext cx="1022351" cy="215444"/>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Researcher</a:t>
            </a:r>
          </a:p>
        </p:txBody>
      </p:sp>
      <p:sp>
        <p:nvSpPr>
          <p:cNvPr id="41" name="TextBox 40">
            <a:extLst>
              <a:ext uri="{FF2B5EF4-FFF2-40B4-BE49-F238E27FC236}">
                <a16:creationId xmlns:a16="http://schemas.microsoft.com/office/drawing/2014/main" id="{3A9B17E1-B1FF-E4BB-9A40-8CE994AFDDC5}"/>
              </a:ext>
            </a:extLst>
          </p:cNvPr>
          <p:cNvSpPr txBox="1"/>
          <p:nvPr/>
        </p:nvSpPr>
        <p:spPr>
          <a:xfrm>
            <a:off x="9151676" y="2754505"/>
            <a:ext cx="2101850" cy="492443"/>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Never take meeting</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notes again</a:t>
            </a:r>
          </a:p>
        </p:txBody>
      </p:sp>
      <p:sp>
        <p:nvSpPr>
          <p:cNvPr id="42" name="TextBox 41">
            <a:extLst>
              <a:ext uri="{FF2B5EF4-FFF2-40B4-BE49-F238E27FC236}">
                <a16:creationId xmlns:a16="http://schemas.microsoft.com/office/drawing/2014/main" id="{4266D032-F955-A992-A07C-C8630A4396AA}"/>
              </a:ext>
            </a:extLst>
          </p:cNvPr>
          <p:cNvSpPr txBox="1"/>
          <p:nvPr/>
        </p:nvSpPr>
        <p:spPr>
          <a:xfrm>
            <a:off x="9703929" y="3434516"/>
            <a:ext cx="1448023" cy="430887"/>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t>Copilot in </a:t>
            </a:r>
            <a:b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br>
            <a: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t>Teams Meetings</a:t>
            </a: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43" name="TextBox 42">
            <a:extLst>
              <a:ext uri="{FF2B5EF4-FFF2-40B4-BE49-F238E27FC236}">
                <a16:creationId xmlns:a16="http://schemas.microsoft.com/office/drawing/2014/main" id="{FD0723C8-3B2B-2344-BCFC-DD421DD82049}"/>
              </a:ext>
            </a:extLst>
          </p:cNvPr>
          <p:cNvSpPr txBox="1"/>
          <p:nvPr/>
        </p:nvSpPr>
        <p:spPr>
          <a:xfrm>
            <a:off x="938474" y="4605430"/>
            <a:ext cx="2101850" cy="492443"/>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Catch up on </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missed meetings</a:t>
            </a:r>
          </a:p>
        </p:txBody>
      </p:sp>
      <p:sp>
        <p:nvSpPr>
          <p:cNvPr id="44" name="TextBox 43">
            <a:extLst>
              <a:ext uri="{FF2B5EF4-FFF2-40B4-BE49-F238E27FC236}">
                <a16:creationId xmlns:a16="http://schemas.microsoft.com/office/drawing/2014/main" id="{83B2CBD6-4E6F-C868-B8D4-741B07978972}"/>
              </a:ext>
            </a:extLst>
          </p:cNvPr>
          <p:cNvSpPr txBox="1"/>
          <p:nvPr/>
        </p:nvSpPr>
        <p:spPr>
          <a:xfrm>
            <a:off x="1495944" y="5311566"/>
            <a:ext cx="1352031" cy="430887"/>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t>Copilot in </a:t>
            </a:r>
            <a:b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br>
            <a: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t>Teams Meetings</a:t>
            </a: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45" name="TextBox 44">
            <a:extLst>
              <a:ext uri="{FF2B5EF4-FFF2-40B4-BE49-F238E27FC236}">
                <a16:creationId xmlns:a16="http://schemas.microsoft.com/office/drawing/2014/main" id="{54727EE6-0486-E1A9-52A3-0243489E1318}"/>
              </a:ext>
            </a:extLst>
          </p:cNvPr>
          <p:cNvSpPr txBox="1"/>
          <p:nvPr/>
        </p:nvSpPr>
        <p:spPr>
          <a:xfrm>
            <a:off x="3674469" y="4605430"/>
            <a:ext cx="2101850" cy="492443"/>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Quickly</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find content</a:t>
            </a:r>
          </a:p>
        </p:txBody>
      </p:sp>
      <p:sp>
        <p:nvSpPr>
          <p:cNvPr id="46" name="TextBox 45">
            <a:extLst>
              <a:ext uri="{FF2B5EF4-FFF2-40B4-BE49-F238E27FC236}">
                <a16:creationId xmlns:a16="http://schemas.microsoft.com/office/drawing/2014/main" id="{0B90ADAC-80A9-1C94-1F3A-59DB38C5795A}"/>
              </a:ext>
            </a:extLst>
          </p:cNvPr>
          <p:cNvSpPr txBox="1"/>
          <p:nvPr/>
        </p:nvSpPr>
        <p:spPr>
          <a:xfrm>
            <a:off x="4355435" y="5419287"/>
            <a:ext cx="1354797" cy="215444"/>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Copilot Search</a:t>
            </a:r>
          </a:p>
        </p:txBody>
      </p:sp>
      <p:sp>
        <p:nvSpPr>
          <p:cNvPr id="47" name="TextBox 46">
            <a:extLst>
              <a:ext uri="{FF2B5EF4-FFF2-40B4-BE49-F238E27FC236}">
                <a16:creationId xmlns:a16="http://schemas.microsoft.com/office/drawing/2014/main" id="{B93307C8-9DE0-1F34-C968-882C2EB651F9}"/>
              </a:ext>
            </a:extLst>
          </p:cNvPr>
          <p:cNvSpPr txBox="1"/>
          <p:nvPr/>
        </p:nvSpPr>
        <p:spPr>
          <a:xfrm>
            <a:off x="6410464" y="4605430"/>
            <a:ext cx="2101850" cy="492443"/>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Be prepared</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for every meeting</a:t>
            </a:r>
          </a:p>
        </p:txBody>
      </p:sp>
      <p:grpSp>
        <p:nvGrpSpPr>
          <p:cNvPr id="48" name="Group 47">
            <a:extLst>
              <a:ext uri="{FF2B5EF4-FFF2-40B4-BE49-F238E27FC236}">
                <a16:creationId xmlns:a16="http://schemas.microsoft.com/office/drawing/2014/main" id="{09A7F9CB-9DA3-B110-057F-3971CDE81C3D}"/>
              </a:ext>
            </a:extLst>
          </p:cNvPr>
          <p:cNvGrpSpPr/>
          <p:nvPr/>
        </p:nvGrpSpPr>
        <p:grpSpPr>
          <a:xfrm>
            <a:off x="6506821" y="5311566"/>
            <a:ext cx="1909136" cy="430887"/>
            <a:chOff x="6506821" y="5311566"/>
            <a:chExt cx="1909136" cy="430887"/>
          </a:xfrm>
        </p:grpSpPr>
        <p:pic>
          <p:nvPicPr>
            <p:cNvPr id="49" name="Picture 48">
              <a:extLst>
                <a:ext uri="{FF2B5EF4-FFF2-40B4-BE49-F238E27FC236}">
                  <a16:creationId xmlns:a16="http://schemas.microsoft.com/office/drawing/2014/main" id="{A935D7EA-3972-071F-CE23-332FEFB7EE80}"/>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506821" y="5388010"/>
              <a:ext cx="339554" cy="339554"/>
            </a:xfrm>
            <a:prstGeom prst="rect">
              <a:avLst/>
            </a:prstGeom>
          </p:spPr>
        </p:pic>
        <p:sp>
          <p:nvSpPr>
            <p:cNvPr id="50" name="TextBox 49">
              <a:extLst>
                <a:ext uri="{FF2B5EF4-FFF2-40B4-BE49-F238E27FC236}">
                  <a16:creationId xmlns:a16="http://schemas.microsoft.com/office/drawing/2014/main" id="{F196ACE9-DF73-5D69-C44D-8438304BC1E1}"/>
                </a:ext>
              </a:extLst>
            </p:cNvPr>
            <p:cNvSpPr txBox="1"/>
            <p:nvPr/>
          </p:nvSpPr>
          <p:spPr>
            <a:xfrm>
              <a:off x="6967934" y="5311566"/>
              <a:ext cx="1448023" cy="430887"/>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t>Copilot in </a:t>
              </a:r>
              <a:b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br>
              <a:r>
                <a:rPr kumimoji="0" lang="en-US" sz="1400" b="0" i="0" u="none" strike="noStrike" kern="1200" cap="none" spc="0" normalizeH="0" baseline="0" noProof="0">
                  <a:ln w="3175">
                    <a:noFill/>
                  </a:ln>
                  <a:solidFill>
                    <a:srgbClr val="000000"/>
                  </a:solidFill>
                  <a:effectLst/>
                  <a:uLnTx/>
                  <a:uFillTx/>
                  <a:latin typeface="Segoe UI"/>
                  <a:ea typeface="+mn-ea"/>
                  <a:cs typeface="Segoe Sans Display" pitchFamily="2" charset="0"/>
                </a:rPr>
                <a:t>Teams Meetings</a:t>
              </a: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51" name="TextBox 50">
            <a:extLst>
              <a:ext uri="{FF2B5EF4-FFF2-40B4-BE49-F238E27FC236}">
                <a16:creationId xmlns:a16="http://schemas.microsoft.com/office/drawing/2014/main" id="{0253FA9F-2BB9-C84D-A52D-B8EF8C1B41C7}"/>
              </a:ext>
            </a:extLst>
          </p:cNvPr>
          <p:cNvSpPr txBox="1"/>
          <p:nvPr/>
        </p:nvSpPr>
        <p:spPr>
          <a:xfrm>
            <a:off x="9170448" y="4605430"/>
            <a:ext cx="2101850" cy="492443"/>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Quickly onboard onto</a:t>
            </a:r>
            <a:b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br>
            <a:r>
              <a:rPr kumimoji="0" lang="en-US" sz="16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new roles or projects</a:t>
            </a:r>
          </a:p>
        </p:txBody>
      </p:sp>
      <p:pic>
        <p:nvPicPr>
          <p:cNvPr id="52" name="Picture 44">
            <a:extLst>
              <a:ext uri="{FF2B5EF4-FFF2-40B4-BE49-F238E27FC236}">
                <a16:creationId xmlns:a16="http://schemas.microsoft.com/office/drawing/2014/main" id="{33DDA0FF-187E-C490-8C14-7C019ACE42A1}"/>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rcRect l="139" r="139"/>
          <a:stretch/>
        </p:blipFill>
        <p:spPr>
          <a:xfrm>
            <a:off x="9527509" y="5395971"/>
            <a:ext cx="345520" cy="346482"/>
          </a:xfrm>
          <a:prstGeom prst="rect">
            <a:avLst/>
          </a:prstGeom>
        </p:spPr>
      </p:pic>
      <p:sp>
        <p:nvSpPr>
          <p:cNvPr id="53" name="TextBox 52">
            <a:extLst>
              <a:ext uri="{FF2B5EF4-FFF2-40B4-BE49-F238E27FC236}">
                <a16:creationId xmlns:a16="http://schemas.microsoft.com/office/drawing/2014/main" id="{FC621774-B18D-925F-7ED8-4F162070FD81}"/>
              </a:ext>
            </a:extLst>
          </p:cNvPr>
          <p:cNvSpPr txBox="1"/>
          <p:nvPr/>
        </p:nvSpPr>
        <p:spPr>
          <a:xfrm>
            <a:off x="9988622" y="5446102"/>
            <a:ext cx="878638" cy="215444"/>
          </a:xfrm>
          <a:prstGeom prst="rect">
            <a:avLst/>
          </a:prstGeom>
          <a:noFill/>
        </p:spPr>
        <p:txBody>
          <a:bodyPr wrap="square" lIns="0" tIns="0" rIns="0" bIns="0" rtlCol="0">
            <a:spAutoFit/>
          </a:bodyPr>
          <a:lstStyle>
            <a:defPPr>
              <a:defRPr lang="en-US"/>
            </a:defPPr>
            <a:lvl1pPr lvl="0" algn="ctr">
              <a:spcBef>
                <a:spcPts val="600"/>
              </a:spcBef>
              <a:defRPr sz="1600" spc="-100">
                <a:gradFill>
                  <a:gsLst>
                    <a:gs pos="0">
                      <a:schemeClr val="accent1"/>
                    </a:gs>
                    <a:gs pos="100000">
                      <a:schemeClr val="accent2"/>
                    </a:gs>
                  </a:gsLst>
                  <a:lin ang="2700000" scaled="1"/>
                </a:gradFill>
                <a:latin typeface="+mj-lt"/>
                <a:cs typeface="Segoe Sans Display Semibold" pitchFamily="2" charset="0"/>
              </a:defRPr>
            </a:lvl1pPr>
          </a:lstStyle>
          <a:p>
            <a:pPr marL="0" marR="0" lvl="2"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Notebooks</a:t>
            </a:r>
          </a:p>
        </p:txBody>
      </p:sp>
    </p:spTree>
    <p:extLst>
      <p:ext uri="{BB962C8B-B14F-4D97-AF65-F5344CB8AC3E}">
        <p14:creationId xmlns:p14="http://schemas.microsoft.com/office/powerpoint/2010/main" val="3792833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42" presetClass="path" presetSubtype="0" decel="100000" fill="hold" nodeType="withEffect">
                                  <p:stCondLst>
                                    <p:cond delay="0"/>
                                  </p:stCondLst>
                                  <p:childTnLst>
                                    <p:animMotion origin="layout" path="M 0 0 L 0 0.03542 " pathEditMode="relative" rAng="0" ptsTypes="AA">
                                      <p:cBhvr>
                                        <p:cTn id="9" dur="700" spd="-100000" fill="hold"/>
                                        <p:tgtEl>
                                          <p:spTgt spid="20"/>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42" presetClass="path" presetSubtype="0" decel="100000" fill="hold" grpId="1" nodeType="withEffect">
                                  <p:stCondLst>
                                    <p:cond delay="0"/>
                                  </p:stCondLst>
                                  <p:childTnLst>
                                    <p:animMotion origin="layout" path="M 4.16667E-7 0 L 4.16667E-7 0.03542 " pathEditMode="relative" rAng="0" ptsTypes="AA">
                                      <p:cBhvr>
                                        <p:cTn id="14" dur="700" spd="-100000" fill="hold"/>
                                        <p:tgtEl>
                                          <p:spTgt spid="28"/>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09695-F505-448C-CCD4-8E3443090CC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F8B5FF0-2BA0-AE73-A277-582D29E1B7E3}"/>
              </a:ext>
            </a:extLst>
          </p:cNvPr>
          <p:cNvSpPr txBox="1"/>
          <p:nvPr/>
        </p:nvSpPr>
        <p:spPr>
          <a:xfrm>
            <a:off x="845820" y="2756654"/>
            <a:ext cx="5250180" cy="1200329"/>
          </a:xfrm>
          <a:prstGeom prst="rect">
            <a:avLst/>
          </a:prstGeom>
          <a:noFill/>
        </p:spPr>
        <p:txBody>
          <a:bodyPr wrap="square">
            <a:spAutoFit/>
          </a:bodyPr>
          <a:lstStyle/>
          <a:p>
            <a:r>
              <a:rPr kumimoji="0" lang="en-US" sz="3600" b="0" i="0" u="none" strike="noStrike" kern="1200" cap="none" spc="-50" normalizeH="0" baseline="0" noProof="0" dirty="0">
                <a:ln w="3175">
                  <a:noFill/>
                </a:ln>
                <a:effectLst/>
                <a:uLnTx/>
                <a:uFillTx/>
                <a:latin typeface="+mj-lt"/>
                <a:ea typeface="+mn-ea"/>
                <a:cs typeface="Segoe UI Semibold"/>
              </a:rPr>
              <a:t>Secure and govern Copilot and Agents use</a:t>
            </a:r>
            <a:endParaRPr lang="en-US" sz="3600" dirty="0"/>
          </a:p>
        </p:txBody>
      </p:sp>
    </p:spTree>
    <p:extLst>
      <p:ext uri="{BB962C8B-B14F-4D97-AF65-F5344CB8AC3E}">
        <p14:creationId xmlns:p14="http://schemas.microsoft.com/office/powerpoint/2010/main" val="7318019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33BDB-00BF-A8D5-B2D9-1CE4B338A9DB}"/>
            </a:ext>
          </a:extLst>
        </p:cNvPr>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4279E00-8EDD-5711-DCE2-FF8920607BBD}"/>
              </a:ext>
            </a:extLst>
          </p:cNvPr>
          <p:cNvGraphicFramePr>
            <a:graphicFrameLocks noGrp="1"/>
          </p:cNvGraphicFramePr>
          <p:nvPr/>
        </p:nvGraphicFramePr>
        <p:xfrm>
          <a:off x="6241596" y="1238746"/>
          <a:ext cx="5462538" cy="4314219"/>
        </p:xfrm>
        <a:graphic>
          <a:graphicData uri="http://schemas.openxmlformats.org/drawingml/2006/table">
            <a:tbl>
              <a:tblPr firstRow="1" bandRow="1">
                <a:tableStyleId>{BC89EF96-8CEA-46FF-86C4-4CE0E7609802}</a:tableStyleId>
              </a:tblPr>
              <a:tblGrid>
                <a:gridCol w="2731269">
                  <a:extLst>
                    <a:ext uri="{9D8B030D-6E8A-4147-A177-3AD203B41FA5}">
                      <a16:colId xmlns:a16="http://schemas.microsoft.com/office/drawing/2014/main" val="2322957005"/>
                    </a:ext>
                  </a:extLst>
                </a:gridCol>
                <a:gridCol w="2731269">
                  <a:extLst>
                    <a:ext uri="{9D8B030D-6E8A-4147-A177-3AD203B41FA5}">
                      <a16:colId xmlns:a16="http://schemas.microsoft.com/office/drawing/2014/main" val="1809676513"/>
                    </a:ext>
                  </a:extLst>
                </a:gridCol>
              </a:tblGrid>
              <a:tr h="1438073">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Honors your existing permissions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chemeClr val="tx1"/>
                          </a:solidFill>
                          <a:effectLst/>
                          <a:uLnTx/>
                          <a:uFillTx/>
                          <a:latin typeface="+mn-lt"/>
                          <a:ea typeface="+mn-ea"/>
                          <a:cs typeface="+mn-cs"/>
                        </a:rPr>
                        <a:t>Supports your lifecycle policies and audit requirements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4169820"/>
                  </a:ext>
                </a:extLst>
              </a:tr>
              <a:tr h="1438073">
                <a:tc>
                  <a:txBody>
                    <a:bodyPr/>
                    <a:lstStyle/>
                    <a:p>
                      <a:pPr marL="0" marR="0" lvl="0" indent="0" algn="ctr" defTabSz="811684" rtl="0" eaLnBrk="1" fontAlgn="auto" latinLnBrk="0" hangingPunct="1">
                        <a:spcBef>
                          <a:spcPts val="0"/>
                        </a:spcBef>
                        <a:spcAft>
                          <a:spcPts val="1200"/>
                        </a:spcAft>
                        <a:buClrTx/>
                        <a:buSzTx/>
                        <a:buFontTx/>
                        <a:buNone/>
                        <a:tabLst/>
                        <a:defRPr/>
                      </a:pPr>
                      <a:r>
                        <a:rPr lang="en-US" sz="1600"/>
                        <a:t>Protects against data loss and insider risk</a:t>
                      </a:r>
                      <a:endParaRPr kumimoji="0" lang="en-US" sz="1600" b="0" i="0" u="none" strike="noStrike" kern="1200" cap="none" spc="0" normalizeH="0" baseline="0" noProof="0">
                        <a:ln>
                          <a:noFill/>
                        </a:ln>
                        <a:effectLst/>
                        <a:uLnTx/>
                        <a:uFillTx/>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Detect and investigation non-compliant and unethical usage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905392"/>
                  </a:ext>
                </a:extLst>
              </a:tr>
              <a:tr h="1438073">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Assess oversharing risks and apply recommended corrections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Guided assistance to remain compliant with AI regulations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907629"/>
                  </a:ext>
                </a:extLst>
              </a:tr>
            </a:tbl>
          </a:graphicData>
        </a:graphic>
      </p:graphicFrame>
      <p:sp>
        <p:nvSpPr>
          <p:cNvPr id="3" name="Rectangle: Rounded Corners 34">
            <a:extLst>
              <a:ext uri="{FF2B5EF4-FFF2-40B4-BE49-F238E27FC236}">
                <a16:creationId xmlns:a16="http://schemas.microsoft.com/office/drawing/2014/main" id="{94DD056E-FD18-E4FF-5189-3B80CFC3C878}"/>
              </a:ext>
              <a:ext uri="{C183D7F6-B498-43B3-948B-1728B52AA6E4}">
                <adec:decorative xmlns:adec="http://schemas.microsoft.com/office/drawing/2017/decorative" val="1"/>
              </a:ext>
            </a:extLst>
          </p:cNvPr>
          <p:cNvSpPr/>
          <p:nvPr/>
        </p:nvSpPr>
        <p:spPr bwMode="auto">
          <a:xfrm>
            <a:off x="709793" y="552735"/>
            <a:ext cx="11057708" cy="5461622"/>
          </a:xfrm>
          <a:prstGeom prst="roundRect">
            <a:avLst>
              <a:gd name="adj" fmla="val 2025"/>
            </a:avLst>
          </a:prstGeom>
          <a:noFill/>
          <a:ln w="19050">
            <a:gradFill flip="none" rotWithShape="1">
              <a:gsLst>
                <a:gs pos="0">
                  <a:srgbClr val="0078D4"/>
                </a:gs>
                <a:gs pos="100000">
                  <a:srgbClr val="C73ECC"/>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cxnSp>
        <p:nvCxnSpPr>
          <p:cNvPr id="21" name="Straight Connector 20">
            <a:extLst>
              <a:ext uri="{FF2B5EF4-FFF2-40B4-BE49-F238E27FC236}">
                <a16:creationId xmlns:a16="http://schemas.microsoft.com/office/drawing/2014/main" id="{F8D9E975-35B2-E07A-4D2A-062ABCCD5CC8}"/>
              </a:ext>
              <a:ext uri="{C183D7F6-B498-43B3-948B-1728B52AA6E4}">
                <adec:decorative xmlns:adec="http://schemas.microsoft.com/office/drawing/2017/decorative" val="1"/>
              </a:ext>
            </a:extLst>
          </p:cNvPr>
          <p:cNvCxnSpPr>
            <a:cxnSpLocks/>
          </p:cNvCxnSpPr>
          <p:nvPr/>
        </p:nvCxnSpPr>
        <p:spPr>
          <a:xfrm>
            <a:off x="6300635" y="2672759"/>
            <a:ext cx="525999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91060367-016A-2FC8-F41D-46F221E0F283}"/>
              </a:ext>
              <a:ext uri="{C183D7F6-B498-43B3-948B-1728B52AA6E4}">
                <adec:decorative xmlns:adec="http://schemas.microsoft.com/office/drawing/2017/decorative" val="0"/>
              </a:ext>
            </a:extLst>
          </p:cNvPr>
          <p:cNvSpPr/>
          <p:nvPr/>
        </p:nvSpPr>
        <p:spPr bwMode="auto">
          <a:xfrm>
            <a:off x="6581006" y="767079"/>
            <a:ext cx="2023894" cy="426958"/>
          </a:xfrm>
          <a:prstGeom prst="roundRect">
            <a:avLst>
              <a:gd name="adj" fmla="val 50000"/>
            </a:avLst>
          </a:prstGeom>
          <a:gradFill flip="none" rotWithShape="1">
            <a:gsLst>
              <a:gs pos="80000">
                <a:srgbClr val="318581"/>
              </a:gs>
              <a:gs pos="0">
                <a:srgbClr val="0078D4"/>
              </a:gs>
            </a:gsLst>
            <a:path path="circle">
              <a:fillToRect l="100000" t="100000"/>
            </a:path>
            <a:tileRect r="-100000" b="-100000"/>
          </a:gradFill>
          <a:ln w="63897" cap="flat">
            <a:noFill/>
            <a:prstDash val="solid"/>
            <a:miter/>
          </a:ln>
          <a:effectLst>
            <a:outerShdw blurRad="63500" dist="31750" dir="2700000" algn="tl" rotWithShape="0">
              <a:srgbClr val="291817">
                <a:alpha val="20000"/>
              </a:srgbClr>
            </a:outerShdw>
          </a:effectLst>
        </p:spPr>
        <p:txBody>
          <a:bodyPr rot="0" spcFirstLastPara="0" vertOverflow="overflow" horzOverflow="overflow" vert="horz" wrap="square" lIns="102870" tIns="20574" rIns="102870" bIns="18288"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0" normalizeH="0" baseline="0" noProof="0">
                <a:ln>
                  <a:noFill/>
                </a:ln>
                <a:solidFill>
                  <a:srgbClr val="FFFFFF"/>
                </a:solidFill>
                <a:effectLst/>
                <a:uLnTx/>
                <a:uFillTx/>
                <a:latin typeface="Segoe Sans Display Semibold"/>
                <a:ea typeface="+mn-ea"/>
                <a:cs typeface="+mn-cs"/>
              </a:rPr>
              <a:t>Secure</a:t>
            </a:r>
          </a:p>
        </p:txBody>
      </p:sp>
      <p:sp>
        <p:nvSpPr>
          <p:cNvPr id="28" name="!!Rectangle: Rounded Corners 25">
            <a:extLst>
              <a:ext uri="{FF2B5EF4-FFF2-40B4-BE49-F238E27FC236}">
                <a16:creationId xmlns:a16="http://schemas.microsoft.com/office/drawing/2014/main" id="{CAC71977-5406-B6CD-25B8-CE3D4B0F3EBF}"/>
              </a:ext>
              <a:ext uri="{C183D7F6-B498-43B3-948B-1728B52AA6E4}">
                <adec:decorative xmlns:adec="http://schemas.microsoft.com/office/drawing/2017/decorative" val="0"/>
              </a:ext>
            </a:extLst>
          </p:cNvPr>
          <p:cNvSpPr/>
          <p:nvPr/>
        </p:nvSpPr>
        <p:spPr bwMode="auto">
          <a:xfrm>
            <a:off x="9411636" y="760749"/>
            <a:ext cx="2023894" cy="426958"/>
          </a:xfrm>
          <a:prstGeom prst="roundRect">
            <a:avLst>
              <a:gd name="adj" fmla="val 50000"/>
            </a:avLst>
          </a:prstGeom>
          <a:gradFill flip="none" rotWithShape="1">
            <a:gsLst>
              <a:gs pos="80000">
                <a:srgbClr val="0078D4"/>
              </a:gs>
              <a:gs pos="0">
                <a:srgbClr val="C03BC4"/>
              </a:gs>
            </a:gsLst>
            <a:path path="circle">
              <a:fillToRect l="100000" t="100000"/>
            </a:path>
            <a:tileRect r="-100000" b="-100000"/>
          </a:gradFill>
          <a:ln w="63897" cap="flat">
            <a:noFill/>
            <a:prstDash val="solid"/>
            <a:miter/>
          </a:ln>
          <a:effectLst>
            <a:outerShdw blurRad="63500" dist="31750" dir="2700000" algn="tl" rotWithShape="0">
              <a:srgbClr val="291817">
                <a:alpha val="20000"/>
              </a:srgbClr>
            </a:outerShdw>
          </a:effectLst>
        </p:spPr>
        <p:txBody>
          <a:bodyPr rot="0" spcFirstLastPara="0" vertOverflow="overflow" horzOverflow="overflow" vert="horz" wrap="square" lIns="102870" tIns="20574" rIns="102870" bIns="18288" numCol="1" spcCol="0" rtlCol="0" fromWordArt="0" anchor="ctr" anchorCtr="0" forceAA="0" compatLnSpc="1">
            <a:prstTxWarp prst="textNoShape">
              <a:avLst/>
            </a:prstTxWarp>
            <a:noAutofit/>
          </a:bodyPr>
          <a:lstStyle/>
          <a:p>
            <a:pPr marL="0" marR="0" lvl="0" indent="0" algn="ctr" defTabSz="838430" rtl="0" eaLnBrk="1" fontAlgn="base" latinLnBrk="0" hangingPunct="1">
              <a:lnSpc>
                <a:spcPct val="100000"/>
              </a:lnSpc>
              <a:spcBef>
                <a:spcPct val="0"/>
              </a:spcBef>
              <a:spcAft>
                <a:spcPct val="0"/>
              </a:spcAft>
              <a:buClrTx/>
              <a:buSzTx/>
              <a:buFontTx/>
              <a:buNone/>
              <a:tabLst/>
              <a:defRPr/>
            </a:pPr>
            <a:r>
              <a:rPr kumimoji="0" lang="en-US" sz="1765" b="0" i="0" u="none" strike="noStrike" kern="1200" cap="none" spc="0" normalizeH="0" baseline="0" noProof="0">
                <a:ln w="3175">
                  <a:noFill/>
                </a:ln>
                <a:solidFill>
                  <a:srgbClr val="FFFFFF"/>
                </a:solidFill>
                <a:effectLst/>
                <a:uLnTx/>
                <a:uFillTx/>
                <a:latin typeface="Segoe Sans Display Semibold"/>
                <a:ea typeface="+mn-ea"/>
                <a:cs typeface="+mn-cs"/>
              </a:rPr>
              <a:t>Govern</a:t>
            </a:r>
            <a:endParaRPr kumimoji="0" lang="en-US" sz="1765" b="0" i="0" u="none" strike="noStrike" kern="1200" cap="none" spc="0" normalizeH="0" baseline="0" noProof="0">
              <a:ln>
                <a:noFill/>
              </a:ln>
              <a:solidFill>
                <a:srgbClr val="FFFFFF"/>
              </a:solidFill>
              <a:effectLst/>
              <a:uLnTx/>
              <a:uFillTx/>
              <a:latin typeface="Segoe Sans Display Semibold"/>
              <a:ea typeface="+mn-ea"/>
              <a:cs typeface="+mn-cs"/>
            </a:endParaRPr>
          </a:p>
        </p:txBody>
      </p:sp>
      <p:cxnSp>
        <p:nvCxnSpPr>
          <p:cNvPr id="39" name="Straight Connector 38">
            <a:extLst>
              <a:ext uri="{FF2B5EF4-FFF2-40B4-BE49-F238E27FC236}">
                <a16:creationId xmlns:a16="http://schemas.microsoft.com/office/drawing/2014/main" id="{F650298A-EF7B-0091-93BB-2DCCF67EB051}"/>
              </a:ext>
              <a:ext uri="{C183D7F6-B498-43B3-948B-1728B52AA6E4}">
                <adec:decorative xmlns:adec="http://schemas.microsoft.com/office/drawing/2017/decorative" val="1"/>
              </a:ext>
            </a:extLst>
          </p:cNvPr>
          <p:cNvCxnSpPr>
            <a:cxnSpLocks/>
          </p:cNvCxnSpPr>
          <p:nvPr/>
        </p:nvCxnSpPr>
        <p:spPr>
          <a:xfrm>
            <a:off x="6336335" y="4107966"/>
            <a:ext cx="526239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0A0763B-A054-039B-62D9-BEA230CA6DBC}"/>
              </a:ext>
              <a:ext uri="{C183D7F6-B498-43B3-948B-1728B52AA6E4}">
                <adec:decorative xmlns:adec="http://schemas.microsoft.com/office/drawing/2017/decorative" val="1"/>
              </a:ext>
            </a:extLst>
          </p:cNvPr>
          <p:cNvSpPr txBox="1"/>
          <p:nvPr/>
        </p:nvSpPr>
        <p:spPr>
          <a:xfrm>
            <a:off x="1137798" y="5781463"/>
            <a:ext cx="10201697" cy="465279"/>
          </a:xfrm>
          <a:prstGeom prst="roundRect">
            <a:avLst>
              <a:gd name="adj" fmla="val 48819"/>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defPPr>
              <a:defRPr lang="en-US"/>
            </a:defPPr>
            <a:lvl1pPr algn="ctr" defTabSz="2275850" fontAlgn="base">
              <a:spcBef>
                <a:spcPts val="1800"/>
              </a:spcBef>
              <a:spcAft>
                <a:spcPts val="1800"/>
              </a:spcAft>
              <a:tabLst>
                <a:tab pos="3701239" algn="l"/>
              </a:tabLst>
              <a:defRPr>
                <a:ln w="3175">
                  <a:noFill/>
                </a:ln>
                <a:gradFill>
                  <a:gsLst>
                    <a:gs pos="53147">
                      <a:srgbClr val="FFFFFF"/>
                    </a:gs>
                    <a:gs pos="28000">
                      <a:srgbClr val="FFFFFF"/>
                    </a:gs>
                  </a:gsLst>
                  <a:path path="circle">
                    <a:fillToRect l="100000" b="100000"/>
                  </a:path>
                </a:gradFill>
                <a:latin typeface="Segoe UI Semibold"/>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4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rPr>
              <a:t>A complete solution for e</a:t>
            </a:r>
            <a:r>
              <a:rPr kumimoji="0" lang="en-US" sz="2400" b="0" i="0" u="none" strike="noStrike" kern="1200" cap="none" spc="0" normalizeH="0" baseline="0" noProof="0" err="1">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rPr>
              <a:t>nterprise</a:t>
            </a:r>
            <a:r>
              <a:rPr kumimoji="0" lang="en-US" sz="24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rPr>
              <a:t>-ready AI</a:t>
            </a:r>
          </a:p>
        </p:txBody>
      </p:sp>
      <p:cxnSp>
        <p:nvCxnSpPr>
          <p:cNvPr id="43" name="Straight Connector 42">
            <a:extLst>
              <a:ext uri="{FF2B5EF4-FFF2-40B4-BE49-F238E27FC236}">
                <a16:creationId xmlns:a16="http://schemas.microsoft.com/office/drawing/2014/main" id="{567962C1-AF21-5F30-7E6E-36F4DB9E5274}"/>
              </a:ext>
              <a:ext uri="{C183D7F6-B498-43B3-948B-1728B52AA6E4}">
                <adec:decorative xmlns:adec="http://schemas.microsoft.com/office/drawing/2017/decorative" val="1"/>
              </a:ext>
            </a:extLst>
          </p:cNvPr>
          <p:cNvCxnSpPr>
            <a:cxnSpLocks/>
            <a:stCxn id="36" idx="0"/>
            <a:endCxn id="36" idx="2"/>
          </p:cNvCxnSpPr>
          <p:nvPr/>
        </p:nvCxnSpPr>
        <p:spPr>
          <a:xfrm>
            <a:off x="8972865" y="1238746"/>
            <a:ext cx="0" cy="431421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41A74113-D71E-7106-45D3-E12FD0BC570F}"/>
              </a:ext>
            </a:extLst>
          </p:cNvPr>
          <p:cNvSpPr>
            <a:spLocks/>
          </p:cNvSpPr>
          <p:nvPr/>
        </p:nvSpPr>
        <p:spPr bwMode="auto">
          <a:xfrm>
            <a:off x="1378533" y="2238051"/>
            <a:ext cx="4134707" cy="397590"/>
          </a:xfrm>
          <a:custGeom>
            <a:avLst/>
            <a:gdLst>
              <a:gd name="connsiteX0" fmla="*/ 118144 w 5299368"/>
              <a:gd name="connsiteY0" fmla="*/ 0 h 1552892"/>
              <a:gd name="connsiteX1" fmla="*/ 5181224 w 5299368"/>
              <a:gd name="connsiteY1" fmla="*/ 0 h 1552892"/>
              <a:gd name="connsiteX2" fmla="*/ 5299368 w 5299368"/>
              <a:gd name="connsiteY2" fmla="*/ 118144 h 1552892"/>
              <a:gd name="connsiteX3" fmla="*/ 5299368 w 5299368"/>
              <a:gd name="connsiteY3" fmla="*/ 428727 h 1552892"/>
              <a:gd name="connsiteX4" fmla="*/ 5237875 w 5299368"/>
              <a:gd name="connsiteY4" fmla="*/ 447816 h 1552892"/>
              <a:gd name="connsiteX5" fmla="*/ 5033780 w 5299368"/>
              <a:gd name="connsiteY5" fmla="*/ 755723 h 1552892"/>
              <a:gd name="connsiteX6" fmla="*/ 5237875 w 5299368"/>
              <a:gd name="connsiteY6" fmla="*/ 1063630 h 1552892"/>
              <a:gd name="connsiteX7" fmla="*/ 5299368 w 5299368"/>
              <a:gd name="connsiteY7" fmla="*/ 1082719 h 1552892"/>
              <a:gd name="connsiteX8" fmla="*/ 5299368 w 5299368"/>
              <a:gd name="connsiteY8" fmla="*/ 1434748 h 1552892"/>
              <a:gd name="connsiteX9" fmla="*/ 5181224 w 5299368"/>
              <a:gd name="connsiteY9" fmla="*/ 1552892 h 1552892"/>
              <a:gd name="connsiteX10" fmla="*/ 118144 w 5299368"/>
              <a:gd name="connsiteY10" fmla="*/ 1552892 h 1552892"/>
              <a:gd name="connsiteX11" fmla="*/ 0 w 5299368"/>
              <a:gd name="connsiteY11" fmla="*/ 1434748 h 1552892"/>
              <a:gd name="connsiteX12" fmla="*/ 0 w 5299368"/>
              <a:gd name="connsiteY12" fmla="*/ 118144 h 1552892"/>
              <a:gd name="connsiteX13" fmla="*/ 118144 w 5299368"/>
              <a:gd name="connsiteY13" fmla="*/ 0 h 1552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99368" h="1552892">
                <a:moveTo>
                  <a:pt x="118144" y="0"/>
                </a:moveTo>
                <a:lnTo>
                  <a:pt x="5181224" y="0"/>
                </a:lnTo>
                <a:cubicBezTo>
                  <a:pt x="5246473" y="0"/>
                  <a:pt x="5299368" y="52895"/>
                  <a:pt x="5299368" y="118144"/>
                </a:cubicBezTo>
                <a:lnTo>
                  <a:pt x="5299368" y="428727"/>
                </a:lnTo>
                <a:lnTo>
                  <a:pt x="5237875" y="447816"/>
                </a:lnTo>
                <a:cubicBezTo>
                  <a:pt x="5117937" y="498545"/>
                  <a:pt x="5033780" y="617306"/>
                  <a:pt x="5033780" y="755723"/>
                </a:cubicBezTo>
                <a:cubicBezTo>
                  <a:pt x="5033780" y="894140"/>
                  <a:pt x="5117937" y="1012901"/>
                  <a:pt x="5237875" y="1063630"/>
                </a:cubicBezTo>
                <a:lnTo>
                  <a:pt x="5299368" y="1082719"/>
                </a:lnTo>
                <a:lnTo>
                  <a:pt x="5299368" y="1434748"/>
                </a:lnTo>
                <a:cubicBezTo>
                  <a:pt x="5299368" y="1499997"/>
                  <a:pt x="5246473" y="1552892"/>
                  <a:pt x="5181224" y="1552892"/>
                </a:cubicBezTo>
                <a:lnTo>
                  <a:pt x="118144" y="1552892"/>
                </a:lnTo>
                <a:cubicBezTo>
                  <a:pt x="52895" y="1552892"/>
                  <a:pt x="0" y="1499997"/>
                  <a:pt x="0" y="1434748"/>
                </a:cubicBezTo>
                <a:lnTo>
                  <a:pt x="0" y="118144"/>
                </a:lnTo>
                <a:cubicBezTo>
                  <a:pt x="0" y="52895"/>
                  <a:pt x="52895" y="0"/>
                  <a:pt x="118144" y="0"/>
                </a:cubicBezTo>
                <a:close/>
              </a:path>
            </a:pathLst>
          </a:custGeom>
          <a:no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00000"/>
                </a:solidFill>
                <a:effectLst/>
                <a:uLnTx/>
                <a:uFillTx/>
                <a:latin typeface="Segoe UI Semibold"/>
                <a:ea typeface="+mn-ea"/>
                <a:cs typeface="Segoe UI Semibold"/>
              </a:rPr>
              <a:t>Copilot + Agents</a:t>
            </a:r>
            <a:endParaRPr kumimoji="0" lang="en-US" sz="1800" b="0" i="0" u="none" strike="noStrike" kern="1200" cap="none" spc="0" normalizeH="0" baseline="0" noProof="0">
              <a:ln>
                <a:noFill/>
              </a:ln>
              <a:solidFill>
                <a:srgbClr val="000000"/>
              </a:solidFill>
              <a:effectLst/>
              <a:uLnTx/>
              <a:uFillTx/>
              <a:latin typeface="Segoe UI Semibold"/>
              <a:ea typeface="+mn-ea"/>
              <a:cs typeface="+mn-cs"/>
            </a:endParaRPr>
          </a:p>
        </p:txBody>
      </p:sp>
      <p:pic>
        <p:nvPicPr>
          <p:cNvPr id="10" name="Picture 9">
            <a:extLst>
              <a:ext uri="{FF2B5EF4-FFF2-40B4-BE49-F238E27FC236}">
                <a16:creationId xmlns:a16="http://schemas.microsoft.com/office/drawing/2014/main" id="{8805CC71-D275-D0F0-A9F0-135D390DC8C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3869" y="1207249"/>
            <a:ext cx="960120" cy="970521"/>
          </a:xfrm>
          <a:prstGeom prst="rect">
            <a:avLst/>
          </a:prstGeom>
        </p:spPr>
      </p:pic>
      <p:sp>
        <p:nvSpPr>
          <p:cNvPr id="12" name="Freeform: Shape 11">
            <a:extLst>
              <a:ext uri="{FF2B5EF4-FFF2-40B4-BE49-F238E27FC236}">
                <a16:creationId xmlns:a16="http://schemas.microsoft.com/office/drawing/2014/main" id="{AF50D95B-CA5B-1024-AF0F-C2300300CE33}"/>
              </a:ext>
            </a:extLst>
          </p:cNvPr>
          <p:cNvSpPr>
            <a:spLocks/>
          </p:cNvSpPr>
          <p:nvPr/>
        </p:nvSpPr>
        <p:spPr bwMode="auto">
          <a:xfrm>
            <a:off x="1382300" y="4616561"/>
            <a:ext cx="4134707" cy="479596"/>
          </a:xfrm>
          <a:custGeom>
            <a:avLst/>
            <a:gdLst>
              <a:gd name="connsiteX0" fmla="*/ 118144 w 5299368"/>
              <a:gd name="connsiteY0" fmla="*/ 0 h 1552892"/>
              <a:gd name="connsiteX1" fmla="*/ 5181224 w 5299368"/>
              <a:gd name="connsiteY1" fmla="*/ 0 h 1552892"/>
              <a:gd name="connsiteX2" fmla="*/ 5299368 w 5299368"/>
              <a:gd name="connsiteY2" fmla="*/ 118144 h 1552892"/>
              <a:gd name="connsiteX3" fmla="*/ 5299368 w 5299368"/>
              <a:gd name="connsiteY3" fmla="*/ 1434748 h 1552892"/>
              <a:gd name="connsiteX4" fmla="*/ 5181224 w 5299368"/>
              <a:gd name="connsiteY4" fmla="*/ 1552892 h 1552892"/>
              <a:gd name="connsiteX5" fmla="*/ 118144 w 5299368"/>
              <a:gd name="connsiteY5" fmla="*/ 1552892 h 1552892"/>
              <a:gd name="connsiteX6" fmla="*/ 0 w 5299368"/>
              <a:gd name="connsiteY6" fmla="*/ 1434748 h 1552892"/>
              <a:gd name="connsiteX7" fmla="*/ 0 w 5299368"/>
              <a:gd name="connsiteY7" fmla="*/ 1082719 h 1552892"/>
              <a:gd name="connsiteX8" fmla="*/ 61493 w 5299368"/>
              <a:gd name="connsiteY8" fmla="*/ 1063630 h 1552892"/>
              <a:gd name="connsiteX9" fmla="*/ 265588 w 5299368"/>
              <a:gd name="connsiteY9" fmla="*/ 755723 h 1552892"/>
              <a:gd name="connsiteX10" fmla="*/ 61493 w 5299368"/>
              <a:gd name="connsiteY10" fmla="*/ 447816 h 1552892"/>
              <a:gd name="connsiteX11" fmla="*/ 0 w 5299368"/>
              <a:gd name="connsiteY11" fmla="*/ 428727 h 1552892"/>
              <a:gd name="connsiteX12" fmla="*/ 0 w 5299368"/>
              <a:gd name="connsiteY12" fmla="*/ 118144 h 1552892"/>
              <a:gd name="connsiteX13" fmla="*/ 118144 w 5299368"/>
              <a:gd name="connsiteY13" fmla="*/ 0 h 1552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99368" h="1552892">
                <a:moveTo>
                  <a:pt x="118144" y="0"/>
                </a:moveTo>
                <a:lnTo>
                  <a:pt x="5181224" y="0"/>
                </a:lnTo>
                <a:cubicBezTo>
                  <a:pt x="5246473" y="0"/>
                  <a:pt x="5299368" y="52895"/>
                  <a:pt x="5299368" y="118144"/>
                </a:cubicBezTo>
                <a:lnTo>
                  <a:pt x="5299368" y="1434748"/>
                </a:lnTo>
                <a:cubicBezTo>
                  <a:pt x="5299368" y="1499997"/>
                  <a:pt x="5246473" y="1552892"/>
                  <a:pt x="5181224" y="1552892"/>
                </a:cubicBezTo>
                <a:lnTo>
                  <a:pt x="118144" y="1552892"/>
                </a:lnTo>
                <a:cubicBezTo>
                  <a:pt x="52895" y="1552892"/>
                  <a:pt x="0" y="1499997"/>
                  <a:pt x="0" y="1434748"/>
                </a:cubicBezTo>
                <a:lnTo>
                  <a:pt x="0" y="1082719"/>
                </a:lnTo>
                <a:lnTo>
                  <a:pt x="61493" y="1063630"/>
                </a:lnTo>
                <a:cubicBezTo>
                  <a:pt x="181431" y="1012901"/>
                  <a:pt x="265588" y="894140"/>
                  <a:pt x="265588" y="755723"/>
                </a:cubicBezTo>
                <a:cubicBezTo>
                  <a:pt x="265588" y="617306"/>
                  <a:pt x="181431" y="498545"/>
                  <a:pt x="61493" y="447816"/>
                </a:cubicBezTo>
                <a:lnTo>
                  <a:pt x="0" y="428727"/>
                </a:lnTo>
                <a:lnTo>
                  <a:pt x="0" y="118144"/>
                </a:lnTo>
                <a:cubicBezTo>
                  <a:pt x="0" y="52895"/>
                  <a:pt x="52895" y="0"/>
                  <a:pt x="118144" y="0"/>
                </a:cubicBezTo>
                <a:close/>
              </a:path>
            </a:pathLst>
          </a:custGeom>
          <a:no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2" indent="0" algn="ctr" defTabSz="932742"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00000"/>
                </a:solidFill>
                <a:effectLst/>
                <a:uLnTx/>
                <a:uFillTx/>
                <a:latin typeface="Segoe UI Semibold"/>
                <a:ea typeface="+mn-ea"/>
                <a:cs typeface="Segoe UI Semibold"/>
              </a:rPr>
              <a:t>Microsoft Purview</a:t>
            </a:r>
            <a:endParaRPr kumimoji="0" lang="en-US" sz="2800" b="0" i="0" u="none" strike="noStrike" kern="1200" cap="none" spc="0" normalizeH="0" baseline="0" noProof="0">
              <a:ln>
                <a:noFill/>
              </a:ln>
              <a:solidFill>
                <a:srgbClr val="000000"/>
              </a:solidFill>
              <a:effectLst/>
              <a:uLnTx/>
              <a:uFillTx/>
              <a:latin typeface="Segoe UI Semibold"/>
              <a:ea typeface="+mn-ea"/>
              <a:cs typeface="+mn-cs"/>
            </a:endParaRPr>
          </a:p>
        </p:txBody>
      </p:sp>
      <p:pic>
        <p:nvPicPr>
          <p:cNvPr id="15" name="purview">
            <a:extLst>
              <a:ext uri="{FF2B5EF4-FFF2-40B4-BE49-F238E27FC236}">
                <a16:creationId xmlns:a16="http://schemas.microsoft.com/office/drawing/2014/main" id="{94527514-711E-12E2-D638-E27AEDFDA67E}"/>
              </a:ext>
              <a:ext uri="{C183D7F6-B498-43B3-948B-1728B52AA6E4}">
                <adec:decorative xmlns:adec="http://schemas.microsoft.com/office/drawing/2017/decorative" val="1"/>
              </a:ext>
            </a:extLst>
          </p:cNvPr>
          <p:cNvPicPr>
            <a:picLocks/>
          </p:cNvPicPr>
          <p:nvPr/>
        </p:nvPicPr>
        <p:blipFill rotWithShape="1">
          <a:blip r:embed="rId4">
            <a:extLst>
              <a:ext uri="{96DAC541-7B7A-43D3-8B79-37D633B846F1}">
                <asvg:svgBlip xmlns:asvg="http://schemas.microsoft.com/office/drawing/2016/SVG/main" r:embed="rId5"/>
              </a:ext>
            </a:extLst>
          </a:blip>
          <a:srcRect l="1020" r="1020"/>
          <a:stretch/>
        </p:blipFill>
        <p:spPr>
          <a:xfrm>
            <a:off x="2972587" y="3576902"/>
            <a:ext cx="961402" cy="961402"/>
          </a:xfrm>
          <a:prstGeom prst="rect">
            <a:avLst/>
          </a:prstGeom>
        </p:spPr>
      </p:pic>
      <p:pic>
        <p:nvPicPr>
          <p:cNvPr id="18" name="Graphic 17">
            <a:extLst>
              <a:ext uri="{FF2B5EF4-FFF2-40B4-BE49-F238E27FC236}">
                <a16:creationId xmlns:a16="http://schemas.microsoft.com/office/drawing/2014/main" id="{B0B068DD-87E7-9D35-F27D-A8BF1F0CDF2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16807" y="3062056"/>
            <a:ext cx="258158" cy="258158"/>
          </a:xfrm>
          <a:prstGeom prst="rect">
            <a:avLst/>
          </a:prstGeom>
          <a:effectLst>
            <a:outerShdw blurRad="63500" dist="63500" dir="2700000" algn="ctr" rotWithShape="0">
              <a:schemeClr val="bg1">
                <a:alpha val="20000"/>
              </a:schemeClr>
            </a:outerShdw>
          </a:effectLst>
        </p:spPr>
      </p:pic>
      <p:sp>
        <p:nvSpPr>
          <p:cNvPr id="27" name="Graphic 25" descr="Add with solid fill">
            <a:extLst>
              <a:ext uri="{FF2B5EF4-FFF2-40B4-BE49-F238E27FC236}">
                <a16:creationId xmlns:a16="http://schemas.microsoft.com/office/drawing/2014/main" id="{CCFF812B-1661-7007-ACA5-1DE2B3BC5DB0}"/>
              </a:ext>
            </a:extLst>
          </p:cNvPr>
          <p:cNvSpPr/>
          <p:nvPr/>
        </p:nvSpPr>
        <p:spPr>
          <a:xfrm>
            <a:off x="3273324" y="2912903"/>
            <a:ext cx="395545" cy="395545"/>
          </a:xfrm>
          <a:custGeom>
            <a:avLst/>
            <a:gdLst>
              <a:gd name="connsiteX0" fmla="*/ 395546 w 395545"/>
              <a:gd name="connsiteY0" fmla="*/ 168107 h 395545"/>
              <a:gd name="connsiteX1" fmla="*/ 227439 w 395545"/>
              <a:gd name="connsiteY1" fmla="*/ 168107 h 395545"/>
              <a:gd name="connsiteX2" fmla="*/ 227439 w 395545"/>
              <a:gd name="connsiteY2" fmla="*/ 0 h 395545"/>
              <a:gd name="connsiteX3" fmla="*/ 168107 w 395545"/>
              <a:gd name="connsiteY3" fmla="*/ 0 h 395545"/>
              <a:gd name="connsiteX4" fmla="*/ 168107 w 395545"/>
              <a:gd name="connsiteY4" fmla="*/ 168107 h 395545"/>
              <a:gd name="connsiteX5" fmla="*/ 0 w 395545"/>
              <a:gd name="connsiteY5" fmla="*/ 168107 h 395545"/>
              <a:gd name="connsiteX6" fmla="*/ 0 w 395545"/>
              <a:gd name="connsiteY6" fmla="*/ 227439 h 395545"/>
              <a:gd name="connsiteX7" fmla="*/ 168107 w 395545"/>
              <a:gd name="connsiteY7" fmla="*/ 227439 h 395545"/>
              <a:gd name="connsiteX8" fmla="*/ 168107 w 395545"/>
              <a:gd name="connsiteY8" fmla="*/ 395546 h 395545"/>
              <a:gd name="connsiteX9" fmla="*/ 227439 w 395545"/>
              <a:gd name="connsiteY9" fmla="*/ 395546 h 395545"/>
              <a:gd name="connsiteX10" fmla="*/ 227439 w 395545"/>
              <a:gd name="connsiteY10" fmla="*/ 227439 h 395545"/>
              <a:gd name="connsiteX11" fmla="*/ 395546 w 395545"/>
              <a:gd name="connsiteY11" fmla="*/ 227439 h 395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5545" h="395545">
                <a:moveTo>
                  <a:pt x="395546" y="168107"/>
                </a:moveTo>
                <a:lnTo>
                  <a:pt x="227439" y="168107"/>
                </a:lnTo>
                <a:lnTo>
                  <a:pt x="227439" y="0"/>
                </a:lnTo>
                <a:lnTo>
                  <a:pt x="168107" y="0"/>
                </a:lnTo>
                <a:lnTo>
                  <a:pt x="168107" y="168107"/>
                </a:lnTo>
                <a:lnTo>
                  <a:pt x="0" y="168107"/>
                </a:lnTo>
                <a:lnTo>
                  <a:pt x="0" y="227439"/>
                </a:lnTo>
                <a:lnTo>
                  <a:pt x="168107" y="227439"/>
                </a:lnTo>
                <a:lnTo>
                  <a:pt x="168107" y="395546"/>
                </a:lnTo>
                <a:lnTo>
                  <a:pt x="227439" y="395546"/>
                </a:lnTo>
                <a:lnTo>
                  <a:pt x="227439" y="227439"/>
                </a:lnTo>
                <a:lnTo>
                  <a:pt x="395546" y="227439"/>
                </a:ln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24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Tree>
    <p:extLst>
      <p:ext uri="{BB962C8B-B14F-4D97-AF65-F5344CB8AC3E}">
        <p14:creationId xmlns:p14="http://schemas.microsoft.com/office/powerpoint/2010/main" val="297866319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9A8C7-F220-F1B5-B414-AC34AF04F9DF}"/>
            </a:ext>
          </a:extLst>
        </p:cNvPr>
        <p:cNvGrpSpPr/>
        <p:nvPr/>
      </p:nvGrpSpPr>
      <p:grpSpPr>
        <a:xfrm>
          <a:off x="0" y="0"/>
          <a:ext cx="0" cy="0"/>
          <a:chOff x="0" y="0"/>
          <a:chExt cx="0" cy="0"/>
        </a:xfrm>
      </p:grpSpPr>
      <p:sp>
        <p:nvSpPr>
          <p:cNvPr id="33" name="Rectangle: Rounded Corners 34">
            <a:extLst>
              <a:ext uri="{FF2B5EF4-FFF2-40B4-BE49-F238E27FC236}">
                <a16:creationId xmlns:a16="http://schemas.microsoft.com/office/drawing/2014/main" id="{54098603-2B9D-870E-8AFE-AA0B98ED530E}"/>
              </a:ext>
              <a:ext uri="{C183D7F6-B498-43B3-948B-1728B52AA6E4}">
                <adec:decorative xmlns:adec="http://schemas.microsoft.com/office/drawing/2017/decorative" val="1"/>
              </a:ext>
            </a:extLst>
          </p:cNvPr>
          <p:cNvSpPr/>
          <p:nvPr/>
        </p:nvSpPr>
        <p:spPr bwMode="auto">
          <a:xfrm>
            <a:off x="495300" y="671919"/>
            <a:ext cx="11201400" cy="5819805"/>
          </a:xfrm>
          <a:prstGeom prst="roundRect">
            <a:avLst>
              <a:gd name="adj" fmla="val 4202"/>
            </a:avLst>
          </a:prstGeom>
          <a:noFill/>
          <a:ln w="19050">
            <a:gradFill flip="none" rotWithShape="1">
              <a:gsLst>
                <a:gs pos="0">
                  <a:srgbClr val="0078D4"/>
                </a:gs>
                <a:gs pos="100000">
                  <a:srgbClr val="C73ECC"/>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6" name="Rectangle: Rounded Corners 35">
            <a:extLst>
              <a:ext uri="{FF2B5EF4-FFF2-40B4-BE49-F238E27FC236}">
                <a16:creationId xmlns:a16="http://schemas.microsoft.com/office/drawing/2014/main" id="{DA32B0DC-7CFE-45F0-5978-1721F561F7C7}"/>
              </a:ext>
              <a:ext uri="{C183D7F6-B498-43B3-948B-1728B52AA6E4}">
                <adec:decorative xmlns:adec="http://schemas.microsoft.com/office/drawing/2017/decorative" val="1"/>
              </a:ext>
            </a:extLst>
          </p:cNvPr>
          <p:cNvSpPr>
            <a:spLocks/>
          </p:cNvSpPr>
          <p:nvPr/>
        </p:nvSpPr>
        <p:spPr bwMode="auto">
          <a:xfrm>
            <a:off x="676002" y="1077859"/>
            <a:ext cx="3550920" cy="5222367"/>
          </a:xfrm>
          <a:prstGeom prst="roundRect">
            <a:avLst>
              <a:gd name="adj" fmla="val 4207"/>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7" name="Rectangle: Rounded Corners 36">
            <a:extLst>
              <a:ext uri="{FF2B5EF4-FFF2-40B4-BE49-F238E27FC236}">
                <a16:creationId xmlns:a16="http://schemas.microsoft.com/office/drawing/2014/main" id="{CB886966-1DCF-CDC6-C977-5384C798F0C3}"/>
              </a:ext>
              <a:ext uri="{C183D7F6-B498-43B3-948B-1728B52AA6E4}">
                <adec:decorative xmlns:adec="http://schemas.microsoft.com/office/drawing/2017/decorative" val="1"/>
              </a:ext>
            </a:extLst>
          </p:cNvPr>
          <p:cNvSpPr>
            <a:spLocks/>
          </p:cNvSpPr>
          <p:nvPr/>
        </p:nvSpPr>
        <p:spPr bwMode="auto">
          <a:xfrm>
            <a:off x="4320540" y="1077860"/>
            <a:ext cx="3550920" cy="5222367"/>
          </a:xfrm>
          <a:prstGeom prst="roundRect">
            <a:avLst>
              <a:gd name="adj" fmla="val 4207"/>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8" name="Rectangle: Rounded Corners 37">
            <a:extLst>
              <a:ext uri="{FF2B5EF4-FFF2-40B4-BE49-F238E27FC236}">
                <a16:creationId xmlns:a16="http://schemas.microsoft.com/office/drawing/2014/main" id="{8D9386AD-91B6-8488-1CE1-21ABBAD90724}"/>
              </a:ext>
              <a:ext uri="{C183D7F6-B498-43B3-948B-1728B52AA6E4}">
                <adec:decorative xmlns:adec="http://schemas.microsoft.com/office/drawing/2017/decorative" val="1"/>
              </a:ext>
            </a:extLst>
          </p:cNvPr>
          <p:cNvSpPr>
            <a:spLocks/>
          </p:cNvSpPr>
          <p:nvPr/>
        </p:nvSpPr>
        <p:spPr bwMode="auto">
          <a:xfrm>
            <a:off x="8008620" y="1077860"/>
            <a:ext cx="3550920" cy="5222367"/>
          </a:xfrm>
          <a:prstGeom prst="roundRect">
            <a:avLst>
              <a:gd name="adj" fmla="val 4207"/>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9" name="TextBox 38">
            <a:extLst>
              <a:ext uri="{FF2B5EF4-FFF2-40B4-BE49-F238E27FC236}">
                <a16:creationId xmlns:a16="http://schemas.microsoft.com/office/drawing/2014/main" id="{01C880F3-C59F-728F-AAB3-E9ECF6056498}"/>
              </a:ext>
            </a:extLst>
          </p:cNvPr>
          <p:cNvSpPr txBox="1"/>
          <p:nvPr/>
        </p:nvSpPr>
        <p:spPr>
          <a:xfrm>
            <a:off x="903514" y="2468880"/>
            <a:ext cx="3095897" cy="73866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marR="0" lvl="0" indent="0" algn="ctr" defTabSz="914437" fontAlgn="base">
              <a:lnSpc>
                <a:spcPct val="100000"/>
              </a:lnSpc>
              <a:spcBef>
                <a:spcPct val="0"/>
              </a:spcBef>
              <a:spcAft>
                <a:spcPts val="1200"/>
              </a:spcAft>
              <a:buClrTx/>
              <a:buSzTx/>
              <a:buFontTx/>
              <a:buNone/>
              <a:tabLst>
                <a:tab pos="1371655" algn="l"/>
              </a:tabLst>
              <a:defRPr kumimoji="0" sz="7200" b="0" i="0" u="none" strike="noStrike" cap="none" spc="0" normalizeH="0" baseline="0">
                <a:ln w="3175">
                  <a:noFill/>
                </a:ln>
                <a:gradFill flip="none" rotWithShape="1">
                  <a:gsLst>
                    <a:gs pos="0">
                      <a:srgbClr val="C03BC4"/>
                    </a:gs>
                    <a:gs pos="99000">
                      <a:srgbClr val="0078D4"/>
                    </a:gs>
                  </a:gsLst>
                  <a:lin ang="13500000" scaled="1"/>
                  <a:tileRect/>
                </a:gradFill>
                <a:effectLst/>
                <a:uLnTx/>
                <a:uFillTx/>
                <a:latin typeface="+mj-lt"/>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37" rtl="0" eaLnBrk="1" fontAlgn="base" latinLnBrk="0" hangingPunct="1">
              <a:lnSpc>
                <a:spcPct val="100000"/>
              </a:lnSpc>
              <a:spcBef>
                <a:spcPct val="0"/>
              </a:spcBef>
              <a:spcAft>
                <a:spcPts val="0"/>
              </a:spcAft>
              <a:buClrTx/>
              <a:buSzTx/>
              <a:buFontTx/>
              <a:buNone/>
              <a:tabLst>
                <a:tab pos="1371655" algn="l"/>
              </a:tabLst>
              <a:defRPr/>
            </a:pPr>
            <a:r>
              <a:rPr kumimoji="0" lang="en-US" sz="2400" b="1" i="0" u="none" strike="noStrike" kern="1200" cap="none" spc="0" normalizeH="0" baseline="0" noProof="0">
                <a:ln w="3175">
                  <a:noFill/>
                </a:ln>
                <a:gradFill flip="none" rotWithShape="1">
                  <a:gsLst>
                    <a:gs pos="100000">
                      <a:srgbClr val="C73ECC"/>
                    </a:gs>
                    <a:gs pos="0">
                      <a:srgbClr val="0078D4"/>
                    </a:gs>
                  </a:gsLst>
                  <a:lin ang="0" scaled="1"/>
                  <a:tileRect/>
                </a:gradFill>
                <a:effectLst/>
                <a:uLnTx/>
                <a:uFillTx/>
                <a:latin typeface="Segoe Sans Display Semibold" pitchFamily="2" charset="0"/>
                <a:ea typeface="+mn-ea"/>
                <a:cs typeface="Segoe Sans Display Semibold" pitchFamily="2" charset="0"/>
              </a:rPr>
              <a:t>Address oversharing concerns</a:t>
            </a:r>
          </a:p>
        </p:txBody>
      </p:sp>
      <p:sp>
        <p:nvSpPr>
          <p:cNvPr id="40" name="TextBox 39">
            <a:extLst>
              <a:ext uri="{FF2B5EF4-FFF2-40B4-BE49-F238E27FC236}">
                <a16:creationId xmlns:a16="http://schemas.microsoft.com/office/drawing/2014/main" id="{06DC6510-6836-43D7-2900-BD66CEE544A5}"/>
              </a:ext>
            </a:extLst>
          </p:cNvPr>
          <p:cNvSpPr txBox="1"/>
          <p:nvPr/>
        </p:nvSpPr>
        <p:spPr>
          <a:xfrm>
            <a:off x="4536439" y="2468880"/>
            <a:ext cx="3119119" cy="73866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marR="0" lvl="0" indent="0" algn="ctr" defTabSz="914437" fontAlgn="base">
              <a:lnSpc>
                <a:spcPct val="100000"/>
              </a:lnSpc>
              <a:spcBef>
                <a:spcPct val="0"/>
              </a:spcBef>
              <a:spcAft>
                <a:spcPts val="1200"/>
              </a:spcAft>
              <a:buClrTx/>
              <a:buSzTx/>
              <a:buFontTx/>
              <a:buNone/>
              <a:tabLst>
                <a:tab pos="1371655" algn="l"/>
              </a:tabLst>
              <a:defRPr kumimoji="0" sz="7200" b="0" i="0" u="none" strike="noStrike" cap="none" spc="0" normalizeH="0" baseline="0">
                <a:ln w="3175">
                  <a:noFill/>
                </a:ln>
                <a:gradFill flip="none" rotWithShape="1">
                  <a:gsLst>
                    <a:gs pos="0">
                      <a:srgbClr val="C03BC4"/>
                    </a:gs>
                    <a:gs pos="99000">
                      <a:srgbClr val="0078D4"/>
                    </a:gs>
                  </a:gsLst>
                  <a:lin ang="13500000" scaled="1"/>
                  <a:tileRect/>
                </a:gradFill>
                <a:effectLst/>
                <a:uLnTx/>
                <a:uFillTx/>
                <a:latin typeface="+mj-lt"/>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37" rtl="0" eaLnBrk="1" fontAlgn="base" latinLnBrk="0" hangingPunct="1">
              <a:lnSpc>
                <a:spcPct val="100000"/>
              </a:lnSpc>
              <a:spcBef>
                <a:spcPct val="0"/>
              </a:spcBef>
              <a:spcAft>
                <a:spcPts val="0"/>
              </a:spcAft>
              <a:buClrTx/>
              <a:buSzTx/>
              <a:buFontTx/>
              <a:buNone/>
              <a:tabLst>
                <a:tab pos="1371655" algn="l"/>
              </a:tabLst>
              <a:defRPr/>
            </a:pPr>
            <a:r>
              <a:rPr kumimoji="0" lang="en-US" sz="2400" b="1" i="0" u="none" strike="noStrike" kern="1200" cap="none" spc="0" normalizeH="0" baseline="0" noProof="0">
                <a:ln w="3175">
                  <a:noFill/>
                </a:ln>
                <a:gradFill flip="none" rotWithShape="1">
                  <a:gsLst>
                    <a:gs pos="100000">
                      <a:srgbClr val="C73ECC"/>
                    </a:gs>
                    <a:gs pos="0">
                      <a:srgbClr val="0078D4"/>
                    </a:gs>
                  </a:gsLst>
                  <a:lin ang="0" scaled="1"/>
                  <a:tileRect/>
                </a:gradFill>
                <a:effectLst/>
                <a:uLnTx/>
                <a:uFillTx/>
                <a:latin typeface="Segoe Sans Display Semibold" pitchFamily="2" charset="0"/>
                <a:ea typeface="+mn-ea"/>
                <a:cs typeface="Segoe Sans Display Semibold" pitchFamily="2" charset="0"/>
              </a:rPr>
              <a:t>Protect against data loss and insider risks</a:t>
            </a:r>
          </a:p>
        </p:txBody>
      </p:sp>
      <p:sp>
        <p:nvSpPr>
          <p:cNvPr id="41" name="TextBox 40">
            <a:extLst>
              <a:ext uri="{FF2B5EF4-FFF2-40B4-BE49-F238E27FC236}">
                <a16:creationId xmlns:a16="http://schemas.microsoft.com/office/drawing/2014/main" id="{9EB5242B-53CB-A332-0917-BED638F3FB8D}"/>
              </a:ext>
            </a:extLst>
          </p:cNvPr>
          <p:cNvSpPr txBox="1"/>
          <p:nvPr/>
        </p:nvSpPr>
        <p:spPr>
          <a:xfrm>
            <a:off x="8080756" y="2468880"/>
            <a:ext cx="3406649" cy="73866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marR="0" lvl="0" indent="0" algn="ctr" defTabSz="914437" fontAlgn="base">
              <a:lnSpc>
                <a:spcPct val="100000"/>
              </a:lnSpc>
              <a:spcBef>
                <a:spcPct val="0"/>
              </a:spcBef>
              <a:spcAft>
                <a:spcPts val="1200"/>
              </a:spcAft>
              <a:buClrTx/>
              <a:buSzTx/>
              <a:buFontTx/>
              <a:buNone/>
              <a:tabLst>
                <a:tab pos="1371655" algn="l"/>
              </a:tabLst>
              <a:defRPr kumimoji="0" sz="7200" b="0" i="0" u="none" strike="noStrike" cap="none" spc="0" normalizeH="0" baseline="0">
                <a:ln w="3175">
                  <a:noFill/>
                </a:ln>
                <a:gradFill flip="none" rotWithShape="1">
                  <a:gsLst>
                    <a:gs pos="0">
                      <a:srgbClr val="C03BC4"/>
                    </a:gs>
                    <a:gs pos="99000">
                      <a:srgbClr val="0078D4"/>
                    </a:gs>
                  </a:gsLst>
                  <a:lin ang="13500000" scaled="1"/>
                  <a:tileRect/>
                </a:gradFill>
                <a:effectLst/>
                <a:uLnTx/>
                <a:uFillTx/>
                <a:latin typeface="+mj-lt"/>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37" rtl="0" eaLnBrk="1" fontAlgn="base" latinLnBrk="0" hangingPunct="1">
              <a:lnSpc>
                <a:spcPct val="100000"/>
              </a:lnSpc>
              <a:spcBef>
                <a:spcPct val="0"/>
              </a:spcBef>
              <a:spcAft>
                <a:spcPts val="0"/>
              </a:spcAft>
              <a:buClrTx/>
              <a:buSzTx/>
              <a:buFontTx/>
              <a:buNone/>
              <a:tabLst>
                <a:tab pos="1371655" algn="l"/>
              </a:tabLst>
              <a:defRPr/>
            </a:pPr>
            <a:r>
              <a:rPr kumimoji="0" lang="en-US" sz="2400" b="1" i="0" u="none" strike="noStrike" kern="1200" cap="none" spc="0" normalizeH="0" baseline="0" noProof="0">
                <a:ln w="3175">
                  <a:noFill/>
                </a:ln>
                <a:gradFill flip="none" rotWithShape="1">
                  <a:gsLst>
                    <a:gs pos="100000">
                      <a:srgbClr val="C73ECC"/>
                    </a:gs>
                    <a:gs pos="0">
                      <a:srgbClr val="0078D4"/>
                    </a:gs>
                  </a:gsLst>
                  <a:lin ang="0" scaled="1"/>
                  <a:tileRect/>
                </a:gradFill>
                <a:effectLst/>
                <a:uLnTx/>
                <a:uFillTx/>
                <a:latin typeface="Segoe Sans Display Semibold" pitchFamily="2" charset="0"/>
                <a:ea typeface="+mn-ea"/>
                <a:cs typeface="Segoe Sans Display Semibold" pitchFamily="2" charset="0"/>
              </a:rPr>
              <a:t>Govern AI use to meet regulations &amp; policies</a:t>
            </a:r>
          </a:p>
        </p:txBody>
      </p:sp>
      <p:sp>
        <p:nvSpPr>
          <p:cNvPr id="43" name="Content Placeholder 2">
            <a:extLst>
              <a:ext uri="{FF2B5EF4-FFF2-40B4-BE49-F238E27FC236}">
                <a16:creationId xmlns:a16="http://schemas.microsoft.com/office/drawing/2014/main" id="{2DB2C2C3-BCD3-3C66-1828-2A9742DE609B}"/>
              </a:ext>
            </a:extLst>
          </p:cNvPr>
          <p:cNvSpPr txBox="1">
            <a:spLocks/>
          </p:cNvSpPr>
          <p:nvPr/>
        </p:nvSpPr>
        <p:spPr>
          <a:xfrm>
            <a:off x="4568952" y="3511713"/>
            <a:ext cx="3054096" cy="2092881"/>
          </a:xfrm>
          <a:prstGeom prst="rect">
            <a:avLst/>
          </a:prstGeom>
        </p:spPr>
        <p:txBody>
          <a:bodyPr vert="horz" wrap="square" lIns="0" tIns="0" rIns="0" bIns="0" rtlCol="0" anchor="t"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Get alerts and reports of risky behavior and AI use</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a:t>
            </a:r>
            <a:r>
              <a:rPr kumimoji="0" lang="en-US" sz="18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rotect</a:t>
            </a: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sensitive files and interactions</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Dynamically apply security policies based on risky actions</a:t>
            </a:r>
            <a:endParaRPr kumimoji="0" lang="en-US" sz="1800" b="0" i="0" u="none" strike="noStrike" kern="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sp>
        <p:nvSpPr>
          <p:cNvPr id="46" name="Oval 45">
            <a:extLst>
              <a:ext uri="{FF2B5EF4-FFF2-40B4-BE49-F238E27FC236}">
                <a16:creationId xmlns:a16="http://schemas.microsoft.com/office/drawing/2014/main" id="{21B1B53D-5E6A-9841-A142-AEC573995521}"/>
              </a:ext>
              <a:ext uri="{C183D7F6-B498-43B3-948B-1728B52AA6E4}">
                <adec:decorative xmlns:adec="http://schemas.microsoft.com/office/drawing/2017/decorative" val="1"/>
              </a:ext>
            </a:extLst>
          </p:cNvPr>
          <p:cNvSpPr/>
          <p:nvPr/>
        </p:nvSpPr>
        <p:spPr>
          <a:xfrm>
            <a:off x="2017122" y="1353322"/>
            <a:ext cx="868680" cy="86868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47" name="Oval 46">
            <a:extLst>
              <a:ext uri="{FF2B5EF4-FFF2-40B4-BE49-F238E27FC236}">
                <a16:creationId xmlns:a16="http://schemas.microsoft.com/office/drawing/2014/main" id="{88045EF3-C190-2B12-AA19-13208B4AE777}"/>
              </a:ext>
              <a:ext uri="{C183D7F6-B498-43B3-948B-1728B52AA6E4}">
                <adec:decorative xmlns:adec="http://schemas.microsoft.com/office/drawing/2017/decorative" val="1"/>
              </a:ext>
            </a:extLst>
          </p:cNvPr>
          <p:cNvSpPr/>
          <p:nvPr/>
        </p:nvSpPr>
        <p:spPr>
          <a:xfrm>
            <a:off x="5661660" y="1353322"/>
            <a:ext cx="868680" cy="86868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48" name="Oval 47">
            <a:extLst>
              <a:ext uri="{FF2B5EF4-FFF2-40B4-BE49-F238E27FC236}">
                <a16:creationId xmlns:a16="http://schemas.microsoft.com/office/drawing/2014/main" id="{CA3A854F-2809-9CB9-DF68-0356FFB539FB}"/>
              </a:ext>
              <a:ext uri="{C183D7F6-B498-43B3-948B-1728B52AA6E4}">
                <adec:decorative xmlns:adec="http://schemas.microsoft.com/office/drawing/2017/decorative" val="1"/>
              </a:ext>
            </a:extLst>
          </p:cNvPr>
          <p:cNvSpPr/>
          <p:nvPr/>
        </p:nvSpPr>
        <p:spPr>
          <a:xfrm>
            <a:off x="9349739" y="1353322"/>
            <a:ext cx="868680" cy="86868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49" name="Graphic 81" descr="Icon of an app window with a closed padlock">
            <a:extLst>
              <a:ext uri="{FF2B5EF4-FFF2-40B4-BE49-F238E27FC236}">
                <a16:creationId xmlns:a16="http://schemas.microsoft.com/office/drawing/2014/main" id="{15D18118-040B-3F2A-8420-7E36626964E0}"/>
              </a:ext>
            </a:extLst>
          </p:cNvPr>
          <p:cNvSpPr/>
          <p:nvPr/>
        </p:nvSpPr>
        <p:spPr>
          <a:xfrm>
            <a:off x="2271621" y="1607821"/>
            <a:ext cx="359682" cy="359682"/>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gradFill flip="none" rotWithShape="1">
            <a:gsLst>
              <a:gs pos="0">
                <a:srgbClr val="0078D4"/>
              </a:gs>
              <a:gs pos="100000">
                <a:srgbClr val="C73ECC"/>
              </a:gs>
            </a:gsLst>
            <a:lin ang="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50" name="Graphic 80" descr="Icon of a key">
            <a:extLst>
              <a:ext uri="{FF2B5EF4-FFF2-40B4-BE49-F238E27FC236}">
                <a16:creationId xmlns:a16="http://schemas.microsoft.com/office/drawing/2014/main" id="{B5722B23-8181-31F8-27A9-40FA948701B6}"/>
              </a:ext>
            </a:extLst>
          </p:cNvPr>
          <p:cNvSpPr/>
          <p:nvPr/>
        </p:nvSpPr>
        <p:spPr>
          <a:xfrm>
            <a:off x="5894766" y="1587429"/>
            <a:ext cx="402468" cy="400466"/>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gradFill flip="none" rotWithShape="1">
            <a:gsLst>
              <a:gs pos="0">
                <a:srgbClr val="0078D4"/>
              </a:gs>
              <a:gs pos="100000">
                <a:srgbClr val="C73ECC"/>
              </a:gs>
            </a:gsLst>
            <a:lin ang="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2" name="Rectangle: Rounded Corners 1">
            <a:extLst>
              <a:ext uri="{FF2B5EF4-FFF2-40B4-BE49-F238E27FC236}">
                <a16:creationId xmlns:a16="http://schemas.microsoft.com/office/drawing/2014/main" id="{36766DD4-9D9B-BAF9-6C70-52152A888760}"/>
              </a:ext>
              <a:ext uri="{C183D7F6-B498-43B3-948B-1728B52AA6E4}">
                <adec:decorative xmlns:adec="http://schemas.microsoft.com/office/drawing/2017/decorative" val="0"/>
              </a:ext>
            </a:extLst>
          </p:cNvPr>
          <p:cNvSpPr/>
          <p:nvPr/>
        </p:nvSpPr>
        <p:spPr bwMode="auto">
          <a:xfrm>
            <a:off x="790629" y="5851783"/>
            <a:ext cx="6991351" cy="360003"/>
          </a:xfrm>
          <a:prstGeom prst="roundRect">
            <a:avLst>
              <a:gd name="adj" fmla="val 24279"/>
            </a:avLst>
          </a:prstGeom>
          <a:gradFill>
            <a:gsLst>
              <a:gs pos="0">
                <a:srgbClr val="0078D4"/>
              </a:gs>
              <a:gs pos="94000">
                <a:srgbClr val="C73ECC"/>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Secure</a:t>
            </a:r>
          </a:p>
        </p:txBody>
      </p:sp>
      <p:sp>
        <p:nvSpPr>
          <p:cNvPr id="3" name="Rectangle: Rounded Corners 2">
            <a:extLst>
              <a:ext uri="{FF2B5EF4-FFF2-40B4-BE49-F238E27FC236}">
                <a16:creationId xmlns:a16="http://schemas.microsoft.com/office/drawing/2014/main" id="{89842676-E3E7-2E7F-D625-48C8DC385835}"/>
              </a:ext>
              <a:ext uri="{C183D7F6-B498-43B3-948B-1728B52AA6E4}">
                <adec:decorative xmlns:adec="http://schemas.microsoft.com/office/drawing/2017/decorative" val="0"/>
              </a:ext>
            </a:extLst>
          </p:cNvPr>
          <p:cNvSpPr/>
          <p:nvPr/>
        </p:nvSpPr>
        <p:spPr bwMode="auto">
          <a:xfrm>
            <a:off x="8087230" y="5851782"/>
            <a:ext cx="3393701" cy="360004"/>
          </a:xfrm>
          <a:prstGeom prst="roundRect">
            <a:avLst>
              <a:gd name="adj" fmla="val 24279"/>
            </a:avLst>
          </a:prstGeom>
          <a:gradFill flip="none" rotWithShape="1">
            <a:gsLst>
              <a:gs pos="0">
                <a:srgbClr val="0078D4"/>
              </a:gs>
              <a:gs pos="100000">
                <a:srgbClr val="C73ECC"/>
              </a:gs>
            </a:gsLst>
            <a:lin ang="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Govern</a:t>
            </a:r>
          </a:p>
        </p:txBody>
      </p:sp>
      <p:sp>
        <p:nvSpPr>
          <p:cNvPr id="5" name="Content Placeholder 2">
            <a:extLst>
              <a:ext uri="{FF2B5EF4-FFF2-40B4-BE49-F238E27FC236}">
                <a16:creationId xmlns:a16="http://schemas.microsoft.com/office/drawing/2014/main" id="{D15A7AA6-965B-739B-29DF-94A66CBCDE66}"/>
              </a:ext>
            </a:extLst>
          </p:cNvPr>
          <p:cNvSpPr txBox="1">
            <a:spLocks/>
          </p:cNvSpPr>
          <p:nvPr/>
        </p:nvSpPr>
        <p:spPr>
          <a:xfrm>
            <a:off x="926011" y="3530715"/>
            <a:ext cx="3050902" cy="2092881"/>
          </a:xfrm>
          <a:prstGeom prst="rect">
            <a:avLst/>
          </a:prstGeom>
        </p:spPr>
        <p:txBody>
          <a:bodyPr vert="horz" wrap="square" lIns="0" tIns="0" rIns="0" bIns="0" rtlCol="0" anchor="t"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0" cap="none" spc="0" normalizeH="0" baseline="0" noProof="0">
                <a:ln>
                  <a:noFill/>
                </a:ln>
                <a:solidFill>
                  <a:prstClr val="black"/>
                </a:solidFill>
                <a:effectLst/>
                <a:uLnTx/>
                <a:uFillTx/>
                <a:latin typeface="Segoe Sans Display" pitchFamily="2" charset="0"/>
                <a:ea typeface="+mn-ea"/>
                <a:cs typeface="Segoe Sans Display" pitchFamily="2" charset="0"/>
              </a:rPr>
              <a:t>Gain visibility into overshared content</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0" cap="none" spc="0" normalizeH="0" baseline="0" noProof="0">
                <a:ln>
                  <a:noFill/>
                </a:ln>
                <a:solidFill>
                  <a:prstClr val="black"/>
                </a:solidFill>
                <a:effectLst/>
                <a:uLnTx/>
                <a:uFillTx/>
                <a:latin typeface="Segoe Sans Display" pitchFamily="2" charset="0"/>
                <a:ea typeface="+mn-ea"/>
                <a:cs typeface="Segoe Sans Display" pitchFamily="2" charset="0"/>
              </a:rPr>
              <a:t>Remediate excessive permissions</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0" cap="none" spc="0" normalizeH="0" baseline="0" noProof="0">
                <a:ln>
                  <a:noFill/>
                </a:ln>
                <a:solidFill>
                  <a:prstClr val="black"/>
                </a:solidFill>
                <a:effectLst/>
                <a:uLnTx/>
                <a:uFillTx/>
                <a:latin typeface="Segoe Sans Display" pitchFamily="2" charset="0"/>
                <a:ea typeface="+mn-ea"/>
                <a:cs typeface="Segoe Sans Display" pitchFamily="2" charset="0"/>
              </a:rPr>
              <a:t>Prevent Copilot + Agents from processing sensitive files</a:t>
            </a:r>
            <a:endParaRPr kumimoji="0" lang="en-US" sz="2000" b="0" i="0" u="none" strike="noStrike" kern="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sp>
        <p:nvSpPr>
          <p:cNvPr id="8" name="Content Placeholder 2">
            <a:extLst>
              <a:ext uri="{FF2B5EF4-FFF2-40B4-BE49-F238E27FC236}">
                <a16:creationId xmlns:a16="http://schemas.microsoft.com/office/drawing/2014/main" id="{437D4446-AE21-C4C2-0CB7-E85C2CC422DC}"/>
              </a:ext>
            </a:extLst>
          </p:cNvPr>
          <p:cNvSpPr txBox="1">
            <a:spLocks/>
          </p:cNvSpPr>
          <p:nvPr/>
        </p:nvSpPr>
        <p:spPr>
          <a:xfrm>
            <a:off x="8257032" y="3436411"/>
            <a:ext cx="3054096" cy="1815882"/>
          </a:xfrm>
          <a:prstGeom prst="rect">
            <a:avLst/>
          </a:prstGeom>
        </p:spPr>
        <p:txBody>
          <a:bodyPr vert="horz" wrap="square" lIns="0" tIns="0" rIns="0" bIns="0" rtlCol="0" anchor="t"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Inspect interaction content and audit logs </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Investigate for compliance and ethical violations</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Enforce lifecycle policies and legal holds </a:t>
            </a:r>
          </a:p>
        </p:txBody>
      </p:sp>
      <p:sp>
        <p:nvSpPr>
          <p:cNvPr id="10" name="Graphic 3" descr="Magnifying glass with solid fill">
            <a:extLst>
              <a:ext uri="{FF2B5EF4-FFF2-40B4-BE49-F238E27FC236}">
                <a16:creationId xmlns:a16="http://schemas.microsoft.com/office/drawing/2014/main" id="{31B5A946-F099-8C79-7F1B-83C68BA3C34C}"/>
              </a:ext>
            </a:extLst>
          </p:cNvPr>
          <p:cNvSpPr/>
          <p:nvPr/>
        </p:nvSpPr>
        <p:spPr>
          <a:xfrm>
            <a:off x="9616348" y="1623186"/>
            <a:ext cx="335464" cy="335729"/>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flip="none" rotWithShape="1">
            <a:gsLst>
              <a:gs pos="0">
                <a:srgbClr val="0078D4"/>
              </a:gs>
              <a:gs pos="100000">
                <a:srgbClr val="C73ECC"/>
              </a:gs>
            </a:gsLst>
            <a:lin ang="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4" name="Title 9">
            <a:extLst>
              <a:ext uri="{FF2B5EF4-FFF2-40B4-BE49-F238E27FC236}">
                <a16:creationId xmlns:a16="http://schemas.microsoft.com/office/drawing/2014/main" id="{A4937543-194C-FD20-CD0A-77E0B63A3D13}"/>
              </a:ext>
            </a:extLst>
          </p:cNvPr>
          <p:cNvSpPr txBox="1">
            <a:spLocks noGrp="1"/>
          </p:cNvSpPr>
          <p:nvPr>
            <p:ph type="title" idx="4294967295"/>
          </p:nvPr>
        </p:nvSpPr>
        <p:spPr bwMode="auto">
          <a:xfrm>
            <a:off x="1891048" y="435747"/>
            <a:ext cx="8409904" cy="500478"/>
          </a:xfrm>
          <a:prstGeom prst="roundRect">
            <a:avLst>
              <a:gd name="adj" fmla="val 50000"/>
            </a:avLst>
          </a:prstGeom>
          <a:gradFill>
            <a:gsLst>
              <a:gs pos="0">
                <a:srgbClr val="0078D4"/>
              </a:gs>
              <a:gs pos="94000">
                <a:srgbClr val="C73ECC"/>
              </a:gs>
            </a:gsLst>
            <a:lin ang="0" scaled="1"/>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defPPr>
              <a:defRPr lang="en-US"/>
            </a:defPPr>
            <a:lvl1pPr marR="0" lvl="0" indent="0" algn="ctr" defTabSz="932472" fontAlgn="base">
              <a:lnSpc>
                <a:spcPct val="100000"/>
              </a:lnSpc>
              <a:spcBef>
                <a:spcPct val="0"/>
              </a:spcBef>
              <a:spcAft>
                <a:spcPct val="0"/>
              </a:spcAft>
              <a:buClrTx/>
              <a:buSzTx/>
              <a:buFontTx/>
              <a:buNone/>
              <a:tabLst/>
              <a:defRPr kumimoji="0" sz="1400" b="1" i="0" u="none" strike="noStrike" cap="none" spc="0" normalizeH="0" baseline="0">
                <a:ln>
                  <a:noFill/>
                </a:ln>
                <a:solidFill>
                  <a:srgbClr val="FFFFFF"/>
                </a:solidFill>
                <a:effectLst/>
                <a:uLnTx/>
                <a:uFillTx/>
                <a:latin typeface="Segoe Sans Display Semibold" pitchFamily="2" charset="0"/>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Segoe Sans Display Semibold" pitchFamily="2" charset="0"/>
                <a:ea typeface="+mn-ea"/>
                <a:cs typeface="Segoe Sans Display Semibold" pitchFamily="2" charset="0"/>
              </a:rPr>
              <a:t>Tools to secure and govern your Copilot + Agents use</a:t>
            </a:r>
            <a:endParaRPr kumimoji="0" lang="en-US" sz="2400" b="1"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endParaRPr>
          </a:p>
        </p:txBody>
      </p:sp>
    </p:spTree>
    <p:extLst>
      <p:ext uri="{BB962C8B-B14F-4D97-AF65-F5344CB8AC3E}">
        <p14:creationId xmlns:p14="http://schemas.microsoft.com/office/powerpoint/2010/main" val="193276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42" presetClass="path" presetSubtype="0" decel="100000" fill="hold" grpId="1" nodeType="withEffect">
                                  <p:stCondLst>
                                    <p:cond delay="200"/>
                                  </p:stCondLst>
                                  <p:childTnLst>
                                    <p:animMotion origin="layout" path="M 4.16667E-6 -3.7037E-7 L 4.16667E-6 0.03542 " pathEditMode="relative" rAng="0" ptsTypes="AA">
                                      <p:cBhvr>
                                        <p:cTn id="9" dur="700" spd="-100000" fill="hold"/>
                                        <p:tgtEl>
                                          <p:spTgt spid="46"/>
                                        </p:tgtEl>
                                        <p:attrNameLst>
                                          <p:attrName>ppt_x</p:attrName>
                                          <p:attrName>ppt_y</p:attrName>
                                        </p:attrNameLst>
                                      </p:cBhvr>
                                      <p:rCtr x="0" y="1759"/>
                                    </p:animMotion>
                                  </p:childTnLst>
                                </p:cTn>
                              </p:par>
                              <p:par>
                                <p:cTn id="10" presetID="10" presetClass="entr" presetSubtype="0" fill="hold" grpId="0" nodeType="withEffect">
                                  <p:stCondLst>
                                    <p:cond delay="20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500"/>
                                        <p:tgtEl>
                                          <p:spTgt spid="49"/>
                                        </p:tgtEl>
                                      </p:cBhvr>
                                    </p:animEffect>
                                  </p:childTnLst>
                                </p:cTn>
                              </p:par>
                              <p:par>
                                <p:cTn id="13" presetID="42" presetClass="path" presetSubtype="0" decel="100000" fill="hold" grpId="1" nodeType="withEffect">
                                  <p:stCondLst>
                                    <p:cond delay="200"/>
                                  </p:stCondLst>
                                  <p:childTnLst>
                                    <p:animMotion origin="layout" path="M 3.95833E-6 -3.7037E-7 L 3.95833E-6 0.03542 " pathEditMode="relative" rAng="0" ptsTypes="AA">
                                      <p:cBhvr>
                                        <p:cTn id="14" dur="700" spd="-100000" fill="hold"/>
                                        <p:tgtEl>
                                          <p:spTgt spid="49"/>
                                        </p:tgtEl>
                                        <p:attrNameLst>
                                          <p:attrName>ppt_x</p:attrName>
                                          <p:attrName>ppt_y</p:attrName>
                                        </p:attrNameLst>
                                      </p:cBhvr>
                                      <p:rCtr x="0" y="1759"/>
                                    </p:animMotion>
                                  </p:childTnLst>
                                </p:cTn>
                              </p:par>
                              <p:par>
                                <p:cTn id="15" presetID="10" presetClass="entr" presetSubtype="0" fill="hold" grpId="0" nodeType="withEffect">
                                  <p:stCondLst>
                                    <p:cond delay="20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par>
                                <p:cTn id="18" presetID="42" presetClass="path" presetSubtype="0" decel="100000" fill="hold" grpId="1" nodeType="withEffect">
                                  <p:stCondLst>
                                    <p:cond delay="200"/>
                                  </p:stCondLst>
                                  <p:childTnLst>
                                    <p:animMotion origin="layout" path="M 0 -2.59259E-6 L 0 0.03542 " pathEditMode="relative" rAng="0" ptsTypes="AA">
                                      <p:cBhvr>
                                        <p:cTn id="19" dur="700" spd="-100000" fill="hold"/>
                                        <p:tgtEl>
                                          <p:spTgt spid="36"/>
                                        </p:tgtEl>
                                        <p:attrNameLst>
                                          <p:attrName>ppt_x</p:attrName>
                                          <p:attrName>ppt_y</p:attrName>
                                        </p:attrNameLst>
                                      </p:cBhvr>
                                      <p:rCtr x="0" y="1759"/>
                                    </p:animMotion>
                                  </p:childTnLst>
                                </p:cTn>
                              </p:par>
                              <p:par>
                                <p:cTn id="20" presetID="10" presetClass="entr" presetSubtype="0" fill="hold" grpId="0" nodeType="withEffect">
                                  <p:stCondLst>
                                    <p:cond delay="20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par>
                                <p:cTn id="23" presetID="42" presetClass="path" presetSubtype="0" decel="100000" fill="hold" grpId="1" nodeType="withEffect">
                                  <p:stCondLst>
                                    <p:cond delay="200"/>
                                  </p:stCondLst>
                                  <p:childTnLst>
                                    <p:animMotion origin="layout" path="M 3.95833E-6 -1.48148E-6 L 3.95833E-6 0.03542 " pathEditMode="relative" rAng="0" ptsTypes="AA">
                                      <p:cBhvr>
                                        <p:cTn id="24" dur="700" spd="-100000" fill="hold"/>
                                        <p:tgtEl>
                                          <p:spTgt spid="39"/>
                                        </p:tgtEl>
                                        <p:attrNameLst>
                                          <p:attrName>ppt_x</p:attrName>
                                          <p:attrName>ppt_y</p:attrName>
                                        </p:attrNameLst>
                                      </p:cBhvr>
                                      <p:rCtr x="0" y="1759"/>
                                    </p:animMotion>
                                  </p:childTnLst>
                                </p:cTn>
                              </p:par>
                              <p:par>
                                <p:cTn id="25" presetID="10" presetClass="entr" presetSubtype="0" fill="hold" grpId="0" nodeType="withEffect">
                                  <p:stCondLst>
                                    <p:cond delay="20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par>
                                <p:cTn id="28" presetID="42" presetClass="path" presetSubtype="0" decel="100000" fill="hold" grpId="1" nodeType="withEffect">
                                  <p:stCondLst>
                                    <p:cond delay="200"/>
                                  </p:stCondLst>
                                  <p:childTnLst>
                                    <p:animMotion origin="layout" path="M 0 -3.7037E-7 L 0 0.03542 " pathEditMode="relative" rAng="0" ptsTypes="AA">
                                      <p:cBhvr>
                                        <p:cTn id="29" dur="700" spd="-100000" fill="hold"/>
                                        <p:tgtEl>
                                          <p:spTgt spid="47"/>
                                        </p:tgtEl>
                                        <p:attrNameLst>
                                          <p:attrName>ppt_x</p:attrName>
                                          <p:attrName>ppt_y</p:attrName>
                                        </p:attrNameLst>
                                      </p:cBhvr>
                                      <p:rCtr x="0" y="1759"/>
                                    </p:animMotion>
                                  </p:childTnLst>
                                </p:cTn>
                              </p:par>
                              <p:par>
                                <p:cTn id="30" presetID="10" presetClass="entr" presetSubtype="0" fill="hold" grpId="0" nodeType="withEffect">
                                  <p:stCondLst>
                                    <p:cond delay="20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par>
                                <p:cTn id="33" presetID="42" presetClass="path" presetSubtype="0" decel="100000" fill="hold" grpId="1" nodeType="withEffect">
                                  <p:stCondLst>
                                    <p:cond delay="200"/>
                                  </p:stCondLst>
                                  <p:childTnLst>
                                    <p:animMotion origin="layout" path="M 0 -3.7037E-7 L 0 0.03542 " pathEditMode="relative" rAng="0" ptsTypes="AA">
                                      <p:cBhvr>
                                        <p:cTn id="34" dur="700" spd="-100000" fill="hold"/>
                                        <p:tgtEl>
                                          <p:spTgt spid="50"/>
                                        </p:tgtEl>
                                        <p:attrNameLst>
                                          <p:attrName>ppt_x</p:attrName>
                                          <p:attrName>ppt_y</p:attrName>
                                        </p:attrNameLst>
                                      </p:cBhvr>
                                      <p:rCtr x="0" y="1759"/>
                                    </p:animMotion>
                                  </p:childTnLst>
                                </p:cTn>
                              </p:par>
                              <p:par>
                                <p:cTn id="35" presetID="10" presetClass="entr" presetSubtype="0" fill="hold" grpId="0" nodeType="withEffect">
                                  <p:stCondLst>
                                    <p:cond delay="20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42" presetClass="path" presetSubtype="0" decel="100000" fill="hold" grpId="1" nodeType="withEffect">
                                  <p:stCondLst>
                                    <p:cond delay="200"/>
                                  </p:stCondLst>
                                  <p:childTnLst>
                                    <p:animMotion origin="layout" path="M 0 -2.59259E-6 L 0 0.03542 " pathEditMode="relative" rAng="0" ptsTypes="AA">
                                      <p:cBhvr>
                                        <p:cTn id="39" dur="700" spd="-100000" fill="hold"/>
                                        <p:tgtEl>
                                          <p:spTgt spid="37"/>
                                        </p:tgtEl>
                                        <p:attrNameLst>
                                          <p:attrName>ppt_x</p:attrName>
                                          <p:attrName>ppt_y</p:attrName>
                                        </p:attrNameLst>
                                      </p:cBhvr>
                                      <p:rCtr x="0" y="1759"/>
                                    </p:animMotion>
                                  </p:childTnLst>
                                </p:cTn>
                              </p:par>
                              <p:par>
                                <p:cTn id="40" presetID="10" presetClass="entr" presetSubtype="0" fill="hold" grpId="0" nodeType="withEffect">
                                  <p:stCondLst>
                                    <p:cond delay="20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42" presetClass="path" presetSubtype="0" decel="100000" fill="hold" grpId="1" nodeType="withEffect">
                                  <p:stCondLst>
                                    <p:cond delay="200"/>
                                  </p:stCondLst>
                                  <p:childTnLst>
                                    <p:animMotion origin="layout" path="M 0 -1.48148E-6 L 0 0.03542 " pathEditMode="relative" rAng="0" ptsTypes="AA">
                                      <p:cBhvr>
                                        <p:cTn id="44" dur="700" spd="-100000" fill="hold"/>
                                        <p:tgtEl>
                                          <p:spTgt spid="40"/>
                                        </p:tgtEl>
                                        <p:attrNameLst>
                                          <p:attrName>ppt_x</p:attrName>
                                          <p:attrName>ppt_y</p:attrName>
                                        </p:attrNameLst>
                                      </p:cBhvr>
                                      <p:rCtr x="0" y="1759"/>
                                    </p:animMotion>
                                  </p:childTnLst>
                                </p:cTn>
                              </p:par>
                              <p:par>
                                <p:cTn id="45" presetID="10" presetClass="entr" presetSubtype="0" fill="hold" grpId="0" nodeType="withEffect">
                                  <p:stCondLst>
                                    <p:cond delay="20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par>
                                <p:cTn id="48" presetID="42" presetClass="path" presetSubtype="0" decel="100000" fill="hold" grpId="1" nodeType="withEffect">
                                  <p:stCondLst>
                                    <p:cond delay="200"/>
                                  </p:stCondLst>
                                  <p:childTnLst>
                                    <p:animMotion origin="layout" path="M 0 -3.33333E-6 L 0 0.03542 " pathEditMode="relative" rAng="0" ptsTypes="AA">
                                      <p:cBhvr>
                                        <p:cTn id="49" dur="700" spd="-100000" fill="hold"/>
                                        <p:tgtEl>
                                          <p:spTgt spid="43"/>
                                        </p:tgtEl>
                                        <p:attrNameLst>
                                          <p:attrName>ppt_x</p:attrName>
                                          <p:attrName>ppt_y</p:attrName>
                                        </p:attrNameLst>
                                      </p:cBhvr>
                                      <p:rCtr x="0" y="1759"/>
                                    </p:animMotion>
                                  </p:childTnLst>
                                </p:cTn>
                              </p:par>
                              <p:par>
                                <p:cTn id="50" presetID="10" presetClass="entr" presetSubtype="0" fill="hold" grpId="0" nodeType="withEffect">
                                  <p:stCondLst>
                                    <p:cond delay="20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500"/>
                                        <p:tgtEl>
                                          <p:spTgt spid="48"/>
                                        </p:tgtEl>
                                      </p:cBhvr>
                                    </p:animEffect>
                                  </p:childTnLst>
                                </p:cTn>
                              </p:par>
                              <p:par>
                                <p:cTn id="53" presetID="42" presetClass="path" presetSubtype="0" decel="100000" fill="hold" grpId="1" nodeType="withEffect">
                                  <p:stCondLst>
                                    <p:cond delay="200"/>
                                  </p:stCondLst>
                                  <p:childTnLst>
                                    <p:animMotion origin="layout" path="M -3.95833E-6 -3.7037E-7 L -3.95833E-6 0.03542 " pathEditMode="relative" rAng="0" ptsTypes="AA">
                                      <p:cBhvr>
                                        <p:cTn id="54" dur="700" spd="-100000" fill="hold"/>
                                        <p:tgtEl>
                                          <p:spTgt spid="48"/>
                                        </p:tgtEl>
                                        <p:attrNameLst>
                                          <p:attrName>ppt_x</p:attrName>
                                          <p:attrName>ppt_y</p:attrName>
                                        </p:attrNameLst>
                                      </p:cBhvr>
                                      <p:rCtr x="0" y="1759"/>
                                    </p:animMotion>
                                  </p:childTnLst>
                                </p:cTn>
                              </p:par>
                              <p:par>
                                <p:cTn id="55" presetID="10" presetClass="entr" presetSubtype="0" fill="hold" grpId="0" nodeType="withEffect">
                                  <p:stCondLst>
                                    <p:cond delay="20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par>
                                <p:cTn id="58" presetID="42" presetClass="path" presetSubtype="0" decel="100000" fill="hold" grpId="1" nodeType="withEffect">
                                  <p:stCondLst>
                                    <p:cond delay="200"/>
                                  </p:stCondLst>
                                  <p:childTnLst>
                                    <p:animMotion origin="layout" path="M 0 -2.59259E-6 L 0 0.03542 " pathEditMode="relative" rAng="0" ptsTypes="AA">
                                      <p:cBhvr>
                                        <p:cTn id="59" dur="700" spd="-100000" fill="hold"/>
                                        <p:tgtEl>
                                          <p:spTgt spid="38"/>
                                        </p:tgtEl>
                                        <p:attrNameLst>
                                          <p:attrName>ppt_x</p:attrName>
                                          <p:attrName>ppt_y</p:attrName>
                                        </p:attrNameLst>
                                      </p:cBhvr>
                                      <p:rCtr x="0" y="1759"/>
                                    </p:animMotion>
                                  </p:childTnLst>
                                </p:cTn>
                              </p:par>
                              <p:par>
                                <p:cTn id="60" presetID="10" presetClass="entr" presetSubtype="0" fill="hold" grpId="0" nodeType="withEffect">
                                  <p:stCondLst>
                                    <p:cond delay="20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500"/>
                                        <p:tgtEl>
                                          <p:spTgt spid="41"/>
                                        </p:tgtEl>
                                      </p:cBhvr>
                                    </p:animEffect>
                                  </p:childTnLst>
                                </p:cTn>
                              </p:par>
                              <p:par>
                                <p:cTn id="63" presetID="42" presetClass="path" presetSubtype="0" decel="100000" fill="hold" grpId="1" nodeType="withEffect">
                                  <p:stCondLst>
                                    <p:cond delay="200"/>
                                  </p:stCondLst>
                                  <p:childTnLst>
                                    <p:animMotion origin="layout" path="M -4.79167E-6 -3.7037E-7 L -4.79167E-6 0.03542 " pathEditMode="relative" rAng="0" ptsTypes="AA">
                                      <p:cBhvr>
                                        <p:cTn id="64" dur="700" spd="-100000" fill="hold"/>
                                        <p:tgtEl>
                                          <p:spTgt spid="41"/>
                                        </p:tgtEl>
                                        <p:attrNameLst>
                                          <p:attrName>ppt_x</p:attrName>
                                          <p:attrName>ppt_y</p:attrName>
                                        </p:attrNameLst>
                                      </p:cBhvr>
                                      <p:rCtr x="0" y="1759"/>
                                    </p:animMotion>
                                  </p:childTnLst>
                                </p:cTn>
                              </p:par>
                              <p:par>
                                <p:cTn id="65" presetID="10" presetClass="entr" presetSubtype="0" fill="hold" grpId="0" nodeType="withEffect">
                                  <p:stCondLst>
                                    <p:cond delay="200"/>
                                  </p:stCondLst>
                                  <p:childTnLst>
                                    <p:set>
                                      <p:cBhvr>
                                        <p:cTn id="66" dur="1" fill="hold">
                                          <p:stCondLst>
                                            <p:cond delay="0"/>
                                          </p:stCondLst>
                                        </p:cTn>
                                        <p:tgtEl>
                                          <p:spTgt spid="5"/>
                                        </p:tgtEl>
                                        <p:attrNameLst>
                                          <p:attrName>style.visibility</p:attrName>
                                        </p:attrNameLst>
                                      </p:cBhvr>
                                      <p:to>
                                        <p:strVal val="visible"/>
                                      </p:to>
                                    </p:set>
                                    <p:animEffect transition="in" filter="fade">
                                      <p:cBhvr>
                                        <p:cTn id="67" dur="500"/>
                                        <p:tgtEl>
                                          <p:spTgt spid="5"/>
                                        </p:tgtEl>
                                      </p:cBhvr>
                                    </p:animEffect>
                                  </p:childTnLst>
                                </p:cTn>
                              </p:par>
                              <p:par>
                                <p:cTn id="68" presetID="42" presetClass="path" presetSubtype="0" decel="100000" fill="hold" grpId="1" nodeType="withEffect">
                                  <p:stCondLst>
                                    <p:cond delay="200"/>
                                  </p:stCondLst>
                                  <p:childTnLst>
                                    <p:animMotion origin="layout" path="M 4.58333E-6 -1.11111E-6 L 4.58333E-6 0.03542 " pathEditMode="relative" rAng="0" ptsTypes="AA">
                                      <p:cBhvr>
                                        <p:cTn id="69" dur="700" spd="-100000" fill="hold"/>
                                        <p:tgtEl>
                                          <p:spTgt spid="5"/>
                                        </p:tgtEl>
                                        <p:attrNameLst>
                                          <p:attrName>ppt_x</p:attrName>
                                          <p:attrName>ppt_y</p:attrName>
                                        </p:attrNameLst>
                                      </p:cBhvr>
                                      <p:rCtr x="0" y="1759"/>
                                    </p:animMotion>
                                  </p:childTnLst>
                                </p:cTn>
                              </p:par>
                              <p:par>
                                <p:cTn id="70" presetID="10" presetClass="entr" presetSubtype="0" fill="hold" grpId="0" nodeType="withEffect">
                                  <p:stCondLst>
                                    <p:cond delay="20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500"/>
                                        <p:tgtEl>
                                          <p:spTgt spid="8"/>
                                        </p:tgtEl>
                                      </p:cBhvr>
                                    </p:animEffect>
                                  </p:childTnLst>
                                </p:cTn>
                              </p:par>
                              <p:par>
                                <p:cTn id="73" presetID="42" presetClass="path" presetSubtype="0" decel="100000" fill="hold" grpId="1" nodeType="withEffect">
                                  <p:stCondLst>
                                    <p:cond delay="200"/>
                                  </p:stCondLst>
                                  <p:childTnLst>
                                    <p:animMotion origin="layout" path="M 0 -2.96296E-6 L 0 0.03542 " pathEditMode="relative" rAng="0" ptsTypes="AA">
                                      <p:cBhvr>
                                        <p:cTn id="74" dur="700" spd="-100000" fill="hold"/>
                                        <p:tgtEl>
                                          <p:spTgt spid="8"/>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7" grpId="0" animBg="1"/>
      <p:bldP spid="37" grpId="1" animBg="1"/>
      <p:bldP spid="38" grpId="0" animBg="1"/>
      <p:bldP spid="38" grpId="1" animBg="1"/>
      <p:bldP spid="39" grpId="0"/>
      <p:bldP spid="39" grpId="1"/>
      <p:bldP spid="40" grpId="0"/>
      <p:bldP spid="40" grpId="1"/>
      <p:bldP spid="41" grpId="0"/>
      <p:bldP spid="41" grpId="1"/>
      <p:bldP spid="43" grpId="0"/>
      <p:bldP spid="43" grpId="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 grpId="0"/>
      <p:bldP spid="5" grpId="1"/>
      <p:bldP spid="8" grpId="0"/>
      <p:bldP spid="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A018-3F1B-B6AD-20A3-5F280C0EA665}"/>
              </a:ext>
            </a:extLst>
          </p:cNvPr>
          <p:cNvSpPr>
            <a:spLocks noGrp="1"/>
          </p:cNvSpPr>
          <p:nvPr>
            <p:ph type="title"/>
          </p:nvPr>
        </p:nvSpPr>
        <p:spPr/>
        <p:txBody>
          <a:bodyPr>
            <a:noAutofit/>
          </a:bodyPr>
          <a:lstStyle/>
          <a:p>
            <a:r>
              <a:rPr lang="en-US" sz="3200"/>
              <a:t>Gain visibility into overshared content</a:t>
            </a:r>
          </a:p>
        </p:txBody>
      </p:sp>
      <p:sp>
        <p:nvSpPr>
          <p:cNvPr id="4" name="Rectangle: Rounded Corners 3">
            <a:extLst>
              <a:ext uri="{FF2B5EF4-FFF2-40B4-BE49-F238E27FC236}">
                <a16:creationId xmlns:a16="http://schemas.microsoft.com/office/drawing/2014/main" id="{C0E70591-3F28-FAEF-105B-3E4062768F14}"/>
              </a:ext>
              <a:ext uri="{C183D7F6-B498-43B3-948B-1728B52AA6E4}">
                <adec:decorative xmlns:adec="http://schemas.microsoft.com/office/drawing/2017/decorative" val="1"/>
              </a:ext>
            </a:extLst>
          </p:cNvPr>
          <p:cNvSpPr>
            <a:spLocks/>
          </p:cNvSpPr>
          <p:nvPr/>
        </p:nvSpPr>
        <p:spPr bwMode="auto">
          <a:xfrm>
            <a:off x="515692" y="1149672"/>
            <a:ext cx="11181007" cy="5136827"/>
          </a:xfrm>
          <a:prstGeom prst="roundRect">
            <a:avLst>
              <a:gd name="adj" fmla="val 2712"/>
            </a:avLst>
          </a:prstGeom>
          <a:no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cxnSp>
        <p:nvCxnSpPr>
          <p:cNvPr id="9" name="Straight Connector 8">
            <a:extLst>
              <a:ext uri="{FF2B5EF4-FFF2-40B4-BE49-F238E27FC236}">
                <a16:creationId xmlns:a16="http://schemas.microsoft.com/office/drawing/2014/main" id="{7671566B-84FF-0560-399A-129FE8773E4B}"/>
              </a:ext>
              <a:ext uri="{C183D7F6-B498-43B3-948B-1728B52AA6E4}">
                <adec:decorative xmlns:adec="http://schemas.microsoft.com/office/drawing/2017/decorative" val="1"/>
              </a:ext>
            </a:extLst>
          </p:cNvPr>
          <p:cNvCxnSpPr>
            <a:cxnSpLocks/>
          </p:cNvCxnSpPr>
          <p:nvPr/>
        </p:nvCxnSpPr>
        <p:spPr>
          <a:xfrm>
            <a:off x="6093111" y="1929419"/>
            <a:ext cx="0" cy="2001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30C9C9EF-D082-BF51-C000-C4E564B4FFB5}"/>
              </a:ext>
              <a:ext uri="{C183D7F6-B498-43B3-948B-1728B52AA6E4}">
                <adec:decorative xmlns:adec="http://schemas.microsoft.com/office/drawing/2017/decorative" val="1"/>
              </a:ext>
            </a:extLst>
          </p:cNvPr>
          <p:cNvSpPr>
            <a:spLocks/>
          </p:cNvSpPr>
          <p:nvPr/>
        </p:nvSpPr>
        <p:spPr>
          <a:xfrm>
            <a:off x="1144030" y="2250698"/>
            <a:ext cx="848420" cy="84842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2" name="Oval 11">
            <a:extLst>
              <a:ext uri="{FF2B5EF4-FFF2-40B4-BE49-F238E27FC236}">
                <a16:creationId xmlns:a16="http://schemas.microsoft.com/office/drawing/2014/main" id="{2594A3C7-104F-DF0C-FAE3-1B5F8B56D327}"/>
              </a:ext>
              <a:ext uri="{C183D7F6-B498-43B3-948B-1728B52AA6E4}">
                <adec:decorative xmlns:adec="http://schemas.microsoft.com/office/drawing/2017/decorative" val="1"/>
              </a:ext>
            </a:extLst>
          </p:cNvPr>
          <p:cNvSpPr>
            <a:spLocks/>
          </p:cNvSpPr>
          <p:nvPr/>
        </p:nvSpPr>
        <p:spPr>
          <a:xfrm>
            <a:off x="2924104" y="2250698"/>
            <a:ext cx="848420" cy="84842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3" name="Oval 12">
            <a:extLst>
              <a:ext uri="{FF2B5EF4-FFF2-40B4-BE49-F238E27FC236}">
                <a16:creationId xmlns:a16="http://schemas.microsoft.com/office/drawing/2014/main" id="{F07985E0-CA47-75F3-1847-6E8088E2CFE4}"/>
              </a:ext>
              <a:ext uri="{C183D7F6-B498-43B3-948B-1728B52AA6E4}">
                <adec:decorative xmlns:adec="http://schemas.microsoft.com/office/drawing/2017/decorative" val="1"/>
              </a:ext>
            </a:extLst>
          </p:cNvPr>
          <p:cNvSpPr>
            <a:spLocks/>
          </p:cNvSpPr>
          <p:nvPr/>
        </p:nvSpPr>
        <p:spPr>
          <a:xfrm>
            <a:off x="4727062" y="2250698"/>
            <a:ext cx="848420" cy="84842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4" name="Rectangle: Rounded Corners 13">
            <a:extLst>
              <a:ext uri="{FF2B5EF4-FFF2-40B4-BE49-F238E27FC236}">
                <a16:creationId xmlns:a16="http://schemas.microsoft.com/office/drawing/2014/main" id="{87177260-C6CD-ECCF-0FB5-02F74DFC8CC0}"/>
              </a:ext>
              <a:ext uri="{C183D7F6-B498-43B3-948B-1728B52AA6E4}">
                <adec:decorative xmlns:adec="http://schemas.microsoft.com/office/drawing/2017/decorative" val="1"/>
              </a:ext>
            </a:extLst>
          </p:cNvPr>
          <p:cNvSpPr>
            <a:spLocks/>
          </p:cNvSpPr>
          <p:nvPr/>
        </p:nvSpPr>
        <p:spPr bwMode="auto">
          <a:xfrm>
            <a:off x="626685" y="4112650"/>
            <a:ext cx="10932852" cy="2062855"/>
          </a:xfrm>
          <a:prstGeom prst="roundRect">
            <a:avLst>
              <a:gd name="adj" fmla="val 6135"/>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15" name="Rectangle: Rounded Corners 14">
            <a:extLst>
              <a:ext uri="{FF2B5EF4-FFF2-40B4-BE49-F238E27FC236}">
                <a16:creationId xmlns:a16="http://schemas.microsoft.com/office/drawing/2014/main" id="{EAD33667-6564-2A41-A24F-EEA3CA3ED3D3}"/>
              </a:ext>
              <a:ext uri="{C183D7F6-B498-43B3-948B-1728B52AA6E4}">
                <adec:decorative xmlns:adec="http://schemas.microsoft.com/office/drawing/2017/decorative" val="0"/>
              </a:ext>
            </a:extLst>
          </p:cNvPr>
          <p:cNvSpPr/>
          <p:nvPr/>
        </p:nvSpPr>
        <p:spPr bwMode="auto">
          <a:xfrm>
            <a:off x="652852" y="1286832"/>
            <a:ext cx="5313112" cy="642587"/>
          </a:xfrm>
          <a:prstGeom prst="roundRect">
            <a:avLst>
              <a:gd name="adj" fmla="val 13135"/>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0"/>
              </a:spcBef>
              <a:spcAft>
                <a:spcPts val="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n-ea"/>
                <a:cs typeface="+mn-cs"/>
              </a:rPr>
              <a:t>Identify potentially overshared </a:t>
            </a:r>
          </a:p>
          <a:p>
            <a:pPr marL="0" marR="0" lvl="0" indent="0" algn="ctr" defTabSz="2275850" rtl="0" eaLnBrk="1" fontAlgn="base" latinLnBrk="0" hangingPunct="1">
              <a:lnSpc>
                <a:spcPct val="100000"/>
              </a:lnSpc>
              <a:spcBef>
                <a:spcPts val="0"/>
              </a:spcBef>
              <a:spcAft>
                <a:spcPts val="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n-ea"/>
                <a:cs typeface="+mn-cs"/>
              </a:rPr>
              <a:t>sites and files</a:t>
            </a:r>
          </a:p>
        </p:txBody>
      </p:sp>
      <p:sp>
        <p:nvSpPr>
          <p:cNvPr id="16" name="Freeform: Shape 15" descr="ICon of a">
            <a:extLst>
              <a:ext uri="{FF2B5EF4-FFF2-40B4-BE49-F238E27FC236}">
                <a16:creationId xmlns:a16="http://schemas.microsoft.com/office/drawing/2014/main" id="{4E1A1016-7890-B8DD-D582-43D948C6ECEB}"/>
              </a:ext>
            </a:extLst>
          </p:cNvPr>
          <p:cNvSpPr/>
          <p:nvPr/>
        </p:nvSpPr>
        <p:spPr>
          <a:xfrm>
            <a:off x="1342491" y="2437278"/>
            <a:ext cx="451498" cy="475260"/>
          </a:xfrm>
          <a:custGeom>
            <a:avLst/>
            <a:gdLst>
              <a:gd name="connsiteX0" fmla="*/ 231551 w 261733"/>
              <a:gd name="connsiteY0" fmla="*/ 168777 h 275511"/>
              <a:gd name="connsiteX1" fmla="*/ 154987 w 261733"/>
              <a:gd name="connsiteY1" fmla="*/ 245313 h 275511"/>
              <a:gd name="connsiteX2" fmla="*/ 155001 w 261733"/>
              <a:gd name="connsiteY2" fmla="*/ 245327 h 275511"/>
              <a:gd name="connsiteX3" fmla="*/ 216973 w 261733"/>
              <a:gd name="connsiteY3" fmla="*/ 245327 h 275511"/>
              <a:gd name="connsiteX4" fmla="*/ 231551 w 261733"/>
              <a:gd name="connsiteY4" fmla="*/ 168777 h 275511"/>
              <a:gd name="connsiteX5" fmla="*/ 185949 w 261733"/>
              <a:gd name="connsiteY5" fmla="*/ 144623 h 275511"/>
              <a:gd name="connsiteX6" fmla="*/ 154962 w 261733"/>
              <a:gd name="connsiteY6" fmla="*/ 154161 h 275511"/>
              <a:gd name="connsiteX7" fmla="*/ 140385 w 261733"/>
              <a:gd name="connsiteY7" fmla="*/ 230711 h 275511"/>
              <a:gd name="connsiteX8" fmla="*/ 216935 w 261733"/>
              <a:gd name="connsiteY8" fmla="*/ 154161 h 275511"/>
              <a:gd name="connsiteX9" fmla="*/ 185949 w 261733"/>
              <a:gd name="connsiteY9" fmla="*/ 144623 h 275511"/>
              <a:gd name="connsiteX10" fmla="*/ 185968 w 261733"/>
              <a:gd name="connsiteY10" fmla="*/ 123979 h 275511"/>
              <a:gd name="connsiteX11" fmla="*/ 261733 w 261733"/>
              <a:gd name="connsiteY11" fmla="*/ 199744 h 275511"/>
              <a:gd name="connsiteX12" fmla="*/ 185968 w 261733"/>
              <a:gd name="connsiteY12" fmla="*/ 275509 h 275511"/>
              <a:gd name="connsiteX13" fmla="*/ 110203 w 261733"/>
              <a:gd name="connsiteY13" fmla="*/ 199744 h 275511"/>
              <a:gd name="connsiteX14" fmla="*/ 185968 w 261733"/>
              <a:gd name="connsiteY14" fmla="*/ 123979 h 275511"/>
              <a:gd name="connsiteX15" fmla="*/ 117780 w 261733"/>
              <a:gd name="connsiteY15" fmla="*/ 2066 h 275511"/>
              <a:gd name="connsiteX16" fmla="*/ 130178 w 261733"/>
              <a:gd name="connsiteY16" fmla="*/ 2066 h 275511"/>
              <a:gd name="connsiteX17" fmla="*/ 237626 w 261733"/>
              <a:gd name="connsiteY17" fmla="*/ 41326 h 275511"/>
              <a:gd name="connsiteX18" fmla="*/ 247958 w 261733"/>
              <a:gd name="connsiteY18" fmla="*/ 51658 h 275511"/>
              <a:gd name="connsiteX19" fmla="*/ 247958 w 261733"/>
              <a:gd name="connsiteY19" fmla="*/ 123979 h 275511"/>
              <a:gd name="connsiteX20" fmla="*/ 247613 w 261733"/>
              <a:gd name="connsiteY20" fmla="*/ 134806 h 275511"/>
              <a:gd name="connsiteX21" fmla="*/ 227294 w 261733"/>
              <a:gd name="connsiteY21" fmla="*/ 120287 h 275511"/>
              <a:gd name="connsiteX22" fmla="*/ 227294 w 261733"/>
              <a:gd name="connsiteY22" fmla="*/ 61686 h 275511"/>
              <a:gd name="connsiteX23" fmla="*/ 123979 w 261733"/>
              <a:gd name="connsiteY23" fmla="*/ 23115 h 275511"/>
              <a:gd name="connsiteX24" fmla="*/ 20663 w 261733"/>
              <a:gd name="connsiteY24" fmla="*/ 61686 h 275511"/>
              <a:gd name="connsiteX25" fmla="*/ 20663 w 261733"/>
              <a:gd name="connsiteY25" fmla="*/ 123979 h 275511"/>
              <a:gd name="connsiteX26" fmla="*/ 110672 w 261733"/>
              <a:gd name="connsiteY26" fmla="*/ 248219 h 275511"/>
              <a:gd name="connsiteX27" fmla="*/ 133635 w 261733"/>
              <a:gd name="connsiteY27" fmla="*/ 272409 h 275511"/>
              <a:gd name="connsiteX28" fmla="*/ 127767 w 261733"/>
              <a:gd name="connsiteY28" fmla="*/ 274792 h 275511"/>
              <a:gd name="connsiteX29" fmla="*/ 120191 w 261733"/>
              <a:gd name="connsiteY29" fmla="*/ 274792 h 275511"/>
              <a:gd name="connsiteX30" fmla="*/ 0 w 261733"/>
              <a:gd name="connsiteY30" fmla="*/ 123979 h 275511"/>
              <a:gd name="connsiteX31" fmla="*/ 0 w 261733"/>
              <a:gd name="connsiteY31" fmla="*/ 51658 h 275511"/>
              <a:gd name="connsiteX32" fmla="*/ 10332 w 261733"/>
              <a:gd name="connsiteY32" fmla="*/ 41326 h 275511"/>
              <a:gd name="connsiteX33" fmla="*/ 117780 w 261733"/>
              <a:gd name="connsiteY33" fmla="*/ 2066 h 27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1733" h="275511">
                <a:moveTo>
                  <a:pt x="231551" y="168777"/>
                </a:moveTo>
                <a:lnTo>
                  <a:pt x="154987" y="245313"/>
                </a:lnTo>
                <a:lnTo>
                  <a:pt x="155001" y="245327"/>
                </a:lnTo>
                <a:cubicBezTo>
                  <a:pt x="173701" y="258044"/>
                  <a:pt x="198273" y="258044"/>
                  <a:pt x="216973" y="245327"/>
                </a:cubicBezTo>
                <a:cubicBezTo>
                  <a:pt x="242137" y="228213"/>
                  <a:pt x="248664" y="193940"/>
                  <a:pt x="231551" y="168777"/>
                </a:cubicBezTo>
                <a:close/>
                <a:moveTo>
                  <a:pt x="185949" y="144623"/>
                </a:moveTo>
                <a:cubicBezTo>
                  <a:pt x="175130" y="144623"/>
                  <a:pt x="164312" y="147802"/>
                  <a:pt x="154962" y="154161"/>
                </a:cubicBezTo>
                <a:cubicBezTo>
                  <a:pt x="129799" y="171274"/>
                  <a:pt x="123272" y="205547"/>
                  <a:pt x="140385" y="230711"/>
                </a:cubicBezTo>
                <a:lnTo>
                  <a:pt x="216935" y="154161"/>
                </a:lnTo>
                <a:cubicBezTo>
                  <a:pt x="207585" y="147802"/>
                  <a:pt x="196767" y="144623"/>
                  <a:pt x="185949" y="144623"/>
                </a:cubicBezTo>
                <a:close/>
                <a:moveTo>
                  <a:pt x="185968" y="123979"/>
                </a:moveTo>
                <a:cubicBezTo>
                  <a:pt x="227812" y="123979"/>
                  <a:pt x="261733" y="157900"/>
                  <a:pt x="261733" y="199744"/>
                </a:cubicBezTo>
                <a:cubicBezTo>
                  <a:pt x="261733" y="241588"/>
                  <a:pt x="227812" y="275509"/>
                  <a:pt x="185968" y="275509"/>
                </a:cubicBezTo>
                <a:cubicBezTo>
                  <a:pt x="144124" y="275509"/>
                  <a:pt x="110203" y="241588"/>
                  <a:pt x="110203" y="199744"/>
                </a:cubicBezTo>
                <a:cubicBezTo>
                  <a:pt x="110203" y="157900"/>
                  <a:pt x="144124" y="123979"/>
                  <a:pt x="185968" y="123979"/>
                </a:cubicBezTo>
                <a:close/>
                <a:moveTo>
                  <a:pt x="117780" y="2066"/>
                </a:moveTo>
                <a:cubicBezTo>
                  <a:pt x="121454" y="-689"/>
                  <a:pt x="126504" y="-689"/>
                  <a:pt x="130178" y="2066"/>
                </a:cubicBezTo>
                <a:cubicBezTo>
                  <a:pt x="165195" y="28336"/>
                  <a:pt x="200942" y="41326"/>
                  <a:pt x="237626" y="41326"/>
                </a:cubicBezTo>
                <a:cubicBezTo>
                  <a:pt x="243332" y="41326"/>
                  <a:pt x="247958" y="45952"/>
                  <a:pt x="247958" y="51658"/>
                </a:cubicBezTo>
                <a:lnTo>
                  <a:pt x="247958" y="123979"/>
                </a:lnTo>
                <a:cubicBezTo>
                  <a:pt x="247958" y="127643"/>
                  <a:pt x="247847" y="131252"/>
                  <a:pt x="247613" y="134806"/>
                </a:cubicBezTo>
                <a:cubicBezTo>
                  <a:pt x="241579" y="129076"/>
                  <a:pt x="234733" y="124172"/>
                  <a:pt x="227294" y="120287"/>
                </a:cubicBezTo>
                <a:lnTo>
                  <a:pt x="227294" y="61686"/>
                </a:lnTo>
                <a:cubicBezTo>
                  <a:pt x="191795" y="59592"/>
                  <a:pt x="157315" y="46671"/>
                  <a:pt x="123979" y="23115"/>
                </a:cubicBezTo>
                <a:cubicBezTo>
                  <a:pt x="90642" y="46671"/>
                  <a:pt x="56162" y="59592"/>
                  <a:pt x="20663" y="61686"/>
                </a:cubicBezTo>
                <a:lnTo>
                  <a:pt x="20663" y="123979"/>
                </a:lnTo>
                <a:cubicBezTo>
                  <a:pt x="20663" y="178736"/>
                  <a:pt x="50143" y="219883"/>
                  <a:pt x="110672" y="248219"/>
                </a:cubicBezTo>
                <a:cubicBezTo>
                  <a:pt x="116754" y="257642"/>
                  <a:pt x="124541" y="265846"/>
                  <a:pt x="133635" y="272409"/>
                </a:cubicBezTo>
                <a:cubicBezTo>
                  <a:pt x="131707" y="273222"/>
                  <a:pt x="129751" y="274007"/>
                  <a:pt x="127767" y="274792"/>
                </a:cubicBezTo>
                <a:cubicBezTo>
                  <a:pt x="125333" y="275751"/>
                  <a:pt x="122625" y="275751"/>
                  <a:pt x="120191" y="274792"/>
                </a:cubicBezTo>
                <a:cubicBezTo>
                  <a:pt x="40748" y="243494"/>
                  <a:pt x="0" y="192870"/>
                  <a:pt x="0" y="123979"/>
                </a:cubicBezTo>
                <a:lnTo>
                  <a:pt x="0" y="51658"/>
                </a:lnTo>
                <a:cubicBezTo>
                  <a:pt x="0" y="45952"/>
                  <a:pt x="4626" y="41326"/>
                  <a:pt x="10332" y="41326"/>
                </a:cubicBezTo>
                <a:cubicBezTo>
                  <a:pt x="47016" y="41326"/>
                  <a:pt x="82763" y="28336"/>
                  <a:pt x="117780" y="2066"/>
                </a:cubicBezTo>
                <a:close/>
              </a:path>
            </a:pathLst>
          </a:custGeom>
          <a:gradFill flip="none" rotWithShape="1">
            <a:gsLst>
              <a:gs pos="0">
                <a:srgbClr val="F65567"/>
              </a:gs>
              <a:gs pos="32000">
                <a:srgbClr val="AC35AF"/>
              </a:gs>
              <a:gs pos="68000">
                <a:srgbClr val="0A6BBA"/>
              </a:gs>
              <a:gs pos="100000">
                <a:srgbClr val="318581"/>
              </a:gs>
            </a:gsLst>
            <a:lin ang="1080000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7" name="TextBox 16">
            <a:extLst>
              <a:ext uri="{FF2B5EF4-FFF2-40B4-BE49-F238E27FC236}">
                <a16:creationId xmlns:a16="http://schemas.microsoft.com/office/drawing/2014/main" id="{3518CAAC-6985-D4BF-9A93-AA7B9F488783}"/>
              </a:ext>
            </a:extLst>
          </p:cNvPr>
          <p:cNvSpPr txBox="1"/>
          <p:nvPr/>
        </p:nvSpPr>
        <p:spPr>
          <a:xfrm>
            <a:off x="843704" y="3283740"/>
            <a:ext cx="1449072"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Sites and files with sensitive data</a:t>
            </a:r>
          </a:p>
        </p:txBody>
      </p:sp>
      <p:sp>
        <p:nvSpPr>
          <p:cNvPr id="18" name="Graphic 45" descr="Icon of an Org">
            <a:extLst>
              <a:ext uri="{FF2B5EF4-FFF2-40B4-BE49-F238E27FC236}">
                <a16:creationId xmlns:a16="http://schemas.microsoft.com/office/drawing/2014/main" id="{C93DE067-26D4-9809-1B81-D902F70B01C5}"/>
              </a:ext>
            </a:extLst>
          </p:cNvPr>
          <p:cNvSpPr/>
          <p:nvPr/>
        </p:nvSpPr>
        <p:spPr>
          <a:xfrm>
            <a:off x="3122566" y="2430810"/>
            <a:ext cx="451496" cy="488196"/>
          </a:xfrm>
          <a:custGeom>
            <a:avLst/>
            <a:gdLst>
              <a:gd name="connsiteX0" fmla="*/ 88045 w 176250"/>
              <a:gd name="connsiteY0" fmla="*/ 10 h 190576"/>
              <a:gd name="connsiteX1" fmla="*/ 52225 w 176250"/>
              <a:gd name="connsiteY1" fmla="*/ 35666 h 190576"/>
              <a:gd name="connsiteX2" fmla="*/ 80901 w 176250"/>
              <a:gd name="connsiteY2" fmla="*/ 70780 h 190576"/>
              <a:gd name="connsiteX3" fmla="*/ 80901 w 176250"/>
              <a:gd name="connsiteY3" fmla="*/ 90516 h 190576"/>
              <a:gd name="connsiteX4" fmla="*/ 49945 w 176250"/>
              <a:gd name="connsiteY4" fmla="*/ 90516 h 190576"/>
              <a:gd name="connsiteX5" fmla="*/ 28513 w 176250"/>
              <a:gd name="connsiteY5" fmla="*/ 111947 h 190576"/>
              <a:gd name="connsiteX6" fmla="*/ 28513 w 176250"/>
              <a:gd name="connsiteY6" fmla="*/ 119805 h 190576"/>
              <a:gd name="connsiteX7" fmla="*/ 750 w 176250"/>
              <a:gd name="connsiteY7" fmla="*/ 162070 h 190576"/>
              <a:gd name="connsiteX8" fmla="*/ 35676 w 176250"/>
              <a:gd name="connsiteY8" fmla="*/ 190576 h 190576"/>
              <a:gd name="connsiteX9" fmla="*/ 71524 w 176250"/>
              <a:gd name="connsiteY9" fmla="*/ 154949 h 190576"/>
              <a:gd name="connsiteX10" fmla="*/ 42801 w 176250"/>
              <a:gd name="connsiteY10" fmla="*/ 119796 h 190576"/>
              <a:gd name="connsiteX11" fmla="*/ 42801 w 176250"/>
              <a:gd name="connsiteY11" fmla="*/ 111938 h 190576"/>
              <a:gd name="connsiteX12" fmla="*/ 49945 w 176250"/>
              <a:gd name="connsiteY12" fmla="*/ 104794 h 190576"/>
              <a:gd name="connsiteX13" fmla="*/ 126145 w 176250"/>
              <a:gd name="connsiteY13" fmla="*/ 104794 h 190576"/>
              <a:gd name="connsiteX14" fmla="*/ 133288 w 176250"/>
              <a:gd name="connsiteY14" fmla="*/ 111938 h 190576"/>
              <a:gd name="connsiteX15" fmla="*/ 133288 w 176250"/>
              <a:gd name="connsiteY15" fmla="*/ 119796 h 190576"/>
              <a:gd name="connsiteX16" fmla="*/ 105525 w 176250"/>
              <a:gd name="connsiteY16" fmla="*/ 162060 h 190576"/>
              <a:gd name="connsiteX17" fmla="*/ 140451 w 176250"/>
              <a:gd name="connsiteY17" fmla="*/ 190567 h 190576"/>
              <a:gd name="connsiteX18" fmla="*/ 176251 w 176250"/>
              <a:gd name="connsiteY18" fmla="*/ 154891 h 190576"/>
              <a:gd name="connsiteX19" fmla="*/ 147576 w 176250"/>
              <a:gd name="connsiteY19" fmla="*/ 119796 h 190576"/>
              <a:gd name="connsiteX20" fmla="*/ 147576 w 176250"/>
              <a:gd name="connsiteY20" fmla="*/ 111938 h 190576"/>
              <a:gd name="connsiteX21" fmla="*/ 126145 w 176250"/>
              <a:gd name="connsiteY21" fmla="*/ 90507 h 190576"/>
              <a:gd name="connsiteX22" fmla="*/ 95188 w 176250"/>
              <a:gd name="connsiteY22" fmla="*/ 90507 h 190576"/>
              <a:gd name="connsiteX23" fmla="*/ 95188 w 176250"/>
              <a:gd name="connsiteY23" fmla="*/ 70771 h 190576"/>
              <a:gd name="connsiteX24" fmla="*/ 122952 w 176250"/>
              <a:gd name="connsiteY24" fmla="*/ 28506 h 190576"/>
              <a:gd name="connsiteX25" fmla="*/ 88045 w 176250"/>
              <a:gd name="connsiteY25" fmla="*/ 0 h 190576"/>
              <a:gd name="connsiteX26" fmla="*/ 66594 w 176250"/>
              <a:gd name="connsiteY26" fmla="*/ 35747 h 190576"/>
              <a:gd name="connsiteX27" fmla="*/ 88045 w 176250"/>
              <a:gd name="connsiteY27" fmla="*/ 14297 h 190576"/>
              <a:gd name="connsiteX28" fmla="*/ 109495 w 176250"/>
              <a:gd name="connsiteY28" fmla="*/ 35747 h 190576"/>
              <a:gd name="connsiteX29" fmla="*/ 88045 w 176250"/>
              <a:gd name="connsiteY29" fmla="*/ 57198 h 190576"/>
              <a:gd name="connsiteX30" fmla="*/ 66594 w 176250"/>
              <a:gd name="connsiteY30" fmla="*/ 35747 h 190576"/>
              <a:gd name="connsiteX31" fmla="*/ 14226 w 176250"/>
              <a:gd name="connsiteY31" fmla="*/ 154829 h 190576"/>
              <a:gd name="connsiteX32" fmla="*/ 35681 w 176250"/>
              <a:gd name="connsiteY32" fmla="*/ 133374 h 190576"/>
              <a:gd name="connsiteX33" fmla="*/ 57136 w 176250"/>
              <a:gd name="connsiteY33" fmla="*/ 154829 h 190576"/>
              <a:gd name="connsiteX34" fmla="*/ 35681 w 176250"/>
              <a:gd name="connsiteY34" fmla="*/ 176284 h 190576"/>
              <a:gd name="connsiteX35" fmla="*/ 14226 w 176250"/>
              <a:gd name="connsiteY35" fmla="*/ 154829 h 190576"/>
              <a:gd name="connsiteX36" fmla="*/ 140451 w 176250"/>
              <a:gd name="connsiteY36" fmla="*/ 133379 h 190576"/>
              <a:gd name="connsiteX37" fmla="*/ 161901 w 176250"/>
              <a:gd name="connsiteY37" fmla="*/ 154829 h 190576"/>
              <a:gd name="connsiteX38" fmla="*/ 140451 w 176250"/>
              <a:gd name="connsiteY38" fmla="*/ 176279 h 190576"/>
              <a:gd name="connsiteX39" fmla="*/ 119001 w 176250"/>
              <a:gd name="connsiteY39" fmla="*/ 154829 h 190576"/>
              <a:gd name="connsiteX40" fmla="*/ 140451 w 176250"/>
              <a:gd name="connsiteY40" fmla="*/ 133379 h 190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6250" h="190576">
                <a:moveTo>
                  <a:pt x="88045" y="10"/>
                </a:moveTo>
                <a:cubicBezTo>
                  <a:pt x="68307" y="-35"/>
                  <a:pt x="52270" y="15928"/>
                  <a:pt x="52225" y="35666"/>
                </a:cubicBezTo>
                <a:cubicBezTo>
                  <a:pt x="52187" y="52711"/>
                  <a:pt x="64191" y="67412"/>
                  <a:pt x="80901" y="70780"/>
                </a:cubicBezTo>
                <a:lnTo>
                  <a:pt x="80901" y="90516"/>
                </a:lnTo>
                <a:lnTo>
                  <a:pt x="49945" y="90516"/>
                </a:lnTo>
                <a:cubicBezTo>
                  <a:pt x="38108" y="90516"/>
                  <a:pt x="28513" y="100112"/>
                  <a:pt x="28513" y="111947"/>
                </a:cubicBezTo>
                <a:lnTo>
                  <a:pt x="28513" y="119805"/>
                </a:lnTo>
                <a:cubicBezTo>
                  <a:pt x="9176" y="123810"/>
                  <a:pt x="-3254" y="142732"/>
                  <a:pt x="750" y="162070"/>
                </a:cubicBezTo>
                <a:cubicBezTo>
                  <a:pt x="4181" y="178639"/>
                  <a:pt x="18756" y="190534"/>
                  <a:pt x="35676" y="190576"/>
                </a:cubicBezTo>
                <a:cubicBezTo>
                  <a:pt x="55413" y="190637"/>
                  <a:pt x="71464" y="174686"/>
                  <a:pt x="71524" y="154949"/>
                </a:cubicBezTo>
                <a:cubicBezTo>
                  <a:pt x="71577" y="137874"/>
                  <a:pt x="59544" y="123148"/>
                  <a:pt x="42801" y="119796"/>
                </a:cubicBezTo>
                <a:lnTo>
                  <a:pt x="42801" y="111938"/>
                </a:lnTo>
                <a:cubicBezTo>
                  <a:pt x="42801" y="107993"/>
                  <a:pt x="45999" y="104794"/>
                  <a:pt x="49945" y="104794"/>
                </a:cubicBezTo>
                <a:lnTo>
                  <a:pt x="126145" y="104794"/>
                </a:lnTo>
                <a:cubicBezTo>
                  <a:pt x="130090" y="104794"/>
                  <a:pt x="133288" y="107993"/>
                  <a:pt x="133288" y="111938"/>
                </a:cubicBezTo>
                <a:lnTo>
                  <a:pt x="133288" y="119796"/>
                </a:lnTo>
                <a:cubicBezTo>
                  <a:pt x="113951" y="123800"/>
                  <a:pt x="101521" y="142723"/>
                  <a:pt x="105525" y="162060"/>
                </a:cubicBezTo>
                <a:cubicBezTo>
                  <a:pt x="108956" y="178629"/>
                  <a:pt x="123531" y="190525"/>
                  <a:pt x="140451" y="190567"/>
                </a:cubicBezTo>
                <a:cubicBezTo>
                  <a:pt x="160189" y="190601"/>
                  <a:pt x="176217" y="174628"/>
                  <a:pt x="176251" y="154891"/>
                </a:cubicBezTo>
                <a:cubicBezTo>
                  <a:pt x="176280" y="137852"/>
                  <a:pt x="164278" y="123163"/>
                  <a:pt x="147576" y="119796"/>
                </a:cubicBezTo>
                <a:lnTo>
                  <a:pt x="147576" y="111938"/>
                </a:lnTo>
                <a:cubicBezTo>
                  <a:pt x="147576" y="100102"/>
                  <a:pt x="137980" y="90507"/>
                  <a:pt x="126145" y="90507"/>
                </a:cubicBezTo>
                <a:lnTo>
                  <a:pt x="95188" y="90507"/>
                </a:lnTo>
                <a:lnTo>
                  <a:pt x="95188" y="70771"/>
                </a:lnTo>
                <a:cubicBezTo>
                  <a:pt x="114526" y="66766"/>
                  <a:pt x="126956" y="47844"/>
                  <a:pt x="122952" y="28506"/>
                </a:cubicBezTo>
                <a:cubicBezTo>
                  <a:pt x="119523" y="11944"/>
                  <a:pt x="104958" y="50"/>
                  <a:pt x="88045" y="0"/>
                </a:cubicBezTo>
                <a:close/>
                <a:moveTo>
                  <a:pt x="66594" y="35747"/>
                </a:moveTo>
                <a:cubicBezTo>
                  <a:pt x="66594" y="23901"/>
                  <a:pt x="76198" y="14297"/>
                  <a:pt x="88045" y="14297"/>
                </a:cubicBezTo>
                <a:cubicBezTo>
                  <a:pt x="99891" y="14297"/>
                  <a:pt x="109495" y="23901"/>
                  <a:pt x="109495" y="35747"/>
                </a:cubicBezTo>
                <a:cubicBezTo>
                  <a:pt x="109495" y="47594"/>
                  <a:pt x="99891" y="57198"/>
                  <a:pt x="88045" y="57198"/>
                </a:cubicBezTo>
                <a:cubicBezTo>
                  <a:pt x="76198" y="57198"/>
                  <a:pt x="66594" y="47594"/>
                  <a:pt x="66594" y="35747"/>
                </a:cubicBezTo>
                <a:close/>
                <a:moveTo>
                  <a:pt x="14226" y="154829"/>
                </a:moveTo>
                <a:cubicBezTo>
                  <a:pt x="14226" y="142980"/>
                  <a:pt x="23832" y="133374"/>
                  <a:pt x="35681" y="133374"/>
                </a:cubicBezTo>
                <a:cubicBezTo>
                  <a:pt x="47530" y="133374"/>
                  <a:pt x="57136" y="142980"/>
                  <a:pt x="57136" y="154829"/>
                </a:cubicBezTo>
                <a:cubicBezTo>
                  <a:pt x="57136" y="166678"/>
                  <a:pt x="47530" y="176284"/>
                  <a:pt x="35681" y="176284"/>
                </a:cubicBezTo>
                <a:cubicBezTo>
                  <a:pt x="23832" y="176284"/>
                  <a:pt x="14226" y="166678"/>
                  <a:pt x="14226" y="154829"/>
                </a:cubicBezTo>
                <a:close/>
                <a:moveTo>
                  <a:pt x="140451" y="133379"/>
                </a:moveTo>
                <a:cubicBezTo>
                  <a:pt x="152297" y="133379"/>
                  <a:pt x="161901" y="142983"/>
                  <a:pt x="161901" y="154829"/>
                </a:cubicBezTo>
                <a:cubicBezTo>
                  <a:pt x="161901" y="166675"/>
                  <a:pt x="152297" y="176279"/>
                  <a:pt x="140451" y="176279"/>
                </a:cubicBezTo>
                <a:cubicBezTo>
                  <a:pt x="128605" y="176279"/>
                  <a:pt x="119001" y="166675"/>
                  <a:pt x="119001" y="154829"/>
                </a:cubicBezTo>
                <a:cubicBezTo>
                  <a:pt x="119001" y="142983"/>
                  <a:pt x="128605" y="133379"/>
                  <a:pt x="140451" y="133379"/>
                </a:cubicBezTo>
                <a:close/>
              </a:path>
            </a:pathLst>
          </a:custGeom>
          <a:gradFill flip="none" rotWithShape="1">
            <a:gsLst>
              <a:gs pos="0">
                <a:srgbClr val="F65567"/>
              </a:gs>
              <a:gs pos="32000">
                <a:srgbClr val="AC35AF"/>
              </a:gs>
              <a:gs pos="68000">
                <a:srgbClr val="0A6BBA"/>
              </a:gs>
              <a:gs pos="100000">
                <a:srgbClr val="318581"/>
              </a:gs>
            </a:gsLst>
            <a:lin ang="1080000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21" name="TextBox 20">
            <a:extLst>
              <a:ext uri="{FF2B5EF4-FFF2-40B4-BE49-F238E27FC236}">
                <a16:creationId xmlns:a16="http://schemas.microsoft.com/office/drawing/2014/main" id="{9E930F3F-284F-FD45-E060-3759D0890D99}"/>
              </a:ext>
            </a:extLst>
          </p:cNvPr>
          <p:cNvSpPr txBox="1"/>
          <p:nvPr/>
        </p:nvSpPr>
        <p:spPr>
          <a:xfrm>
            <a:off x="2762172" y="3283740"/>
            <a:ext cx="1172284"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Data shared broadly</a:t>
            </a:r>
          </a:p>
        </p:txBody>
      </p:sp>
      <p:sp>
        <p:nvSpPr>
          <p:cNvPr id="23" name="Graphic 31" descr="Icon of a group of three people">
            <a:extLst>
              <a:ext uri="{FF2B5EF4-FFF2-40B4-BE49-F238E27FC236}">
                <a16:creationId xmlns:a16="http://schemas.microsoft.com/office/drawing/2014/main" id="{10353E38-76D1-15C6-C3EC-F56959C797EF}"/>
              </a:ext>
            </a:extLst>
          </p:cNvPr>
          <p:cNvSpPr/>
          <p:nvPr/>
        </p:nvSpPr>
        <p:spPr>
          <a:xfrm>
            <a:off x="4907336" y="2455309"/>
            <a:ext cx="487872" cy="439198"/>
          </a:xfrm>
          <a:custGeom>
            <a:avLst/>
            <a:gdLst>
              <a:gd name="connsiteX0" fmla="*/ 198244 w 311045"/>
              <a:gd name="connsiteY0" fmla="*/ 186583 h 280014"/>
              <a:gd name="connsiteX1" fmla="*/ 225454 w 311045"/>
              <a:gd name="connsiteY1" fmla="*/ 213793 h 280014"/>
              <a:gd name="connsiteX2" fmla="*/ 225437 w 311045"/>
              <a:gd name="connsiteY2" fmla="*/ 228752 h 280014"/>
              <a:gd name="connsiteX3" fmla="*/ 156524 w 311045"/>
              <a:gd name="connsiteY3" fmla="*/ 280014 h 280014"/>
              <a:gd name="connsiteX4" fmla="*/ 85517 w 311045"/>
              <a:gd name="connsiteY4" fmla="*/ 229342 h 280014"/>
              <a:gd name="connsiteX5" fmla="*/ 85517 w 311045"/>
              <a:gd name="connsiteY5" fmla="*/ 213793 h 280014"/>
              <a:gd name="connsiteX6" fmla="*/ 112727 w 311045"/>
              <a:gd name="connsiteY6" fmla="*/ 186583 h 280014"/>
              <a:gd name="connsiteX7" fmla="*/ 198244 w 311045"/>
              <a:gd name="connsiteY7" fmla="*/ 186583 h 280014"/>
              <a:gd name="connsiteX8" fmla="*/ 198244 w 311045"/>
              <a:gd name="connsiteY8" fmla="*/ 209906 h 280014"/>
              <a:gd name="connsiteX9" fmla="*/ 112727 w 311045"/>
              <a:gd name="connsiteY9" fmla="*/ 209906 h 280014"/>
              <a:gd name="connsiteX10" fmla="*/ 108840 w 311045"/>
              <a:gd name="connsiteY10" fmla="*/ 213793 h 280014"/>
              <a:gd name="connsiteX11" fmla="*/ 108840 w 311045"/>
              <a:gd name="connsiteY11" fmla="*/ 229342 h 280014"/>
              <a:gd name="connsiteX12" fmla="*/ 156524 w 311045"/>
              <a:gd name="connsiteY12" fmla="*/ 256692 h 280014"/>
              <a:gd name="connsiteX13" fmla="*/ 202132 w 311045"/>
              <a:gd name="connsiteY13" fmla="*/ 229373 h 280014"/>
              <a:gd name="connsiteX14" fmla="*/ 202132 w 311045"/>
              <a:gd name="connsiteY14" fmla="*/ 213793 h 280014"/>
              <a:gd name="connsiteX15" fmla="*/ 198244 w 311045"/>
              <a:gd name="connsiteY15" fmla="*/ 209906 h 280014"/>
              <a:gd name="connsiteX16" fmla="*/ 27210 w 311045"/>
              <a:gd name="connsiteY16" fmla="*/ 108840 h 280014"/>
              <a:gd name="connsiteX17" fmla="*/ 95251 w 311045"/>
              <a:gd name="connsiteY17" fmla="*/ 108842 h 280014"/>
              <a:gd name="connsiteX18" fmla="*/ 93292 w 311045"/>
              <a:gd name="connsiteY18" fmla="*/ 124389 h 280014"/>
              <a:gd name="connsiteX19" fmla="*/ 93771 w 311045"/>
              <a:gd name="connsiteY19" fmla="*/ 132152 h 280014"/>
              <a:gd name="connsiteX20" fmla="*/ 27210 w 311045"/>
              <a:gd name="connsiteY20" fmla="*/ 132163 h 280014"/>
              <a:gd name="connsiteX21" fmla="*/ 23323 w 311045"/>
              <a:gd name="connsiteY21" fmla="*/ 136050 h 280014"/>
              <a:gd name="connsiteX22" fmla="*/ 23323 w 311045"/>
              <a:gd name="connsiteY22" fmla="*/ 151599 h 280014"/>
              <a:gd name="connsiteX23" fmla="*/ 71007 w 311045"/>
              <a:gd name="connsiteY23" fmla="*/ 178949 h 280014"/>
              <a:gd name="connsiteX24" fmla="*/ 89783 w 311045"/>
              <a:gd name="connsiteY24" fmla="*/ 177747 h 280014"/>
              <a:gd name="connsiteX25" fmla="*/ 71542 w 311045"/>
              <a:gd name="connsiteY25" fmla="*/ 202259 h 280014"/>
              <a:gd name="connsiteX26" fmla="*/ 71007 w 311045"/>
              <a:gd name="connsiteY26" fmla="*/ 202272 h 280014"/>
              <a:gd name="connsiteX27" fmla="*/ 0 w 311045"/>
              <a:gd name="connsiteY27" fmla="*/ 151599 h 280014"/>
              <a:gd name="connsiteX28" fmla="*/ 0 w 311045"/>
              <a:gd name="connsiteY28" fmla="*/ 136050 h 280014"/>
              <a:gd name="connsiteX29" fmla="*/ 27210 w 311045"/>
              <a:gd name="connsiteY29" fmla="*/ 108840 h 280014"/>
              <a:gd name="connsiteX30" fmla="*/ 283762 w 311045"/>
              <a:gd name="connsiteY30" fmla="*/ 108840 h 280014"/>
              <a:gd name="connsiteX31" fmla="*/ 310972 w 311045"/>
              <a:gd name="connsiteY31" fmla="*/ 136050 h 280014"/>
              <a:gd name="connsiteX32" fmla="*/ 310955 w 311045"/>
              <a:gd name="connsiteY32" fmla="*/ 151009 h 280014"/>
              <a:gd name="connsiteX33" fmla="*/ 242042 w 311045"/>
              <a:gd name="connsiteY33" fmla="*/ 202272 h 280014"/>
              <a:gd name="connsiteX34" fmla="*/ 239425 w 311045"/>
              <a:gd name="connsiteY34" fmla="*/ 202245 h 280014"/>
              <a:gd name="connsiteX35" fmla="*/ 220484 w 311045"/>
              <a:gd name="connsiteY35" fmla="*/ 177266 h 280014"/>
              <a:gd name="connsiteX36" fmla="*/ 242042 w 311045"/>
              <a:gd name="connsiteY36" fmla="*/ 178949 h 280014"/>
              <a:gd name="connsiteX37" fmla="*/ 287649 w 311045"/>
              <a:gd name="connsiteY37" fmla="*/ 151630 h 280014"/>
              <a:gd name="connsiteX38" fmla="*/ 287649 w 311045"/>
              <a:gd name="connsiteY38" fmla="*/ 136050 h 280014"/>
              <a:gd name="connsiteX39" fmla="*/ 283762 w 311045"/>
              <a:gd name="connsiteY39" fmla="*/ 132163 h 280014"/>
              <a:gd name="connsiteX40" fmla="*/ 217201 w 311045"/>
              <a:gd name="connsiteY40" fmla="*/ 132151 h 280014"/>
              <a:gd name="connsiteX41" fmla="*/ 217680 w 311045"/>
              <a:gd name="connsiteY41" fmla="*/ 124389 h 280014"/>
              <a:gd name="connsiteX42" fmla="*/ 215721 w 311045"/>
              <a:gd name="connsiteY42" fmla="*/ 108842 h 280014"/>
              <a:gd name="connsiteX43" fmla="*/ 283762 w 311045"/>
              <a:gd name="connsiteY43" fmla="*/ 108840 h 280014"/>
              <a:gd name="connsiteX44" fmla="*/ 155486 w 311045"/>
              <a:gd name="connsiteY44" fmla="*/ 77743 h 280014"/>
              <a:gd name="connsiteX45" fmla="*/ 202132 w 311045"/>
              <a:gd name="connsiteY45" fmla="*/ 124389 h 280014"/>
              <a:gd name="connsiteX46" fmla="*/ 155486 w 311045"/>
              <a:gd name="connsiteY46" fmla="*/ 171034 h 280014"/>
              <a:gd name="connsiteX47" fmla="*/ 108840 w 311045"/>
              <a:gd name="connsiteY47" fmla="*/ 124389 h 280014"/>
              <a:gd name="connsiteX48" fmla="*/ 155486 w 311045"/>
              <a:gd name="connsiteY48" fmla="*/ 77743 h 280014"/>
              <a:gd name="connsiteX49" fmla="*/ 155486 w 311045"/>
              <a:gd name="connsiteY49" fmla="*/ 101066 h 280014"/>
              <a:gd name="connsiteX50" fmla="*/ 132163 w 311045"/>
              <a:gd name="connsiteY50" fmla="*/ 124389 h 280014"/>
              <a:gd name="connsiteX51" fmla="*/ 155486 w 311045"/>
              <a:gd name="connsiteY51" fmla="*/ 147712 h 280014"/>
              <a:gd name="connsiteX52" fmla="*/ 178809 w 311045"/>
              <a:gd name="connsiteY52" fmla="*/ 124389 h 280014"/>
              <a:gd name="connsiteX53" fmla="*/ 155486 w 311045"/>
              <a:gd name="connsiteY53" fmla="*/ 101066 h 280014"/>
              <a:gd name="connsiteX54" fmla="*/ 69969 w 311045"/>
              <a:gd name="connsiteY54" fmla="*/ 0 h 280014"/>
              <a:gd name="connsiteX55" fmla="*/ 116614 w 311045"/>
              <a:gd name="connsiteY55" fmla="*/ 46646 h 280014"/>
              <a:gd name="connsiteX56" fmla="*/ 69969 w 311045"/>
              <a:gd name="connsiteY56" fmla="*/ 93292 h 280014"/>
              <a:gd name="connsiteX57" fmla="*/ 23323 w 311045"/>
              <a:gd name="connsiteY57" fmla="*/ 46646 h 280014"/>
              <a:gd name="connsiteX58" fmla="*/ 69969 w 311045"/>
              <a:gd name="connsiteY58" fmla="*/ 0 h 280014"/>
              <a:gd name="connsiteX59" fmla="*/ 241003 w 311045"/>
              <a:gd name="connsiteY59" fmla="*/ 0 h 280014"/>
              <a:gd name="connsiteX60" fmla="*/ 287649 w 311045"/>
              <a:gd name="connsiteY60" fmla="*/ 46646 h 280014"/>
              <a:gd name="connsiteX61" fmla="*/ 241003 w 311045"/>
              <a:gd name="connsiteY61" fmla="*/ 93292 h 280014"/>
              <a:gd name="connsiteX62" fmla="*/ 194357 w 311045"/>
              <a:gd name="connsiteY62" fmla="*/ 46646 h 280014"/>
              <a:gd name="connsiteX63" fmla="*/ 241003 w 311045"/>
              <a:gd name="connsiteY63" fmla="*/ 0 h 280014"/>
              <a:gd name="connsiteX64" fmla="*/ 69969 w 311045"/>
              <a:gd name="connsiteY64" fmla="*/ 23323 h 280014"/>
              <a:gd name="connsiteX65" fmla="*/ 46646 w 311045"/>
              <a:gd name="connsiteY65" fmla="*/ 46646 h 280014"/>
              <a:gd name="connsiteX66" fmla="*/ 69969 w 311045"/>
              <a:gd name="connsiteY66" fmla="*/ 69969 h 280014"/>
              <a:gd name="connsiteX67" fmla="*/ 93292 w 311045"/>
              <a:gd name="connsiteY67" fmla="*/ 46646 h 280014"/>
              <a:gd name="connsiteX68" fmla="*/ 69969 w 311045"/>
              <a:gd name="connsiteY68" fmla="*/ 23323 h 280014"/>
              <a:gd name="connsiteX69" fmla="*/ 241003 w 311045"/>
              <a:gd name="connsiteY69" fmla="*/ 23323 h 280014"/>
              <a:gd name="connsiteX70" fmla="*/ 217680 w 311045"/>
              <a:gd name="connsiteY70" fmla="*/ 46646 h 280014"/>
              <a:gd name="connsiteX71" fmla="*/ 241003 w 311045"/>
              <a:gd name="connsiteY71" fmla="*/ 69969 h 280014"/>
              <a:gd name="connsiteX72" fmla="*/ 264326 w 311045"/>
              <a:gd name="connsiteY72" fmla="*/ 46646 h 280014"/>
              <a:gd name="connsiteX73" fmla="*/ 241003 w 311045"/>
              <a:gd name="connsiteY73" fmla="*/ 23323 h 28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1045" h="280014">
                <a:moveTo>
                  <a:pt x="198244" y="186583"/>
                </a:moveTo>
                <a:cubicBezTo>
                  <a:pt x="213272" y="186583"/>
                  <a:pt x="225454" y="198765"/>
                  <a:pt x="225454" y="213793"/>
                </a:cubicBezTo>
                <a:lnTo>
                  <a:pt x="225437" y="228752"/>
                </a:lnTo>
                <a:cubicBezTo>
                  <a:pt x="227252" y="262790"/>
                  <a:pt x="201943" y="280014"/>
                  <a:pt x="156524" y="280014"/>
                </a:cubicBezTo>
                <a:cubicBezTo>
                  <a:pt x="111295" y="280014"/>
                  <a:pt x="85517" y="263070"/>
                  <a:pt x="85517" y="229342"/>
                </a:cubicBezTo>
                <a:lnTo>
                  <a:pt x="85517" y="213793"/>
                </a:lnTo>
                <a:cubicBezTo>
                  <a:pt x="85517" y="198765"/>
                  <a:pt x="97700" y="186583"/>
                  <a:pt x="112727" y="186583"/>
                </a:cubicBezTo>
                <a:lnTo>
                  <a:pt x="198244" y="186583"/>
                </a:lnTo>
                <a:close/>
                <a:moveTo>
                  <a:pt x="198244" y="209906"/>
                </a:moveTo>
                <a:lnTo>
                  <a:pt x="112727" y="209906"/>
                </a:lnTo>
                <a:cubicBezTo>
                  <a:pt x="110580" y="209906"/>
                  <a:pt x="108840" y="211646"/>
                  <a:pt x="108840" y="213793"/>
                </a:cubicBezTo>
                <a:lnTo>
                  <a:pt x="108840" y="229342"/>
                </a:lnTo>
                <a:cubicBezTo>
                  <a:pt x="108840" y="247630"/>
                  <a:pt x="122627" y="256692"/>
                  <a:pt x="156524" y="256692"/>
                </a:cubicBezTo>
                <a:cubicBezTo>
                  <a:pt x="190232" y="256692"/>
                  <a:pt x="203103" y="247930"/>
                  <a:pt x="202132" y="229373"/>
                </a:cubicBezTo>
                <a:lnTo>
                  <a:pt x="202132" y="213793"/>
                </a:lnTo>
                <a:cubicBezTo>
                  <a:pt x="202132" y="211646"/>
                  <a:pt x="200392" y="209906"/>
                  <a:pt x="198244" y="209906"/>
                </a:cubicBezTo>
                <a:close/>
                <a:moveTo>
                  <a:pt x="27210" y="108840"/>
                </a:moveTo>
                <a:lnTo>
                  <a:pt x="95251" y="108842"/>
                </a:lnTo>
                <a:cubicBezTo>
                  <a:pt x="93972" y="113811"/>
                  <a:pt x="93292" y="119020"/>
                  <a:pt x="93292" y="124389"/>
                </a:cubicBezTo>
                <a:cubicBezTo>
                  <a:pt x="93292" y="127018"/>
                  <a:pt x="93455" y="129610"/>
                  <a:pt x="93771" y="132152"/>
                </a:cubicBezTo>
                <a:lnTo>
                  <a:pt x="27210" y="132163"/>
                </a:lnTo>
                <a:cubicBezTo>
                  <a:pt x="25063" y="132163"/>
                  <a:pt x="23323" y="133903"/>
                  <a:pt x="23323" y="136050"/>
                </a:cubicBezTo>
                <a:lnTo>
                  <a:pt x="23323" y="151599"/>
                </a:lnTo>
                <a:cubicBezTo>
                  <a:pt x="23323" y="169887"/>
                  <a:pt x="37109" y="178949"/>
                  <a:pt x="71007" y="178949"/>
                </a:cubicBezTo>
                <a:cubicBezTo>
                  <a:pt x="78189" y="178949"/>
                  <a:pt x="84425" y="178552"/>
                  <a:pt x="89783" y="177747"/>
                </a:cubicBezTo>
                <a:cubicBezTo>
                  <a:pt x="80995" y="183313"/>
                  <a:pt x="74407" y="192009"/>
                  <a:pt x="71542" y="202259"/>
                </a:cubicBezTo>
                <a:lnTo>
                  <a:pt x="71007" y="202272"/>
                </a:lnTo>
                <a:cubicBezTo>
                  <a:pt x="25777" y="202272"/>
                  <a:pt x="0" y="185327"/>
                  <a:pt x="0" y="151599"/>
                </a:cubicBezTo>
                <a:lnTo>
                  <a:pt x="0" y="136050"/>
                </a:lnTo>
                <a:cubicBezTo>
                  <a:pt x="0" y="121022"/>
                  <a:pt x="12182" y="108840"/>
                  <a:pt x="27210" y="108840"/>
                </a:cubicBezTo>
                <a:close/>
                <a:moveTo>
                  <a:pt x="283762" y="108840"/>
                </a:moveTo>
                <a:cubicBezTo>
                  <a:pt x="298789" y="108840"/>
                  <a:pt x="310972" y="121022"/>
                  <a:pt x="310972" y="136050"/>
                </a:cubicBezTo>
                <a:lnTo>
                  <a:pt x="310955" y="151009"/>
                </a:lnTo>
                <a:cubicBezTo>
                  <a:pt x="312769" y="185047"/>
                  <a:pt x="287461" y="202272"/>
                  <a:pt x="242042" y="202272"/>
                </a:cubicBezTo>
                <a:lnTo>
                  <a:pt x="239425" y="202245"/>
                </a:lnTo>
                <a:cubicBezTo>
                  <a:pt x="236480" y="191717"/>
                  <a:pt x="229606" y="182831"/>
                  <a:pt x="220484" y="177266"/>
                </a:cubicBezTo>
                <a:cubicBezTo>
                  <a:pt x="226496" y="178394"/>
                  <a:pt x="233653" y="178949"/>
                  <a:pt x="242042" y="178949"/>
                </a:cubicBezTo>
                <a:cubicBezTo>
                  <a:pt x="275749" y="178949"/>
                  <a:pt x="288621" y="170187"/>
                  <a:pt x="287649" y="151630"/>
                </a:cubicBezTo>
                <a:lnTo>
                  <a:pt x="287649" y="136050"/>
                </a:lnTo>
                <a:cubicBezTo>
                  <a:pt x="287649" y="133903"/>
                  <a:pt x="285909" y="132163"/>
                  <a:pt x="283762" y="132163"/>
                </a:cubicBezTo>
                <a:lnTo>
                  <a:pt x="217201" y="132151"/>
                </a:lnTo>
                <a:cubicBezTo>
                  <a:pt x="217517" y="129608"/>
                  <a:pt x="217680" y="127018"/>
                  <a:pt x="217680" y="124389"/>
                </a:cubicBezTo>
                <a:cubicBezTo>
                  <a:pt x="217680" y="119020"/>
                  <a:pt x="217001" y="113811"/>
                  <a:pt x="215721" y="108842"/>
                </a:cubicBezTo>
                <a:lnTo>
                  <a:pt x="283762" y="108840"/>
                </a:lnTo>
                <a:close/>
                <a:moveTo>
                  <a:pt x="155486" y="77743"/>
                </a:moveTo>
                <a:cubicBezTo>
                  <a:pt x="181248" y="77743"/>
                  <a:pt x="202132" y="98627"/>
                  <a:pt x="202132" y="124389"/>
                </a:cubicBezTo>
                <a:cubicBezTo>
                  <a:pt x="202132" y="150151"/>
                  <a:pt x="181248" y="171034"/>
                  <a:pt x="155486" y="171034"/>
                </a:cubicBezTo>
                <a:cubicBezTo>
                  <a:pt x="129723" y="171034"/>
                  <a:pt x="108840" y="150151"/>
                  <a:pt x="108840" y="124389"/>
                </a:cubicBezTo>
                <a:cubicBezTo>
                  <a:pt x="108840" y="98627"/>
                  <a:pt x="129723" y="77743"/>
                  <a:pt x="155486" y="77743"/>
                </a:cubicBezTo>
                <a:close/>
                <a:moveTo>
                  <a:pt x="155486" y="101066"/>
                </a:moveTo>
                <a:cubicBezTo>
                  <a:pt x="142605" y="101066"/>
                  <a:pt x="132163" y="111508"/>
                  <a:pt x="132163" y="124389"/>
                </a:cubicBezTo>
                <a:cubicBezTo>
                  <a:pt x="132163" y="137269"/>
                  <a:pt x="142605" y="147712"/>
                  <a:pt x="155486" y="147712"/>
                </a:cubicBezTo>
                <a:cubicBezTo>
                  <a:pt x="168366" y="147712"/>
                  <a:pt x="178809" y="137269"/>
                  <a:pt x="178809" y="124389"/>
                </a:cubicBezTo>
                <a:cubicBezTo>
                  <a:pt x="178809" y="111508"/>
                  <a:pt x="168366" y="101066"/>
                  <a:pt x="155486" y="101066"/>
                </a:cubicBezTo>
                <a:close/>
                <a:moveTo>
                  <a:pt x="69969" y="0"/>
                </a:moveTo>
                <a:cubicBezTo>
                  <a:pt x="95730" y="0"/>
                  <a:pt x="116614" y="20884"/>
                  <a:pt x="116614" y="46646"/>
                </a:cubicBezTo>
                <a:cubicBezTo>
                  <a:pt x="116614" y="72407"/>
                  <a:pt x="95730" y="93292"/>
                  <a:pt x="69969" y="93292"/>
                </a:cubicBezTo>
                <a:cubicBezTo>
                  <a:pt x="44207" y="93292"/>
                  <a:pt x="23323" y="72407"/>
                  <a:pt x="23323" y="46646"/>
                </a:cubicBezTo>
                <a:cubicBezTo>
                  <a:pt x="23323" y="20884"/>
                  <a:pt x="44207" y="0"/>
                  <a:pt x="69969" y="0"/>
                </a:cubicBezTo>
                <a:close/>
                <a:moveTo>
                  <a:pt x="241003" y="0"/>
                </a:moveTo>
                <a:cubicBezTo>
                  <a:pt x="266766" y="0"/>
                  <a:pt x="287649" y="20884"/>
                  <a:pt x="287649" y="46646"/>
                </a:cubicBezTo>
                <a:cubicBezTo>
                  <a:pt x="287649" y="72407"/>
                  <a:pt x="266766" y="93292"/>
                  <a:pt x="241003" y="93292"/>
                </a:cubicBezTo>
                <a:cubicBezTo>
                  <a:pt x="215241" y="93292"/>
                  <a:pt x="194357" y="72407"/>
                  <a:pt x="194357" y="46646"/>
                </a:cubicBezTo>
                <a:cubicBezTo>
                  <a:pt x="194357" y="20884"/>
                  <a:pt x="215241" y="0"/>
                  <a:pt x="241003" y="0"/>
                </a:cubicBezTo>
                <a:close/>
                <a:moveTo>
                  <a:pt x="69969" y="23323"/>
                </a:moveTo>
                <a:cubicBezTo>
                  <a:pt x="57088" y="23323"/>
                  <a:pt x="46646" y="33765"/>
                  <a:pt x="46646" y="46646"/>
                </a:cubicBezTo>
                <a:cubicBezTo>
                  <a:pt x="46646" y="59527"/>
                  <a:pt x="57088" y="69969"/>
                  <a:pt x="69969" y="69969"/>
                </a:cubicBezTo>
                <a:cubicBezTo>
                  <a:pt x="82850" y="69969"/>
                  <a:pt x="93292" y="59527"/>
                  <a:pt x="93292" y="46646"/>
                </a:cubicBezTo>
                <a:cubicBezTo>
                  <a:pt x="93292" y="33765"/>
                  <a:pt x="82850" y="23323"/>
                  <a:pt x="69969" y="23323"/>
                </a:cubicBezTo>
                <a:close/>
                <a:moveTo>
                  <a:pt x="241003" y="23323"/>
                </a:moveTo>
                <a:cubicBezTo>
                  <a:pt x="228123" y="23323"/>
                  <a:pt x="217680" y="33765"/>
                  <a:pt x="217680" y="46646"/>
                </a:cubicBezTo>
                <a:cubicBezTo>
                  <a:pt x="217680" y="59527"/>
                  <a:pt x="228123" y="69969"/>
                  <a:pt x="241003" y="69969"/>
                </a:cubicBezTo>
                <a:cubicBezTo>
                  <a:pt x="253883" y="69969"/>
                  <a:pt x="264326" y="59527"/>
                  <a:pt x="264326" y="46646"/>
                </a:cubicBezTo>
                <a:cubicBezTo>
                  <a:pt x="264326" y="33765"/>
                  <a:pt x="253883" y="23323"/>
                  <a:pt x="241003" y="23323"/>
                </a:cubicBezTo>
                <a:close/>
              </a:path>
            </a:pathLst>
          </a:custGeom>
          <a:gradFill flip="none" rotWithShape="1">
            <a:gsLst>
              <a:gs pos="0">
                <a:srgbClr val="F65567"/>
              </a:gs>
              <a:gs pos="32000">
                <a:srgbClr val="AC35AF"/>
              </a:gs>
              <a:gs pos="68000">
                <a:srgbClr val="0A6BBA"/>
              </a:gs>
              <a:gs pos="100000">
                <a:srgbClr val="318581"/>
              </a:gs>
            </a:gsLst>
            <a:lin ang="1080000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26" name="TextBox 25">
            <a:extLst>
              <a:ext uri="{FF2B5EF4-FFF2-40B4-BE49-F238E27FC236}">
                <a16:creationId xmlns:a16="http://schemas.microsoft.com/office/drawing/2014/main" id="{4AA40EDF-B57F-4E1B-4984-9E5337072E31}"/>
              </a:ext>
            </a:extLst>
          </p:cNvPr>
          <p:cNvSpPr txBox="1"/>
          <p:nvPr/>
        </p:nvSpPr>
        <p:spPr>
          <a:xfrm>
            <a:off x="4403853" y="3283740"/>
            <a:ext cx="1494838"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Frequently accessed data</a:t>
            </a:r>
          </a:p>
        </p:txBody>
      </p:sp>
      <p:sp>
        <p:nvSpPr>
          <p:cNvPr id="27" name="Rectangle: Rounded Corners 26">
            <a:extLst>
              <a:ext uri="{FF2B5EF4-FFF2-40B4-BE49-F238E27FC236}">
                <a16:creationId xmlns:a16="http://schemas.microsoft.com/office/drawing/2014/main" id="{FE554B4F-3A32-92FA-43A5-A7D5ED3CF87F}"/>
              </a:ext>
              <a:ext uri="{C183D7F6-B498-43B3-948B-1728B52AA6E4}">
                <adec:decorative xmlns:adec="http://schemas.microsoft.com/office/drawing/2017/decorative" val="0"/>
              </a:ext>
            </a:extLst>
          </p:cNvPr>
          <p:cNvSpPr/>
          <p:nvPr/>
        </p:nvSpPr>
        <p:spPr bwMode="auto">
          <a:xfrm>
            <a:off x="6246427" y="1286832"/>
            <a:ext cx="5313112" cy="642587"/>
          </a:xfrm>
          <a:prstGeom prst="roundRect">
            <a:avLst>
              <a:gd name="adj" fmla="val 13135"/>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n-ea"/>
                <a:cs typeface="+mn-cs"/>
              </a:rPr>
              <a:t>Prioritize highest impact risks</a:t>
            </a:r>
          </a:p>
        </p:txBody>
      </p:sp>
      <p:sp>
        <p:nvSpPr>
          <p:cNvPr id="28" name="TextBox 65">
            <a:extLst>
              <a:ext uri="{FF2B5EF4-FFF2-40B4-BE49-F238E27FC236}">
                <a16:creationId xmlns:a16="http://schemas.microsoft.com/office/drawing/2014/main" id="{79708607-A051-290A-17FA-FA608E724ACD}"/>
              </a:ext>
            </a:extLst>
          </p:cNvPr>
          <p:cNvSpPr txBox="1">
            <a:spLocks/>
          </p:cNvSpPr>
          <p:nvPr/>
        </p:nvSpPr>
        <p:spPr>
          <a:xfrm>
            <a:off x="7173260" y="2070389"/>
            <a:ext cx="3579004" cy="276999"/>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Semibold"/>
                <a:ea typeface="+mn-ea"/>
                <a:cs typeface="+mn-cs"/>
              </a:rPr>
              <a:t>Risk assessment</a:t>
            </a:r>
          </a:p>
        </p:txBody>
      </p:sp>
      <p:sp>
        <p:nvSpPr>
          <p:cNvPr id="40" name="Rectangle: Rounded Corners 39">
            <a:extLst>
              <a:ext uri="{FF2B5EF4-FFF2-40B4-BE49-F238E27FC236}">
                <a16:creationId xmlns:a16="http://schemas.microsoft.com/office/drawing/2014/main" id="{C323A512-39FB-016C-5AC2-950C808CF038}"/>
              </a:ext>
              <a:ext uri="{C183D7F6-B498-43B3-948B-1728B52AA6E4}">
                <adec:decorative xmlns:adec="http://schemas.microsoft.com/office/drawing/2017/decorative" val="0"/>
              </a:ext>
            </a:extLst>
          </p:cNvPr>
          <p:cNvSpPr>
            <a:spLocks/>
          </p:cNvSpPr>
          <p:nvPr/>
        </p:nvSpPr>
        <p:spPr bwMode="auto">
          <a:xfrm>
            <a:off x="6423245" y="2488358"/>
            <a:ext cx="1427232" cy="1442717"/>
          </a:xfrm>
          <a:prstGeom prst="roundRect">
            <a:avLst>
              <a:gd name="adj" fmla="val 7773"/>
            </a:avLst>
          </a:prstGeom>
          <a:solidFill>
            <a:srgbClr val="C00000"/>
          </a:soli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n-ea"/>
                <a:cs typeface="+mn-cs"/>
              </a:rPr>
              <a:t>High </a:t>
            </a:r>
            <a:br>
              <a:rPr kumimoji="0" lang="en-US" sz="2000" b="0" i="0" u="none" strike="noStrike" kern="1200" cap="none" spc="0" normalizeH="0" baseline="0" noProof="0">
                <a:ln w="3175">
                  <a:noFill/>
                </a:ln>
                <a:solidFill>
                  <a:prstClr val="white"/>
                </a:solidFill>
                <a:effectLst/>
                <a:uLnTx/>
                <a:uFillTx/>
                <a:latin typeface="Segoe UI Semibold"/>
                <a:ea typeface="+mn-ea"/>
                <a:cs typeface="+mn-cs"/>
              </a:rPr>
            </a:br>
            <a:r>
              <a:rPr kumimoji="0" lang="en-US" sz="2000" b="0" i="0" u="none" strike="noStrike" kern="1200" cap="none" spc="0" normalizeH="0" baseline="0" noProof="0">
                <a:ln w="3175">
                  <a:noFill/>
                </a:ln>
                <a:solidFill>
                  <a:prstClr val="white"/>
                </a:solidFill>
                <a:effectLst/>
                <a:uLnTx/>
                <a:uFillTx/>
                <a:latin typeface="Segoe UI Semibold"/>
                <a:ea typeface="+mn-ea"/>
                <a:cs typeface="+mn-cs"/>
              </a:rPr>
              <a:t>Risk</a:t>
            </a:r>
          </a:p>
        </p:txBody>
      </p:sp>
      <p:sp>
        <p:nvSpPr>
          <p:cNvPr id="41" name="Rectangle: Rounded Corners 40">
            <a:extLst>
              <a:ext uri="{FF2B5EF4-FFF2-40B4-BE49-F238E27FC236}">
                <a16:creationId xmlns:a16="http://schemas.microsoft.com/office/drawing/2014/main" id="{7CC0763E-6E46-86CA-C7A8-05DC5BCA1AE2}"/>
              </a:ext>
              <a:ext uri="{C183D7F6-B498-43B3-948B-1728B52AA6E4}">
                <adec:decorative xmlns:adec="http://schemas.microsoft.com/office/drawing/2017/decorative" val="0"/>
              </a:ext>
            </a:extLst>
          </p:cNvPr>
          <p:cNvSpPr>
            <a:spLocks/>
          </p:cNvSpPr>
          <p:nvPr/>
        </p:nvSpPr>
        <p:spPr bwMode="auto">
          <a:xfrm>
            <a:off x="8249147" y="2488358"/>
            <a:ext cx="1427232" cy="1442717"/>
          </a:xfrm>
          <a:prstGeom prst="roundRect">
            <a:avLst>
              <a:gd name="adj" fmla="val 7773"/>
            </a:avLst>
          </a:prstGeom>
          <a:solidFill>
            <a:srgbClr val="FFC000"/>
          </a:soli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black"/>
                </a:solidFill>
                <a:effectLst/>
                <a:uLnTx/>
                <a:uFillTx/>
                <a:latin typeface="Segoe UI Semibold"/>
                <a:ea typeface="+mn-ea"/>
                <a:cs typeface="+mn-cs"/>
              </a:rPr>
              <a:t>Medium Risk</a:t>
            </a:r>
          </a:p>
        </p:txBody>
      </p:sp>
      <p:sp>
        <p:nvSpPr>
          <p:cNvPr id="42" name="Rectangle: Rounded Corners 41">
            <a:extLst>
              <a:ext uri="{FF2B5EF4-FFF2-40B4-BE49-F238E27FC236}">
                <a16:creationId xmlns:a16="http://schemas.microsoft.com/office/drawing/2014/main" id="{EBB8FD0B-170A-CDF4-1E8E-62DCDD07A9FF}"/>
              </a:ext>
              <a:ext uri="{C183D7F6-B498-43B3-948B-1728B52AA6E4}">
                <adec:decorative xmlns:adec="http://schemas.microsoft.com/office/drawing/2017/decorative" val="0"/>
              </a:ext>
            </a:extLst>
          </p:cNvPr>
          <p:cNvSpPr>
            <a:spLocks/>
          </p:cNvSpPr>
          <p:nvPr/>
        </p:nvSpPr>
        <p:spPr bwMode="auto">
          <a:xfrm>
            <a:off x="10075047" y="2488358"/>
            <a:ext cx="1427232" cy="1442717"/>
          </a:xfrm>
          <a:prstGeom prst="roundRect">
            <a:avLst>
              <a:gd name="adj" fmla="val 7773"/>
            </a:avLst>
          </a:prstGeom>
          <a:solidFill>
            <a:srgbClr val="00B050"/>
          </a:soli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black"/>
                </a:solidFill>
                <a:effectLst/>
                <a:uLnTx/>
                <a:uFillTx/>
                <a:latin typeface="Segoe UI Semibold"/>
                <a:ea typeface="+mn-ea"/>
                <a:cs typeface="+mn-cs"/>
              </a:rPr>
              <a:t>Low </a:t>
            </a:r>
            <a:br>
              <a:rPr kumimoji="0" lang="en-US" sz="2000" b="0" i="0" u="none" strike="noStrike" kern="1200" cap="none" spc="0" normalizeH="0" baseline="0" noProof="0">
                <a:ln w="3175">
                  <a:noFill/>
                </a:ln>
                <a:solidFill>
                  <a:prstClr val="black"/>
                </a:solidFill>
                <a:effectLst/>
                <a:uLnTx/>
                <a:uFillTx/>
                <a:latin typeface="Segoe UI Semibold"/>
                <a:ea typeface="+mn-ea"/>
                <a:cs typeface="+mn-cs"/>
              </a:rPr>
            </a:br>
            <a:r>
              <a:rPr kumimoji="0" lang="en-US" sz="2000" b="0" i="0" u="none" strike="noStrike" kern="1200" cap="none" spc="0" normalizeH="0" baseline="0" noProof="0">
                <a:ln w="3175">
                  <a:noFill/>
                </a:ln>
                <a:solidFill>
                  <a:prstClr val="black"/>
                </a:solidFill>
                <a:effectLst/>
                <a:uLnTx/>
                <a:uFillTx/>
                <a:latin typeface="Segoe UI Semibold"/>
                <a:ea typeface="+mn-ea"/>
                <a:cs typeface="+mn-cs"/>
              </a:rPr>
              <a:t>Risk</a:t>
            </a:r>
          </a:p>
        </p:txBody>
      </p:sp>
      <p:sp>
        <p:nvSpPr>
          <p:cNvPr id="43" name="TextBox 65">
            <a:extLst>
              <a:ext uri="{FF2B5EF4-FFF2-40B4-BE49-F238E27FC236}">
                <a16:creationId xmlns:a16="http://schemas.microsoft.com/office/drawing/2014/main" id="{FFCE4C65-0B0F-B677-DE63-58CAC16DC3D8}"/>
              </a:ext>
            </a:extLst>
          </p:cNvPr>
          <p:cNvSpPr txBox="1">
            <a:spLocks/>
          </p:cNvSpPr>
          <p:nvPr/>
        </p:nvSpPr>
        <p:spPr>
          <a:xfrm>
            <a:off x="5403822" y="4187417"/>
            <a:ext cx="1378578" cy="3077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Segoe UI" pitchFamily="34" charset="0"/>
              </a:rPr>
              <a:t>Example</a:t>
            </a:r>
          </a:p>
        </p:txBody>
      </p:sp>
      <p:sp>
        <p:nvSpPr>
          <p:cNvPr id="44" name="TextBox 43">
            <a:extLst>
              <a:ext uri="{FF2B5EF4-FFF2-40B4-BE49-F238E27FC236}">
                <a16:creationId xmlns:a16="http://schemas.microsoft.com/office/drawing/2014/main" id="{DFFED9BD-33CA-73D9-7383-5CDED4F5935C}"/>
              </a:ext>
            </a:extLst>
          </p:cNvPr>
          <p:cNvSpPr txBox="1"/>
          <p:nvPr/>
        </p:nvSpPr>
        <p:spPr>
          <a:xfrm>
            <a:off x="985222" y="4746238"/>
            <a:ext cx="1500094"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a:ea typeface="+mn-ea"/>
                <a:cs typeface="+mn-cs"/>
              </a:rPr>
              <a:t>A site contains documents with credit card numbers</a:t>
            </a:r>
          </a:p>
        </p:txBody>
      </p:sp>
      <p:grpSp>
        <p:nvGrpSpPr>
          <p:cNvPr id="45" name="Group 44" descr="plus">
            <a:extLst>
              <a:ext uri="{FF2B5EF4-FFF2-40B4-BE49-F238E27FC236}">
                <a16:creationId xmlns:a16="http://schemas.microsoft.com/office/drawing/2014/main" id="{91F1E231-A9DE-C65B-BB7C-F1E982D6F608}"/>
              </a:ext>
            </a:extLst>
          </p:cNvPr>
          <p:cNvGrpSpPr/>
          <p:nvPr/>
        </p:nvGrpSpPr>
        <p:grpSpPr>
          <a:xfrm>
            <a:off x="2754864" y="5045049"/>
            <a:ext cx="479596" cy="479596"/>
            <a:chOff x="5857790" y="2089773"/>
            <a:chExt cx="479596" cy="479596"/>
          </a:xfrm>
        </p:grpSpPr>
        <p:sp>
          <p:nvSpPr>
            <p:cNvPr id="46" name="Oval 45">
              <a:extLst>
                <a:ext uri="{FF2B5EF4-FFF2-40B4-BE49-F238E27FC236}">
                  <a16:creationId xmlns:a16="http://schemas.microsoft.com/office/drawing/2014/main" id="{AA1C93F3-DC86-2720-83CE-6F0C62AD7EB4}"/>
                </a:ext>
                <a:ext uri="{C183D7F6-B498-43B3-948B-1728B52AA6E4}">
                  <adec:decorative xmlns:adec="http://schemas.microsoft.com/office/drawing/2017/decorative" val="1"/>
                </a:ext>
              </a:extLst>
            </p:cNvPr>
            <p:cNvSpPr/>
            <p:nvPr/>
          </p:nvSpPr>
          <p:spPr bwMode="auto">
            <a:xfrm>
              <a:off x="5857790" y="2089773"/>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49" name="Graphic 48">
              <a:extLst>
                <a:ext uri="{FF2B5EF4-FFF2-40B4-BE49-F238E27FC236}">
                  <a16:creationId xmlns:a16="http://schemas.microsoft.com/office/drawing/2014/main" id="{86E00D4D-CE5E-9A07-A0F1-C5616B0534F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8509" y="2200492"/>
              <a:ext cx="258158" cy="258158"/>
            </a:xfrm>
            <a:prstGeom prst="rect">
              <a:avLst/>
            </a:prstGeom>
            <a:effectLst>
              <a:outerShdw blurRad="63500" dist="63500" dir="2700000" algn="ctr" rotWithShape="0">
                <a:schemeClr val="bg1">
                  <a:alpha val="20000"/>
                </a:schemeClr>
              </a:outerShdw>
            </a:effectLst>
          </p:spPr>
        </p:pic>
      </p:grpSp>
      <p:sp>
        <p:nvSpPr>
          <p:cNvPr id="53" name="TextBox 52">
            <a:extLst>
              <a:ext uri="{FF2B5EF4-FFF2-40B4-BE49-F238E27FC236}">
                <a16:creationId xmlns:a16="http://schemas.microsoft.com/office/drawing/2014/main" id="{84531D9D-7935-FF0D-32A8-F0A7796F4F34}"/>
              </a:ext>
            </a:extLst>
          </p:cNvPr>
          <p:cNvSpPr txBox="1"/>
          <p:nvPr/>
        </p:nvSpPr>
        <p:spPr>
          <a:xfrm>
            <a:off x="3504008" y="4746238"/>
            <a:ext cx="1664822"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a:ea typeface="+mn-ea"/>
                <a:cs typeface="+mn-cs"/>
              </a:rPr>
              <a:t>Everyone in the organization can access the site’s content</a:t>
            </a:r>
          </a:p>
        </p:txBody>
      </p:sp>
      <p:grpSp>
        <p:nvGrpSpPr>
          <p:cNvPr id="58" name="Group 57" descr="plus">
            <a:extLst>
              <a:ext uri="{FF2B5EF4-FFF2-40B4-BE49-F238E27FC236}">
                <a16:creationId xmlns:a16="http://schemas.microsoft.com/office/drawing/2014/main" id="{0A802996-804D-1494-4E30-A2BB5266FC33}"/>
              </a:ext>
            </a:extLst>
          </p:cNvPr>
          <p:cNvGrpSpPr/>
          <p:nvPr/>
        </p:nvGrpSpPr>
        <p:grpSpPr>
          <a:xfrm>
            <a:off x="5438378" y="5045049"/>
            <a:ext cx="479596" cy="479596"/>
            <a:chOff x="5857790" y="2089773"/>
            <a:chExt cx="479596" cy="479596"/>
          </a:xfrm>
        </p:grpSpPr>
        <p:sp>
          <p:nvSpPr>
            <p:cNvPr id="59" name="Oval 58">
              <a:extLst>
                <a:ext uri="{FF2B5EF4-FFF2-40B4-BE49-F238E27FC236}">
                  <a16:creationId xmlns:a16="http://schemas.microsoft.com/office/drawing/2014/main" id="{C298C276-EE6D-4244-E688-58FC29873585}"/>
                </a:ext>
                <a:ext uri="{C183D7F6-B498-43B3-948B-1728B52AA6E4}">
                  <adec:decorative xmlns:adec="http://schemas.microsoft.com/office/drawing/2017/decorative" val="1"/>
                </a:ext>
              </a:extLst>
            </p:cNvPr>
            <p:cNvSpPr/>
            <p:nvPr/>
          </p:nvSpPr>
          <p:spPr bwMode="auto">
            <a:xfrm>
              <a:off x="5857790" y="2089773"/>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60" name="Graphic 59">
              <a:extLst>
                <a:ext uri="{FF2B5EF4-FFF2-40B4-BE49-F238E27FC236}">
                  <a16:creationId xmlns:a16="http://schemas.microsoft.com/office/drawing/2014/main" id="{14DB1AF1-042C-881B-6984-6175E58F8E2B}"/>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8509" y="2200492"/>
              <a:ext cx="258158" cy="258158"/>
            </a:xfrm>
            <a:prstGeom prst="rect">
              <a:avLst/>
            </a:prstGeom>
            <a:effectLst>
              <a:outerShdw blurRad="63500" dist="63500" dir="2700000" algn="ctr" rotWithShape="0">
                <a:schemeClr val="bg1">
                  <a:alpha val="20000"/>
                </a:schemeClr>
              </a:outerShdw>
            </a:effectLst>
          </p:spPr>
        </p:pic>
      </p:grpSp>
      <p:sp>
        <p:nvSpPr>
          <p:cNvPr id="61" name="TextBox 60">
            <a:extLst>
              <a:ext uri="{FF2B5EF4-FFF2-40B4-BE49-F238E27FC236}">
                <a16:creationId xmlns:a16="http://schemas.microsoft.com/office/drawing/2014/main" id="{D530F2CC-050C-7C69-A652-8CF135D99EB5}"/>
              </a:ext>
            </a:extLst>
          </p:cNvPr>
          <p:cNvSpPr txBox="1"/>
          <p:nvPr/>
        </p:nvSpPr>
        <p:spPr>
          <a:xfrm>
            <a:off x="6187522" y="4869349"/>
            <a:ext cx="200494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a:ea typeface="+mn-ea"/>
                <a:cs typeface="+mn-cs"/>
              </a:rPr>
              <a:t>175 unique users accessed the site’s content last week</a:t>
            </a:r>
          </a:p>
        </p:txBody>
      </p:sp>
      <p:grpSp>
        <p:nvGrpSpPr>
          <p:cNvPr id="62" name="Group 61" descr="equal to">
            <a:extLst>
              <a:ext uri="{FF2B5EF4-FFF2-40B4-BE49-F238E27FC236}">
                <a16:creationId xmlns:a16="http://schemas.microsoft.com/office/drawing/2014/main" id="{A4A90B6D-2B85-0429-AC50-ABC8FD53F9EA}"/>
              </a:ext>
            </a:extLst>
          </p:cNvPr>
          <p:cNvGrpSpPr/>
          <p:nvPr/>
        </p:nvGrpSpPr>
        <p:grpSpPr>
          <a:xfrm>
            <a:off x="8462010" y="5045049"/>
            <a:ext cx="479596" cy="479596"/>
            <a:chOff x="8281900" y="5091572"/>
            <a:chExt cx="479596" cy="479596"/>
          </a:xfrm>
        </p:grpSpPr>
        <p:sp>
          <p:nvSpPr>
            <p:cNvPr id="63" name="Oval 62">
              <a:extLst>
                <a:ext uri="{FF2B5EF4-FFF2-40B4-BE49-F238E27FC236}">
                  <a16:creationId xmlns:a16="http://schemas.microsoft.com/office/drawing/2014/main" id="{BA012A4B-1D0A-8594-44EF-016A8CACA2C8}"/>
                </a:ext>
                <a:ext uri="{C183D7F6-B498-43B3-948B-1728B52AA6E4}">
                  <adec:decorative xmlns:adec="http://schemas.microsoft.com/office/drawing/2017/decorative" val="1"/>
                </a:ext>
              </a:extLst>
            </p:cNvPr>
            <p:cNvSpPr/>
            <p:nvPr/>
          </p:nvSpPr>
          <p:spPr bwMode="auto">
            <a:xfrm>
              <a:off x="8281900" y="5091572"/>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64" name="Equals 63">
              <a:extLst>
                <a:ext uri="{FF2B5EF4-FFF2-40B4-BE49-F238E27FC236}">
                  <a16:creationId xmlns:a16="http://schemas.microsoft.com/office/drawing/2014/main" id="{FCA763B7-1686-BCCA-FDE9-5A99FBD4E6BE}"/>
                </a:ext>
              </a:extLst>
            </p:cNvPr>
            <p:cNvSpPr/>
            <p:nvPr/>
          </p:nvSpPr>
          <p:spPr>
            <a:xfrm>
              <a:off x="8358189" y="5245894"/>
              <a:ext cx="327018" cy="170952"/>
            </a:xfrm>
            <a:prstGeom prst="mathEqual">
              <a:avLst>
                <a:gd name="adj1" fmla="val 35390"/>
                <a:gd name="adj2" fmla="val 28493"/>
              </a:avLst>
            </a:prstGeom>
            <a:solidFill>
              <a:schemeClr val="bg1"/>
            </a:solidFill>
            <a:ln w="737" cap="flat">
              <a:noFill/>
              <a:prstDash val="solid"/>
              <a:miter/>
            </a:ln>
            <a:effectLst>
              <a:outerShdw blurRad="63500" dist="63500" dir="2700000" algn="ctr" rotWithShape="0">
                <a:schemeClr val="bg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65" name="Rectangle: Rounded Corners 64">
            <a:extLst>
              <a:ext uri="{FF2B5EF4-FFF2-40B4-BE49-F238E27FC236}">
                <a16:creationId xmlns:a16="http://schemas.microsoft.com/office/drawing/2014/main" id="{EF0F1826-59BB-B391-914E-8D74EB75F7E0}"/>
              </a:ext>
              <a:ext uri="{C183D7F6-B498-43B3-948B-1728B52AA6E4}">
                <adec:decorative xmlns:adec="http://schemas.microsoft.com/office/drawing/2017/decorative" val="0"/>
              </a:ext>
            </a:extLst>
          </p:cNvPr>
          <p:cNvSpPr>
            <a:spLocks/>
          </p:cNvSpPr>
          <p:nvPr/>
        </p:nvSpPr>
        <p:spPr bwMode="auto">
          <a:xfrm>
            <a:off x="9211153" y="4563489"/>
            <a:ext cx="2208575" cy="1442717"/>
          </a:xfrm>
          <a:prstGeom prst="roundRect">
            <a:avLst>
              <a:gd name="adj" fmla="val 6893"/>
            </a:avLst>
          </a:prstGeom>
          <a:solidFill>
            <a:srgbClr val="C00000"/>
          </a:soli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n-ea"/>
                <a:cs typeface="+mn-cs"/>
              </a:rPr>
              <a:t>High Risk: Prioritize remediation</a:t>
            </a:r>
          </a:p>
        </p:txBody>
      </p:sp>
    </p:spTree>
    <p:extLst>
      <p:ext uri="{BB962C8B-B14F-4D97-AF65-F5344CB8AC3E}">
        <p14:creationId xmlns:p14="http://schemas.microsoft.com/office/powerpoint/2010/main" val="124406096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ED17F-7DED-645F-BA3D-CE6B2A2C232B}"/>
              </a:ext>
            </a:extLst>
          </p:cNvPr>
          <p:cNvSpPr>
            <a:spLocks noGrp="1"/>
          </p:cNvSpPr>
          <p:nvPr>
            <p:ph type="title"/>
          </p:nvPr>
        </p:nvSpPr>
        <p:spPr>
          <a:xfrm>
            <a:off x="588262" y="497541"/>
            <a:ext cx="11238381" cy="430887"/>
          </a:xfrm>
        </p:spPr>
        <p:txBody>
          <a:bodyPr>
            <a:noAutofit/>
          </a:bodyPr>
          <a:lstStyle/>
          <a:p>
            <a:r>
              <a:rPr lang="en-US"/>
              <a:t>Remediate excessive permissions and apply oversharing protections</a:t>
            </a:r>
          </a:p>
        </p:txBody>
      </p:sp>
      <p:sp>
        <p:nvSpPr>
          <p:cNvPr id="6" name="Rectangle: Rounded Corners 5">
            <a:extLst>
              <a:ext uri="{FF2B5EF4-FFF2-40B4-BE49-F238E27FC236}">
                <a16:creationId xmlns:a16="http://schemas.microsoft.com/office/drawing/2014/main" id="{773833F1-4DFA-A8C4-75EF-37311FA8326E}"/>
              </a:ext>
              <a:ext uri="{C183D7F6-B498-43B3-948B-1728B52AA6E4}">
                <adec:decorative xmlns:adec="http://schemas.microsoft.com/office/drawing/2017/decorative" val="1"/>
              </a:ext>
            </a:extLst>
          </p:cNvPr>
          <p:cNvSpPr>
            <a:spLocks/>
          </p:cNvSpPr>
          <p:nvPr/>
        </p:nvSpPr>
        <p:spPr bwMode="auto">
          <a:xfrm>
            <a:off x="515692" y="1753127"/>
            <a:ext cx="5451057" cy="3928599"/>
          </a:xfrm>
          <a:prstGeom prst="roundRect">
            <a:avLst>
              <a:gd name="adj" fmla="val 35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lIns="182880" tIns="182880" rIns="182880" bIns="182880" rtlCol="0" anchor="t">
            <a:noAutofit/>
          </a:bodyPr>
          <a:lstStyle/>
          <a:p>
            <a:pPr marL="0" marR="0" lvl="0" indent="0" algn="l" defTabSz="932742" rtl="0" eaLnBrk="1" fontAlgn="auto" latinLnBrk="0" hangingPunct="1">
              <a:lnSpc>
                <a:spcPct val="100000"/>
              </a:lnSpc>
              <a:spcBef>
                <a:spcPts val="24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endParaRPr>
          </a:p>
        </p:txBody>
      </p:sp>
      <p:sp>
        <p:nvSpPr>
          <p:cNvPr id="7" name="Rectangle: Rounded Corners 6">
            <a:extLst>
              <a:ext uri="{FF2B5EF4-FFF2-40B4-BE49-F238E27FC236}">
                <a16:creationId xmlns:a16="http://schemas.microsoft.com/office/drawing/2014/main" id="{56CE3EDD-AA10-B7B8-2DCC-E7CB37FF00AA}"/>
              </a:ext>
              <a:ext uri="{C183D7F6-B498-43B3-948B-1728B52AA6E4}">
                <adec:decorative xmlns:adec="http://schemas.microsoft.com/office/drawing/2017/decorative" val="1"/>
              </a:ext>
            </a:extLst>
          </p:cNvPr>
          <p:cNvSpPr>
            <a:spLocks/>
          </p:cNvSpPr>
          <p:nvPr/>
        </p:nvSpPr>
        <p:spPr bwMode="auto">
          <a:xfrm>
            <a:off x="6245641" y="1753127"/>
            <a:ext cx="5451057" cy="3928599"/>
          </a:xfrm>
          <a:prstGeom prst="roundRect">
            <a:avLst>
              <a:gd name="adj" fmla="val 3500"/>
            </a:avLst>
          </a:prstGeom>
          <a:solidFill>
            <a:schemeClr val="bg1"/>
          </a:solidFill>
          <a:ln w="12700" cap="rnd">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lIns="182880" tIns="182880" rIns="182880" bIns="182880" rtlCol="0" anchor="t">
            <a:noAutofit/>
          </a:bodyPr>
          <a:lstStyle/>
          <a:p>
            <a:pPr marL="0" marR="0" lvl="0" indent="0" algn="l" defTabSz="932742" rtl="0" eaLnBrk="1" fontAlgn="auto" latinLnBrk="0" hangingPunct="1">
              <a:lnSpc>
                <a:spcPct val="100000"/>
              </a:lnSpc>
              <a:spcBef>
                <a:spcPts val="24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endParaRPr>
          </a:p>
        </p:txBody>
      </p:sp>
      <p:sp>
        <p:nvSpPr>
          <p:cNvPr id="8" name="Oval 7">
            <a:extLst>
              <a:ext uri="{FF2B5EF4-FFF2-40B4-BE49-F238E27FC236}">
                <a16:creationId xmlns:a16="http://schemas.microsoft.com/office/drawing/2014/main" id="{908DF9E9-1363-5B4A-1CF0-1F5F65FDD54F}"/>
              </a:ext>
              <a:ext uri="{C183D7F6-B498-43B3-948B-1728B52AA6E4}">
                <adec:decorative xmlns:adec="http://schemas.microsoft.com/office/drawing/2017/decorative" val="1"/>
              </a:ext>
            </a:extLst>
          </p:cNvPr>
          <p:cNvSpPr/>
          <p:nvPr/>
        </p:nvSpPr>
        <p:spPr>
          <a:xfrm>
            <a:off x="2799440" y="1265246"/>
            <a:ext cx="883560" cy="88356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 name="Oval 8">
            <a:extLst>
              <a:ext uri="{FF2B5EF4-FFF2-40B4-BE49-F238E27FC236}">
                <a16:creationId xmlns:a16="http://schemas.microsoft.com/office/drawing/2014/main" id="{8AD472D8-EF1E-4DAD-45DA-C2033BD365A6}"/>
              </a:ext>
              <a:ext uri="{C183D7F6-B498-43B3-948B-1728B52AA6E4}">
                <adec:decorative xmlns:adec="http://schemas.microsoft.com/office/drawing/2017/decorative" val="1"/>
              </a:ext>
            </a:extLst>
          </p:cNvPr>
          <p:cNvSpPr/>
          <p:nvPr/>
        </p:nvSpPr>
        <p:spPr>
          <a:xfrm>
            <a:off x="8529389" y="1265246"/>
            <a:ext cx="883560" cy="883560"/>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1" name="Graphic 4" descr="Icon of a launched rocket">
            <a:extLst>
              <a:ext uri="{FF2B5EF4-FFF2-40B4-BE49-F238E27FC236}">
                <a16:creationId xmlns:a16="http://schemas.microsoft.com/office/drawing/2014/main" id="{A9112B48-EAEB-A6A6-BDC2-A800930A4464}"/>
              </a:ext>
            </a:extLst>
          </p:cNvPr>
          <p:cNvSpPr>
            <a:spLocks noChangeAspect="1"/>
          </p:cNvSpPr>
          <p:nvPr/>
        </p:nvSpPr>
        <p:spPr>
          <a:xfrm>
            <a:off x="3030563" y="1496357"/>
            <a:ext cx="421314" cy="421338"/>
          </a:xfrm>
          <a:custGeom>
            <a:avLst/>
            <a:gdLst>
              <a:gd name="connsiteX0" fmla="*/ 209108 w 385026"/>
              <a:gd name="connsiteY0" fmla="*/ 106544 h 385048"/>
              <a:gd name="connsiteX1" fmla="*/ 278507 w 385026"/>
              <a:gd name="connsiteY1" fmla="*/ 106544 h 385048"/>
              <a:gd name="connsiteX2" fmla="*/ 278507 w 385026"/>
              <a:gd name="connsiteY2" fmla="*/ 175944 h 385048"/>
              <a:gd name="connsiteX3" fmla="*/ 209108 w 385026"/>
              <a:gd name="connsiteY3" fmla="*/ 175944 h 385048"/>
              <a:gd name="connsiteX4" fmla="*/ 209108 w 385026"/>
              <a:gd name="connsiteY4" fmla="*/ 106544 h 385048"/>
              <a:gd name="connsiteX5" fmla="*/ 257686 w 385026"/>
              <a:gd name="connsiteY5" fmla="*/ 127364 h 385048"/>
              <a:gd name="connsiteX6" fmla="*/ 229926 w 385026"/>
              <a:gd name="connsiteY6" fmla="*/ 127364 h 385048"/>
              <a:gd name="connsiteX7" fmla="*/ 229926 w 385026"/>
              <a:gd name="connsiteY7" fmla="*/ 155124 h 385048"/>
              <a:gd name="connsiteX8" fmla="*/ 257686 w 385026"/>
              <a:gd name="connsiteY8" fmla="*/ 155124 h 385048"/>
              <a:gd name="connsiteX9" fmla="*/ 257686 w 385026"/>
              <a:gd name="connsiteY9" fmla="*/ 127364 h 385048"/>
              <a:gd name="connsiteX10" fmla="*/ 375002 w 385026"/>
              <a:gd name="connsiteY10" fmla="*/ 45525 h 385048"/>
              <a:gd name="connsiteX11" fmla="*/ 339453 w 385026"/>
              <a:gd name="connsiteY11" fmla="*/ 9991 h 385048"/>
              <a:gd name="connsiteX12" fmla="*/ 326457 w 385026"/>
              <a:gd name="connsiteY12" fmla="*/ 5957 h 385048"/>
              <a:gd name="connsiteX13" fmla="*/ 193495 w 385026"/>
              <a:gd name="connsiteY13" fmla="*/ 38811 h 385048"/>
              <a:gd name="connsiteX14" fmla="*/ 173948 w 385026"/>
              <a:gd name="connsiteY14" fmla="*/ 58359 h 385048"/>
              <a:gd name="connsiteX15" fmla="*/ 84259 w 385026"/>
              <a:gd name="connsiteY15" fmla="*/ 64768 h 385048"/>
              <a:gd name="connsiteX16" fmla="*/ 59869 w 385026"/>
              <a:gd name="connsiteY16" fmla="*/ 89158 h 385048"/>
              <a:gd name="connsiteX17" fmla="*/ 59869 w 385026"/>
              <a:gd name="connsiteY17" fmla="*/ 109978 h 385048"/>
              <a:gd name="connsiteX18" fmla="*/ 91099 w 385026"/>
              <a:gd name="connsiteY18" fmla="*/ 141208 h 385048"/>
              <a:gd name="connsiteX19" fmla="*/ 87569 w 385026"/>
              <a:gd name="connsiteY19" fmla="*/ 144737 h 385048"/>
              <a:gd name="connsiteX20" fmla="*/ 87569 w 385026"/>
              <a:gd name="connsiteY20" fmla="*/ 193317 h 385048"/>
              <a:gd name="connsiteX21" fmla="*/ 97293 w 385026"/>
              <a:gd name="connsiteY21" fmla="*/ 203040 h 385048"/>
              <a:gd name="connsiteX22" fmla="*/ 69899 w 385026"/>
              <a:gd name="connsiteY22" fmla="*/ 218664 h 385048"/>
              <a:gd name="connsiteX23" fmla="*/ 62602 w 385026"/>
              <a:gd name="connsiteY23" fmla="*/ 229492 h 385048"/>
              <a:gd name="connsiteX24" fmla="*/ 66783 w 385026"/>
              <a:gd name="connsiteY24" fmla="*/ 241862 h 385048"/>
              <a:gd name="connsiteX25" fmla="*/ 143123 w 385026"/>
              <a:gd name="connsiteY25" fmla="*/ 318202 h 385048"/>
              <a:gd name="connsiteX26" fmla="*/ 155483 w 385026"/>
              <a:gd name="connsiteY26" fmla="*/ 322385 h 385048"/>
              <a:gd name="connsiteX27" fmla="*/ 166312 w 385026"/>
              <a:gd name="connsiteY27" fmla="*/ 315103 h 385048"/>
              <a:gd name="connsiteX28" fmla="*/ 181974 w 385026"/>
              <a:gd name="connsiteY28" fmla="*/ 287722 h 385048"/>
              <a:gd name="connsiteX29" fmla="*/ 191734 w 385026"/>
              <a:gd name="connsiteY29" fmla="*/ 297479 h 385048"/>
              <a:gd name="connsiteX30" fmla="*/ 240312 w 385026"/>
              <a:gd name="connsiteY30" fmla="*/ 297479 h 385048"/>
              <a:gd name="connsiteX31" fmla="*/ 243783 w 385026"/>
              <a:gd name="connsiteY31" fmla="*/ 294011 h 385048"/>
              <a:gd name="connsiteX32" fmla="*/ 274985 w 385026"/>
              <a:gd name="connsiteY32" fmla="*/ 325214 h 385048"/>
              <a:gd name="connsiteX33" fmla="*/ 295806 w 385026"/>
              <a:gd name="connsiteY33" fmla="*/ 325214 h 385048"/>
              <a:gd name="connsiteX34" fmla="*/ 320195 w 385026"/>
              <a:gd name="connsiteY34" fmla="*/ 300822 h 385048"/>
              <a:gd name="connsiteX35" fmla="*/ 326628 w 385026"/>
              <a:gd name="connsiteY35" fmla="*/ 211166 h 385048"/>
              <a:gd name="connsiteX36" fmla="*/ 346215 w 385026"/>
              <a:gd name="connsiteY36" fmla="*/ 191576 h 385048"/>
              <a:gd name="connsiteX37" fmla="*/ 379053 w 385026"/>
              <a:gd name="connsiteY37" fmla="*/ 58564 h 385048"/>
              <a:gd name="connsiteX38" fmla="*/ 375002 w 385026"/>
              <a:gd name="connsiteY38" fmla="*/ 45525 h 385048"/>
              <a:gd name="connsiteX39" fmla="*/ 330726 w 385026"/>
              <a:gd name="connsiteY39" fmla="*/ 38111 h 385048"/>
              <a:gd name="connsiteX40" fmla="*/ 346885 w 385026"/>
              <a:gd name="connsiteY40" fmla="*/ 54263 h 385048"/>
              <a:gd name="connsiteX41" fmla="*/ 350936 w 385026"/>
              <a:gd name="connsiteY41" fmla="*/ 67303 h 385048"/>
              <a:gd name="connsiteX42" fmla="*/ 325397 w 385026"/>
              <a:gd name="connsiteY42" fmla="*/ 170757 h 385048"/>
              <a:gd name="connsiteX43" fmla="*/ 219493 w 385026"/>
              <a:gd name="connsiteY43" fmla="*/ 276661 h 385048"/>
              <a:gd name="connsiteX44" fmla="*/ 212553 w 385026"/>
              <a:gd name="connsiteY44" fmla="*/ 276661 h 385048"/>
              <a:gd name="connsiteX45" fmla="*/ 108389 w 385026"/>
              <a:gd name="connsiteY45" fmla="*/ 172497 h 385048"/>
              <a:gd name="connsiteX46" fmla="*/ 108389 w 385026"/>
              <a:gd name="connsiteY46" fmla="*/ 165558 h 385048"/>
              <a:gd name="connsiteX47" fmla="*/ 214315 w 385026"/>
              <a:gd name="connsiteY47" fmla="*/ 59631 h 385048"/>
              <a:gd name="connsiteX48" fmla="*/ 317730 w 385026"/>
              <a:gd name="connsiteY48" fmla="*/ 34078 h 385048"/>
              <a:gd name="connsiteX49" fmla="*/ 330726 w 385026"/>
              <a:gd name="connsiteY49" fmla="*/ 38111 h 385048"/>
              <a:gd name="connsiteX50" fmla="*/ 305426 w 385026"/>
              <a:gd name="connsiteY50" fmla="*/ 232368 h 385048"/>
              <a:gd name="connsiteX51" fmla="*/ 299374 w 385026"/>
              <a:gd name="connsiteY51" fmla="*/ 280004 h 385048"/>
              <a:gd name="connsiteX52" fmla="*/ 285394 w 385026"/>
              <a:gd name="connsiteY52" fmla="*/ 293983 h 385048"/>
              <a:gd name="connsiteX53" fmla="*/ 264603 w 385026"/>
              <a:gd name="connsiteY53" fmla="*/ 273190 h 385048"/>
              <a:gd name="connsiteX54" fmla="*/ 305426 w 385026"/>
              <a:gd name="connsiteY54" fmla="*/ 232368 h 385048"/>
              <a:gd name="connsiteX55" fmla="*/ 105079 w 385026"/>
              <a:gd name="connsiteY55" fmla="*/ 85588 h 385048"/>
              <a:gd name="connsiteX56" fmla="*/ 152748 w 385026"/>
              <a:gd name="connsiteY56" fmla="*/ 79558 h 385048"/>
              <a:gd name="connsiteX57" fmla="*/ 111919 w 385026"/>
              <a:gd name="connsiteY57" fmla="*/ 120388 h 385048"/>
              <a:gd name="connsiteX58" fmla="*/ 91099 w 385026"/>
              <a:gd name="connsiteY58" fmla="*/ 99568 h 385048"/>
              <a:gd name="connsiteX59" fmla="*/ 105079 w 385026"/>
              <a:gd name="connsiteY59" fmla="*/ 85588 h 385048"/>
              <a:gd name="connsiteX60" fmla="*/ 160396 w 385026"/>
              <a:gd name="connsiteY60" fmla="*/ 266143 h 385048"/>
              <a:gd name="connsiteX61" fmla="*/ 150320 w 385026"/>
              <a:gd name="connsiteY61" fmla="*/ 283759 h 385048"/>
              <a:gd name="connsiteX62" fmla="*/ 101243 w 385026"/>
              <a:gd name="connsiteY62" fmla="*/ 234684 h 385048"/>
              <a:gd name="connsiteX63" fmla="*/ 118878 w 385026"/>
              <a:gd name="connsiteY63" fmla="*/ 224626 h 385048"/>
              <a:gd name="connsiteX64" fmla="*/ 160396 w 385026"/>
              <a:gd name="connsiteY64" fmla="*/ 266143 h 385048"/>
              <a:gd name="connsiteX65" fmla="*/ 84122 w 385026"/>
              <a:gd name="connsiteY65" fmla="*/ 321747 h 385048"/>
              <a:gd name="connsiteX66" fmla="*/ 84122 w 385026"/>
              <a:gd name="connsiteY66" fmla="*/ 300926 h 385048"/>
              <a:gd name="connsiteX67" fmla="*/ 63302 w 385026"/>
              <a:gd name="connsiteY67" fmla="*/ 300926 h 385048"/>
              <a:gd name="connsiteX68" fmla="*/ 14723 w 385026"/>
              <a:gd name="connsiteY68" fmla="*/ 349507 h 385048"/>
              <a:gd name="connsiteX69" fmla="*/ 14723 w 385026"/>
              <a:gd name="connsiteY69" fmla="*/ 370327 h 385048"/>
              <a:gd name="connsiteX70" fmla="*/ 35542 w 385026"/>
              <a:gd name="connsiteY70" fmla="*/ 370327 h 385048"/>
              <a:gd name="connsiteX71" fmla="*/ 84122 w 385026"/>
              <a:gd name="connsiteY71" fmla="*/ 321747 h 385048"/>
              <a:gd name="connsiteX72" fmla="*/ 45952 w 385026"/>
              <a:gd name="connsiteY72" fmla="*/ 262757 h 385048"/>
              <a:gd name="connsiteX73" fmla="*/ 45952 w 385026"/>
              <a:gd name="connsiteY73" fmla="*/ 283578 h 385048"/>
              <a:gd name="connsiteX74" fmla="*/ 25132 w 385026"/>
              <a:gd name="connsiteY74" fmla="*/ 304397 h 385048"/>
              <a:gd name="connsiteX75" fmla="*/ 4312 w 385026"/>
              <a:gd name="connsiteY75" fmla="*/ 304397 h 385048"/>
              <a:gd name="connsiteX76" fmla="*/ 4312 w 385026"/>
              <a:gd name="connsiteY76" fmla="*/ 283578 h 385048"/>
              <a:gd name="connsiteX77" fmla="*/ 25132 w 385026"/>
              <a:gd name="connsiteY77" fmla="*/ 262757 h 385048"/>
              <a:gd name="connsiteX78" fmla="*/ 45952 w 385026"/>
              <a:gd name="connsiteY78" fmla="*/ 262757 h 385048"/>
              <a:gd name="connsiteX79" fmla="*/ 122252 w 385026"/>
              <a:gd name="connsiteY79" fmla="*/ 359957 h 385048"/>
              <a:gd name="connsiteX80" fmla="*/ 122252 w 385026"/>
              <a:gd name="connsiteY80" fmla="*/ 339138 h 385048"/>
              <a:gd name="connsiteX81" fmla="*/ 101432 w 385026"/>
              <a:gd name="connsiteY81" fmla="*/ 339138 h 385048"/>
              <a:gd name="connsiteX82" fmla="*/ 80653 w 385026"/>
              <a:gd name="connsiteY82" fmla="*/ 359916 h 385048"/>
              <a:gd name="connsiteX83" fmla="*/ 80653 w 385026"/>
              <a:gd name="connsiteY83" fmla="*/ 380737 h 385048"/>
              <a:gd name="connsiteX84" fmla="*/ 101473 w 385026"/>
              <a:gd name="connsiteY84" fmla="*/ 380737 h 385048"/>
              <a:gd name="connsiteX85" fmla="*/ 122252 w 385026"/>
              <a:gd name="connsiteY85" fmla="*/ 359957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85026" h="385048">
                <a:moveTo>
                  <a:pt x="209108" y="106544"/>
                </a:moveTo>
                <a:cubicBezTo>
                  <a:pt x="228272" y="87380"/>
                  <a:pt x="259343" y="87380"/>
                  <a:pt x="278507" y="106544"/>
                </a:cubicBezTo>
                <a:cubicBezTo>
                  <a:pt x="297671" y="125708"/>
                  <a:pt x="297671" y="156779"/>
                  <a:pt x="278507" y="175944"/>
                </a:cubicBezTo>
                <a:cubicBezTo>
                  <a:pt x="259343" y="195107"/>
                  <a:pt x="228272" y="195107"/>
                  <a:pt x="209108" y="175944"/>
                </a:cubicBezTo>
                <a:cubicBezTo>
                  <a:pt x="189944" y="156779"/>
                  <a:pt x="189944" y="125708"/>
                  <a:pt x="209108" y="106544"/>
                </a:cubicBezTo>
                <a:close/>
                <a:moveTo>
                  <a:pt x="257686" y="127364"/>
                </a:moveTo>
                <a:cubicBezTo>
                  <a:pt x="250021" y="119698"/>
                  <a:pt x="237594" y="119698"/>
                  <a:pt x="229926" y="127364"/>
                </a:cubicBezTo>
                <a:cubicBezTo>
                  <a:pt x="222261" y="135029"/>
                  <a:pt x="222261" y="147458"/>
                  <a:pt x="229926" y="155124"/>
                </a:cubicBezTo>
                <a:cubicBezTo>
                  <a:pt x="237594" y="162790"/>
                  <a:pt x="250021" y="162790"/>
                  <a:pt x="257686" y="155124"/>
                </a:cubicBezTo>
                <a:cubicBezTo>
                  <a:pt x="265353" y="147458"/>
                  <a:pt x="265353" y="135029"/>
                  <a:pt x="257686" y="127364"/>
                </a:cubicBezTo>
                <a:close/>
                <a:moveTo>
                  <a:pt x="375002" y="45525"/>
                </a:moveTo>
                <a:cubicBezTo>
                  <a:pt x="369725" y="28549"/>
                  <a:pt x="356430" y="15260"/>
                  <a:pt x="339453" y="9991"/>
                </a:cubicBezTo>
                <a:lnTo>
                  <a:pt x="326457" y="5957"/>
                </a:lnTo>
                <a:cubicBezTo>
                  <a:pt x="279474" y="-8624"/>
                  <a:pt x="228281" y="4026"/>
                  <a:pt x="193495" y="38811"/>
                </a:cubicBezTo>
                <a:lnTo>
                  <a:pt x="173948" y="58359"/>
                </a:lnTo>
                <a:cubicBezTo>
                  <a:pt x="147060" y="38168"/>
                  <a:pt x="108723" y="40304"/>
                  <a:pt x="84259" y="64768"/>
                </a:cubicBezTo>
                <a:lnTo>
                  <a:pt x="59869" y="89158"/>
                </a:lnTo>
                <a:cubicBezTo>
                  <a:pt x="54120" y="94907"/>
                  <a:pt x="54120" y="104229"/>
                  <a:pt x="59869" y="109978"/>
                </a:cubicBezTo>
                <a:lnTo>
                  <a:pt x="91099" y="141208"/>
                </a:lnTo>
                <a:lnTo>
                  <a:pt x="87569" y="144737"/>
                </a:lnTo>
                <a:cubicBezTo>
                  <a:pt x="74154" y="158152"/>
                  <a:pt x="74154" y="179903"/>
                  <a:pt x="87569" y="193317"/>
                </a:cubicBezTo>
                <a:lnTo>
                  <a:pt x="97293" y="203040"/>
                </a:lnTo>
                <a:lnTo>
                  <a:pt x="69899" y="218664"/>
                </a:lnTo>
                <a:cubicBezTo>
                  <a:pt x="65911" y="220937"/>
                  <a:pt x="63213" y="224942"/>
                  <a:pt x="62602" y="229492"/>
                </a:cubicBezTo>
                <a:cubicBezTo>
                  <a:pt x="61991" y="234042"/>
                  <a:pt x="63537" y="238615"/>
                  <a:pt x="66783" y="241862"/>
                </a:cubicBezTo>
                <a:lnTo>
                  <a:pt x="143123" y="318202"/>
                </a:lnTo>
                <a:cubicBezTo>
                  <a:pt x="146366" y="321445"/>
                  <a:pt x="150937" y="322991"/>
                  <a:pt x="155483" y="322385"/>
                </a:cubicBezTo>
                <a:cubicBezTo>
                  <a:pt x="160031" y="321776"/>
                  <a:pt x="164033" y="319083"/>
                  <a:pt x="166312" y="315103"/>
                </a:cubicBezTo>
                <a:lnTo>
                  <a:pt x="181974" y="287722"/>
                </a:lnTo>
                <a:lnTo>
                  <a:pt x="191734" y="297479"/>
                </a:lnTo>
                <a:cubicBezTo>
                  <a:pt x="205148" y="310896"/>
                  <a:pt x="226898" y="310896"/>
                  <a:pt x="240312" y="297479"/>
                </a:cubicBezTo>
                <a:lnTo>
                  <a:pt x="243783" y="294011"/>
                </a:lnTo>
                <a:lnTo>
                  <a:pt x="274985" y="325214"/>
                </a:lnTo>
                <a:cubicBezTo>
                  <a:pt x="280734" y="330961"/>
                  <a:pt x="290056" y="330961"/>
                  <a:pt x="295806" y="325214"/>
                </a:cubicBezTo>
                <a:lnTo>
                  <a:pt x="320195" y="300822"/>
                </a:lnTo>
                <a:cubicBezTo>
                  <a:pt x="344649" y="276368"/>
                  <a:pt x="346794" y="238050"/>
                  <a:pt x="326628" y="211166"/>
                </a:cubicBezTo>
                <a:lnTo>
                  <a:pt x="346215" y="191576"/>
                </a:lnTo>
                <a:cubicBezTo>
                  <a:pt x="381014" y="156778"/>
                  <a:pt x="393659" y="105560"/>
                  <a:pt x="379053" y="58564"/>
                </a:cubicBezTo>
                <a:lnTo>
                  <a:pt x="375002" y="45525"/>
                </a:lnTo>
                <a:close/>
                <a:moveTo>
                  <a:pt x="330726" y="38111"/>
                </a:moveTo>
                <a:cubicBezTo>
                  <a:pt x="338442" y="40506"/>
                  <a:pt x="344486" y="46547"/>
                  <a:pt x="346885" y="54263"/>
                </a:cubicBezTo>
                <a:lnTo>
                  <a:pt x="350936" y="67303"/>
                </a:lnTo>
                <a:cubicBezTo>
                  <a:pt x="362296" y="103855"/>
                  <a:pt x="352461" y="143692"/>
                  <a:pt x="325397" y="170757"/>
                </a:cubicBezTo>
                <a:lnTo>
                  <a:pt x="219493" y="276661"/>
                </a:lnTo>
                <a:cubicBezTo>
                  <a:pt x="217576" y="278577"/>
                  <a:pt x="214468" y="278577"/>
                  <a:pt x="212553" y="276661"/>
                </a:cubicBezTo>
                <a:lnTo>
                  <a:pt x="108389" y="172497"/>
                </a:lnTo>
                <a:cubicBezTo>
                  <a:pt x="106473" y="170581"/>
                  <a:pt x="106473" y="167474"/>
                  <a:pt x="108389" y="165558"/>
                </a:cubicBezTo>
                <a:lnTo>
                  <a:pt x="214315" y="59631"/>
                </a:lnTo>
                <a:cubicBezTo>
                  <a:pt x="241370" y="32576"/>
                  <a:pt x="281188" y="22737"/>
                  <a:pt x="317730" y="34078"/>
                </a:cubicBezTo>
                <a:lnTo>
                  <a:pt x="330726" y="38111"/>
                </a:lnTo>
                <a:close/>
                <a:moveTo>
                  <a:pt x="305426" y="232368"/>
                </a:moveTo>
                <a:cubicBezTo>
                  <a:pt x="314308" y="247398"/>
                  <a:pt x="312292" y="267086"/>
                  <a:pt x="299374" y="280004"/>
                </a:cubicBezTo>
                <a:lnTo>
                  <a:pt x="285394" y="293983"/>
                </a:lnTo>
                <a:lnTo>
                  <a:pt x="264603" y="273190"/>
                </a:lnTo>
                <a:lnTo>
                  <a:pt x="305426" y="232368"/>
                </a:lnTo>
                <a:close/>
                <a:moveTo>
                  <a:pt x="105079" y="85588"/>
                </a:moveTo>
                <a:cubicBezTo>
                  <a:pt x="118005" y="72662"/>
                  <a:pt x="137713" y="70652"/>
                  <a:pt x="152748" y="79558"/>
                </a:cubicBezTo>
                <a:lnTo>
                  <a:pt x="111919" y="120388"/>
                </a:lnTo>
                <a:lnTo>
                  <a:pt x="91099" y="99568"/>
                </a:lnTo>
                <a:lnTo>
                  <a:pt x="105079" y="85588"/>
                </a:lnTo>
                <a:close/>
                <a:moveTo>
                  <a:pt x="160396" y="266143"/>
                </a:moveTo>
                <a:lnTo>
                  <a:pt x="150320" y="283759"/>
                </a:lnTo>
                <a:lnTo>
                  <a:pt x="101243" y="234684"/>
                </a:lnTo>
                <a:lnTo>
                  <a:pt x="118878" y="224626"/>
                </a:lnTo>
                <a:lnTo>
                  <a:pt x="160396" y="266143"/>
                </a:lnTo>
                <a:close/>
                <a:moveTo>
                  <a:pt x="84122" y="321747"/>
                </a:moveTo>
                <a:cubicBezTo>
                  <a:pt x="89871" y="315998"/>
                  <a:pt x="89871" y="306676"/>
                  <a:pt x="84122" y="300926"/>
                </a:cubicBezTo>
                <a:cubicBezTo>
                  <a:pt x="78373" y="295177"/>
                  <a:pt x="69052" y="295177"/>
                  <a:pt x="63302" y="300926"/>
                </a:cubicBezTo>
                <a:lnTo>
                  <a:pt x="14723" y="349507"/>
                </a:lnTo>
                <a:cubicBezTo>
                  <a:pt x="8973" y="355256"/>
                  <a:pt x="8973" y="364578"/>
                  <a:pt x="14723" y="370327"/>
                </a:cubicBezTo>
                <a:cubicBezTo>
                  <a:pt x="20472" y="376077"/>
                  <a:pt x="29793" y="376077"/>
                  <a:pt x="35542" y="370327"/>
                </a:cubicBezTo>
                <a:lnTo>
                  <a:pt x="84122" y="321747"/>
                </a:lnTo>
                <a:close/>
                <a:moveTo>
                  <a:pt x="45952" y="262757"/>
                </a:moveTo>
                <a:cubicBezTo>
                  <a:pt x="51701" y="268507"/>
                  <a:pt x="51701" y="277829"/>
                  <a:pt x="45952" y="283578"/>
                </a:cubicBezTo>
                <a:lnTo>
                  <a:pt x="25132" y="304397"/>
                </a:lnTo>
                <a:cubicBezTo>
                  <a:pt x="19383" y="310146"/>
                  <a:pt x="10061" y="310146"/>
                  <a:pt x="4312" y="304397"/>
                </a:cubicBezTo>
                <a:cubicBezTo>
                  <a:pt x="-1437" y="298647"/>
                  <a:pt x="-1437" y="289326"/>
                  <a:pt x="4312" y="283578"/>
                </a:cubicBezTo>
                <a:lnTo>
                  <a:pt x="25132" y="262757"/>
                </a:lnTo>
                <a:cubicBezTo>
                  <a:pt x="30881" y="257008"/>
                  <a:pt x="40202" y="257008"/>
                  <a:pt x="45952" y="262757"/>
                </a:cubicBezTo>
                <a:close/>
                <a:moveTo>
                  <a:pt x="122252" y="359957"/>
                </a:moveTo>
                <a:cubicBezTo>
                  <a:pt x="128001" y="354208"/>
                  <a:pt x="128001" y="344888"/>
                  <a:pt x="122252" y="339138"/>
                </a:cubicBezTo>
                <a:cubicBezTo>
                  <a:pt x="116503" y="333389"/>
                  <a:pt x="107182" y="333389"/>
                  <a:pt x="101432" y="339138"/>
                </a:cubicBezTo>
                <a:lnTo>
                  <a:pt x="80653" y="359916"/>
                </a:lnTo>
                <a:cubicBezTo>
                  <a:pt x="74904" y="365665"/>
                  <a:pt x="74904" y="374987"/>
                  <a:pt x="80653" y="380737"/>
                </a:cubicBezTo>
                <a:cubicBezTo>
                  <a:pt x="86402" y="386486"/>
                  <a:pt x="95723" y="386486"/>
                  <a:pt x="101473" y="380737"/>
                </a:cubicBezTo>
                <a:lnTo>
                  <a:pt x="122252" y="359957"/>
                </a:lnTo>
                <a:close/>
              </a:path>
            </a:pathLst>
          </a:custGeom>
          <a:gradFill flip="none" rotWithShape="1">
            <a:gsLst>
              <a:gs pos="0">
                <a:srgbClr val="F65567"/>
              </a:gs>
              <a:gs pos="32000">
                <a:srgbClr val="AC35AF"/>
              </a:gs>
              <a:gs pos="68000">
                <a:srgbClr val="0A6BBA"/>
              </a:gs>
              <a:gs pos="100000">
                <a:srgbClr val="318581"/>
              </a:gs>
            </a:gsLst>
            <a:lin ang="1080000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3" name="TextBox 12">
            <a:extLst>
              <a:ext uri="{FF2B5EF4-FFF2-40B4-BE49-F238E27FC236}">
                <a16:creationId xmlns:a16="http://schemas.microsoft.com/office/drawing/2014/main" id="{3132B1AD-45DB-F3FC-6E63-C231AA01AB72}"/>
              </a:ext>
            </a:extLst>
          </p:cNvPr>
          <p:cNvSpPr txBox="1">
            <a:spLocks/>
          </p:cNvSpPr>
          <p:nvPr/>
        </p:nvSpPr>
        <p:spPr>
          <a:xfrm>
            <a:off x="738187" y="2358449"/>
            <a:ext cx="5006065" cy="530860"/>
          </a:xfrm>
          <a:prstGeom prst="roundRect">
            <a:avLst>
              <a:gd name="adj" fmla="val 50000"/>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0" tIns="25718" rIns="146957" bIns="27432" rtlCol="0" anchor="ctr">
            <a:noAutofit/>
          </a:bodyPr>
          <a:lstStyle>
            <a:defPPr>
              <a:defRPr lang="en-US"/>
            </a:defPPr>
            <a:lvl1pPr algn="ctr" defTabSz="2275850" fontAlgn="base">
              <a:spcBef>
                <a:spcPts val="1800"/>
              </a:spcBef>
              <a:spcAft>
                <a:spcPts val="1800"/>
              </a:spcAft>
              <a:tabLst>
                <a:tab pos="3701239" algn="l"/>
              </a:tabLst>
              <a:defRPr>
                <a:ln w="3175">
                  <a:noFill/>
                </a:ln>
                <a:gradFill>
                  <a:gsLst>
                    <a:gs pos="53147">
                      <a:srgbClr val="FFFFFF"/>
                    </a:gs>
                    <a:gs pos="28000">
                      <a:srgbClr val="FFFFFF"/>
                    </a:gs>
                  </a:gsLst>
                  <a:path path="circle">
                    <a:fillToRect l="100000" b="100000"/>
                  </a:path>
                </a:gradFill>
                <a:latin typeface="Segoe UI Semibold"/>
                <a:cs typeface="Segoe UI" pitchFamily="34" charset="0"/>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n-ea"/>
                <a:cs typeface="Segoe UI" pitchFamily="34" charset="0"/>
              </a:rPr>
              <a:t>Prepare</a:t>
            </a:r>
          </a:p>
        </p:txBody>
      </p:sp>
      <p:sp>
        <p:nvSpPr>
          <p:cNvPr id="14" name="TextBox 13">
            <a:extLst>
              <a:ext uri="{FF2B5EF4-FFF2-40B4-BE49-F238E27FC236}">
                <a16:creationId xmlns:a16="http://schemas.microsoft.com/office/drawing/2014/main" id="{DC1A0ACE-1080-315E-9AC6-6C73D830CEA4}"/>
              </a:ext>
            </a:extLst>
          </p:cNvPr>
          <p:cNvSpPr txBox="1"/>
          <p:nvPr/>
        </p:nvSpPr>
        <p:spPr>
          <a:xfrm>
            <a:off x="738188" y="3098952"/>
            <a:ext cx="5006065" cy="260584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168275" indent="-168275">
              <a:buFont typeface="Arial" panose="020B0604020202020204" pitchFamily="34" charset="0"/>
              <a:buChar char="•"/>
              <a:defRPr sz="1400">
                <a:cs typeface="Segoe UI"/>
              </a:defRPr>
            </a:lvl1pPr>
          </a:lstStyle>
          <a:p>
            <a:pPr marL="0"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a:rPr>
              <a:t>Fix existing oversharing risks</a:t>
            </a:r>
          </a:p>
          <a:p>
            <a:pPr marL="222250" marR="0" lvl="0" indent="-2222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Restrict user and/or Copilot + Agent access to risky sites while remediating identified oversharing risks</a:t>
            </a:r>
          </a:p>
          <a:p>
            <a:pPr marL="222250" marR="0" lvl="0" indent="-2222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Act on policy suggestions to mitigate oversharing risks</a:t>
            </a:r>
          </a:p>
          <a:p>
            <a:pPr marL="222250" marR="0" lvl="0" indent="-2222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Prevent Copilot + Agents from processing certain sensitive files and from using them in responses if required</a:t>
            </a:r>
          </a:p>
          <a:p>
            <a:pPr marL="222250" marR="0" lvl="0" indent="-2222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Remove organization-wide site access as needed</a:t>
            </a:r>
          </a:p>
        </p:txBody>
      </p:sp>
      <p:sp>
        <p:nvSpPr>
          <p:cNvPr id="15" name="Graphic 25" descr="Icon of a Wrench">
            <a:extLst>
              <a:ext uri="{FF2B5EF4-FFF2-40B4-BE49-F238E27FC236}">
                <a16:creationId xmlns:a16="http://schemas.microsoft.com/office/drawing/2014/main" id="{3719FC03-0209-FAC0-C476-E5DEECE3089A}"/>
              </a:ext>
            </a:extLst>
          </p:cNvPr>
          <p:cNvSpPr/>
          <p:nvPr/>
        </p:nvSpPr>
        <p:spPr>
          <a:xfrm>
            <a:off x="8784048" y="1518088"/>
            <a:ext cx="374240" cy="377876"/>
          </a:xfrm>
          <a:custGeom>
            <a:avLst/>
            <a:gdLst>
              <a:gd name="connsiteX0" fmla="*/ 114410 w 274951"/>
              <a:gd name="connsiteY0" fmla="*/ 80256 h 277625"/>
              <a:gd name="connsiteX1" fmla="*/ 194646 w 274951"/>
              <a:gd name="connsiteY1" fmla="*/ 0 h 277625"/>
              <a:gd name="connsiteX2" fmla="*/ 231359 w 274951"/>
              <a:gd name="connsiteY2" fmla="*/ 8886 h 277625"/>
              <a:gd name="connsiteX3" fmla="*/ 235857 w 274951"/>
              <a:gd name="connsiteY3" fmla="*/ 22988 h 277625"/>
              <a:gd name="connsiteX4" fmla="*/ 233955 w 274951"/>
              <a:gd name="connsiteY4" fmla="*/ 25591 h 277625"/>
              <a:gd name="connsiteX5" fmla="*/ 195367 w 274951"/>
              <a:gd name="connsiteY5" fmla="*/ 64193 h 277625"/>
              <a:gd name="connsiteX6" fmla="*/ 210160 w 274951"/>
              <a:gd name="connsiteY6" fmla="*/ 78986 h 277625"/>
              <a:gd name="connsiteX7" fmla="*/ 248943 w 274951"/>
              <a:gd name="connsiteY7" fmla="*/ 40217 h 277625"/>
              <a:gd name="connsiteX8" fmla="*/ 263746 w 274951"/>
              <a:gd name="connsiteY8" fmla="*/ 40216 h 277625"/>
              <a:gd name="connsiteX9" fmla="*/ 265593 w 274951"/>
              <a:gd name="connsiteY9" fmla="*/ 42715 h 277625"/>
              <a:gd name="connsiteX10" fmla="*/ 232268 w 274951"/>
              <a:gd name="connsiteY10" fmla="*/ 151195 h 277625"/>
              <a:gd name="connsiteX11" fmla="*/ 175969 w 274951"/>
              <a:gd name="connsiteY11" fmla="*/ 158324 h 277625"/>
              <a:gd name="connsiteX12" fmla="*/ 73185 w 274951"/>
              <a:gd name="connsiteY12" fmla="*/ 264639 h 277625"/>
              <a:gd name="connsiteX13" fmla="*/ 12987 w 274951"/>
              <a:gd name="connsiteY13" fmla="*/ 265665 h 277625"/>
              <a:gd name="connsiteX14" fmla="*/ 11961 w 274951"/>
              <a:gd name="connsiteY14" fmla="*/ 205467 h 277625"/>
              <a:gd name="connsiteX15" fmla="*/ 116280 w 274951"/>
              <a:gd name="connsiteY15" fmla="*/ 97533 h 277625"/>
              <a:gd name="connsiteX16" fmla="*/ 114410 w 274951"/>
              <a:gd name="connsiteY16" fmla="*/ 80256 h 277625"/>
              <a:gd name="connsiteX17" fmla="*/ 194656 w 274951"/>
              <a:gd name="connsiteY17" fmla="*/ 20944 h 277625"/>
              <a:gd name="connsiteX18" fmla="*/ 135321 w 274951"/>
              <a:gd name="connsiteY18" fmla="*/ 80233 h 277625"/>
              <a:gd name="connsiteX19" fmla="*/ 137897 w 274951"/>
              <a:gd name="connsiteY19" fmla="*/ 97547 h 277625"/>
              <a:gd name="connsiteX20" fmla="*/ 135413 w 274951"/>
              <a:gd name="connsiteY20" fmla="*/ 107874 h 277625"/>
              <a:gd name="connsiteX21" fmla="*/ 27005 w 274951"/>
              <a:gd name="connsiteY21" fmla="*/ 220008 h 277625"/>
              <a:gd name="connsiteX22" fmla="*/ 27521 w 274951"/>
              <a:gd name="connsiteY22" fmla="*/ 250613 h 277625"/>
              <a:gd name="connsiteX23" fmla="*/ 58126 w 274951"/>
              <a:gd name="connsiteY23" fmla="*/ 250097 h 277625"/>
              <a:gd name="connsiteX24" fmla="*/ 165251 w 274951"/>
              <a:gd name="connsiteY24" fmla="*/ 139274 h 277625"/>
              <a:gd name="connsiteX25" fmla="*/ 176066 w 274951"/>
              <a:gd name="connsiteY25" fmla="*/ 136609 h 277625"/>
              <a:gd name="connsiteX26" fmla="*/ 250999 w 274951"/>
              <a:gd name="connsiteY26" fmla="*/ 98913 h 277625"/>
              <a:gd name="connsiteX27" fmla="*/ 252349 w 274951"/>
              <a:gd name="connsiteY27" fmla="*/ 66412 h 277625"/>
              <a:gd name="connsiteX28" fmla="*/ 217571 w 274951"/>
              <a:gd name="connsiteY28" fmla="*/ 101189 h 277625"/>
              <a:gd name="connsiteX29" fmla="*/ 202768 w 274951"/>
              <a:gd name="connsiteY29" fmla="*/ 101194 h 277625"/>
              <a:gd name="connsiteX30" fmla="*/ 202764 w 274951"/>
              <a:gd name="connsiteY30" fmla="*/ 101189 h 277625"/>
              <a:gd name="connsiteX31" fmla="*/ 173164 w 274951"/>
              <a:gd name="connsiteY31" fmla="*/ 71589 h 277625"/>
              <a:gd name="connsiteX32" fmla="*/ 173164 w 274951"/>
              <a:gd name="connsiteY32" fmla="*/ 56796 h 277625"/>
              <a:gd name="connsiteX33" fmla="*/ 207579 w 274951"/>
              <a:gd name="connsiteY33" fmla="*/ 22367 h 277625"/>
              <a:gd name="connsiteX34" fmla="*/ 194656 w 274951"/>
              <a:gd name="connsiteY34" fmla="*/ 20944 h 27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951" h="277625">
                <a:moveTo>
                  <a:pt x="114410" y="80256"/>
                </a:moveTo>
                <a:cubicBezTo>
                  <a:pt x="114404" y="35937"/>
                  <a:pt x="150326" y="6"/>
                  <a:pt x="194646" y="0"/>
                </a:cubicBezTo>
                <a:cubicBezTo>
                  <a:pt x="207417" y="-2"/>
                  <a:pt x="220003" y="3045"/>
                  <a:pt x="231359" y="8886"/>
                </a:cubicBezTo>
                <a:cubicBezTo>
                  <a:pt x="236496" y="11538"/>
                  <a:pt x="238510" y="17852"/>
                  <a:pt x="235857" y="22988"/>
                </a:cubicBezTo>
                <a:cubicBezTo>
                  <a:pt x="235362" y="23949"/>
                  <a:pt x="234720" y="24827"/>
                  <a:pt x="233955" y="25591"/>
                </a:cubicBezTo>
                <a:lnTo>
                  <a:pt x="195367" y="64193"/>
                </a:lnTo>
                <a:lnTo>
                  <a:pt x="210160" y="78986"/>
                </a:lnTo>
                <a:lnTo>
                  <a:pt x="248943" y="40217"/>
                </a:lnTo>
                <a:cubicBezTo>
                  <a:pt x="253031" y="36129"/>
                  <a:pt x="259657" y="36128"/>
                  <a:pt x="263746" y="40216"/>
                </a:cubicBezTo>
                <a:cubicBezTo>
                  <a:pt x="264482" y="40952"/>
                  <a:pt x="265104" y="41794"/>
                  <a:pt x="265593" y="42715"/>
                </a:cubicBezTo>
                <a:cubicBezTo>
                  <a:pt x="286346" y="81873"/>
                  <a:pt x="271426" y="130442"/>
                  <a:pt x="232268" y="151195"/>
                </a:cubicBezTo>
                <a:cubicBezTo>
                  <a:pt x="214996" y="160349"/>
                  <a:pt x="194977" y="162885"/>
                  <a:pt x="175969" y="158324"/>
                </a:cubicBezTo>
                <a:lnTo>
                  <a:pt x="73185" y="264639"/>
                </a:lnTo>
                <a:cubicBezTo>
                  <a:pt x="56845" y="281545"/>
                  <a:pt x="29893" y="282004"/>
                  <a:pt x="12987" y="265665"/>
                </a:cubicBezTo>
                <a:cubicBezTo>
                  <a:pt x="-3920" y="249325"/>
                  <a:pt x="-4379" y="222373"/>
                  <a:pt x="11961" y="205467"/>
                </a:cubicBezTo>
                <a:lnTo>
                  <a:pt x="116280" y="97533"/>
                </a:lnTo>
                <a:cubicBezTo>
                  <a:pt x="115035" y="91858"/>
                  <a:pt x="114407" y="86065"/>
                  <a:pt x="114410" y="80256"/>
                </a:cubicBezTo>
                <a:close/>
                <a:moveTo>
                  <a:pt x="194656" y="20944"/>
                </a:moveTo>
                <a:cubicBezTo>
                  <a:pt x="161899" y="20931"/>
                  <a:pt x="135334" y="47476"/>
                  <a:pt x="135321" y="80233"/>
                </a:cubicBezTo>
                <a:cubicBezTo>
                  <a:pt x="135318" y="86100"/>
                  <a:pt x="136187" y="91935"/>
                  <a:pt x="137897" y="97547"/>
                </a:cubicBezTo>
                <a:cubicBezTo>
                  <a:pt x="139007" y="101185"/>
                  <a:pt x="138057" y="105139"/>
                  <a:pt x="135413" y="107874"/>
                </a:cubicBezTo>
                <a:lnTo>
                  <a:pt x="27005" y="220008"/>
                </a:lnTo>
                <a:cubicBezTo>
                  <a:pt x="18696" y="228602"/>
                  <a:pt x="18927" y="242304"/>
                  <a:pt x="27521" y="250613"/>
                </a:cubicBezTo>
                <a:cubicBezTo>
                  <a:pt x="36115" y="258923"/>
                  <a:pt x="49818" y="258691"/>
                  <a:pt x="58126" y="250097"/>
                </a:cubicBezTo>
                <a:lnTo>
                  <a:pt x="165251" y="139274"/>
                </a:lnTo>
                <a:cubicBezTo>
                  <a:pt x="168045" y="136381"/>
                  <a:pt x="172248" y="135346"/>
                  <a:pt x="176066" y="136609"/>
                </a:cubicBezTo>
                <a:cubicBezTo>
                  <a:pt x="207168" y="146892"/>
                  <a:pt x="240716" y="130015"/>
                  <a:pt x="250999" y="98913"/>
                </a:cubicBezTo>
                <a:cubicBezTo>
                  <a:pt x="254468" y="88417"/>
                  <a:pt x="254936" y="77159"/>
                  <a:pt x="252349" y="66412"/>
                </a:cubicBezTo>
                <a:lnTo>
                  <a:pt x="217571" y="101189"/>
                </a:lnTo>
                <a:cubicBezTo>
                  <a:pt x="213485" y="105278"/>
                  <a:pt x="206857" y="105280"/>
                  <a:pt x="202768" y="101194"/>
                </a:cubicBezTo>
                <a:cubicBezTo>
                  <a:pt x="202767" y="101192"/>
                  <a:pt x="202765" y="101191"/>
                  <a:pt x="202764" y="101189"/>
                </a:cubicBezTo>
                <a:lnTo>
                  <a:pt x="173164" y="71589"/>
                </a:lnTo>
                <a:cubicBezTo>
                  <a:pt x="169082" y="67503"/>
                  <a:pt x="169082" y="60883"/>
                  <a:pt x="173164" y="56796"/>
                </a:cubicBezTo>
                <a:lnTo>
                  <a:pt x="207579" y="22367"/>
                </a:lnTo>
                <a:cubicBezTo>
                  <a:pt x="203336" y="21422"/>
                  <a:pt x="199003" y="20945"/>
                  <a:pt x="194656" y="20944"/>
                </a:cubicBezTo>
                <a:close/>
              </a:path>
            </a:pathLst>
          </a:custGeom>
          <a:gradFill flip="none" rotWithShape="1">
            <a:gsLst>
              <a:gs pos="0">
                <a:srgbClr val="F65567"/>
              </a:gs>
              <a:gs pos="32000">
                <a:srgbClr val="AC35AF"/>
              </a:gs>
              <a:gs pos="68000">
                <a:srgbClr val="0A6BBA"/>
              </a:gs>
              <a:gs pos="100000">
                <a:srgbClr val="318581"/>
              </a:gs>
            </a:gsLst>
            <a:lin ang="10800000" scaled="1"/>
            <a:tileRect/>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8" name="TextBox 17">
            <a:extLst>
              <a:ext uri="{FF2B5EF4-FFF2-40B4-BE49-F238E27FC236}">
                <a16:creationId xmlns:a16="http://schemas.microsoft.com/office/drawing/2014/main" id="{BBC70069-074E-97C7-E3EF-45655DF9DB35}"/>
              </a:ext>
            </a:extLst>
          </p:cNvPr>
          <p:cNvSpPr txBox="1">
            <a:spLocks/>
          </p:cNvSpPr>
          <p:nvPr/>
        </p:nvSpPr>
        <p:spPr>
          <a:xfrm>
            <a:off x="6468137" y="2358449"/>
            <a:ext cx="5006065" cy="530860"/>
          </a:xfrm>
          <a:prstGeom prst="roundRect">
            <a:avLst>
              <a:gd name="adj" fmla="val 50000"/>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0" tIns="25718" rIns="146957" bIns="27432" rtlCol="0" anchor="ctr">
            <a:noAutofit/>
          </a:bodyPr>
          <a:lstStyle>
            <a:defPPr>
              <a:defRPr lang="en-US"/>
            </a:defPPr>
            <a:lvl1pPr algn="ctr" defTabSz="2275850" fontAlgn="base">
              <a:spcBef>
                <a:spcPts val="1800"/>
              </a:spcBef>
              <a:spcAft>
                <a:spcPts val="1800"/>
              </a:spcAft>
              <a:tabLst>
                <a:tab pos="3701239" algn="l"/>
              </a:tabLst>
              <a:defRPr>
                <a:ln w="3175">
                  <a:noFill/>
                </a:ln>
                <a:gradFill>
                  <a:gsLst>
                    <a:gs pos="53147">
                      <a:srgbClr val="FFFFFF"/>
                    </a:gs>
                    <a:gs pos="28000">
                      <a:srgbClr val="FFFFFF"/>
                    </a:gs>
                  </a:gsLst>
                  <a:path path="circle">
                    <a:fillToRect l="100000" b="100000"/>
                  </a:path>
                </a:gradFill>
                <a:latin typeface="Segoe UI Semibold"/>
                <a:cs typeface="Segoe UI" pitchFamily="34" charset="0"/>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n-ea"/>
                <a:cs typeface="Segoe UI" pitchFamily="34" charset="0"/>
              </a:rPr>
              <a:t>Operate</a:t>
            </a:r>
          </a:p>
        </p:txBody>
      </p:sp>
      <p:sp>
        <p:nvSpPr>
          <p:cNvPr id="19" name="TextBox 18">
            <a:extLst>
              <a:ext uri="{FF2B5EF4-FFF2-40B4-BE49-F238E27FC236}">
                <a16:creationId xmlns:a16="http://schemas.microsoft.com/office/drawing/2014/main" id="{83FBF615-F99E-D59C-9CB4-592893858397}"/>
              </a:ext>
            </a:extLst>
          </p:cNvPr>
          <p:cNvSpPr txBox="1"/>
          <p:nvPr/>
        </p:nvSpPr>
        <p:spPr>
          <a:xfrm>
            <a:off x="6468137" y="3098952"/>
            <a:ext cx="5006065" cy="201080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168275" indent="-168275">
              <a:buFont typeface="Arial" panose="020B0604020202020204" pitchFamily="34" charset="0"/>
              <a:buChar char="•"/>
              <a:defRPr sz="1400">
                <a:cs typeface="Segoe UI"/>
              </a:defRPr>
            </a:lvl1pPr>
          </a:lstStyle>
          <a:p>
            <a:pPr marL="0"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a:rPr>
              <a:t>Monitor for new oversharing risks</a:t>
            </a:r>
          </a:p>
          <a:p>
            <a:pPr marL="222250" marR="0" lvl="0" indent="-2222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Get notifications when new oversharing occurs with options for remediation</a:t>
            </a:r>
          </a:p>
          <a:p>
            <a:pPr marL="222250" marR="0" lvl="0" indent="-2222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Further secure sensitive data through file level access controls and Data Loss Prevention policies</a:t>
            </a:r>
          </a:p>
          <a:p>
            <a:pPr marL="222250" marR="0" lvl="0" indent="-2222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a:rPr>
              <a:t>Improve Copilot+ Agent responses by archiving or deleting unneeded content</a:t>
            </a:r>
          </a:p>
        </p:txBody>
      </p:sp>
      <p:sp>
        <p:nvSpPr>
          <p:cNvPr id="20" name="TextBox 19">
            <a:extLst>
              <a:ext uri="{FF2B5EF4-FFF2-40B4-BE49-F238E27FC236}">
                <a16:creationId xmlns:a16="http://schemas.microsoft.com/office/drawing/2014/main" id="{0E458E9F-EE66-2DA4-C636-84491DC6BF3C}"/>
              </a:ext>
            </a:extLst>
          </p:cNvPr>
          <p:cNvSpPr txBox="1"/>
          <p:nvPr/>
        </p:nvSpPr>
        <p:spPr>
          <a:xfrm>
            <a:off x="3294079" y="6071056"/>
            <a:ext cx="5798914"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For detailed guidance see: </a:t>
            </a:r>
            <a:r>
              <a:rPr kumimoji="0" lang="en-US" sz="1400" b="0" i="0" u="none" strike="noStrike" kern="1200" cap="none" spc="0" normalizeH="0" baseline="0" noProof="0">
                <a:ln>
                  <a:noFill/>
                </a:ln>
                <a:solidFill>
                  <a:srgbClr val="0078D4"/>
                </a:solidFill>
                <a:effectLst/>
                <a:uLnTx/>
                <a:uFillTx/>
                <a:latin typeface="Segoe UI"/>
                <a:ea typeface="+mn-ea"/>
                <a:cs typeface="+mn-cs"/>
                <a:hlinkClick r:id="rId3">
                  <a:extLst>
                    <a:ext uri="{A12FA001-AC4F-418D-AE19-62706E023703}">
                      <ahyp:hlinkClr xmlns:ahyp="http://schemas.microsoft.com/office/drawing/2018/hyperlinkcolor" val="tx"/>
                    </a:ext>
                  </a:extLst>
                </a:hlinkClick>
              </a:rPr>
              <a:t>aka.ms/Copilot/</a:t>
            </a:r>
            <a:r>
              <a:rPr kumimoji="0" lang="en-US" sz="1400" b="0" i="0" u="none" strike="noStrike" kern="1200" cap="none" spc="0" normalizeH="0" baseline="0" noProof="0" err="1">
                <a:ln>
                  <a:noFill/>
                </a:ln>
                <a:solidFill>
                  <a:srgbClr val="0078D4"/>
                </a:solidFill>
                <a:effectLst/>
                <a:uLnTx/>
                <a:uFillTx/>
                <a:latin typeface="Segoe UI"/>
                <a:ea typeface="+mn-ea"/>
                <a:cs typeface="+mn-cs"/>
                <a:hlinkClick r:id="rId3">
                  <a:extLst>
                    <a:ext uri="{A12FA001-AC4F-418D-AE19-62706E023703}">
                      <ahyp:hlinkClr xmlns:ahyp="http://schemas.microsoft.com/office/drawing/2018/hyperlinkcolor" val="tx"/>
                    </a:ext>
                  </a:extLst>
                </a:hlinkClick>
              </a:rPr>
              <a:t>OversharingBlueprintLearn</a:t>
            </a:r>
            <a:endParaRPr kumimoji="0" lang="en-US" sz="1400" b="0" i="0" u="none" strike="noStrike" kern="1200" cap="none" spc="0" normalizeH="0" baseline="0" noProof="0">
              <a:ln>
                <a:noFill/>
              </a:ln>
              <a:solidFill>
                <a:srgbClr val="0078D4"/>
              </a:solidFill>
              <a:effectLst/>
              <a:uLnTx/>
              <a:uFillTx/>
              <a:latin typeface="Segoe UI"/>
              <a:ea typeface="+mn-ea"/>
              <a:cs typeface="+mn-cs"/>
            </a:endParaRPr>
          </a:p>
        </p:txBody>
      </p:sp>
    </p:spTree>
    <p:extLst>
      <p:ext uri="{BB962C8B-B14F-4D97-AF65-F5344CB8AC3E}">
        <p14:creationId xmlns:p14="http://schemas.microsoft.com/office/powerpoint/2010/main" val="325932878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75C9898F-6A6D-AF72-C298-99869A613B71}"/>
              </a:ext>
              <a:ext uri="{C183D7F6-B498-43B3-948B-1728B52AA6E4}">
                <adec:decorative xmlns:adec="http://schemas.microsoft.com/office/drawing/2017/decorative" val="1"/>
              </a:ext>
            </a:extLst>
          </p:cNvPr>
          <p:cNvSpPr>
            <a:spLocks/>
          </p:cNvSpPr>
          <p:nvPr/>
        </p:nvSpPr>
        <p:spPr bwMode="auto">
          <a:xfrm>
            <a:off x="495300" y="1341583"/>
            <a:ext cx="3582003" cy="4260931"/>
          </a:xfrm>
          <a:prstGeom prst="roundRect">
            <a:avLst>
              <a:gd name="adj" fmla="val 5062"/>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9" name="Rectangle: Rounded Corners 38">
            <a:extLst>
              <a:ext uri="{FF2B5EF4-FFF2-40B4-BE49-F238E27FC236}">
                <a16:creationId xmlns:a16="http://schemas.microsoft.com/office/drawing/2014/main" id="{1F3D6B6B-71E8-766D-28CD-467D67992279}"/>
              </a:ext>
              <a:ext uri="{C183D7F6-B498-43B3-948B-1728B52AA6E4}">
                <adec:decorative xmlns:adec="http://schemas.microsoft.com/office/drawing/2017/decorative" val="1"/>
              </a:ext>
            </a:extLst>
          </p:cNvPr>
          <p:cNvSpPr>
            <a:spLocks/>
          </p:cNvSpPr>
          <p:nvPr/>
        </p:nvSpPr>
        <p:spPr bwMode="auto">
          <a:xfrm>
            <a:off x="4304999"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40" name="Rectangle: Rounded Corners 39">
            <a:extLst>
              <a:ext uri="{FF2B5EF4-FFF2-40B4-BE49-F238E27FC236}">
                <a16:creationId xmlns:a16="http://schemas.microsoft.com/office/drawing/2014/main" id="{3BACC3E2-5411-0429-CA07-622508529CBC}"/>
              </a:ext>
              <a:ext uri="{C183D7F6-B498-43B3-948B-1728B52AA6E4}">
                <adec:decorative xmlns:adec="http://schemas.microsoft.com/office/drawing/2017/decorative" val="1"/>
              </a:ext>
            </a:extLst>
          </p:cNvPr>
          <p:cNvSpPr>
            <a:spLocks/>
          </p:cNvSpPr>
          <p:nvPr/>
        </p:nvSpPr>
        <p:spPr bwMode="auto">
          <a:xfrm>
            <a:off x="8114697"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43" name="Rectangle: Rounded Corners 42">
            <a:extLst>
              <a:ext uri="{FF2B5EF4-FFF2-40B4-BE49-F238E27FC236}">
                <a16:creationId xmlns:a16="http://schemas.microsoft.com/office/drawing/2014/main" id="{EE2C298C-BD38-D40E-19DD-3A02AD21C5DA}"/>
              </a:ext>
              <a:ext uri="{C183D7F6-B498-43B3-948B-1728B52AA6E4}">
                <adec:decorative xmlns:adec="http://schemas.microsoft.com/office/drawing/2017/decorative" val="1"/>
              </a:ext>
            </a:extLst>
          </p:cNvPr>
          <p:cNvSpPr/>
          <p:nvPr/>
        </p:nvSpPr>
        <p:spPr>
          <a:xfrm>
            <a:off x="598488" y="1452562"/>
            <a:ext cx="3363912" cy="3181222"/>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44" name="Rectangle: Rounded Corners 43">
            <a:extLst>
              <a:ext uri="{FF2B5EF4-FFF2-40B4-BE49-F238E27FC236}">
                <a16:creationId xmlns:a16="http://schemas.microsoft.com/office/drawing/2014/main" id="{C297C271-A57A-5EC8-E327-904EA2612427}"/>
              </a:ext>
              <a:ext uri="{C183D7F6-B498-43B3-948B-1728B52AA6E4}">
                <adec:decorative xmlns:adec="http://schemas.microsoft.com/office/drawing/2017/decorative" val="1"/>
              </a:ext>
            </a:extLst>
          </p:cNvPr>
          <p:cNvSpPr/>
          <p:nvPr/>
        </p:nvSpPr>
        <p:spPr>
          <a:xfrm>
            <a:off x="4414044" y="1452562"/>
            <a:ext cx="3363912" cy="3181222"/>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45" name="Rectangle: Rounded Corners 44">
            <a:extLst>
              <a:ext uri="{FF2B5EF4-FFF2-40B4-BE49-F238E27FC236}">
                <a16:creationId xmlns:a16="http://schemas.microsoft.com/office/drawing/2014/main" id="{A8BE7025-4A63-469C-8942-B5A42FB4344F}"/>
              </a:ext>
              <a:ext uri="{C183D7F6-B498-43B3-948B-1728B52AA6E4}">
                <adec:decorative xmlns:adec="http://schemas.microsoft.com/office/drawing/2017/decorative" val="1"/>
              </a:ext>
            </a:extLst>
          </p:cNvPr>
          <p:cNvSpPr/>
          <p:nvPr/>
        </p:nvSpPr>
        <p:spPr>
          <a:xfrm>
            <a:off x="8223742" y="1452562"/>
            <a:ext cx="3363912" cy="3181222"/>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2" name="Rectangle: Rounded Corners 51">
            <a:extLst>
              <a:ext uri="{FF2B5EF4-FFF2-40B4-BE49-F238E27FC236}">
                <a16:creationId xmlns:a16="http://schemas.microsoft.com/office/drawing/2014/main" id="{8EC918C5-03D1-4EA5-D5AD-16BCEA252A25}"/>
              </a:ext>
              <a:ext uri="{C183D7F6-B498-43B3-948B-1728B52AA6E4}">
                <adec:decorative xmlns:adec="http://schemas.microsoft.com/office/drawing/2017/decorative" val="1"/>
              </a:ext>
            </a:extLst>
          </p:cNvPr>
          <p:cNvSpPr/>
          <p:nvPr/>
        </p:nvSpPr>
        <p:spPr>
          <a:xfrm>
            <a:off x="731420" y="3976409"/>
            <a:ext cx="1497430" cy="471488"/>
          </a:xfrm>
          <a:prstGeom prst="roundRect">
            <a:avLst>
              <a:gd name="adj" fmla="val 50000"/>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53" name="Rectangle: Rounded Corners 52">
            <a:extLst>
              <a:ext uri="{FF2B5EF4-FFF2-40B4-BE49-F238E27FC236}">
                <a16:creationId xmlns:a16="http://schemas.microsoft.com/office/drawing/2014/main" id="{A21102E4-3791-ABC6-1E4B-CF4AA319383C}"/>
              </a:ext>
              <a:ext uri="{C183D7F6-B498-43B3-948B-1728B52AA6E4}">
                <adec:decorative xmlns:adec="http://schemas.microsoft.com/office/drawing/2017/decorative" val="1"/>
              </a:ext>
            </a:extLst>
          </p:cNvPr>
          <p:cNvSpPr/>
          <p:nvPr/>
        </p:nvSpPr>
        <p:spPr>
          <a:xfrm>
            <a:off x="2332038" y="3976409"/>
            <a:ext cx="1497430" cy="471488"/>
          </a:xfrm>
          <a:prstGeom prst="roundRect">
            <a:avLst>
              <a:gd name="adj" fmla="val 50000"/>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58" name="Rectangle: Rounded Corners 57">
            <a:extLst>
              <a:ext uri="{FF2B5EF4-FFF2-40B4-BE49-F238E27FC236}">
                <a16:creationId xmlns:a16="http://schemas.microsoft.com/office/drawing/2014/main" id="{4C891688-A5DE-F0ED-B277-ECB962F9D3A7}"/>
              </a:ext>
              <a:ext uri="{C183D7F6-B498-43B3-948B-1728B52AA6E4}">
                <adec:decorative xmlns:adec="http://schemas.microsoft.com/office/drawing/2017/decorative" val="1"/>
              </a:ext>
            </a:extLst>
          </p:cNvPr>
          <p:cNvSpPr/>
          <p:nvPr/>
        </p:nvSpPr>
        <p:spPr>
          <a:xfrm>
            <a:off x="4502944" y="1547812"/>
            <a:ext cx="3186112" cy="731838"/>
          </a:xfrm>
          <a:prstGeom prst="roundRect">
            <a:avLst>
              <a:gd name="adj" fmla="val 50000"/>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2" name="Title 1">
            <a:extLst>
              <a:ext uri="{FF2B5EF4-FFF2-40B4-BE49-F238E27FC236}">
                <a16:creationId xmlns:a16="http://schemas.microsoft.com/office/drawing/2014/main" id="{F1AD39ED-2E93-807E-E07C-92827590121B}"/>
              </a:ext>
            </a:extLst>
          </p:cNvPr>
          <p:cNvSpPr>
            <a:spLocks noGrp="1"/>
          </p:cNvSpPr>
          <p:nvPr>
            <p:ph type="title"/>
          </p:nvPr>
        </p:nvSpPr>
        <p:spPr/>
        <p:txBody>
          <a:bodyPr>
            <a:noAutofit/>
          </a:bodyPr>
          <a:lstStyle/>
          <a:p>
            <a:r>
              <a:rPr lang="en-US" sz="3200"/>
              <a:t>Get alerts and reports of risky behavior and AI use</a:t>
            </a:r>
          </a:p>
        </p:txBody>
      </p:sp>
      <p:sp>
        <p:nvSpPr>
          <p:cNvPr id="50" name="Rectangle: Rounded Corners 49">
            <a:extLst>
              <a:ext uri="{FF2B5EF4-FFF2-40B4-BE49-F238E27FC236}">
                <a16:creationId xmlns:a16="http://schemas.microsoft.com/office/drawing/2014/main" id="{07099267-B176-7D16-451F-F0A7541F26F4}"/>
              </a:ext>
            </a:extLst>
          </p:cNvPr>
          <p:cNvSpPr/>
          <p:nvPr/>
        </p:nvSpPr>
        <p:spPr>
          <a:xfrm>
            <a:off x="687388" y="1547812"/>
            <a:ext cx="3186112" cy="471488"/>
          </a:xfrm>
          <a:prstGeom prst="roundRect">
            <a:avLst>
              <a:gd name="adj" fmla="val 50000"/>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27432" rIns="45720" bIns="27432"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rPr>
              <a:t>Sensitive interactions</a:t>
            </a:r>
          </a:p>
        </p:txBody>
      </p:sp>
      <p:graphicFrame>
        <p:nvGraphicFramePr>
          <p:cNvPr id="51" name="Chart 50" descr="A chart for Sensitive interactions in Copilot with legends such as PII, Finance, Sales and revenue and Tax in which PII is the biggest value">
            <a:extLst>
              <a:ext uri="{FF2B5EF4-FFF2-40B4-BE49-F238E27FC236}">
                <a16:creationId xmlns:a16="http://schemas.microsoft.com/office/drawing/2014/main" id="{07A45D61-8D11-695E-E433-B19694112B05}"/>
              </a:ext>
            </a:extLst>
          </p:cNvPr>
          <p:cNvGraphicFramePr/>
          <p:nvPr/>
        </p:nvGraphicFramePr>
        <p:xfrm>
          <a:off x="598488" y="2066276"/>
          <a:ext cx="3306762" cy="1849081"/>
        </p:xfrm>
        <a:graphic>
          <a:graphicData uri="http://schemas.openxmlformats.org/drawingml/2006/chart">
            <c:chart xmlns:c="http://schemas.openxmlformats.org/drawingml/2006/chart" xmlns:r="http://schemas.openxmlformats.org/officeDocument/2006/relationships" r:id="rId3"/>
          </a:graphicData>
        </a:graphic>
      </p:graphicFrame>
      <p:sp>
        <p:nvSpPr>
          <p:cNvPr id="56" name="TextBox 55">
            <a:extLst>
              <a:ext uri="{FF2B5EF4-FFF2-40B4-BE49-F238E27FC236}">
                <a16:creationId xmlns:a16="http://schemas.microsoft.com/office/drawing/2014/main" id="{823C0BD2-1387-D552-4CCA-9069C391A68C}"/>
              </a:ext>
            </a:extLst>
          </p:cNvPr>
          <p:cNvSpPr txBox="1"/>
          <p:nvPr/>
        </p:nvSpPr>
        <p:spPr>
          <a:xfrm>
            <a:off x="982403" y="4035182"/>
            <a:ext cx="995465" cy="353943"/>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Unlabeled files</a:t>
            </a:r>
            <a:br>
              <a:rPr kumimoji="0" lang="en-US" sz="1200" b="0" i="0" u="none" strike="noStrike" kern="1200" cap="none" spc="0" normalizeH="0" baseline="0" noProof="0">
                <a:ln>
                  <a:noFill/>
                </a:ln>
                <a:solidFill>
                  <a:prstClr val="black"/>
                </a:solidFill>
                <a:effectLst/>
                <a:uLnTx/>
                <a:uFillTx/>
                <a:latin typeface="Segoe UI"/>
                <a:ea typeface="+mn-ea"/>
                <a:cs typeface="+mn-cs"/>
              </a:rPr>
            </a:br>
            <a:r>
              <a:rPr kumimoji="0" lang="en-US" sz="1100" b="0" i="0" u="none" strike="noStrike" kern="1200" cap="none" spc="0" normalizeH="0" baseline="0" noProof="0">
                <a:ln>
                  <a:noFill/>
                </a:ln>
                <a:solidFill>
                  <a:prstClr val="black"/>
                </a:solidFill>
                <a:effectLst/>
                <a:uLnTx/>
                <a:uFillTx/>
                <a:latin typeface="Segoe UI Semibold"/>
                <a:ea typeface="+mn-ea"/>
                <a:cs typeface="+mn-cs"/>
              </a:rPr>
              <a:t>1,275</a:t>
            </a:r>
            <a:endParaRPr kumimoji="0" lang="en-US" sz="1200" b="0" i="0" u="none" strike="noStrike" kern="1200" cap="none" spc="0" normalizeH="0" baseline="0" noProof="0">
              <a:ln>
                <a:noFill/>
              </a:ln>
              <a:solidFill>
                <a:prstClr val="black"/>
              </a:solidFill>
              <a:effectLst/>
              <a:uLnTx/>
              <a:uFillTx/>
              <a:latin typeface="Segoe UI Semibold"/>
              <a:ea typeface="+mn-ea"/>
              <a:cs typeface="+mn-cs"/>
            </a:endParaRPr>
          </a:p>
        </p:txBody>
      </p:sp>
      <p:sp>
        <p:nvSpPr>
          <p:cNvPr id="57" name="TextBox 56">
            <a:extLst>
              <a:ext uri="{FF2B5EF4-FFF2-40B4-BE49-F238E27FC236}">
                <a16:creationId xmlns:a16="http://schemas.microsoft.com/office/drawing/2014/main" id="{65D3E49A-C284-19FD-9566-A5938F68E160}"/>
              </a:ext>
            </a:extLst>
          </p:cNvPr>
          <p:cNvSpPr txBox="1"/>
          <p:nvPr/>
        </p:nvSpPr>
        <p:spPr>
          <a:xfrm>
            <a:off x="2583021" y="4035182"/>
            <a:ext cx="1027910" cy="353943"/>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Unlabeled sites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Segoe UI Semibold"/>
                <a:ea typeface="+mn-ea"/>
                <a:cs typeface="+mn-cs"/>
              </a:rPr>
              <a:t>328</a:t>
            </a:r>
            <a:endParaRPr kumimoji="0" lang="en-US" sz="1200" b="0" i="0" u="none" strike="noStrike" kern="1200" cap="none" spc="0" normalizeH="0" baseline="0" noProof="0">
              <a:ln>
                <a:noFill/>
              </a:ln>
              <a:solidFill>
                <a:prstClr val="black"/>
              </a:solidFill>
              <a:effectLst/>
              <a:uLnTx/>
              <a:uFillTx/>
              <a:latin typeface="Segoe UI Semibold"/>
              <a:ea typeface="+mn-ea"/>
              <a:cs typeface="+mn-cs"/>
            </a:endParaRPr>
          </a:p>
        </p:txBody>
      </p:sp>
      <p:sp>
        <p:nvSpPr>
          <p:cNvPr id="47" name="TextBox 46">
            <a:extLst>
              <a:ext uri="{FF2B5EF4-FFF2-40B4-BE49-F238E27FC236}">
                <a16:creationId xmlns:a16="http://schemas.microsoft.com/office/drawing/2014/main" id="{5CB85C1C-875E-5A97-087C-5DB93F129CCF}"/>
              </a:ext>
            </a:extLst>
          </p:cNvPr>
          <p:cNvSpPr txBox="1"/>
          <p:nvPr/>
        </p:nvSpPr>
        <p:spPr>
          <a:xfrm>
            <a:off x="649288" y="4774266"/>
            <a:ext cx="3262312" cy="64633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View reports of sensitive data and unprotected files referenced in Copilot + Agent interactions</a:t>
            </a:r>
          </a:p>
        </p:txBody>
      </p:sp>
      <p:pic>
        <p:nvPicPr>
          <p:cNvPr id="59" name="Graphic 58" descr="Warning with solid fill">
            <a:extLst>
              <a:ext uri="{FF2B5EF4-FFF2-40B4-BE49-F238E27FC236}">
                <a16:creationId xmlns:a16="http://schemas.microsoft.com/office/drawing/2014/main" id="{B120A2F7-F83C-2C93-A90F-A17D31CFC5E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82331" y="1706254"/>
            <a:ext cx="406400" cy="406400"/>
          </a:xfrm>
          <a:prstGeom prst="rect">
            <a:avLst/>
          </a:prstGeom>
        </p:spPr>
      </p:pic>
      <p:sp>
        <p:nvSpPr>
          <p:cNvPr id="62" name="TextBox 61">
            <a:extLst>
              <a:ext uri="{FF2B5EF4-FFF2-40B4-BE49-F238E27FC236}">
                <a16:creationId xmlns:a16="http://schemas.microsoft.com/office/drawing/2014/main" id="{1C5357CF-68D1-A025-14AD-D7A3E9853FAF}"/>
              </a:ext>
            </a:extLst>
          </p:cNvPr>
          <p:cNvSpPr txBox="1"/>
          <p:nvPr/>
        </p:nvSpPr>
        <p:spPr>
          <a:xfrm>
            <a:off x="5197776" y="1790621"/>
            <a:ext cx="2447625" cy="246221"/>
          </a:xfrm>
          <a:prstGeom prst="rect">
            <a:avLst/>
          </a:prstGeom>
          <a:noFill/>
        </p:spPr>
        <p:txBody>
          <a:bodyPr wrap="square" lIns="0" tIns="0" rIns="0" bIns="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rPr>
              <a:t>Prompt injection attack</a:t>
            </a:r>
          </a:p>
        </p:txBody>
      </p:sp>
      <p:sp>
        <p:nvSpPr>
          <p:cNvPr id="63" name="Rectangle: Rounded Corners 62">
            <a:extLst>
              <a:ext uri="{FF2B5EF4-FFF2-40B4-BE49-F238E27FC236}">
                <a16:creationId xmlns:a16="http://schemas.microsoft.com/office/drawing/2014/main" id="{49D3C675-251F-DB66-3D1E-EF76339988A9}"/>
              </a:ext>
            </a:extLst>
          </p:cNvPr>
          <p:cNvSpPr/>
          <p:nvPr/>
        </p:nvSpPr>
        <p:spPr>
          <a:xfrm>
            <a:off x="4546599" y="2469940"/>
            <a:ext cx="3098802" cy="577850"/>
          </a:xfrm>
          <a:prstGeom prst="roundRect">
            <a:avLst>
              <a:gd name="adj" fmla="val 1117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View details</a:t>
            </a:r>
          </a:p>
        </p:txBody>
      </p:sp>
      <p:sp>
        <p:nvSpPr>
          <p:cNvPr id="64" name="Rectangle: Rounded Corners 63">
            <a:extLst>
              <a:ext uri="{FF2B5EF4-FFF2-40B4-BE49-F238E27FC236}">
                <a16:creationId xmlns:a16="http://schemas.microsoft.com/office/drawing/2014/main" id="{B03B08E9-DDA4-A5F5-0EC1-AE1D2473C218}"/>
              </a:ext>
            </a:extLst>
          </p:cNvPr>
          <p:cNvSpPr/>
          <p:nvPr/>
        </p:nvSpPr>
        <p:spPr>
          <a:xfrm>
            <a:off x="4546599" y="3201129"/>
            <a:ext cx="3098802" cy="577850"/>
          </a:xfrm>
          <a:prstGeom prst="roundRect">
            <a:avLst>
              <a:gd name="adj" fmla="val 1117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Segoe UI" pitchFamily="34" charset="0"/>
              </a:rPr>
              <a:t>Escalate</a:t>
            </a:r>
          </a:p>
        </p:txBody>
      </p:sp>
      <p:sp>
        <p:nvSpPr>
          <p:cNvPr id="65" name="Rectangle: Rounded Corners 64">
            <a:extLst>
              <a:ext uri="{FF2B5EF4-FFF2-40B4-BE49-F238E27FC236}">
                <a16:creationId xmlns:a16="http://schemas.microsoft.com/office/drawing/2014/main" id="{26A53424-C1E5-8FBD-2F63-072CAF70F040}"/>
              </a:ext>
            </a:extLst>
          </p:cNvPr>
          <p:cNvSpPr/>
          <p:nvPr/>
        </p:nvSpPr>
        <p:spPr>
          <a:xfrm>
            <a:off x="4546599" y="3932317"/>
            <a:ext cx="3098802" cy="577850"/>
          </a:xfrm>
          <a:prstGeom prst="roundRect">
            <a:avLst>
              <a:gd name="adj" fmla="val 1117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Segoe UI" pitchFamily="34" charset="0"/>
              </a:rPr>
              <a:t>Investigate</a:t>
            </a:r>
          </a:p>
        </p:txBody>
      </p:sp>
      <p:sp>
        <p:nvSpPr>
          <p:cNvPr id="48" name="TextBox 47">
            <a:extLst>
              <a:ext uri="{FF2B5EF4-FFF2-40B4-BE49-F238E27FC236}">
                <a16:creationId xmlns:a16="http://schemas.microsoft.com/office/drawing/2014/main" id="{B6341DC1-2A1F-E749-FB12-1EEC74971BC5}"/>
              </a:ext>
            </a:extLst>
          </p:cNvPr>
          <p:cNvSpPr txBox="1"/>
          <p:nvPr/>
        </p:nvSpPr>
        <p:spPr>
          <a:xfrm>
            <a:off x="4464844" y="4774266"/>
            <a:ext cx="3262312" cy="43088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Get alerted to risky AI use, such as an attempted prompt injection attack</a:t>
            </a:r>
          </a:p>
        </p:txBody>
      </p:sp>
      <p:sp>
        <p:nvSpPr>
          <p:cNvPr id="66" name="Rectangle: Rounded Corners 65">
            <a:extLst>
              <a:ext uri="{FF2B5EF4-FFF2-40B4-BE49-F238E27FC236}">
                <a16:creationId xmlns:a16="http://schemas.microsoft.com/office/drawing/2014/main" id="{B617EB4F-8AF2-EA89-B438-D79E49D90C91}"/>
              </a:ext>
            </a:extLst>
          </p:cNvPr>
          <p:cNvSpPr/>
          <p:nvPr/>
        </p:nvSpPr>
        <p:spPr>
          <a:xfrm>
            <a:off x="8312642" y="1547812"/>
            <a:ext cx="3186112" cy="731838"/>
          </a:xfrm>
          <a:prstGeom prst="roundRect">
            <a:avLst>
              <a:gd name="adj" fmla="val 50000"/>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27432" rIns="45720" bIns="27432"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rPr>
              <a:t>AI interaction: Copilot in Word</a:t>
            </a:r>
          </a:p>
        </p:txBody>
      </p:sp>
      <p:sp>
        <p:nvSpPr>
          <p:cNvPr id="67" name="Rectangle: Rounded Corners 66">
            <a:extLst>
              <a:ext uri="{FF2B5EF4-FFF2-40B4-BE49-F238E27FC236}">
                <a16:creationId xmlns:a16="http://schemas.microsoft.com/office/drawing/2014/main" id="{73F070BB-3583-2EB7-3C76-F2A2446A6B53}"/>
              </a:ext>
            </a:extLst>
          </p:cNvPr>
          <p:cNvSpPr>
            <a:spLocks/>
          </p:cNvSpPr>
          <p:nvPr/>
        </p:nvSpPr>
        <p:spPr>
          <a:xfrm>
            <a:off x="8356297" y="2469940"/>
            <a:ext cx="3098802" cy="392972"/>
          </a:xfrm>
          <a:prstGeom prst="roundRect">
            <a:avLst>
              <a:gd name="adj" fmla="val 17636"/>
            </a:avLst>
          </a:prstGeom>
          <a:solidFill>
            <a:schemeClr val="accent4">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Prompt text</a:t>
            </a:r>
          </a:p>
        </p:txBody>
      </p:sp>
      <p:sp>
        <p:nvSpPr>
          <p:cNvPr id="68" name="Rectangle: Rounded Corners 67">
            <a:extLst>
              <a:ext uri="{FF2B5EF4-FFF2-40B4-BE49-F238E27FC236}">
                <a16:creationId xmlns:a16="http://schemas.microsoft.com/office/drawing/2014/main" id="{A2BCB464-CEBA-A01A-E0DC-7DE4574D9187}"/>
              </a:ext>
            </a:extLst>
          </p:cNvPr>
          <p:cNvSpPr>
            <a:spLocks/>
          </p:cNvSpPr>
          <p:nvPr/>
        </p:nvSpPr>
        <p:spPr>
          <a:xfrm>
            <a:off x="8356297" y="2987953"/>
            <a:ext cx="3098802" cy="392972"/>
          </a:xfrm>
          <a:prstGeom prst="roundRect">
            <a:avLst>
              <a:gd name="adj" fmla="val 14404"/>
            </a:avLst>
          </a:prstGeom>
          <a:solidFill>
            <a:schemeClr val="accent4">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Response text</a:t>
            </a:r>
          </a:p>
        </p:txBody>
      </p:sp>
      <p:sp>
        <p:nvSpPr>
          <p:cNvPr id="69" name="Rectangle: Rounded Corners 68">
            <a:extLst>
              <a:ext uri="{FF2B5EF4-FFF2-40B4-BE49-F238E27FC236}">
                <a16:creationId xmlns:a16="http://schemas.microsoft.com/office/drawing/2014/main" id="{0BAF070D-3F4E-EC96-A4B2-D9C0FB0F8575}"/>
              </a:ext>
            </a:extLst>
          </p:cNvPr>
          <p:cNvSpPr/>
          <p:nvPr/>
        </p:nvSpPr>
        <p:spPr>
          <a:xfrm>
            <a:off x="8356297" y="3505966"/>
            <a:ext cx="3098802" cy="1004201"/>
          </a:xfrm>
          <a:prstGeom prst="roundRect">
            <a:avLst>
              <a:gd name="adj" fmla="val 5392"/>
            </a:avLst>
          </a:prstGeom>
          <a:solidFill>
            <a:schemeClr val="accent4">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Segoe UI" pitchFamily="34" charset="0"/>
              </a:rPr>
              <a:t>Resources accessed</a:t>
            </a:r>
          </a:p>
          <a:p>
            <a:pPr marL="252413" marR="0" lvl="0" indent="-147638" algn="l" defTabSz="932472" rtl="0" eaLnBrk="1" fontAlgn="base" latinLnBrk="0" hangingPunct="1">
              <a:lnSpc>
                <a:spcPct val="100000"/>
              </a:lnSpc>
              <a:spcBef>
                <a:spcPct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egoe UI"/>
                <a:ea typeface="+mn-ea"/>
                <a:cs typeface="Segoe UI" pitchFamily="34" charset="0"/>
              </a:rPr>
              <a:t>Linked file [sensitivity label]</a:t>
            </a:r>
          </a:p>
          <a:p>
            <a:pPr marL="252413" marR="0" lvl="0" indent="-147638"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egoe UI"/>
                <a:ea typeface="+mn-ea"/>
                <a:cs typeface="Segoe UI" pitchFamily="34" charset="0"/>
              </a:rPr>
              <a:t>Linked file [sensitivity label]</a:t>
            </a:r>
          </a:p>
        </p:txBody>
      </p:sp>
      <p:sp>
        <p:nvSpPr>
          <p:cNvPr id="49" name="TextBox 48">
            <a:extLst>
              <a:ext uri="{FF2B5EF4-FFF2-40B4-BE49-F238E27FC236}">
                <a16:creationId xmlns:a16="http://schemas.microsoft.com/office/drawing/2014/main" id="{23A79017-D94F-1E5F-A8F8-2CD7E200836C}"/>
              </a:ext>
            </a:extLst>
          </p:cNvPr>
          <p:cNvSpPr txBox="1"/>
          <p:nvPr/>
        </p:nvSpPr>
        <p:spPr>
          <a:xfrm>
            <a:off x="8274542" y="4774266"/>
            <a:ext cx="3262312" cy="43088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View prompt and response text and referenced files</a:t>
            </a:r>
          </a:p>
        </p:txBody>
      </p:sp>
      <p:sp>
        <p:nvSpPr>
          <p:cNvPr id="71" name="TextBox 70">
            <a:extLst>
              <a:ext uri="{FF2B5EF4-FFF2-40B4-BE49-F238E27FC236}">
                <a16:creationId xmlns:a16="http://schemas.microsoft.com/office/drawing/2014/main" id="{0024CBDD-9DAF-FC3B-4750-353037DDC354}"/>
              </a:ext>
            </a:extLst>
          </p:cNvPr>
          <p:cNvSpPr txBox="1"/>
          <p:nvPr/>
        </p:nvSpPr>
        <p:spPr>
          <a:xfrm>
            <a:off x="495300" y="5805714"/>
            <a:ext cx="11201400" cy="496937"/>
          </a:xfrm>
          <a:prstGeom prst="roundRect">
            <a:avLst>
              <a:gd name="adj" fmla="val 50000"/>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defPPr>
              <a:defRPr lang="en-US"/>
            </a:defPPr>
            <a:lvl1pPr marR="0" lvl="0" indent="0" algn="ctr" defTabSz="2275850" fontAlgn="base">
              <a:lnSpc>
                <a:spcPct val="100000"/>
              </a:lnSpc>
              <a:spcBef>
                <a:spcPts val="1800"/>
              </a:spcBef>
              <a:spcAft>
                <a:spcPts val="1800"/>
              </a:spcAft>
              <a:buClrTx/>
              <a:buSzTx/>
              <a:buFontTx/>
              <a:buNone/>
              <a:tabLst>
                <a:tab pos="3701239" algn="l"/>
              </a:tabLst>
              <a:defRPr kumimoji="0" i="0" u="none" strike="noStrike" cap="none" spc="0" normalizeH="0" baseline="0">
                <a:ln w="3175">
                  <a:noFill/>
                </a:ln>
                <a:solidFill>
                  <a:schemeClr val="bg1"/>
                </a:solidFill>
                <a:effectLst/>
                <a:uLnTx/>
                <a:uFillTx/>
                <a:latin typeface="+mj-lt"/>
                <a:ea typeface="+mj-ea"/>
                <a:cs typeface="+mj-cs"/>
              </a:defRPr>
            </a:lvl1pPr>
          </a:lstStyle>
          <a:p>
            <a:pPr marL="0" marR="0" lvl="0" indent="0" algn="ctr" defTabSz="2275850" rtl="0" eaLnBrk="1" fontAlgn="base" latinLnBrk="0" hangingPunct="1">
              <a:lnSpc>
                <a:spcPct val="100000"/>
              </a:lnSpc>
              <a:spcBef>
                <a:spcPts val="1800"/>
              </a:spcBef>
              <a:spcAft>
                <a:spcPts val="1800"/>
              </a:spcAft>
              <a:buClrTx/>
              <a:buSzTx/>
              <a:buFontTx/>
              <a:buNone/>
              <a:tabLst>
                <a:tab pos="2862263" algn="l"/>
                <a:tab pos="3700463" algn="l"/>
              </a:tabLst>
              <a:defRPr/>
            </a:pPr>
            <a:r>
              <a:rPr kumimoji="0" lang="en-US" sz="2000" b="0" i="0" u="none" strike="noStrike" kern="1200" cap="none" spc="0" normalizeH="0" baseline="0" noProof="0">
                <a:ln w="3175">
                  <a:noFill/>
                </a:ln>
                <a:solidFill>
                  <a:prstClr val="white"/>
                </a:solidFill>
                <a:effectLst/>
                <a:uLnTx/>
                <a:uFillTx/>
                <a:latin typeface="Segoe UI Semibold"/>
                <a:ea typeface="+mj-ea"/>
                <a:cs typeface="+mj-cs"/>
              </a:rPr>
              <a:t>Proactive alerts, real time reports, and visibility to possible risks</a:t>
            </a:r>
          </a:p>
        </p:txBody>
      </p:sp>
      <p:sp>
        <p:nvSpPr>
          <p:cNvPr id="3" name="TextBox 2">
            <a:extLst>
              <a:ext uri="{FF2B5EF4-FFF2-40B4-BE49-F238E27FC236}">
                <a16:creationId xmlns:a16="http://schemas.microsoft.com/office/drawing/2014/main" id="{90949F48-6979-DFB6-5431-C0F01FC05275}"/>
              </a:ext>
            </a:extLst>
          </p:cNvPr>
          <p:cNvSpPr txBox="1"/>
          <p:nvPr/>
        </p:nvSpPr>
        <p:spPr>
          <a:xfrm>
            <a:off x="7536358" y="6596390"/>
            <a:ext cx="449353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black"/>
                </a:solidFill>
                <a:effectLst/>
                <a:uLnTx/>
                <a:uFillTx/>
                <a:latin typeface="Segoe UI"/>
                <a:ea typeface="+mn-ea"/>
                <a:cs typeface="+mn-cs"/>
              </a:rPr>
              <a:t>Images for illustrative purposes only. Actual user experience may differ.</a:t>
            </a:r>
          </a:p>
        </p:txBody>
      </p:sp>
    </p:spTree>
    <p:extLst>
      <p:ext uri="{BB962C8B-B14F-4D97-AF65-F5344CB8AC3E}">
        <p14:creationId xmlns:p14="http://schemas.microsoft.com/office/powerpoint/2010/main" val="166201127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8387B-4529-A145-518A-633A88D36DC5}"/>
            </a:ext>
          </a:extLst>
        </p:cNvPr>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8A9CED0E-2D49-0082-E233-7EAEA2265B34}"/>
              </a:ext>
              <a:ext uri="{C183D7F6-B498-43B3-948B-1728B52AA6E4}">
                <adec:decorative xmlns:adec="http://schemas.microsoft.com/office/drawing/2017/decorative" val="1"/>
              </a:ext>
            </a:extLst>
          </p:cNvPr>
          <p:cNvSpPr>
            <a:spLocks/>
          </p:cNvSpPr>
          <p:nvPr/>
        </p:nvSpPr>
        <p:spPr bwMode="auto">
          <a:xfrm>
            <a:off x="495300" y="1341583"/>
            <a:ext cx="3582003" cy="4260931"/>
          </a:xfrm>
          <a:prstGeom prst="roundRect">
            <a:avLst>
              <a:gd name="adj" fmla="val 5062"/>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8" name="Rectangle: Rounded Corners 27">
            <a:extLst>
              <a:ext uri="{FF2B5EF4-FFF2-40B4-BE49-F238E27FC236}">
                <a16:creationId xmlns:a16="http://schemas.microsoft.com/office/drawing/2014/main" id="{A06F0DA6-24C8-F1AA-F4EA-800950C43111}"/>
              </a:ext>
              <a:ext uri="{C183D7F6-B498-43B3-948B-1728B52AA6E4}">
                <adec:decorative xmlns:adec="http://schemas.microsoft.com/office/drawing/2017/decorative" val="1"/>
              </a:ext>
            </a:extLst>
          </p:cNvPr>
          <p:cNvSpPr>
            <a:spLocks/>
          </p:cNvSpPr>
          <p:nvPr/>
        </p:nvSpPr>
        <p:spPr bwMode="auto">
          <a:xfrm>
            <a:off x="4304999"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0" name="Rectangle: Rounded Corners 29">
            <a:extLst>
              <a:ext uri="{FF2B5EF4-FFF2-40B4-BE49-F238E27FC236}">
                <a16:creationId xmlns:a16="http://schemas.microsoft.com/office/drawing/2014/main" id="{B3FC3589-90B6-3D9E-6D1C-3A343A152859}"/>
              </a:ext>
              <a:ext uri="{C183D7F6-B498-43B3-948B-1728B52AA6E4}">
                <adec:decorative xmlns:adec="http://schemas.microsoft.com/office/drawing/2017/decorative" val="1"/>
              </a:ext>
            </a:extLst>
          </p:cNvPr>
          <p:cNvSpPr>
            <a:spLocks/>
          </p:cNvSpPr>
          <p:nvPr/>
        </p:nvSpPr>
        <p:spPr bwMode="auto">
          <a:xfrm>
            <a:off x="8114697"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41" name="Rectangle: Rounded Corners 40">
            <a:extLst>
              <a:ext uri="{FF2B5EF4-FFF2-40B4-BE49-F238E27FC236}">
                <a16:creationId xmlns:a16="http://schemas.microsoft.com/office/drawing/2014/main" id="{EC3784CE-D6B5-713A-0D17-E0AE98D36504}"/>
              </a:ext>
              <a:ext uri="{C183D7F6-B498-43B3-948B-1728B52AA6E4}">
                <adec:decorative xmlns:adec="http://schemas.microsoft.com/office/drawing/2017/decorative" val="1"/>
              </a:ext>
            </a:extLst>
          </p:cNvPr>
          <p:cNvSpPr/>
          <p:nvPr/>
        </p:nvSpPr>
        <p:spPr>
          <a:xfrm>
            <a:off x="729230" y="3939138"/>
            <a:ext cx="3186112" cy="731838"/>
          </a:xfrm>
          <a:prstGeom prst="roundRect">
            <a:avLst>
              <a:gd name="adj" fmla="val 50000"/>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5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6" name="Speech Bubble: Rectangle with Corners Rounded 5">
            <a:extLst>
              <a:ext uri="{FF2B5EF4-FFF2-40B4-BE49-F238E27FC236}">
                <a16:creationId xmlns:a16="http://schemas.microsoft.com/office/drawing/2014/main" id="{DC0354A5-70F2-1B5C-309B-02181E538EB8}"/>
              </a:ext>
              <a:ext uri="{C183D7F6-B498-43B3-948B-1728B52AA6E4}">
                <adec:decorative xmlns:adec="http://schemas.microsoft.com/office/drawing/2017/decorative" val="1"/>
              </a:ext>
            </a:extLst>
          </p:cNvPr>
          <p:cNvSpPr/>
          <p:nvPr/>
        </p:nvSpPr>
        <p:spPr bwMode="auto">
          <a:xfrm>
            <a:off x="4442927" y="1461794"/>
            <a:ext cx="3306147" cy="817856"/>
          </a:xfrm>
          <a:prstGeom prst="wedgeRoundRectCallout">
            <a:avLst>
              <a:gd name="adj1" fmla="val -29267"/>
              <a:gd name="adj2" fmla="val 79955"/>
              <a:gd name="adj3" fmla="val 16667"/>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5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7" name="Speech Bubble: Rectangle with Corners Rounded 6">
            <a:extLst>
              <a:ext uri="{FF2B5EF4-FFF2-40B4-BE49-F238E27FC236}">
                <a16:creationId xmlns:a16="http://schemas.microsoft.com/office/drawing/2014/main" id="{4F4593A5-F176-41F7-AD0E-713B5796924E}"/>
              </a:ext>
              <a:ext uri="{C183D7F6-B498-43B3-948B-1728B52AA6E4}">
                <adec:decorative xmlns:adec="http://schemas.microsoft.com/office/drawing/2017/decorative" val="1"/>
              </a:ext>
            </a:extLst>
          </p:cNvPr>
          <p:cNvSpPr/>
          <p:nvPr/>
        </p:nvSpPr>
        <p:spPr bwMode="auto">
          <a:xfrm flipV="1">
            <a:off x="4442927" y="2865144"/>
            <a:ext cx="3306147" cy="817856"/>
          </a:xfrm>
          <a:prstGeom prst="wedgeRoundRectCallout">
            <a:avLst>
              <a:gd name="adj1" fmla="val -12941"/>
              <a:gd name="adj2" fmla="val 84614"/>
              <a:gd name="adj3" fmla="val 16667"/>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5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12" name="Rectangle: Rounded Corners 11">
            <a:extLst>
              <a:ext uri="{FF2B5EF4-FFF2-40B4-BE49-F238E27FC236}">
                <a16:creationId xmlns:a16="http://schemas.microsoft.com/office/drawing/2014/main" id="{EB77AABF-8E35-456C-CCEF-A8F1C43815FD}"/>
              </a:ext>
              <a:ext uri="{C183D7F6-B498-43B3-948B-1728B52AA6E4}">
                <adec:decorative xmlns:adec="http://schemas.microsoft.com/office/drawing/2017/decorative" val="1"/>
              </a:ext>
            </a:extLst>
          </p:cNvPr>
          <p:cNvSpPr/>
          <p:nvPr/>
        </p:nvSpPr>
        <p:spPr>
          <a:xfrm>
            <a:off x="4442926" y="3835850"/>
            <a:ext cx="3306147" cy="938415"/>
          </a:xfrm>
          <a:prstGeom prst="roundRect">
            <a:avLst>
              <a:gd name="adj" fmla="val 14599"/>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5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20" name="Rectangle: Rounded Corners 19">
            <a:extLst>
              <a:ext uri="{FF2B5EF4-FFF2-40B4-BE49-F238E27FC236}">
                <a16:creationId xmlns:a16="http://schemas.microsoft.com/office/drawing/2014/main" id="{99FCE434-03FF-AC50-783B-427E2CD964CF}"/>
              </a:ext>
              <a:ext uri="{C183D7F6-B498-43B3-948B-1728B52AA6E4}">
                <adec:decorative xmlns:adec="http://schemas.microsoft.com/office/drawing/2017/decorative" val="1"/>
              </a:ext>
            </a:extLst>
          </p:cNvPr>
          <p:cNvSpPr/>
          <p:nvPr/>
        </p:nvSpPr>
        <p:spPr>
          <a:xfrm>
            <a:off x="8252625" y="1461794"/>
            <a:ext cx="3306147" cy="938415"/>
          </a:xfrm>
          <a:prstGeom prst="roundRect">
            <a:avLst>
              <a:gd name="adj" fmla="val 14599"/>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5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22" name="Speech Bubble: Rectangle with Corners Rounded 21">
            <a:extLst>
              <a:ext uri="{FF2B5EF4-FFF2-40B4-BE49-F238E27FC236}">
                <a16:creationId xmlns:a16="http://schemas.microsoft.com/office/drawing/2014/main" id="{CA98CF16-9AB7-61CA-D454-760F56A8C79B}"/>
              </a:ext>
              <a:ext uri="{C183D7F6-B498-43B3-948B-1728B52AA6E4}">
                <adec:decorative xmlns:adec="http://schemas.microsoft.com/office/drawing/2017/decorative" val="1"/>
              </a:ext>
            </a:extLst>
          </p:cNvPr>
          <p:cNvSpPr/>
          <p:nvPr/>
        </p:nvSpPr>
        <p:spPr bwMode="auto">
          <a:xfrm>
            <a:off x="8252625" y="2617494"/>
            <a:ext cx="3306147" cy="817856"/>
          </a:xfrm>
          <a:prstGeom prst="wedgeRoundRectCallout">
            <a:avLst>
              <a:gd name="adj1" fmla="val -29267"/>
              <a:gd name="adj2" fmla="val 79955"/>
              <a:gd name="adj3" fmla="val 16667"/>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5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25" name="Speech Bubble: Rectangle with Corners Rounded 24">
            <a:extLst>
              <a:ext uri="{FF2B5EF4-FFF2-40B4-BE49-F238E27FC236}">
                <a16:creationId xmlns:a16="http://schemas.microsoft.com/office/drawing/2014/main" id="{FDF0F82F-18CC-7B24-B44C-BE7077154EE5}"/>
              </a:ext>
              <a:ext uri="{C183D7F6-B498-43B3-948B-1728B52AA6E4}">
                <adec:decorative xmlns:adec="http://schemas.microsoft.com/office/drawing/2017/decorative" val="1"/>
              </a:ext>
            </a:extLst>
          </p:cNvPr>
          <p:cNvSpPr/>
          <p:nvPr/>
        </p:nvSpPr>
        <p:spPr bwMode="auto">
          <a:xfrm flipV="1">
            <a:off x="8252625" y="3923672"/>
            <a:ext cx="3306147" cy="883278"/>
          </a:xfrm>
          <a:prstGeom prst="wedgeRoundRectCallout">
            <a:avLst>
              <a:gd name="adj1" fmla="val -12941"/>
              <a:gd name="adj2" fmla="val 84614"/>
              <a:gd name="adj3" fmla="val 16667"/>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5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endParaRPr>
          </a:p>
        </p:txBody>
      </p:sp>
      <p:sp>
        <p:nvSpPr>
          <p:cNvPr id="2" name="Title 1">
            <a:extLst>
              <a:ext uri="{FF2B5EF4-FFF2-40B4-BE49-F238E27FC236}">
                <a16:creationId xmlns:a16="http://schemas.microsoft.com/office/drawing/2014/main" id="{102226E7-96AE-139C-C913-2A0842334E7A}"/>
              </a:ext>
            </a:extLst>
          </p:cNvPr>
          <p:cNvSpPr>
            <a:spLocks noGrp="1"/>
          </p:cNvSpPr>
          <p:nvPr>
            <p:ph type="title"/>
          </p:nvPr>
        </p:nvSpPr>
        <p:spPr/>
        <p:txBody>
          <a:bodyPr>
            <a:noAutofit/>
          </a:bodyPr>
          <a:lstStyle/>
          <a:p>
            <a:r>
              <a:rPr lang="en-US" sz="3200"/>
              <a:t>Protect sensitive files and Copilot + Agent interactions</a:t>
            </a:r>
          </a:p>
        </p:txBody>
      </p:sp>
      <p:sp>
        <p:nvSpPr>
          <p:cNvPr id="5" name="Rectangle: Rounded Corners 4">
            <a:extLst>
              <a:ext uri="{FF2B5EF4-FFF2-40B4-BE49-F238E27FC236}">
                <a16:creationId xmlns:a16="http://schemas.microsoft.com/office/drawing/2014/main" id="{14133999-90B9-8A2B-4821-F81E2F909430}"/>
              </a:ext>
            </a:extLst>
          </p:cNvPr>
          <p:cNvSpPr/>
          <p:nvPr/>
        </p:nvSpPr>
        <p:spPr>
          <a:xfrm>
            <a:off x="605440" y="1461795"/>
            <a:ext cx="3361724" cy="967610"/>
          </a:xfrm>
          <a:prstGeom prst="roundRect">
            <a:avLst>
              <a:gd name="adj" fmla="val 10417"/>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Segoe UI" pitchFamily="34" charset="0"/>
                <a:cs typeface="Segoe UI" pitchFamily="34" charset="0"/>
              </a:rPr>
              <a:t>Document contains </a:t>
            </a:r>
            <a:r>
              <a:rPr kumimoji="0" lang="en-US" sz="1800" b="1"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sensitive merger information</a:t>
            </a:r>
          </a:p>
        </p:txBody>
      </p:sp>
      <p:sp>
        <p:nvSpPr>
          <p:cNvPr id="4" name="Graphic 108" descr="Icon of a blank document">
            <a:extLst>
              <a:ext uri="{FF2B5EF4-FFF2-40B4-BE49-F238E27FC236}">
                <a16:creationId xmlns:a16="http://schemas.microsoft.com/office/drawing/2014/main" id="{D5341DE0-6E62-F52D-10C9-B3CB946B879B}"/>
              </a:ext>
            </a:extLst>
          </p:cNvPr>
          <p:cNvSpPr/>
          <p:nvPr>
            <p:custDataLst>
              <p:tags r:id="rId1"/>
            </p:custDataLst>
          </p:nvPr>
        </p:nvSpPr>
        <p:spPr>
          <a:xfrm>
            <a:off x="1935241" y="2700467"/>
            <a:ext cx="774092" cy="967610"/>
          </a:xfrm>
          <a:custGeom>
            <a:avLst/>
            <a:gdLst>
              <a:gd name="connsiteX0" fmla="*/ 217519 w 240021"/>
              <a:gd name="connsiteY0" fmla="*/ 270024 h 300026"/>
              <a:gd name="connsiteX1" fmla="*/ 210019 w 240021"/>
              <a:gd name="connsiteY1" fmla="*/ 277525 h 300026"/>
              <a:gd name="connsiteX2" fmla="*/ 30003 w 240021"/>
              <a:gd name="connsiteY2" fmla="*/ 277525 h 300026"/>
              <a:gd name="connsiteX3" fmla="*/ 22502 w 240021"/>
              <a:gd name="connsiteY3" fmla="*/ 270024 h 300026"/>
              <a:gd name="connsiteX4" fmla="*/ 22502 w 240021"/>
              <a:gd name="connsiteY4" fmla="*/ 30003 h 300026"/>
              <a:gd name="connsiteX5" fmla="*/ 30003 w 240021"/>
              <a:gd name="connsiteY5" fmla="*/ 22502 h 300026"/>
              <a:gd name="connsiteX6" fmla="*/ 120011 w 240021"/>
              <a:gd name="connsiteY6" fmla="*/ 22502 h 300026"/>
              <a:gd name="connsiteX7" fmla="*/ 120011 w 240021"/>
              <a:gd name="connsiteY7" fmla="*/ 90008 h 300026"/>
              <a:gd name="connsiteX8" fmla="*/ 150013 w 240021"/>
              <a:gd name="connsiteY8" fmla="*/ 120011 h 300026"/>
              <a:gd name="connsiteX9" fmla="*/ 217519 w 240021"/>
              <a:gd name="connsiteY9" fmla="*/ 120011 h 300026"/>
              <a:gd name="connsiteX10" fmla="*/ 217519 w 240021"/>
              <a:gd name="connsiteY10" fmla="*/ 270024 h 300026"/>
              <a:gd name="connsiteX11" fmla="*/ 142513 w 240021"/>
              <a:gd name="connsiteY11" fmla="*/ 39318 h 300026"/>
              <a:gd name="connsiteX12" fmla="*/ 200688 w 240021"/>
              <a:gd name="connsiteY12" fmla="*/ 97509 h 300026"/>
              <a:gd name="connsiteX13" fmla="*/ 150013 w 240021"/>
              <a:gd name="connsiteY13" fmla="*/ 97509 h 300026"/>
              <a:gd name="connsiteX14" fmla="*/ 142513 w 240021"/>
              <a:gd name="connsiteY14" fmla="*/ 90008 h 300026"/>
              <a:gd name="connsiteX15" fmla="*/ 142513 w 240021"/>
              <a:gd name="connsiteY15" fmla="*/ 39318 h 300026"/>
              <a:gd name="connsiteX16" fmla="*/ 231231 w 240021"/>
              <a:gd name="connsiteY16" fmla="*/ 96219 h 300026"/>
              <a:gd name="connsiteX17" fmla="*/ 143788 w 240021"/>
              <a:gd name="connsiteY17" fmla="*/ 8791 h 300026"/>
              <a:gd name="connsiteX18" fmla="*/ 142513 w 240021"/>
              <a:gd name="connsiteY18" fmla="*/ 7741 h 300026"/>
              <a:gd name="connsiteX19" fmla="*/ 139227 w 240021"/>
              <a:gd name="connsiteY19" fmla="*/ 5040 h 300026"/>
              <a:gd name="connsiteX20" fmla="*/ 137307 w 240021"/>
              <a:gd name="connsiteY20" fmla="*/ 4020 h 300026"/>
              <a:gd name="connsiteX21" fmla="*/ 134067 w 240021"/>
              <a:gd name="connsiteY21" fmla="*/ 2280 h 300026"/>
              <a:gd name="connsiteX22" fmla="*/ 124706 w 240021"/>
              <a:gd name="connsiteY22" fmla="*/ 210 h 300026"/>
              <a:gd name="connsiteX23" fmla="*/ 122591 w 240021"/>
              <a:gd name="connsiteY23" fmla="*/ 0 h 300026"/>
              <a:gd name="connsiteX24" fmla="*/ 122576 w 240021"/>
              <a:gd name="connsiteY24" fmla="*/ 0 h 300026"/>
              <a:gd name="connsiteX25" fmla="*/ 120011 w 240021"/>
              <a:gd name="connsiteY25" fmla="*/ 0 h 300026"/>
              <a:gd name="connsiteX26" fmla="*/ 30003 w 240021"/>
              <a:gd name="connsiteY26" fmla="*/ 0 h 300026"/>
              <a:gd name="connsiteX27" fmla="*/ 0 w 240021"/>
              <a:gd name="connsiteY27" fmla="*/ 30003 h 300026"/>
              <a:gd name="connsiteX28" fmla="*/ 0 w 240021"/>
              <a:gd name="connsiteY28" fmla="*/ 270024 h 300026"/>
              <a:gd name="connsiteX29" fmla="*/ 30003 w 240021"/>
              <a:gd name="connsiteY29" fmla="*/ 300027 h 300026"/>
              <a:gd name="connsiteX30" fmla="*/ 210019 w 240021"/>
              <a:gd name="connsiteY30" fmla="*/ 300027 h 300026"/>
              <a:gd name="connsiteX31" fmla="*/ 240021 w 240021"/>
              <a:gd name="connsiteY31" fmla="*/ 270024 h 300026"/>
              <a:gd name="connsiteX32" fmla="*/ 240021 w 240021"/>
              <a:gd name="connsiteY32" fmla="*/ 120011 h 300026"/>
              <a:gd name="connsiteX33" fmla="*/ 240021 w 240021"/>
              <a:gd name="connsiteY33" fmla="*/ 117430 h 300026"/>
              <a:gd name="connsiteX34" fmla="*/ 231231 w 240021"/>
              <a:gd name="connsiteY34" fmla="*/ 96219 h 30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0021" h="300026">
                <a:moveTo>
                  <a:pt x="217519" y="270024"/>
                </a:moveTo>
                <a:cubicBezTo>
                  <a:pt x="217519" y="274149"/>
                  <a:pt x="214159" y="277525"/>
                  <a:pt x="210019" y="277525"/>
                </a:cubicBezTo>
                <a:lnTo>
                  <a:pt x="30003" y="277525"/>
                </a:lnTo>
                <a:cubicBezTo>
                  <a:pt x="25862" y="277525"/>
                  <a:pt x="22502" y="274149"/>
                  <a:pt x="22502" y="270024"/>
                </a:cubicBezTo>
                <a:lnTo>
                  <a:pt x="22502" y="30003"/>
                </a:lnTo>
                <a:cubicBezTo>
                  <a:pt x="22502" y="25877"/>
                  <a:pt x="25862" y="22502"/>
                  <a:pt x="30003" y="22502"/>
                </a:cubicBezTo>
                <a:lnTo>
                  <a:pt x="120011" y="22502"/>
                </a:lnTo>
                <a:lnTo>
                  <a:pt x="120011" y="90008"/>
                </a:lnTo>
                <a:cubicBezTo>
                  <a:pt x="120011" y="106569"/>
                  <a:pt x="133452" y="120011"/>
                  <a:pt x="150013" y="120011"/>
                </a:cubicBezTo>
                <a:lnTo>
                  <a:pt x="217519" y="120011"/>
                </a:lnTo>
                <a:lnTo>
                  <a:pt x="217519" y="270024"/>
                </a:lnTo>
                <a:close/>
                <a:moveTo>
                  <a:pt x="142513" y="39318"/>
                </a:moveTo>
                <a:lnTo>
                  <a:pt x="200688" y="97509"/>
                </a:lnTo>
                <a:lnTo>
                  <a:pt x="150013" y="97509"/>
                </a:lnTo>
                <a:cubicBezTo>
                  <a:pt x="145873" y="97509"/>
                  <a:pt x="142513" y="94133"/>
                  <a:pt x="142513" y="90008"/>
                </a:cubicBezTo>
                <a:lnTo>
                  <a:pt x="142513" y="39318"/>
                </a:lnTo>
                <a:close/>
                <a:moveTo>
                  <a:pt x="231231" y="96219"/>
                </a:moveTo>
                <a:lnTo>
                  <a:pt x="143788" y="8791"/>
                </a:lnTo>
                <a:cubicBezTo>
                  <a:pt x="143398" y="8401"/>
                  <a:pt x="142918" y="8101"/>
                  <a:pt x="142513" y="7741"/>
                </a:cubicBezTo>
                <a:cubicBezTo>
                  <a:pt x="141448" y="6781"/>
                  <a:pt x="140397" y="5836"/>
                  <a:pt x="139227" y="5040"/>
                </a:cubicBezTo>
                <a:cubicBezTo>
                  <a:pt x="138627" y="4635"/>
                  <a:pt x="137937" y="4365"/>
                  <a:pt x="137307" y="4020"/>
                </a:cubicBezTo>
                <a:cubicBezTo>
                  <a:pt x="136242" y="3420"/>
                  <a:pt x="135192" y="2760"/>
                  <a:pt x="134067" y="2280"/>
                </a:cubicBezTo>
                <a:cubicBezTo>
                  <a:pt x="131112" y="1050"/>
                  <a:pt x="127931" y="435"/>
                  <a:pt x="124706" y="210"/>
                </a:cubicBezTo>
                <a:cubicBezTo>
                  <a:pt x="124001" y="165"/>
                  <a:pt x="123311" y="0"/>
                  <a:pt x="122591" y="0"/>
                </a:cubicBezTo>
                <a:lnTo>
                  <a:pt x="122576" y="0"/>
                </a:lnTo>
                <a:lnTo>
                  <a:pt x="120011" y="0"/>
                </a:lnTo>
                <a:lnTo>
                  <a:pt x="30003" y="0"/>
                </a:lnTo>
                <a:cubicBezTo>
                  <a:pt x="13441" y="0"/>
                  <a:pt x="0" y="13441"/>
                  <a:pt x="0" y="30003"/>
                </a:cubicBezTo>
                <a:lnTo>
                  <a:pt x="0" y="270024"/>
                </a:lnTo>
                <a:cubicBezTo>
                  <a:pt x="0" y="286585"/>
                  <a:pt x="13441" y="300027"/>
                  <a:pt x="30003" y="300027"/>
                </a:cubicBezTo>
                <a:lnTo>
                  <a:pt x="210019" y="300027"/>
                </a:lnTo>
                <a:cubicBezTo>
                  <a:pt x="226580" y="300027"/>
                  <a:pt x="240021" y="286585"/>
                  <a:pt x="240021" y="270024"/>
                </a:cubicBezTo>
                <a:lnTo>
                  <a:pt x="240021" y="120011"/>
                </a:lnTo>
                <a:lnTo>
                  <a:pt x="240021" y="117430"/>
                </a:lnTo>
                <a:cubicBezTo>
                  <a:pt x="240021" y="109480"/>
                  <a:pt x="236856" y="101844"/>
                  <a:pt x="231231" y="96219"/>
                </a:cubicBez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45" name="Graphic 44" descr="Shield with solid fill">
            <a:extLst>
              <a:ext uri="{FF2B5EF4-FFF2-40B4-BE49-F238E27FC236}">
                <a16:creationId xmlns:a16="http://schemas.microsoft.com/office/drawing/2014/main" id="{78C78062-584B-6C53-EFB1-B2405914DB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0194" y="4089157"/>
            <a:ext cx="423246" cy="423246"/>
          </a:xfrm>
          <a:prstGeom prst="rect">
            <a:avLst/>
          </a:prstGeom>
        </p:spPr>
      </p:pic>
      <p:sp>
        <p:nvSpPr>
          <p:cNvPr id="44" name="TextBox 43">
            <a:extLst>
              <a:ext uri="{FF2B5EF4-FFF2-40B4-BE49-F238E27FC236}">
                <a16:creationId xmlns:a16="http://schemas.microsoft.com/office/drawing/2014/main" id="{61320E99-BB78-CF03-6930-E8D1FFD75AC6}"/>
              </a:ext>
            </a:extLst>
          </p:cNvPr>
          <p:cNvSpPr txBox="1"/>
          <p:nvPr/>
        </p:nvSpPr>
        <p:spPr>
          <a:xfrm>
            <a:off x="1494405" y="4058836"/>
            <a:ext cx="2173028" cy="492443"/>
          </a:xfrm>
          <a:prstGeom prst="rect">
            <a:avLst/>
          </a:prstGeom>
          <a:noFill/>
        </p:spPr>
        <p:txBody>
          <a:bodyPr wrap="square" lIns="0" tIns="0" rIns="0" bIns="0">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50" normalizeH="0" baseline="0" noProof="0">
                <a:ln w="3175">
                  <a:noFill/>
                </a:ln>
                <a:solidFill>
                  <a:prstClr val="black"/>
                </a:solidFill>
                <a:effectLst/>
                <a:uLnTx/>
                <a:uFillTx/>
                <a:latin typeface="Segoe UI"/>
                <a:ea typeface="+mn-ea"/>
                <a:cs typeface="+mn-cs"/>
              </a:rPr>
              <a:t>Auto-label as </a:t>
            </a:r>
            <a:r>
              <a:rPr kumimoji="0" lang="en-US" sz="1600" b="0" i="0" u="none" strike="noStrike" kern="1200" cap="none" spc="-50" normalizeH="0" baseline="0" noProof="0">
                <a:ln w="3175">
                  <a:noFill/>
                </a:ln>
                <a:solidFill>
                  <a:prstClr val="black"/>
                </a:solidFill>
                <a:effectLst/>
                <a:uLnTx/>
                <a:uFillTx/>
                <a:latin typeface="Segoe UI Semibold"/>
                <a:ea typeface="+mn-ea"/>
                <a:cs typeface="+mn-cs"/>
              </a:rPr>
              <a:t>Mergers and acquisitions</a:t>
            </a:r>
          </a:p>
        </p:txBody>
      </p:sp>
      <p:sp>
        <p:nvSpPr>
          <p:cNvPr id="3" name="TextBox 2">
            <a:extLst>
              <a:ext uri="{FF2B5EF4-FFF2-40B4-BE49-F238E27FC236}">
                <a16:creationId xmlns:a16="http://schemas.microsoft.com/office/drawing/2014/main" id="{47153475-1E82-EB37-6200-D2DA9ED619BB}"/>
              </a:ext>
            </a:extLst>
          </p:cNvPr>
          <p:cNvSpPr txBox="1"/>
          <p:nvPr/>
        </p:nvSpPr>
        <p:spPr>
          <a:xfrm>
            <a:off x="637817" y="4891921"/>
            <a:ext cx="3285254" cy="43088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Detect when content contains sensitive data and auto-apply protections</a:t>
            </a:r>
          </a:p>
        </p:txBody>
      </p:sp>
      <p:sp>
        <p:nvSpPr>
          <p:cNvPr id="8" name="TextBox 7">
            <a:extLst>
              <a:ext uri="{FF2B5EF4-FFF2-40B4-BE49-F238E27FC236}">
                <a16:creationId xmlns:a16="http://schemas.microsoft.com/office/drawing/2014/main" id="{2DBC5DA7-3EA0-CA67-0936-4E115860BFB4}"/>
              </a:ext>
            </a:extLst>
          </p:cNvPr>
          <p:cNvSpPr txBox="1"/>
          <p:nvPr/>
        </p:nvSpPr>
        <p:spPr>
          <a:xfrm>
            <a:off x="4622800" y="1624501"/>
            <a:ext cx="2482850" cy="492443"/>
          </a:xfrm>
          <a:prstGeom prst="rect">
            <a:avLst/>
          </a:prstGeom>
          <a:noFill/>
        </p:spPr>
        <p:txBody>
          <a:bodyPr wrap="square" lIns="0" tIns="0" rIns="0" bIns="0">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50" normalizeH="0" baseline="0" noProof="0">
                <a:ln w="3175">
                  <a:noFill/>
                </a:ln>
                <a:solidFill>
                  <a:prstClr val="black"/>
                </a:solidFill>
                <a:effectLst/>
                <a:uLnTx/>
                <a:uFillTx/>
                <a:latin typeface="Segoe UI"/>
                <a:ea typeface="+mn-ea"/>
                <a:cs typeface="+mn-cs"/>
              </a:rPr>
              <a:t>Copilot, please summarize </a:t>
            </a:r>
            <a:r>
              <a:rPr kumimoji="0" lang="en-US" sz="1600" b="0" i="0" u="none" strike="noStrike" kern="1200" cap="none" spc="-50" normalizeH="0" baseline="0" noProof="0">
                <a:ln w="3175">
                  <a:noFill/>
                </a:ln>
                <a:solidFill>
                  <a:prstClr val="black"/>
                </a:solidFill>
                <a:effectLst/>
                <a:uLnTx/>
                <a:uFillTx/>
                <a:latin typeface="Segoe UI Semibold"/>
                <a:ea typeface="+mn-ea"/>
                <a:cs typeface="+mn-cs"/>
              </a:rPr>
              <a:t>Merger document.docx</a:t>
            </a:r>
          </a:p>
        </p:txBody>
      </p:sp>
      <p:pic>
        <p:nvPicPr>
          <p:cNvPr id="11" name="Graphic 10" descr="Shield with solid fill">
            <a:extLst>
              <a:ext uri="{FF2B5EF4-FFF2-40B4-BE49-F238E27FC236}">
                <a16:creationId xmlns:a16="http://schemas.microsoft.com/office/drawing/2014/main" id="{72C56AA2-639C-0EAC-2DB7-751B29E6CB2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7639" y="1659099"/>
            <a:ext cx="423246" cy="423246"/>
          </a:xfrm>
          <a:prstGeom prst="rect">
            <a:avLst/>
          </a:prstGeom>
        </p:spPr>
      </p:pic>
      <p:sp>
        <p:nvSpPr>
          <p:cNvPr id="9" name="TextBox 8">
            <a:extLst>
              <a:ext uri="{FF2B5EF4-FFF2-40B4-BE49-F238E27FC236}">
                <a16:creationId xmlns:a16="http://schemas.microsoft.com/office/drawing/2014/main" id="{0F862C28-ABEE-6C0E-DF09-C3FA849EE9CE}"/>
              </a:ext>
            </a:extLst>
          </p:cNvPr>
          <p:cNvSpPr txBox="1"/>
          <p:nvPr/>
        </p:nvSpPr>
        <p:spPr>
          <a:xfrm>
            <a:off x="4622800" y="3027851"/>
            <a:ext cx="2482850" cy="492443"/>
          </a:xfrm>
          <a:prstGeom prst="rect">
            <a:avLst/>
          </a:prstGeom>
          <a:noFill/>
        </p:spPr>
        <p:txBody>
          <a:bodyPr wrap="square" lIns="0" tIns="0" rIns="0" bIns="0">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50" normalizeH="0" baseline="0" noProof="0">
                <a:ln w="3175">
                  <a:noFill/>
                </a:ln>
                <a:solidFill>
                  <a:prstClr val="black"/>
                </a:solidFill>
                <a:effectLst/>
                <a:uLnTx/>
                <a:uFillTx/>
                <a:latin typeface="Segoe UI"/>
                <a:ea typeface="+mn-ea"/>
                <a:cs typeface="+mn-cs"/>
              </a:rPr>
              <a:t>Here is the summary of your document…</a:t>
            </a:r>
          </a:p>
        </p:txBody>
      </p:sp>
      <p:pic>
        <p:nvPicPr>
          <p:cNvPr id="10" name="Graphic 9" descr="Shield with solid fill">
            <a:extLst>
              <a:ext uri="{FF2B5EF4-FFF2-40B4-BE49-F238E27FC236}">
                <a16:creationId xmlns:a16="http://schemas.microsoft.com/office/drawing/2014/main" id="{BD71A52A-A725-B435-B8A9-A655F941E6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7639" y="3062449"/>
            <a:ext cx="423246" cy="423246"/>
          </a:xfrm>
          <a:prstGeom prst="rect">
            <a:avLst/>
          </a:prstGeom>
        </p:spPr>
      </p:pic>
      <p:sp>
        <p:nvSpPr>
          <p:cNvPr id="15" name="TextBox 14">
            <a:extLst>
              <a:ext uri="{FF2B5EF4-FFF2-40B4-BE49-F238E27FC236}">
                <a16:creationId xmlns:a16="http://schemas.microsoft.com/office/drawing/2014/main" id="{823552CA-CAF9-D2E1-C586-1BE7DAE7C5EA}"/>
              </a:ext>
            </a:extLst>
          </p:cNvPr>
          <p:cNvSpPr txBox="1"/>
          <p:nvPr/>
        </p:nvSpPr>
        <p:spPr>
          <a:xfrm>
            <a:off x="4622800" y="3935725"/>
            <a:ext cx="1693364" cy="738664"/>
          </a:xfrm>
          <a:prstGeom prst="rect">
            <a:avLst/>
          </a:prstGeom>
          <a:noFill/>
        </p:spPr>
        <p:txBody>
          <a:bodyPr wrap="square" lIns="0" tIns="0" rIns="0" bIns="0">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50" normalizeH="0" baseline="0" noProof="0">
                <a:ln w="3175">
                  <a:noFill/>
                </a:ln>
                <a:solidFill>
                  <a:prstClr val="black"/>
                </a:solidFill>
                <a:effectLst/>
                <a:uLnTx/>
                <a:uFillTx/>
                <a:latin typeface="Segoe UI"/>
                <a:ea typeface="+mn-ea"/>
                <a:cs typeface="+mn-cs"/>
              </a:rPr>
              <a:t>Copilot, create a new document with this summary</a:t>
            </a:r>
          </a:p>
        </p:txBody>
      </p:sp>
      <p:pic>
        <p:nvPicPr>
          <p:cNvPr id="1030" name="Picture 6" descr="Microsoft Word Logo">
            <a:extLst>
              <a:ext uri="{FF2B5EF4-FFF2-40B4-BE49-F238E27FC236}">
                <a16:creationId xmlns:a16="http://schemas.microsoft.com/office/drawing/2014/main" id="{C556BE82-2515-483F-E44D-8EA612C514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1787" y="3949909"/>
            <a:ext cx="640412" cy="640412"/>
          </a:xfrm>
          <a:prstGeom prst="rect">
            <a:avLst/>
          </a:prstGeom>
          <a:noFill/>
          <a:extLst>
            <a:ext uri="{909E8E84-426E-40DD-AFC4-6F175D3DCCD1}">
              <a14:hiddenFill xmlns:a14="http://schemas.microsoft.com/office/drawing/2010/main">
                <a:solidFill>
                  <a:srgbClr val="FFFFFF"/>
                </a:solidFill>
              </a14:hiddenFill>
            </a:ext>
          </a:extLst>
        </p:spPr>
      </p:pic>
      <p:pic>
        <p:nvPicPr>
          <p:cNvPr id="18" name="Graphic 17" descr="Shield with solid fill">
            <a:extLst>
              <a:ext uri="{FF2B5EF4-FFF2-40B4-BE49-F238E27FC236}">
                <a16:creationId xmlns:a16="http://schemas.microsoft.com/office/drawing/2014/main" id="{ACE55126-8AFC-5825-2137-E204F6D0C5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51838" y="4282531"/>
            <a:ext cx="377675" cy="377674"/>
          </a:xfrm>
          <a:prstGeom prst="rect">
            <a:avLst/>
          </a:prstGeom>
        </p:spPr>
      </p:pic>
      <p:sp>
        <p:nvSpPr>
          <p:cNvPr id="13" name="TextBox 12">
            <a:extLst>
              <a:ext uri="{FF2B5EF4-FFF2-40B4-BE49-F238E27FC236}">
                <a16:creationId xmlns:a16="http://schemas.microsoft.com/office/drawing/2014/main" id="{1AC21FAC-FEC7-6550-6B3F-9C00D4DF78FA}"/>
              </a:ext>
            </a:extLst>
          </p:cNvPr>
          <p:cNvSpPr txBox="1"/>
          <p:nvPr/>
        </p:nvSpPr>
        <p:spPr>
          <a:xfrm>
            <a:off x="4453373" y="4891921"/>
            <a:ext cx="3285254" cy="64633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Copilot response and Copilot created documents inherit sensitivity labels and protections</a:t>
            </a:r>
          </a:p>
        </p:txBody>
      </p:sp>
      <p:sp>
        <p:nvSpPr>
          <p:cNvPr id="21" name="TextBox 20">
            <a:extLst>
              <a:ext uri="{FF2B5EF4-FFF2-40B4-BE49-F238E27FC236}">
                <a16:creationId xmlns:a16="http://schemas.microsoft.com/office/drawing/2014/main" id="{EE648DCA-E68E-DFC6-3463-7CA7A41464D0}"/>
              </a:ext>
            </a:extLst>
          </p:cNvPr>
          <p:cNvSpPr txBox="1"/>
          <p:nvPr/>
        </p:nvSpPr>
        <p:spPr>
          <a:xfrm>
            <a:off x="8399010" y="1561669"/>
            <a:ext cx="3013377" cy="738664"/>
          </a:xfrm>
          <a:prstGeom prst="rect">
            <a:avLst/>
          </a:prstGeom>
          <a:noFill/>
        </p:spPr>
        <p:txBody>
          <a:bodyPr wrap="square" lIns="0" tIns="0" rIns="0" bIns="0">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50" normalizeH="0" baseline="0" noProof="0">
                <a:ln w="3175">
                  <a:noFill/>
                </a:ln>
                <a:solidFill>
                  <a:prstClr val="black"/>
                </a:solidFill>
                <a:effectLst/>
                <a:uLnTx/>
                <a:uFillTx/>
                <a:latin typeface="Segoe UI"/>
                <a:ea typeface="+mn-ea"/>
                <a:cs typeface="+mn-cs"/>
              </a:rPr>
              <a:t>Admin creates policy to prevent Copilot access for files labeled as </a:t>
            </a:r>
            <a:r>
              <a:rPr kumimoji="0" lang="en-US" sz="1600" b="0" i="0" u="none" strike="noStrike" kern="1200" cap="none" spc="-50" normalizeH="0" baseline="0" noProof="0">
                <a:ln w="3175">
                  <a:noFill/>
                </a:ln>
                <a:solidFill>
                  <a:prstClr val="black"/>
                </a:solidFill>
                <a:effectLst/>
                <a:uLnTx/>
                <a:uFillTx/>
                <a:latin typeface="Segoe UI Semibold"/>
                <a:ea typeface="+mn-ea"/>
                <a:cs typeface="+mn-cs"/>
              </a:rPr>
              <a:t>Mergers and acquisitions </a:t>
            </a:r>
          </a:p>
        </p:txBody>
      </p:sp>
      <p:sp>
        <p:nvSpPr>
          <p:cNvPr id="23" name="TextBox 22">
            <a:extLst>
              <a:ext uri="{FF2B5EF4-FFF2-40B4-BE49-F238E27FC236}">
                <a16:creationId xmlns:a16="http://schemas.microsoft.com/office/drawing/2014/main" id="{F6BF2DDC-55EE-6D69-A107-0F17BAB4ABD9}"/>
              </a:ext>
            </a:extLst>
          </p:cNvPr>
          <p:cNvSpPr txBox="1"/>
          <p:nvPr/>
        </p:nvSpPr>
        <p:spPr>
          <a:xfrm>
            <a:off x="8399011" y="2780201"/>
            <a:ext cx="2268990" cy="492443"/>
          </a:xfrm>
          <a:prstGeom prst="rect">
            <a:avLst/>
          </a:prstGeom>
          <a:noFill/>
        </p:spPr>
        <p:txBody>
          <a:bodyPr wrap="square" lIns="0" tIns="0" rIns="0" bIns="0">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50" normalizeH="0" baseline="0" noProof="0">
                <a:ln w="3175">
                  <a:noFill/>
                </a:ln>
                <a:solidFill>
                  <a:prstClr val="black"/>
                </a:solidFill>
                <a:effectLst/>
                <a:uLnTx/>
                <a:uFillTx/>
                <a:latin typeface="Segoe UI"/>
                <a:ea typeface="+mn-ea"/>
                <a:cs typeface="+mn-cs"/>
              </a:rPr>
              <a:t>Copilot, please summarize </a:t>
            </a:r>
            <a:r>
              <a:rPr kumimoji="0" lang="en-US" sz="1600" b="0" i="0" u="none" strike="noStrike" kern="1200" cap="none" spc="-50" normalizeH="0" baseline="0" noProof="0">
                <a:ln w="3175">
                  <a:noFill/>
                </a:ln>
                <a:solidFill>
                  <a:prstClr val="black"/>
                </a:solidFill>
                <a:effectLst/>
                <a:uLnTx/>
                <a:uFillTx/>
                <a:latin typeface="Segoe UI Semibold"/>
                <a:ea typeface="+mn-ea"/>
                <a:cs typeface="+mn-cs"/>
              </a:rPr>
              <a:t>Merger document.docx</a:t>
            </a:r>
          </a:p>
        </p:txBody>
      </p:sp>
      <p:pic>
        <p:nvPicPr>
          <p:cNvPr id="24" name="Graphic 23" descr="Shield with solid fill">
            <a:extLst>
              <a:ext uri="{FF2B5EF4-FFF2-40B4-BE49-F238E27FC236}">
                <a16:creationId xmlns:a16="http://schemas.microsoft.com/office/drawing/2014/main" id="{24BC38FD-212E-73ED-2A9D-6FBCE1C6E8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95696" y="2814799"/>
            <a:ext cx="423246" cy="423246"/>
          </a:xfrm>
          <a:prstGeom prst="rect">
            <a:avLst/>
          </a:prstGeom>
        </p:spPr>
      </p:pic>
      <p:sp>
        <p:nvSpPr>
          <p:cNvPr id="27" name="TextBox 26">
            <a:extLst>
              <a:ext uri="{FF2B5EF4-FFF2-40B4-BE49-F238E27FC236}">
                <a16:creationId xmlns:a16="http://schemas.microsoft.com/office/drawing/2014/main" id="{E968E4CD-C033-0E75-F188-E99FF5E600C6}"/>
              </a:ext>
            </a:extLst>
          </p:cNvPr>
          <p:cNvSpPr txBox="1"/>
          <p:nvPr/>
        </p:nvSpPr>
        <p:spPr>
          <a:xfrm>
            <a:off x="8358454" y="3995979"/>
            <a:ext cx="3053933" cy="738664"/>
          </a:xfrm>
          <a:prstGeom prst="rect">
            <a:avLst/>
          </a:prstGeom>
          <a:noFill/>
        </p:spPr>
        <p:txBody>
          <a:bodyPr wrap="square" lIns="0" tIns="0" rIns="0" bIns="0">
            <a:spAutoFit/>
          </a:bodyPr>
          <a:lstStyle/>
          <a:p>
            <a:pPr marL="0" marR="0" lvl="0" indent="0" algn="l" defTabSz="93274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50" normalizeH="0" baseline="0" noProof="0">
                <a:ln w="3175">
                  <a:noFill/>
                </a:ln>
                <a:solidFill>
                  <a:prstClr val="black"/>
                </a:solidFill>
                <a:effectLst/>
                <a:uLnTx/>
                <a:uFillTx/>
                <a:latin typeface="Segoe UI"/>
                <a:ea typeface="+mn-ea"/>
                <a:cs typeface="+mn-cs"/>
              </a:rPr>
              <a:t>This document is currently protected, so I can’t provide details about its content</a:t>
            </a:r>
          </a:p>
        </p:txBody>
      </p:sp>
      <p:sp>
        <p:nvSpPr>
          <p:cNvPr id="29" name="TextBox 28">
            <a:extLst>
              <a:ext uri="{FF2B5EF4-FFF2-40B4-BE49-F238E27FC236}">
                <a16:creationId xmlns:a16="http://schemas.microsoft.com/office/drawing/2014/main" id="{CADA1760-8D83-FD91-A980-27BBB2F35720}"/>
              </a:ext>
            </a:extLst>
          </p:cNvPr>
          <p:cNvSpPr txBox="1"/>
          <p:nvPr/>
        </p:nvSpPr>
        <p:spPr>
          <a:xfrm>
            <a:off x="8263071" y="4891921"/>
            <a:ext cx="3285254" cy="43088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Optionally, block Copilot access to sensitive files</a:t>
            </a:r>
          </a:p>
        </p:txBody>
      </p:sp>
      <p:sp>
        <p:nvSpPr>
          <p:cNvPr id="37" name="TextBox 36">
            <a:extLst>
              <a:ext uri="{FF2B5EF4-FFF2-40B4-BE49-F238E27FC236}">
                <a16:creationId xmlns:a16="http://schemas.microsoft.com/office/drawing/2014/main" id="{35651637-9447-E04D-4DE4-81314A3A2ED8}"/>
              </a:ext>
            </a:extLst>
          </p:cNvPr>
          <p:cNvSpPr txBox="1"/>
          <p:nvPr/>
        </p:nvSpPr>
        <p:spPr>
          <a:xfrm>
            <a:off x="495300" y="5805714"/>
            <a:ext cx="11201400" cy="496937"/>
          </a:xfrm>
          <a:prstGeom prst="roundRect">
            <a:avLst>
              <a:gd name="adj" fmla="val 50000"/>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defPPr>
              <a:defRPr lang="en-US"/>
            </a:defPPr>
            <a:lvl1pPr marR="0" lvl="0" indent="0" algn="ctr" defTabSz="2275850" fontAlgn="base">
              <a:lnSpc>
                <a:spcPct val="100000"/>
              </a:lnSpc>
              <a:spcBef>
                <a:spcPts val="1800"/>
              </a:spcBef>
              <a:spcAft>
                <a:spcPts val="1800"/>
              </a:spcAft>
              <a:buClrTx/>
              <a:buSzTx/>
              <a:buFontTx/>
              <a:buNone/>
              <a:tabLst>
                <a:tab pos="3701239" algn="l"/>
              </a:tabLst>
              <a:defRPr kumimoji="0" i="0" u="none" strike="noStrike" cap="none" spc="0" normalizeH="0" baseline="0">
                <a:ln w="3175">
                  <a:noFill/>
                </a:ln>
                <a:solidFill>
                  <a:schemeClr val="bg1"/>
                </a:solidFill>
                <a:effectLst/>
                <a:uLnTx/>
                <a:uFillTx/>
                <a:latin typeface="+mj-lt"/>
                <a:ea typeface="+mj-ea"/>
                <a:cs typeface="+mj-cs"/>
              </a:defRPr>
            </a:lvl1p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j-ea"/>
                <a:cs typeface="+mj-cs"/>
              </a:rPr>
              <a:t>Protect files even if they are moved or downloaded</a:t>
            </a:r>
          </a:p>
        </p:txBody>
      </p:sp>
    </p:spTree>
    <p:extLst>
      <p:ext uri="{BB962C8B-B14F-4D97-AF65-F5344CB8AC3E}">
        <p14:creationId xmlns:p14="http://schemas.microsoft.com/office/powerpoint/2010/main" val="82396154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E0CEC-5CF1-AFF4-5F18-37693C9939C0}"/>
            </a:ext>
          </a:extLst>
        </p:cNvPr>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23448B02-F1A5-1300-E9DA-F75BE55DE0CE}"/>
              </a:ext>
              <a:ext uri="{C183D7F6-B498-43B3-948B-1728B52AA6E4}">
                <adec:decorative xmlns:adec="http://schemas.microsoft.com/office/drawing/2017/decorative" val="1"/>
              </a:ext>
            </a:extLst>
          </p:cNvPr>
          <p:cNvSpPr>
            <a:spLocks/>
          </p:cNvSpPr>
          <p:nvPr/>
        </p:nvSpPr>
        <p:spPr bwMode="auto">
          <a:xfrm>
            <a:off x="495300" y="1341583"/>
            <a:ext cx="3582003" cy="4260931"/>
          </a:xfrm>
          <a:prstGeom prst="roundRect">
            <a:avLst>
              <a:gd name="adj" fmla="val 5062"/>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1" name="Rectangle: Rounded Corners 30">
            <a:extLst>
              <a:ext uri="{FF2B5EF4-FFF2-40B4-BE49-F238E27FC236}">
                <a16:creationId xmlns:a16="http://schemas.microsoft.com/office/drawing/2014/main" id="{B258D893-16AE-D9B6-244A-9027533D3DEB}"/>
              </a:ext>
              <a:ext uri="{C183D7F6-B498-43B3-948B-1728B52AA6E4}">
                <adec:decorative xmlns:adec="http://schemas.microsoft.com/office/drawing/2017/decorative" val="1"/>
              </a:ext>
            </a:extLst>
          </p:cNvPr>
          <p:cNvSpPr>
            <a:spLocks/>
          </p:cNvSpPr>
          <p:nvPr/>
        </p:nvSpPr>
        <p:spPr bwMode="auto">
          <a:xfrm>
            <a:off x="4304999"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34" name="Rectangle: Rounded Corners 33">
            <a:extLst>
              <a:ext uri="{FF2B5EF4-FFF2-40B4-BE49-F238E27FC236}">
                <a16:creationId xmlns:a16="http://schemas.microsoft.com/office/drawing/2014/main" id="{D3864A3C-AFBE-9839-8B3D-49853CECCF1F}"/>
              </a:ext>
              <a:ext uri="{C183D7F6-B498-43B3-948B-1728B52AA6E4}">
                <adec:decorative xmlns:adec="http://schemas.microsoft.com/office/drawing/2017/decorative" val="1"/>
              </a:ext>
            </a:extLst>
          </p:cNvPr>
          <p:cNvSpPr>
            <a:spLocks/>
          </p:cNvSpPr>
          <p:nvPr/>
        </p:nvSpPr>
        <p:spPr bwMode="auto">
          <a:xfrm>
            <a:off x="8114697"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61" name="Rectangle: Rounded Corners 60">
            <a:extLst>
              <a:ext uri="{FF2B5EF4-FFF2-40B4-BE49-F238E27FC236}">
                <a16:creationId xmlns:a16="http://schemas.microsoft.com/office/drawing/2014/main" id="{AEE1F3DB-7C78-2020-F450-26CDEC591189}"/>
              </a:ext>
              <a:ext uri="{C183D7F6-B498-43B3-948B-1728B52AA6E4}">
                <adec:decorative xmlns:adec="http://schemas.microsoft.com/office/drawing/2017/decorative" val="1"/>
              </a:ext>
            </a:extLst>
          </p:cNvPr>
          <p:cNvSpPr/>
          <p:nvPr/>
        </p:nvSpPr>
        <p:spPr bwMode="auto">
          <a:xfrm>
            <a:off x="4641438" y="2445937"/>
            <a:ext cx="2909124" cy="2135433"/>
          </a:xfrm>
          <a:prstGeom prst="roundRect">
            <a:avLst>
              <a:gd name="adj" fmla="val 4844"/>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79EAB8D2-3D4E-8776-E0DB-54D38F1BC1E6}"/>
              </a:ext>
            </a:extLst>
          </p:cNvPr>
          <p:cNvSpPr>
            <a:spLocks noGrp="1"/>
          </p:cNvSpPr>
          <p:nvPr>
            <p:ph type="title"/>
          </p:nvPr>
        </p:nvSpPr>
        <p:spPr/>
        <p:txBody>
          <a:bodyPr>
            <a:noAutofit/>
          </a:bodyPr>
          <a:lstStyle/>
          <a:p>
            <a:r>
              <a:rPr lang="en-US" sz="3200"/>
              <a:t>Dynamically apply security policies based on risky actions</a:t>
            </a:r>
          </a:p>
        </p:txBody>
      </p:sp>
      <p:sp>
        <p:nvSpPr>
          <p:cNvPr id="47" name="TextBox 46">
            <a:extLst>
              <a:ext uri="{FF2B5EF4-FFF2-40B4-BE49-F238E27FC236}">
                <a16:creationId xmlns:a16="http://schemas.microsoft.com/office/drawing/2014/main" id="{72BB3547-6248-6A50-6CEB-F2191B51C39B}"/>
              </a:ext>
            </a:extLst>
          </p:cNvPr>
          <p:cNvSpPr txBox="1"/>
          <p:nvPr/>
        </p:nvSpPr>
        <p:spPr>
          <a:xfrm>
            <a:off x="767063" y="1596687"/>
            <a:ext cx="3038476" cy="553998"/>
          </a:xfrm>
          <a:prstGeom prst="rect">
            <a:avLst/>
          </a:prstGeom>
          <a:noFill/>
        </p:spPr>
        <p:txBody>
          <a:bodyPr wrap="square" lIns="0" tIns="0" rIns="0" bIns="0">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rPr>
              <a:t>A user performs a series of risky actions</a:t>
            </a:r>
          </a:p>
        </p:txBody>
      </p:sp>
      <p:grpSp>
        <p:nvGrpSpPr>
          <p:cNvPr id="78" name="Group 77" descr="Icon of a person with a Warning solid filled">
            <a:extLst>
              <a:ext uri="{FF2B5EF4-FFF2-40B4-BE49-F238E27FC236}">
                <a16:creationId xmlns:a16="http://schemas.microsoft.com/office/drawing/2014/main" id="{FE54755A-76AC-2F33-8ED2-B0E1170D0180}"/>
              </a:ext>
            </a:extLst>
          </p:cNvPr>
          <p:cNvGrpSpPr/>
          <p:nvPr/>
        </p:nvGrpSpPr>
        <p:grpSpPr>
          <a:xfrm>
            <a:off x="1867502" y="2636080"/>
            <a:ext cx="1028098" cy="1104294"/>
            <a:chOff x="1867502" y="2664808"/>
            <a:chExt cx="1028098" cy="1104294"/>
          </a:xfrm>
        </p:grpSpPr>
        <p:sp>
          <p:nvSpPr>
            <p:cNvPr id="52" name="Graphic 106" descr="Icon of a person">
              <a:extLst>
                <a:ext uri="{FF2B5EF4-FFF2-40B4-BE49-F238E27FC236}">
                  <a16:creationId xmlns:a16="http://schemas.microsoft.com/office/drawing/2014/main" id="{AA616626-F01C-DF32-76F9-2247E324853B}"/>
                </a:ext>
              </a:extLst>
            </p:cNvPr>
            <p:cNvSpPr/>
            <p:nvPr>
              <p:custDataLst>
                <p:tags r:id="rId2"/>
              </p:custDataLst>
            </p:nvPr>
          </p:nvSpPr>
          <p:spPr>
            <a:xfrm>
              <a:off x="1867502" y="2664808"/>
              <a:ext cx="837598" cy="1046838"/>
            </a:xfrm>
            <a:custGeom>
              <a:avLst/>
              <a:gdLst>
                <a:gd name="connsiteX0" fmla="*/ 221321 w 257515"/>
                <a:gd name="connsiteY0" fmla="*/ 193068 h 321847"/>
                <a:gd name="connsiteX1" fmla="*/ 257516 w 257515"/>
                <a:gd name="connsiteY1" fmla="*/ 229264 h 321847"/>
                <a:gd name="connsiteX2" fmla="*/ 257516 w 257515"/>
                <a:gd name="connsiteY2" fmla="*/ 238525 h 321847"/>
                <a:gd name="connsiteX3" fmla="*/ 243012 w 257515"/>
                <a:gd name="connsiteY3" fmla="*/ 277774 h 321847"/>
                <a:gd name="connsiteX4" fmla="*/ 128705 w 257515"/>
                <a:gd name="connsiteY4" fmla="*/ 321847 h 321847"/>
                <a:gd name="connsiteX5" fmla="*/ 14458 w 257515"/>
                <a:gd name="connsiteY5" fmla="*/ 277756 h 321847"/>
                <a:gd name="connsiteX6" fmla="*/ 0 w 257515"/>
                <a:gd name="connsiteY6" fmla="*/ 238561 h 321847"/>
                <a:gd name="connsiteX7" fmla="*/ 0 w 257515"/>
                <a:gd name="connsiteY7" fmla="*/ 229264 h 321847"/>
                <a:gd name="connsiteX8" fmla="*/ 36196 w 257515"/>
                <a:gd name="connsiteY8" fmla="*/ 193068 h 321847"/>
                <a:gd name="connsiteX9" fmla="*/ 221321 w 257515"/>
                <a:gd name="connsiteY9" fmla="*/ 193068 h 321847"/>
                <a:gd name="connsiteX10" fmla="*/ 221321 w 257515"/>
                <a:gd name="connsiteY10" fmla="*/ 217211 h 321847"/>
                <a:gd name="connsiteX11" fmla="*/ 36196 w 257515"/>
                <a:gd name="connsiteY11" fmla="*/ 217211 h 321847"/>
                <a:gd name="connsiteX12" fmla="*/ 24143 w 257515"/>
                <a:gd name="connsiteY12" fmla="*/ 229264 h 321847"/>
                <a:gd name="connsiteX13" fmla="*/ 24143 w 257515"/>
                <a:gd name="connsiteY13" fmla="*/ 238561 h 321847"/>
                <a:gd name="connsiteX14" fmla="*/ 32818 w 257515"/>
                <a:gd name="connsiteY14" fmla="*/ 262078 h 321847"/>
                <a:gd name="connsiteX15" fmla="*/ 128705 w 257515"/>
                <a:gd name="connsiteY15" fmla="*/ 297705 h 321847"/>
                <a:gd name="connsiteX16" fmla="*/ 224672 w 257515"/>
                <a:gd name="connsiteY16" fmla="*/ 262074 h 321847"/>
                <a:gd name="connsiteX17" fmla="*/ 233373 w 257515"/>
                <a:gd name="connsiteY17" fmla="*/ 238525 h 321847"/>
                <a:gd name="connsiteX18" fmla="*/ 233373 w 257515"/>
                <a:gd name="connsiteY18" fmla="*/ 229264 h 321847"/>
                <a:gd name="connsiteX19" fmla="*/ 221321 w 257515"/>
                <a:gd name="connsiteY19" fmla="*/ 217211 h 321847"/>
                <a:gd name="connsiteX20" fmla="*/ 128705 w 257515"/>
                <a:gd name="connsiteY20" fmla="*/ 0 h 321847"/>
                <a:gd name="connsiteX21" fmla="*/ 209182 w 257515"/>
                <a:gd name="connsiteY21" fmla="*/ 80476 h 321847"/>
                <a:gd name="connsiteX22" fmla="*/ 128705 w 257515"/>
                <a:gd name="connsiteY22" fmla="*/ 160953 h 321847"/>
                <a:gd name="connsiteX23" fmla="*/ 48229 w 257515"/>
                <a:gd name="connsiteY23" fmla="*/ 80476 h 321847"/>
                <a:gd name="connsiteX24" fmla="*/ 128705 w 257515"/>
                <a:gd name="connsiteY24" fmla="*/ 0 h 321847"/>
                <a:gd name="connsiteX25" fmla="*/ 128705 w 257515"/>
                <a:gd name="connsiteY25" fmla="*/ 24143 h 321847"/>
                <a:gd name="connsiteX26" fmla="*/ 72372 w 257515"/>
                <a:gd name="connsiteY26" fmla="*/ 80476 h 321847"/>
                <a:gd name="connsiteX27" fmla="*/ 128705 w 257515"/>
                <a:gd name="connsiteY27" fmla="*/ 136810 h 321847"/>
                <a:gd name="connsiteX28" fmla="*/ 185039 w 257515"/>
                <a:gd name="connsiteY28" fmla="*/ 80476 h 321847"/>
                <a:gd name="connsiteX29" fmla="*/ 128705 w 257515"/>
                <a:gd name="connsiteY29" fmla="*/ 24143 h 321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7515" h="321847">
                  <a:moveTo>
                    <a:pt x="221321" y="193068"/>
                  </a:moveTo>
                  <a:cubicBezTo>
                    <a:pt x="241311" y="193068"/>
                    <a:pt x="257516" y="209272"/>
                    <a:pt x="257516" y="229264"/>
                  </a:cubicBezTo>
                  <a:lnTo>
                    <a:pt x="257516" y="238525"/>
                  </a:lnTo>
                  <a:cubicBezTo>
                    <a:pt x="257516" y="252919"/>
                    <a:pt x="252372" y="266839"/>
                    <a:pt x="243012" y="277774"/>
                  </a:cubicBezTo>
                  <a:cubicBezTo>
                    <a:pt x="217752" y="307284"/>
                    <a:pt x="179331" y="321847"/>
                    <a:pt x="128705" y="321847"/>
                  </a:cubicBezTo>
                  <a:cubicBezTo>
                    <a:pt x="78071" y="321847"/>
                    <a:pt x="39668" y="307280"/>
                    <a:pt x="14458" y="277756"/>
                  </a:cubicBezTo>
                  <a:cubicBezTo>
                    <a:pt x="5127" y="266829"/>
                    <a:pt x="0" y="252931"/>
                    <a:pt x="0" y="238561"/>
                  </a:cubicBezTo>
                  <a:lnTo>
                    <a:pt x="0" y="229264"/>
                  </a:lnTo>
                  <a:cubicBezTo>
                    <a:pt x="0" y="209272"/>
                    <a:pt x="16206" y="193068"/>
                    <a:pt x="36196" y="193068"/>
                  </a:cubicBezTo>
                  <a:lnTo>
                    <a:pt x="221321" y="193068"/>
                  </a:lnTo>
                  <a:close/>
                  <a:moveTo>
                    <a:pt x="221321" y="217211"/>
                  </a:moveTo>
                  <a:lnTo>
                    <a:pt x="36196" y="217211"/>
                  </a:lnTo>
                  <a:cubicBezTo>
                    <a:pt x="29539" y="217211"/>
                    <a:pt x="24143" y="222607"/>
                    <a:pt x="24143" y="229264"/>
                  </a:cubicBezTo>
                  <a:lnTo>
                    <a:pt x="24143" y="238561"/>
                  </a:lnTo>
                  <a:cubicBezTo>
                    <a:pt x="24143" y="247183"/>
                    <a:pt x="27219" y="255522"/>
                    <a:pt x="32818" y="262078"/>
                  </a:cubicBezTo>
                  <a:cubicBezTo>
                    <a:pt x="52990" y="285701"/>
                    <a:pt x="84631" y="297705"/>
                    <a:pt x="128705" y="297705"/>
                  </a:cubicBezTo>
                  <a:cubicBezTo>
                    <a:pt x="172779" y="297705"/>
                    <a:pt x="204448" y="285701"/>
                    <a:pt x="224672" y="262074"/>
                  </a:cubicBezTo>
                  <a:cubicBezTo>
                    <a:pt x="230287" y="255512"/>
                    <a:pt x="233373" y="247161"/>
                    <a:pt x="233373" y="238525"/>
                  </a:cubicBezTo>
                  <a:lnTo>
                    <a:pt x="233373" y="229264"/>
                  </a:lnTo>
                  <a:cubicBezTo>
                    <a:pt x="233373" y="222607"/>
                    <a:pt x="227976" y="217211"/>
                    <a:pt x="221321" y="217211"/>
                  </a:cubicBezTo>
                  <a:close/>
                  <a:moveTo>
                    <a:pt x="128705" y="0"/>
                  </a:moveTo>
                  <a:cubicBezTo>
                    <a:pt x="173151" y="0"/>
                    <a:pt x="209182" y="36031"/>
                    <a:pt x="209182" y="80476"/>
                  </a:cubicBezTo>
                  <a:cubicBezTo>
                    <a:pt x="209182" y="124922"/>
                    <a:pt x="173151" y="160953"/>
                    <a:pt x="128705" y="160953"/>
                  </a:cubicBezTo>
                  <a:cubicBezTo>
                    <a:pt x="84259" y="160953"/>
                    <a:pt x="48229" y="124922"/>
                    <a:pt x="48229" y="80476"/>
                  </a:cubicBezTo>
                  <a:cubicBezTo>
                    <a:pt x="48229" y="36031"/>
                    <a:pt x="84259" y="0"/>
                    <a:pt x="128705" y="0"/>
                  </a:cubicBezTo>
                  <a:close/>
                  <a:moveTo>
                    <a:pt x="128705" y="24143"/>
                  </a:moveTo>
                  <a:cubicBezTo>
                    <a:pt x="97593" y="24143"/>
                    <a:pt x="72372" y="49364"/>
                    <a:pt x="72372" y="80476"/>
                  </a:cubicBezTo>
                  <a:cubicBezTo>
                    <a:pt x="72372" y="111588"/>
                    <a:pt x="97593" y="136810"/>
                    <a:pt x="128705" y="136810"/>
                  </a:cubicBezTo>
                  <a:cubicBezTo>
                    <a:pt x="159817" y="136810"/>
                    <a:pt x="185039" y="111588"/>
                    <a:pt x="185039" y="80476"/>
                  </a:cubicBezTo>
                  <a:cubicBezTo>
                    <a:pt x="185039" y="49364"/>
                    <a:pt x="159817" y="24143"/>
                    <a:pt x="128705" y="24143"/>
                  </a:cubicBez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54" name="Oval 53">
              <a:extLst>
                <a:ext uri="{FF2B5EF4-FFF2-40B4-BE49-F238E27FC236}">
                  <a16:creationId xmlns:a16="http://schemas.microsoft.com/office/drawing/2014/main" id="{9185999A-FC1D-4076-F61E-EBAAB55003B9}"/>
                </a:ext>
              </a:extLst>
            </p:cNvPr>
            <p:cNvSpPr/>
            <p:nvPr/>
          </p:nvSpPr>
          <p:spPr>
            <a:xfrm>
              <a:off x="2447924" y="3321426"/>
              <a:ext cx="447676" cy="447676"/>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pic>
          <p:nvPicPr>
            <p:cNvPr id="56" name="Graphic 55" descr="Warning with solid fill">
              <a:extLst>
                <a:ext uri="{FF2B5EF4-FFF2-40B4-BE49-F238E27FC236}">
                  <a16:creationId xmlns:a16="http://schemas.microsoft.com/office/drawing/2014/main" id="{5D962879-BDB0-F378-D7A4-1E0879015E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34912" y="3408414"/>
              <a:ext cx="273700" cy="273700"/>
            </a:xfrm>
            <a:prstGeom prst="rect">
              <a:avLst/>
            </a:prstGeom>
          </p:spPr>
        </p:pic>
      </p:grpSp>
      <p:sp>
        <p:nvSpPr>
          <p:cNvPr id="75" name="TextBox 74">
            <a:extLst>
              <a:ext uri="{FF2B5EF4-FFF2-40B4-BE49-F238E27FC236}">
                <a16:creationId xmlns:a16="http://schemas.microsoft.com/office/drawing/2014/main" id="{D3445870-CC8D-86C1-8C55-B2F0083D9BD4}"/>
              </a:ext>
            </a:extLst>
          </p:cNvPr>
          <p:cNvSpPr txBox="1"/>
          <p:nvPr/>
        </p:nvSpPr>
        <p:spPr>
          <a:xfrm>
            <a:off x="699437" y="4225769"/>
            <a:ext cx="3173729" cy="129779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Actions deviate from usual pattern of  behavior</a:t>
            </a:r>
          </a:p>
          <a:p>
            <a:pPr marL="2857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Has a series of risky interactions via Copilot or an Agent</a:t>
            </a:r>
          </a:p>
          <a:p>
            <a:pPr marL="2857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Downloads 100s of files containing sensitive data</a:t>
            </a:r>
          </a:p>
        </p:txBody>
      </p:sp>
      <p:grpSp>
        <p:nvGrpSpPr>
          <p:cNvPr id="3" name="Group 2" descr="Arrow pointing towards ">
            <a:extLst>
              <a:ext uri="{FF2B5EF4-FFF2-40B4-BE49-F238E27FC236}">
                <a16:creationId xmlns:a16="http://schemas.microsoft.com/office/drawing/2014/main" id="{AA6E1CF1-ED08-BBF9-B677-5FA990628B9E}"/>
              </a:ext>
            </a:extLst>
          </p:cNvPr>
          <p:cNvGrpSpPr/>
          <p:nvPr/>
        </p:nvGrpSpPr>
        <p:grpSpPr>
          <a:xfrm>
            <a:off x="3896027" y="3176924"/>
            <a:ext cx="590248" cy="590248"/>
            <a:chOff x="3896027" y="3176924"/>
            <a:chExt cx="590248" cy="590248"/>
          </a:xfrm>
        </p:grpSpPr>
        <p:sp>
          <p:nvSpPr>
            <p:cNvPr id="39" name="Oval 38">
              <a:extLst>
                <a:ext uri="{FF2B5EF4-FFF2-40B4-BE49-F238E27FC236}">
                  <a16:creationId xmlns:a16="http://schemas.microsoft.com/office/drawing/2014/main" id="{9A09B4E7-9F2F-AF29-FA0F-8BF58FB843EB}"/>
                </a:ext>
              </a:extLst>
            </p:cNvPr>
            <p:cNvSpPr/>
            <p:nvPr/>
          </p:nvSpPr>
          <p:spPr>
            <a:xfrm>
              <a:off x="3896027" y="3176924"/>
              <a:ext cx="590248" cy="590248"/>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1" name="Isosceles Triangle 80">
              <a:extLst>
                <a:ext uri="{FF2B5EF4-FFF2-40B4-BE49-F238E27FC236}">
                  <a16:creationId xmlns:a16="http://schemas.microsoft.com/office/drawing/2014/main" id="{2155F933-F1C2-AFB1-D327-04F118956730}"/>
                </a:ext>
              </a:extLst>
            </p:cNvPr>
            <p:cNvSpPr/>
            <p:nvPr/>
          </p:nvSpPr>
          <p:spPr>
            <a:xfrm rot="5400000">
              <a:off x="4062378" y="3399160"/>
              <a:ext cx="257546" cy="145776"/>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 fmla="*/ 0 w 1060704"/>
                <a:gd name="connsiteY0" fmla="*/ 914400 h 914400"/>
                <a:gd name="connsiteX1" fmla="*/ 530352 w 1060704"/>
                <a:gd name="connsiteY1" fmla="*/ 0 h 914400"/>
                <a:gd name="connsiteX2" fmla="*/ 1060704 w 1060704"/>
                <a:gd name="connsiteY2" fmla="*/ 914400 h 914400"/>
                <a:gd name="connsiteX3" fmla="*/ 569133 w 1060704"/>
                <a:gd name="connsiteY3" fmla="*/ 871247 h 914400"/>
                <a:gd name="connsiteX4" fmla="*/ 0 w 1060704"/>
                <a:gd name="connsiteY4" fmla="*/ 914400 h 914400"/>
                <a:gd name="connsiteX0" fmla="*/ 569133 w 1060704"/>
                <a:gd name="connsiteY0" fmla="*/ 871247 h 962687"/>
                <a:gd name="connsiteX1" fmla="*/ 0 w 1060704"/>
                <a:gd name="connsiteY1" fmla="*/ 914400 h 962687"/>
                <a:gd name="connsiteX2" fmla="*/ 530352 w 1060704"/>
                <a:gd name="connsiteY2" fmla="*/ 0 h 962687"/>
                <a:gd name="connsiteX3" fmla="*/ 1060704 w 1060704"/>
                <a:gd name="connsiteY3" fmla="*/ 914400 h 962687"/>
                <a:gd name="connsiteX4" fmla="*/ 660573 w 1060704"/>
                <a:gd name="connsiteY4" fmla="*/ 962687 h 962687"/>
                <a:gd name="connsiteX0" fmla="*/ 569133 w 1062540"/>
                <a:gd name="connsiteY0" fmla="*/ 871247 h 986680"/>
                <a:gd name="connsiteX1" fmla="*/ 0 w 1062540"/>
                <a:gd name="connsiteY1" fmla="*/ 914400 h 986680"/>
                <a:gd name="connsiteX2" fmla="*/ 530352 w 1062540"/>
                <a:gd name="connsiteY2" fmla="*/ 0 h 986680"/>
                <a:gd name="connsiteX3" fmla="*/ 1060704 w 1062540"/>
                <a:gd name="connsiteY3" fmla="*/ 914400 h 986680"/>
                <a:gd name="connsiteX4" fmla="*/ 703390 w 1062540"/>
                <a:gd name="connsiteY4" fmla="*/ 932933 h 986680"/>
                <a:gd name="connsiteX5" fmla="*/ 660573 w 1062540"/>
                <a:gd name="connsiteY5" fmla="*/ 962687 h 986680"/>
                <a:gd name="connsiteX0" fmla="*/ 0 w 1062540"/>
                <a:gd name="connsiteY0" fmla="*/ 914400 h 986680"/>
                <a:gd name="connsiteX1" fmla="*/ 530352 w 1062540"/>
                <a:gd name="connsiteY1" fmla="*/ 0 h 986680"/>
                <a:gd name="connsiteX2" fmla="*/ 1060704 w 1062540"/>
                <a:gd name="connsiteY2" fmla="*/ 914400 h 986680"/>
                <a:gd name="connsiteX3" fmla="*/ 703390 w 1062540"/>
                <a:gd name="connsiteY3" fmla="*/ 932933 h 986680"/>
                <a:gd name="connsiteX4" fmla="*/ 660573 w 1062540"/>
                <a:gd name="connsiteY4" fmla="*/ 962687 h 986680"/>
                <a:gd name="connsiteX0" fmla="*/ 0 w 1062540"/>
                <a:gd name="connsiteY0" fmla="*/ 914400 h 986680"/>
                <a:gd name="connsiteX1" fmla="*/ 530352 w 1062540"/>
                <a:gd name="connsiteY1" fmla="*/ 0 h 986680"/>
                <a:gd name="connsiteX2" fmla="*/ 1060704 w 1062540"/>
                <a:gd name="connsiteY2" fmla="*/ 914400 h 986680"/>
                <a:gd name="connsiteX3" fmla="*/ 703390 w 1062540"/>
                <a:gd name="connsiteY3" fmla="*/ 932933 h 986680"/>
                <a:gd name="connsiteX0" fmla="*/ 0 w 1060704"/>
                <a:gd name="connsiteY0" fmla="*/ 914400 h 914400"/>
                <a:gd name="connsiteX1" fmla="*/ 530352 w 1060704"/>
                <a:gd name="connsiteY1" fmla="*/ 0 h 914400"/>
                <a:gd name="connsiteX2" fmla="*/ 1060704 w 1060704"/>
                <a:gd name="connsiteY2" fmla="*/ 914400 h 914400"/>
              </a:gdLst>
              <a:ahLst/>
              <a:cxnLst>
                <a:cxn ang="0">
                  <a:pos x="connsiteX0" y="connsiteY0"/>
                </a:cxn>
                <a:cxn ang="0">
                  <a:pos x="connsiteX1" y="connsiteY1"/>
                </a:cxn>
                <a:cxn ang="0">
                  <a:pos x="connsiteX2" y="connsiteY2"/>
                </a:cxn>
              </a:cxnLst>
              <a:rect l="l" t="t" r="r" b="b"/>
              <a:pathLst>
                <a:path w="1060704" h="914400">
                  <a:moveTo>
                    <a:pt x="0" y="914400"/>
                  </a:moveTo>
                  <a:lnTo>
                    <a:pt x="530352" y="0"/>
                  </a:lnTo>
                  <a:lnTo>
                    <a:pt x="1060704" y="914400"/>
                  </a:lnTo>
                </a:path>
              </a:pathLst>
            </a:custGeom>
            <a:noFill/>
            <a:ln w="7620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50" name="TextBox 49">
            <a:extLst>
              <a:ext uri="{FF2B5EF4-FFF2-40B4-BE49-F238E27FC236}">
                <a16:creationId xmlns:a16="http://schemas.microsoft.com/office/drawing/2014/main" id="{0D90213E-F7A0-59A7-C2F4-086F69C1C35F}"/>
              </a:ext>
            </a:extLst>
          </p:cNvPr>
          <p:cNvSpPr txBox="1"/>
          <p:nvPr/>
        </p:nvSpPr>
        <p:spPr>
          <a:xfrm>
            <a:off x="4576762" y="1596687"/>
            <a:ext cx="3038476" cy="553998"/>
          </a:xfrm>
          <a:prstGeom prst="rect">
            <a:avLst/>
          </a:prstGeom>
          <a:noFill/>
        </p:spPr>
        <p:txBody>
          <a:bodyPr wrap="square" lIns="0" tIns="0" rIns="0" bIns="0">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rPr>
              <a:t>Identifies the sequence of events as a risky pattern</a:t>
            </a:r>
          </a:p>
        </p:txBody>
      </p:sp>
      <p:grpSp>
        <p:nvGrpSpPr>
          <p:cNvPr id="62" name="Group 61" descr="A 2D scatter plot with labeled axes and a mix of red and gray data points.&#10;&#10;Axes:&#10;&#10;The x-axis and y-axis are labeled with arrows indicating direction but do not include specific scale or numerical values.&#10;Data points:&#10;&#10;Red points: Highlighted and connected by dashed lines, representing a path or relationship. One red point is outlined, possibly indicating a starting or emphasized point.&#10;Gray points: Scattered and not connected, representing additional, less emphasized data.">
            <a:extLst>
              <a:ext uri="{FF2B5EF4-FFF2-40B4-BE49-F238E27FC236}">
                <a16:creationId xmlns:a16="http://schemas.microsoft.com/office/drawing/2014/main" id="{20004050-E30B-091B-CA9B-C4DFE0831376}"/>
              </a:ext>
            </a:extLst>
          </p:cNvPr>
          <p:cNvGrpSpPr/>
          <p:nvPr/>
        </p:nvGrpSpPr>
        <p:grpSpPr>
          <a:xfrm>
            <a:off x="4889083" y="2614495"/>
            <a:ext cx="2413834" cy="1836420"/>
            <a:chOff x="4805103" y="3478901"/>
            <a:chExt cx="2413834" cy="1836420"/>
          </a:xfrm>
        </p:grpSpPr>
        <p:sp>
          <p:nvSpPr>
            <p:cNvPr id="63" name="Oval 62">
              <a:extLst>
                <a:ext uri="{FF2B5EF4-FFF2-40B4-BE49-F238E27FC236}">
                  <a16:creationId xmlns:a16="http://schemas.microsoft.com/office/drawing/2014/main" id="{7651D7E4-5D6D-0E69-BECA-04FE20E3A477}"/>
                </a:ext>
                <a:ext uri="{C183D7F6-B498-43B3-948B-1728B52AA6E4}">
                  <adec:decorative xmlns:adec="http://schemas.microsoft.com/office/drawing/2017/decorative" val="1"/>
                </a:ext>
              </a:extLst>
            </p:cNvPr>
            <p:cNvSpPr/>
            <p:nvPr/>
          </p:nvSpPr>
          <p:spPr bwMode="auto">
            <a:xfrm>
              <a:off x="5383204" y="4082706"/>
              <a:ext cx="137160" cy="137160"/>
            </a:xfrm>
            <a:prstGeom prst="ellipse">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64" name="Risk dot 4">
              <a:extLst>
                <a:ext uri="{FF2B5EF4-FFF2-40B4-BE49-F238E27FC236}">
                  <a16:creationId xmlns:a16="http://schemas.microsoft.com/office/drawing/2014/main" id="{0DAED5E2-A116-6147-52B5-291348D56B2C}"/>
                </a:ext>
                <a:ext uri="{C183D7F6-B498-43B3-948B-1728B52AA6E4}">
                  <adec:decorative xmlns:adec="http://schemas.microsoft.com/office/drawing/2017/decorative" val="1"/>
                </a:ext>
              </a:extLst>
            </p:cNvPr>
            <p:cNvSpPr/>
            <p:nvPr/>
          </p:nvSpPr>
          <p:spPr bwMode="auto">
            <a:xfrm>
              <a:off x="6030969" y="4354532"/>
              <a:ext cx="137160" cy="137160"/>
            </a:xfrm>
            <a:prstGeom prst="ellipse">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cxnSp>
          <p:nvCxnSpPr>
            <p:cNvPr id="65" name="Straight Connector 64">
              <a:extLst>
                <a:ext uri="{FF2B5EF4-FFF2-40B4-BE49-F238E27FC236}">
                  <a16:creationId xmlns:a16="http://schemas.microsoft.com/office/drawing/2014/main" id="{0FBCDE96-4D07-022E-F539-27F30ECD4DAE}"/>
                </a:ext>
                <a:ext uri="{C183D7F6-B498-43B3-948B-1728B52AA6E4}">
                  <adec:decorative xmlns:adec="http://schemas.microsoft.com/office/drawing/2017/decorative" val="1"/>
                </a:ext>
              </a:extLst>
            </p:cNvPr>
            <p:cNvCxnSpPr>
              <a:cxnSpLocks/>
              <a:stCxn id="67" idx="5"/>
            </p:cNvCxnSpPr>
            <p:nvPr/>
          </p:nvCxnSpPr>
          <p:spPr>
            <a:xfrm>
              <a:off x="6129195" y="4061966"/>
              <a:ext cx="634399" cy="88096"/>
            </a:xfrm>
            <a:prstGeom prst="line">
              <a:avLst/>
            </a:prstGeom>
            <a:ln w="12700">
              <a:solidFill>
                <a:schemeClr val="bg1">
                  <a:lumMod val="85000"/>
                </a:schemeClr>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6" name="!!dot2">
              <a:extLst>
                <a:ext uri="{FF2B5EF4-FFF2-40B4-BE49-F238E27FC236}">
                  <a16:creationId xmlns:a16="http://schemas.microsoft.com/office/drawing/2014/main" id="{C3AB35DD-71A6-98A9-BF43-26D2EE9F653E}"/>
                </a:ext>
                <a:ext uri="{C183D7F6-B498-43B3-948B-1728B52AA6E4}">
                  <adec:decorative xmlns:adec="http://schemas.microsoft.com/office/drawing/2017/decorative" val="1"/>
                </a:ext>
              </a:extLst>
            </p:cNvPr>
            <p:cNvSpPr/>
            <p:nvPr/>
          </p:nvSpPr>
          <p:spPr bwMode="auto">
            <a:xfrm rot="20476469">
              <a:off x="5417637" y="4564179"/>
              <a:ext cx="182880" cy="182880"/>
            </a:xfrm>
            <a:prstGeom prst="ellipse">
              <a:avLst/>
            </a:prstGeom>
            <a:solidFill>
              <a:srgbClr val="FF0000"/>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Segoe UI" pitchFamily="34" charset="0"/>
                </a:rPr>
                <a:t> </a:t>
              </a:r>
            </a:p>
          </p:txBody>
        </p:sp>
        <p:sp>
          <p:nvSpPr>
            <p:cNvPr id="67" name="!!dot3">
              <a:extLst>
                <a:ext uri="{FF2B5EF4-FFF2-40B4-BE49-F238E27FC236}">
                  <a16:creationId xmlns:a16="http://schemas.microsoft.com/office/drawing/2014/main" id="{B33695A8-6265-B330-1E45-7672375F6552}"/>
                </a:ext>
                <a:ext uri="{C183D7F6-B498-43B3-948B-1728B52AA6E4}">
                  <adec:decorative xmlns:adec="http://schemas.microsoft.com/office/drawing/2017/decorative" val="1"/>
                </a:ext>
              </a:extLst>
            </p:cNvPr>
            <p:cNvSpPr/>
            <p:nvPr/>
          </p:nvSpPr>
          <p:spPr bwMode="auto">
            <a:xfrm rot="18770819">
              <a:off x="5900676" y="3951960"/>
              <a:ext cx="228600" cy="22860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Segoe UI" pitchFamily="34" charset="0"/>
                </a:rPr>
                <a:t> </a:t>
              </a:r>
            </a:p>
          </p:txBody>
        </p:sp>
        <p:sp>
          <p:nvSpPr>
            <p:cNvPr id="68" name="!!dot1">
              <a:extLst>
                <a:ext uri="{FF2B5EF4-FFF2-40B4-BE49-F238E27FC236}">
                  <a16:creationId xmlns:a16="http://schemas.microsoft.com/office/drawing/2014/main" id="{ECEDA02E-E484-7977-4DF3-4E080D0360F0}"/>
                </a:ext>
                <a:ext uri="{C183D7F6-B498-43B3-948B-1728B52AA6E4}">
                  <adec:decorative xmlns:adec="http://schemas.microsoft.com/office/drawing/2017/decorative" val="1"/>
                </a:ext>
              </a:extLst>
            </p:cNvPr>
            <p:cNvSpPr>
              <a:spLocks/>
            </p:cNvSpPr>
            <p:nvPr/>
          </p:nvSpPr>
          <p:spPr bwMode="auto">
            <a:xfrm rot="14974838">
              <a:off x="6789751" y="4094235"/>
              <a:ext cx="182880" cy="18288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cxnSp>
          <p:nvCxnSpPr>
            <p:cNvPr id="69" name="Straight Connector 68">
              <a:extLst>
                <a:ext uri="{FF2B5EF4-FFF2-40B4-BE49-F238E27FC236}">
                  <a16:creationId xmlns:a16="http://schemas.microsoft.com/office/drawing/2014/main" id="{16C7B310-0B8A-9570-4820-293AA0B64F14}"/>
                </a:ext>
                <a:ext uri="{C183D7F6-B498-43B3-948B-1728B52AA6E4}">
                  <adec:decorative xmlns:adec="http://schemas.microsoft.com/office/drawing/2017/decorative" val="1"/>
                </a:ext>
              </a:extLst>
            </p:cNvPr>
            <p:cNvCxnSpPr>
              <a:cxnSpLocks/>
              <a:stCxn id="66" idx="7"/>
              <a:endCxn id="67" idx="2"/>
            </p:cNvCxnSpPr>
            <p:nvPr/>
          </p:nvCxnSpPr>
          <p:spPr>
            <a:xfrm flipV="1">
              <a:off x="5549555" y="4150062"/>
              <a:ext cx="387692" cy="423564"/>
            </a:xfrm>
            <a:prstGeom prst="line">
              <a:avLst/>
            </a:prstGeom>
            <a:ln w="12700">
              <a:solidFill>
                <a:schemeClr val="bg1">
                  <a:lumMod val="85000"/>
                </a:schemeClr>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32970F5-FC4E-D62B-0FA2-1D408D3A66A4}"/>
                </a:ext>
              </a:extLst>
            </p:cNvPr>
            <p:cNvCxnSpPr>
              <a:cxnSpLocks/>
            </p:cNvCxnSpPr>
            <p:nvPr/>
          </p:nvCxnSpPr>
          <p:spPr>
            <a:xfrm flipV="1">
              <a:off x="5062477" y="3478901"/>
              <a:ext cx="0" cy="1535478"/>
            </a:xfrm>
            <a:prstGeom prst="straightConnector1">
              <a:avLst/>
            </a:prstGeom>
            <a:ln>
              <a:solidFill>
                <a:schemeClr val="bg1">
                  <a:lumMod val="6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AAA02DD1-2C00-7D96-57E0-EBFC53F47A71}"/>
                </a:ext>
              </a:extLst>
            </p:cNvPr>
            <p:cNvCxnSpPr>
              <a:cxnSpLocks/>
            </p:cNvCxnSpPr>
            <p:nvPr/>
          </p:nvCxnSpPr>
          <p:spPr>
            <a:xfrm>
              <a:off x="5062477" y="5014379"/>
              <a:ext cx="2156460" cy="0"/>
            </a:xfrm>
            <a:prstGeom prst="straightConnector1">
              <a:avLst/>
            </a:prstGeom>
            <a:ln>
              <a:solidFill>
                <a:schemeClr val="bg1">
                  <a:lumMod val="6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0D60D10E-3D9A-81CD-9EA7-2EC39ECF88A0}"/>
                </a:ext>
              </a:extLst>
            </p:cNvPr>
            <p:cNvSpPr txBox="1"/>
            <p:nvPr/>
          </p:nvSpPr>
          <p:spPr>
            <a:xfrm>
              <a:off x="5207257" y="5082950"/>
              <a:ext cx="1737360"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ysClr val="windowText" lastClr="000000"/>
                  </a:solidFill>
                  <a:effectLst/>
                  <a:uLnTx/>
                  <a:uFillTx/>
                  <a:latin typeface="Segoe UI"/>
                  <a:ea typeface="+mn-ea"/>
                  <a:cs typeface="+mn-cs"/>
                </a:rPr>
                <a:t>Time</a:t>
              </a:r>
            </a:p>
          </p:txBody>
        </p:sp>
        <p:sp>
          <p:nvSpPr>
            <p:cNvPr id="73" name="TextBox 72">
              <a:extLst>
                <a:ext uri="{FF2B5EF4-FFF2-40B4-BE49-F238E27FC236}">
                  <a16:creationId xmlns:a16="http://schemas.microsoft.com/office/drawing/2014/main" id="{FF570D6F-3F43-39A5-94FB-5FA24F8771A4}"/>
                </a:ext>
              </a:extLst>
            </p:cNvPr>
            <p:cNvSpPr txBox="1"/>
            <p:nvPr/>
          </p:nvSpPr>
          <p:spPr>
            <a:xfrm rot="16200000">
              <a:off x="4021062" y="4362002"/>
              <a:ext cx="1737360"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ysClr val="windowText" lastClr="000000"/>
                  </a:solidFill>
                  <a:effectLst/>
                  <a:uLnTx/>
                  <a:uFillTx/>
                  <a:latin typeface="Segoe UI"/>
                  <a:ea typeface="+mn-ea"/>
                  <a:cs typeface="+mn-cs"/>
                </a:rPr>
                <a:t>Risk severity</a:t>
              </a:r>
            </a:p>
          </p:txBody>
        </p:sp>
      </p:grpSp>
      <p:sp>
        <p:nvSpPr>
          <p:cNvPr id="80" name="TextBox 79">
            <a:extLst>
              <a:ext uri="{FF2B5EF4-FFF2-40B4-BE49-F238E27FC236}">
                <a16:creationId xmlns:a16="http://schemas.microsoft.com/office/drawing/2014/main" id="{B93BF2D7-66D1-C4DD-CA64-EFED740AF7BE}"/>
              </a:ext>
            </a:extLst>
          </p:cNvPr>
          <p:cNvSpPr txBox="1"/>
          <p:nvPr/>
        </p:nvSpPr>
        <p:spPr>
          <a:xfrm>
            <a:off x="5147824" y="4783216"/>
            <a:ext cx="1896352" cy="215444"/>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Uses AI for risk analysis</a:t>
            </a:r>
          </a:p>
        </p:txBody>
      </p:sp>
      <p:grpSp>
        <p:nvGrpSpPr>
          <p:cNvPr id="4" name="Group 3" descr="Arrow pointing towards ">
            <a:extLst>
              <a:ext uri="{FF2B5EF4-FFF2-40B4-BE49-F238E27FC236}">
                <a16:creationId xmlns:a16="http://schemas.microsoft.com/office/drawing/2014/main" id="{2E2FEE31-3813-786F-E269-58BDB3E707DC}"/>
              </a:ext>
              <a:ext uri="{C183D7F6-B498-43B3-948B-1728B52AA6E4}">
                <adec:decorative xmlns:adec="http://schemas.microsoft.com/office/drawing/2017/decorative" val="0"/>
              </a:ext>
            </a:extLst>
          </p:cNvPr>
          <p:cNvGrpSpPr/>
          <p:nvPr/>
        </p:nvGrpSpPr>
        <p:grpSpPr>
          <a:xfrm>
            <a:off x="7705726" y="3176924"/>
            <a:ext cx="590248" cy="590248"/>
            <a:chOff x="7705726" y="3176924"/>
            <a:chExt cx="590248" cy="590248"/>
          </a:xfrm>
        </p:grpSpPr>
        <p:sp>
          <p:nvSpPr>
            <p:cNvPr id="42" name="Oval 41">
              <a:extLst>
                <a:ext uri="{FF2B5EF4-FFF2-40B4-BE49-F238E27FC236}">
                  <a16:creationId xmlns:a16="http://schemas.microsoft.com/office/drawing/2014/main" id="{2ED2667C-4550-2D7F-05E5-6AD1AC68D434}"/>
                </a:ext>
              </a:extLst>
            </p:cNvPr>
            <p:cNvSpPr/>
            <p:nvPr/>
          </p:nvSpPr>
          <p:spPr>
            <a:xfrm>
              <a:off x="7705726" y="3176924"/>
              <a:ext cx="590248" cy="590248"/>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2" name="Isosceles Triangle 80">
              <a:extLst>
                <a:ext uri="{FF2B5EF4-FFF2-40B4-BE49-F238E27FC236}">
                  <a16:creationId xmlns:a16="http://schemas.microsoft.com/office/drawing/2014/main" id="{1B818C24-BA75-10EA-BCEC-FFD4A0B6506E}"/>
                </a:ext>
              </a:extLst>
            </p:cNvPr>
            <p:cNvSpPr/>
            <p:nvPr/>
          </p:nvSpPr>
          <p:spPr>
            <a:xfrm rot="5400000">
              <a:off x="7872077" y="3399160"/>
              <a:ext cx="257546" cy="145776"/>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 fmla="*/ 0 w 1060704"/>
                <a:gd name="connsiteY0" fmla="*/ 914400 h 914400"/>
                <a:gd name="connsiteX1" fmla="*/ 530352 w 1060704"/>
                <a:gd name="connsiteY1" fmla="*/ 0 h 914400"/>
                <a:gd name="connsiteX2" fmla="*/ 1060704 w 1060704"/>
                <a:gd name="connsiteY2" fmla="*/ 914400 h 914400"/>
                <a:gd name="connsiteX3" fmla="*/ 569133 w 1060704"/>
                <a:gd name="connsiteY3" fmla="*/ 871247 h 914400"/>
                <a:gd name="connsiteX4" fmla="*/ 0 w 1060704"/>
                <a:gd name="connsiteY4" fmla="*/ 914400 h 914400"/>
                <a:gd name="connsiteX0" fmla="*/ 569133 w 1060704"/>
                <a:gd name="connsiteY0" fmla="*/ 871247 h 962687"/>
                <a:gd name="connsiteX1" fmla="*/ 0 w 1060704"/>
                <a:gd name="connsiteY1" fmla="*/ 914400 h 962687"/>
                <a:gd name="connsiteX2" fmla="*/ 530352 w 1060704"/>
                <a:gd name="connsiteY2" fmla="*/ 0 h 962687"/>
                <a:gd name="connsiteX3" fmla="*/ 1060704 w 1060704"/>
                <a:gd name="connsiteY3" fmla="*/ 914400 h 962687"/>
                <a:gd name="connsiteX4" fmla="*/ 660573 w 1060704"/>
                <a:gd name="connsiteY4" fmla="*/ 962687 h 962687"/>
                <a:gd name="connsiteX0" fmla="*/ 569133 w 1062540"/>
                <a:gd name="connsiteY0" fmla="*/ 871247 h 986680"/>
                <a:gd name="connsiteX1" fmla="*/ 0 w 1062540"/>
                <a:gd name="connsiteY1" fmla="*/ 914400 h 986680"/>
                <a:gd name="connsiteX2" fmla="*/ 530352 w 1062540"/>
                <a:gd name="connsiteY2" fmla="*/ 0 h 986680"/>
                <a:gd name="connsiteX3" fmla="*/ 1060704 w 1062540"/>
                <a:gd name="connsiteY3" fmla="*/ 914400 h 986680"/>
                <a:gd name="connsiteX4" fmla="*/ 703390 w 1062540"/>
                <a:gd name="connsiteY4" fmla="*/ 932933 h 986680"/>
                <a:gd name="connsiteX5" fmla="*/ 660573 w 1062540"/>
                <a:gd name="connsiteY5" fmla="*/ 962687 h 986680"/>
                <a:gd name="connsiteX0" fmla="*/ 0 w 1062540"/>
                <a:gd name="connsiteY0" fmla="*/ 914400 h 986680"/>
                <a:gd name="connsiteX1" fmla="*/ 530352 w 1062540"/>
                <a:gd name="connsiteY1" fmla="*/ 0 h 986680"/>
                <a:gd name="connsiteX2" fmla="*/ 1060704 w 1062540"/>
                <a:gd name="connsiteY2" fmla="*/ 914400 h 986680"/>
                <a:gd name="connsiteX3" fmla="*/ 703390 w 1062540"/>
                <a:gd name="connsiteY3" fmla="*/ 932933 h 986680"/>
                <a:gd name="connsiteX4" fmla="*/ 660573 w 1062540"/>
                <a:gd name="connsiteY4" fmla="*/ 962687 h 986680"/>
                <a:gd name="connsiteX0" fmla="*/ 0 w 1062540"/>
                <a:gd name="connsiteY0" fmla="*/ 914400 h 986680"/>
                <a:gd name="connsiteX1" fmla="*/ 530352 w 1062540"/>
                <a:gd name="connsiteY1" fmla="*/ 0 h 986680"/>
                <a:gd name="connsiteX2" fmla="*/ 1060704 w 1062540"/>
                <a:gd name="connsiteY2" fmla="*/ 914400 h 986680"/>
                <a:gd name="connsiteX3" fmla="*/ 703390 w 1062540"/>
                <a:gd name="connsiteY3" fmla="*/ 932933 h 986680"/>
                <a:gd name="connsiteX0" fmla="*/ 0 w 1060704"/>
                <a:gd name="connsiteY0" fmla="*/ 914400 h 914400"/>
                <a:gd name="connsiteX1" fmla="*/ 530352 w 1060704"/>
                <a:gd name="connsiteY1" fmla="*/ 0 h 914400"/>
                <a:gd name="connsiteX2" fmla="*/ 1060704 w 1060704"/>
                <a:gd name="connsiteY2" fmla="*/ 914400 h 914400"/>
              </a:gdLst>
              <a:ahLst/>
              <a:cxnLst>
                <a:cxn ang="0">
                  <a:pos x="connsiteX0" y="connsiteY0"/>
                </a:cxn>
                <a:cxn ang="0">
                  <a:pos x="connsiteX1" y="connsiteY1"/>
                </a:cxn>
                <a:cxn ang="0">
                  <a:pos x="connsiteX2" y="connsiteY2"/>
                </a:cxn>
              </a:cxnLst>
              <a:rect l="l" t="t" r="r" b="b"/>
              <a:pathLst>
                <a:path w="1060704" h="914400">
                  <a:moveTo>
                    <a:pt x="0" y="914400"/>
                  </a:moveTo>
                  <a:lnTo>
                    <a:pt x="530352" y="0"/>
                  </a:lnTo>
                  <a:lnTo>
                    <a:pt x="1060704" y="914400"/>
                  </a:lnTo>
                </a:path>
              </a:pathLst>
            </a:custGeom>
            <a:noFill/>
            <a:ln w="7620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51" name="TextBox 50">
            <a:extLst>
              <a:ext uri="{FF2B5EF4-FFF2-40B4-BE49-F238E27FC236}">
                <a16:creationId xmlns:a16="http://schemas.microsoft.com/office/drawing/2014/main" id="{958D7999-1276-EDF5-5CC4-5FDA1FB436F6}"/>
              </a:ext>
            </a:extLst>
          </p:cNvPr>
          <p:cNvSpPr txBox="1"/>
          <p:nvPr/>
        </p:nvSpPr>
        <p:spPr>
          <a:xfrm>
            <a:off x="8386460" y="1596687"/>
            <a:ext cx="3038476" cy="830997"/>
          </a:xfrm>
          <a:prstGeom prst="rect">
            <a:avLst/>
          </a:prstGeom>
          <a:noFill/>
        </p:spPr>
        <p:txBody>
          <a:bodyPr wrap="square" lIns="0" tIns="0" rIns="0" bIns="0">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gradFill flip="none" rotWithShape="1">
                  <a:gsLst>
                    <a:gs pos="100000">
                      <a:srgbClr val="318581"/>
                    </a:gs>
                    <a:gs pos="0">
                      <a:srgbClr val="F65567"/>
                    </a:gs>
                    <a:gs pos="32000">
                      <a:srgbClr val="AC35AF"/>
                    </a:gs>
                    <a:gs pos="68000">
                      <a:srgbClr val="0A6BBA"/>
                    </a:gs>
                  </a:gsLst>
                  <a:path path="circle">
                    <a:fillToRect l="100000" t="100000"/>
                  </a:path>
                  <a:tileRect r="-100000" b="-100000"/>
                </a:gradFill>
                <a:effectLst/>
                <a:uLnTx/>
                <a:uFillTx/>
                <a:latin typeface="Segoe UI Semibold"/>
                <a:ea typeface="+mn-ea"/>
                <a:cs typeface="+mn-cs"/>
              </a:rPr>
              <a:t>Automatically adds the user to more strict security policies</a:t>
            </a:r>
          </a:p>
        </p:txBody>
      </p:sp>
      <p:grpSp>
        <p:nvGrpSpPr>
          <p:cNvPr id="77" name="Group 76" descr="Icon of a person with a cancel mark">
            <a:extLst>
              <a:ext uri="{FF2B5EF4-FFF2-40B4-BE49-F238E27FC236}">
                <a16:creationId xmlns:a16="http://schemas.microsoft.com/office/drawing/2014/main" id="{9207F962-BDDA-AD0E-89C0-C33B0757C2C2}"/>
              </a:ext>
            </a:extLst>
          </p:cNvPr>
          <p:cNvGrpSpPr/>
          <p:nvPr/>
        </p:nvGrpSpPr>
        <p:grpSpPr>
          <a:xfrm>
            <a:off x="9486899" y="2636080"/>
            <a:ext cx="988030" cy="1104294"/>
            <a:chOff x="9486899" y="2664808"/>
            <a:chExt cx="988030" cy="1104294"/>
          </a:xfrm>
        </p:grpSpPr>
        <p:sp>
          <p:nvSpPr>
            <p:cNvPr id="53" name="Graphic 106" descr="Icon of a person">
              <a:extLst>
                <a:ext uri="{FF2B5EF4-FFF2-40B4-BE49-F238E27FC236}">
                  <a16:creationId xmlns:a16="http://schemas.microsoft.com/office/drawing/2014/main" id="{99132A68-42EE-8791-EC3B-FE2E303A80A5}"/>
                </a:ext>
              </a:extLst>
            </p:cNvPr>
            <p:cNvSpPr/>
            <p:nvPr>
              <p:custDataLst>
                <p:tags r:id="rId1"/>
              </p:custDataLst>
            </p:nvPr>
          </p:nvSpPr>
          <p:spPr>
            <a:xfrm>
              <a:off x="9486899" y="2664808"/>
              <a:ext cx="837598" cy="1046838"/>
            </a:xfrm>
            <a:custGeom>
              <a:avLst/>
              <a:gdLst>
                <a:gd name="connsiteX0" fmla="*/ 221321 w 257515"/>
                <a:gd name="connsiteY0" fmla="*/ 193068 h 321847"/>
                <a:gd name="connsiteX1" fmla="*/ 257516 w 257515"/>
                <a:gd name="connsiteY1" fmla="*/ 229264 h 321847"/>
                <a:gd name="connsiteX2" fmla="*/ 257516 w 257515"/>
                <a:gd name="connsiteY2" fmla="*/ 238525 h 321847"/>
                <a:gd name="connsiteX3" fmla="*/ 243012 w 257515"/>
                <a:gd name="connsiteY3" fmla="*/ 277774 h 321847"/>
                <a:gd name="connsiteX4" fmla="*/ 128705 w 257515"/>
                <a:gd name="connsiteY4" fmla="*/ 321847 h 321847"/>
                <a:gd name="connsiteX5" fmla="*/ 14458 w 257515"/>
                <a:gd name="connsiteY5" fmla="*/ 277756 h 321847"/>
                <a:gd name="connsiteX6" fmla="*/ 0 w 257515"/>
                <a:gd name="connsiteY6" fmla="*/ 238561 h 321847"/>
                <a:gd name="connsiteX7" fmla="*/ 0 w 257515"/>
                <a:gd name="connsiteY7" fmla="*/ 229264 h 321847"/>
                <a:gd name="connsiteX8" fmla="*/ 36196 w 257515"/>
                <a:gd name="connsiteY8" fmla="*/ 193068 h 321847"/>
                <a:gd name="connsiteX9" fmla="*/ 221321 w 257515"/>
                <a:gd name="connsiteY9" fmla="*/ 193068 h 321847"/>
                <a:gd name="connsiteX10" fmla="*/ 221321 w 257515"/>
                <a:gd name="connsiteY10" fmla="*/ 217211 h 321847"/>
                <a:gd name="connsiteX11" fmla="*/ 36196 w 257515"/>
                <a:gd name="connsiteY11" fmla="*/ 217211 h 321847"/>
                <a:gd name="connsiteX12" fmla="*/ 24143 w 257515"/>
                <a:gd name="connsiteY12" fmla="*/ 229264 h 321847"/>
                <a:gd name="connsiteX13" fmla="*/ 24143 w 257515"/>
                <a:gd name="connsiteY13" fmla="*/ 238561 h 321847"/>
                <a:gd name="connsiteX14" fmla="*/ 32818 w 257515"/>
                <a:gd name="connsiteY14" fmla="*/ 262078 h 321847"/>
                <a:gd name="connsiteX15" fmla="*/ 128705 w 257515"/>
                <a:gd name="connsiteY15" fmla="*/ 297705 h 321847"/>
                <a:gd name="connsiteX16" fmla="*/ 224672 w 257515"/>
                <a:gd name="connsiteY16" fmla="*/ 262074 h 321847"/>
                <a:gd name="connsiteX17" fmla="*/ 233373 w 257515"/>
                <a:gd name="connsiteY17" fmla="*/ 238525 h 321847"/>
                <a:gd name="connsiteX18" fmla="*/ 233373 w 257515"/>
                <a:gd name="connsiteY18" fmla="*/ 229264 h 321847"/>
                <a:gd name="connsiteX19" fmla="*/ 221321 w 257515"/>
                <a:gd name="connsiteY19" fmla="*/ 217211 h 321847"/>
                <a:gd name="connsiteX20" fmla="*/ 128705 w 257515"/>
                <a:gd name="connsiteY20" fmla="*/ 0 h 321847"/>
                <a:gd name="connsiteX21" fmla="*/ 209182 w 257515"/>
                <a:gd name="connsiteY21" fmla="*/ 80476 h 321847"/>
                <a:gd name="connsiteX22" fmla="*/ 128705 w 257515"/>
                <a:gd name="connsiteY22" fmla="*/ 160953 h 321847"/>
                <a:gd name="connsiteX23" fmla="*/ 48229 w 257515"/>
                <a:gd name="connsiteY23" fmla="*/ 80476 h 321847"/>
                <a:gd name="connsiteX24" fmla="*/ 128705 w 257515"/>
                <a:gd name="connsiteY24" fmla="*/ 0 h 321847"/>
                <a:gd name="connsiteX25" fmla="*/ 128705 w 257515"/>
                <a:gd name="connsiteY25" fmla="*/ 24143 h 321847"/>
                <a:gd name="connsiteX26" fmla="*/ 72372 w 257515"/>
                <a:gd name="connsiteY26" fmla="*/ 80476 h 321847"/>
                <a:gd name="connsiteX27" fmla="*/ 128705 w 257515"/>
                <a:gd name="connsiteY27" fmla="*/ 136810 h 321847"/>
                <a:gd name="connsiteX28" fmla="*/ 185039 w 257515"/>
                <a:gd name="connsiteY28" fmla="*/ 80476 h 321847"/>
                <a:gd name="connsiteX29" fmla="*/ 128705 w 257515"/>
                <a:gd name="connsiteY29" fmla="*/ 24143 h 321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7515" h="321847">
                  <a:moveTo>
                    <a:pt x="221321" y="193068"/>
                  </a:moveTo>
                  <a:cubicBezTo>
                    <a:pt x="241311" y="193068"/>
                    <a:pt x="257516" y="209272"/>
                    <a:pt x="257516" y="229264"/>
                  </a:cubicBezTo>
                  <a:lnTo>
                    <a:pt x="257516" y="238525"/>
                  </a:lnTo>
                  <a:cubicBezTo>
                    <a:pt x="257516" y="252919"/>
                    <a:pt x="252372" y="266839"/>
                    <a:pt x="243012" y="277774"/>
                  </a:cubicBezTo>
                  <a:cubicBezTo>
                    <a:pt x="217752" y="307284"/>
                    <a:pt x="179331" y="321847"/>
                    <a:pt x="128705" y="321847"/>
                  </a:cubicBezTo>
                  <a:cubicBezTo>
                    <a:pt x="78071" y="321847"/>
                    <a:pt x="39668" y="307280"/>
                    <a:pt x="14458" y="277756"/>
                  </a:cubicBezTo>
                  <a:cubicBezTo>
                    <a:pt x="5127" y="266829"/>
                    <a:pt x="0" y="252931"/>
                    <a:pt x="0" y="238561"/>
                  </a:cubicBezTo>
                  <a:lnTo>
                    <a:pt x="0" y="229264"/>
                  </a:lnTo>
                  <a:cubicBezTo>
                    <a:pt x="0" y="209272"/>
                    <a:pt x="16206" y="193068"/>
                    <a:pt x="36196" y="193068"/>
                  </a:cubicBezTo>
                  <a:lnTo>
                    <a:pt x="221321" y="193068"/>
                  </a:lnTo>
                  <a:close/>
                  <a:moveTo>
                    <a:pt x="221321" y="217211"/>
                  </a:moveTo>
                  <a:lnTo>
                    <a:pt x="36196" y="217211"/>
                  </a:lnTo>
                  <a:cubicBezTo>
                    <a:pt x="29539" y="217211"/>
                    <a:pt x="24143" y="222607"/>
                    <a:pt x="24143" y="229264"/>
                  </a:cubicBezTo>
                  <a:lnTo>
                    <a:pt x="24143" y="238561"/>
                  </a:lnTo>
                  <a:cubicBezTo>
                    <a:pt x="24143" y="247183"/>
                    <a:pt x="27219" y="255522"/>
                    <a:pt x="32818" y="262078"/>
                  </a:cubicBezTo>
                  <a:cubicBezTo>
                    <a:pt x="52990" y="285701"/>
                    <a:pt x="84631" y="297705"/>
                    <a:pt x="128705" y="297705"/>
                  </a:cubicBezTo>
                  <a:cubicBezTo>
                    <a:pt x="172779" y="297705"/>
                    <a:pt x="204448" y="285701"/>
                    <a:pt x="224672" y="262074"/>
                  </a:cubicBezTo>
                  <a:cubicBezTo>
                    <a:pt x="230287" y="255512"/>
                    <a:pt x="233373" y="247161"/>
                    <a:pt x="233373" y="238525"/>
                  </a:cubicBezTo>
                  <a:lnTo>
                    <a:pt x="233373" y="229264"/>
                  </a:lnTo>
                  <a:cubicBezTo>
                    <a:pt x="233373" y="222607"/>
                    <a:pt x="227976" y="217211"/>
                    <a:pt x="221321" y="217211"/>
                  </a:cubicBezTo>
                  <a:close/>
                  <a:moveTo>
                    <a:pt x="128705" y="0"/>
                  </a:moveTo>
                  <a:cubicBezTo>
                    <a:pt x="173151" y="0"/>
                    <a:pt x="209182" y="36031"/>
                    <a:pt x="209182" y="80476"/>
                  </a:cubicBezTo>
                  <a:cubicBezTo>
                    <a:pt x="209182" y="124922"/>
                    <a:pt x="173151" y="160953"/>
                    <a:pt x="128705" y="160953"/>
                  </a:cubicBezTo>
                  <a:cubicBezTo>
                    <a:pt x="84259" y="160953"/>
                    <a:pt x="48229" y="124922"/>
                    <a:pt x="48229" y="80476"/>
                  </a:cubicBezTo>
                  <a:cubicBezTo>
                    <a:pt x="48229" y="36031"/>
                    <a:pt x="84259" y="0"/>
                    <a:pt x="128705" y="0"/>
                  </a:cubicBezTo>
                  <a:close/>
                  <a:moveTo>
                    <a:pt x="128705" y="24143"/>
                  </a:moveTo>
                  <a:cubicBezTo>
                    <a:pt x="97593" y="24143"/>
                    <a:pt x="72372" y="49364"/>
                    <a:pt x="72372" y="80476"/>
                  </a:cubicBezTo>
                  <a:cubicBezTo>
                    <a:pt x="72372" y="111588"/>
                    <a:pt x="97593" y="136810"/>
                    <a:pt x="128705" y="136810"/>
                  </a:cubicBezTo>
                  <a:cubicBezTo>
                    <a:pt x="159817" y="136810"/>
                    <a:pt x="185039" y="111588"/>
                    <a:pt x="185039" y="80476"/>
                  </a:cubicBezTo>
                  <a:cubicBezTo>
                    <a:pt x="185039" y="49364"/>
                    <a:pt x="159817" y="24143"/>
                    <a:pt x="128705" y="24143"/>
                  </a:cubicBez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55" name="Oval 54">
              <a:extLst>
                <a:ext uri="{FF2B5EF4-FFF2-40B4-BE49-F238E27FC236}">
                  <a16:creationId xmlns:a16="http://schemas.microsoft.com/office/drawing/2014/main" id="{404E681F-3A2C-79D7-E1C5-CBEC318C8925}"/>
                </a:ext>
              </a:extLst>
            </p:cNvPr>
            <p:cNvSpPr/>
            <p:nvPr/>
          </p:nvSpPr>
          <p:spPr>
            <a:xfrm>
              <a:off x="10027253" y="3321426"/>
              <a:ext cx="447676" cy="447676"/>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nvGrpSpPr>
            <p:cNvPr id="60" name="Group 59">
              <a:extLst>
                <a:ext uri="{FF2B5EF4-FFF2-40B4-BE49-F238E27FC236}">
                  <a16:creationId xmlns:a16="http://schemas.microsoft.com/office/drawing/2014/main" id="{A31EE672-4C6E-4835-736C-977CA15617D9}"/>
                </a:ext>
              </a:extLst>
            </p:cNvPr>
            <p:cNvGrpSpPr/>
            <p:nvPr/>
          </p:nvGrpSpPr>
          <p:grpSpPr>
            <a:xfrm>
              <a:off x="10089166" y="3383339"/>
              <a:ext cx="323850" cy="323850"/>
              <a:chOff x="9588500" y="3352800"/>
              <a:chExt cx="323850" cy="323850"/>
            </a:xfrm>
          </p:grpSpPr>
          <p:sp>
            <p:nvSpPr>
              <p:cNvPr id="59" name="Oval 58">
                <a:extLst>
                  <a:ext uri="{FF2B5EF4-FFF2-40B4-BE49-F238E27FC236}">
                    <a16:creationId xmlns:a16="http://schemas.microsoft.com/office/drawing/2014/main" id="{27861D5F-6089-B6FD-BC42-23CF1E9DF9E2}"/>
                  </a:ext>
                </a:extLst>
              </p:cNvPr>
              <p:cNvSpPr/>
              <p:nvPr/>
            </p:nvSpPr>
            <p:spPr>
              <a:xfrm>
                <a:off x="9588500" y="3352800"/>
                <a:ext cx="323850" cy="3238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8" name="&quot;Not Allowed&quot; Symbol 57">
                <a:extLst>
                  <a:ext uri="{FF2B5EF4-FFF2-40B4-BE49-F238E27FC236}">
                    <a16:creationId xmlns:a16="http://schemas.microsoft.com/office/drawing/2014/main" id="{DA7802CD-431F-BC3C-44AA-398082C04A7E}"/>
                  </a:ext>
                  <a:ext uri="{C183D7F6-B498-43B3-948B-1728B52AA6E4}">
                    <adec:decorative xmlns:adec="http://schemas.microsoft.com/office/drawing/2017/decorative" val="1"/>
                  </a:ext>
                </a:extLst>
              </p:cNvPr>
              <p:cNvSpPr/>
              <p:nvPr/>
            </p:nvSpPr>
            <p:spPr bwMode="auto">
              <a:xfrm>
                <a:off x="9626668" y="3390883"/>
                <a:ext cx="247514" cy="247684"/>
              </a:xfrm>
              <a:prstGeom prst="noSmoking">
                <a:avLst>
                  <a:gd name="adj" fmla="val 1350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grpSp>
      </p:grpSp>
      <p:sp>
        <p:nvSpPr>
          <p:cNvPr id="76" name="TextBox 75">
            <a:extLst>
              <a:ext uri="{FF2B5EF4-FFF2-40B4-BE49-F238E27FC236}">
                <a16:creationId xmlns:a16="http://schemas.microsoft.com/office/drawing/2014/main" id="{537FA612-305E-215C-099D-DB90D3A734AE}"/>
              </a:ext>
            </a:extLst>
          </p:cNvPr>
          <p:cNvSpPr txBox="1"/>
          <p:nvPr/>
        </p:nvSpPr>
        <p:spPr>
          <a:xfrm>
            <a:off x="8318834" y="4225769"/>
            <a:ext cx="3173729" cy="97462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Block actions until investigated</a:t>
            </a:r>
          </a:p>
          <a:p>
            <a:pPr marL="2857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Can’t access content in sensitive sites</a:t>
            </a:r>
          </a:p>
          <a:p>
            <a:pPr marL="2857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Prevent sharing or downloading content</a:t>
            </a:r>
          </a:p>
          <a:p>
            <a:pPr marL="2857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Block from deleting content</a:t>
            </a:r>
          </a:p>
        </p:txBody>
      </p:sp>
      <p:sp>
        <p:nvSpPr>
          <p:cNvPr id="83" name="TextBox 82">
            <a:extLst>
              <a:ext uri="{FF2B5EF4-FFF2-40B4-BE49-F238E27FC236}">
                <a16:creationId xmlns:a16="http://schemas.microsoft.com/office/drawing/2014/main" id="{5C9E4C95-86E3-37F9-2767-7DF96E91F8A1}"/>
              </a:ext>
            </a:extLst>
          </p:cNvPr>
          <p:cNvSpPr txBox="1"/>
          <p:nvPr/>
        </p:nvSpPr>
        <p:spPr>
          <a:xfrm>
            <a:off x="495300" y="5805714"/>
            <a:ext cx="11201400" cy="496937"/>
          </a:xfrm>
          <a:prstGeom prst="roundRect">
            <a:avLst>
              <a:gd name="adj" fmla="val 50000"/>
            </a:avLst>
          </a:pr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defPPr>
              <a:defRPr lang="en-US"/>
            </a:defPPr>
            <a:lvl1pPr marR="0" lvl="0" indent="0" algn="ctr" defTabSz="2275850" fontAlgn="base">
              <a:lnSpc>
                <a:spcPct val="100000"/>
              </a:lnSpc>
              <a:spcBef>
                <a:spcPts val="1800"/>
              </a:spcBef>
              <a:spcAft>
                <a:spcPts val="1800"/>
              </a:spcAft>
              <a:buClrTx/>
              <a:buSzTx/>
              <a:buFontTx/>
              <a:buNone/>
              <a:tabLst>
                <a:tab pos="3701239" algn="l"/>
              </a:tabLst>
              <a:defRPr kumimoji="0" i="0" u="none" strike="noStrike" cap="none" spc="0" normalizeH="0" baseline="0">
                <a:ln w="3175">
                  <a:noFill/>
                </a:ln>
                <a:solidFill>
                  <a:schemeClr val="bg1"/>
                </a:solidFill>
                <a:effectLst/>
                <a:uLnTx/>
                <a:uFillTx/>
                <a:latin typeface="+mj-lt"/>
                <a:ea typeface="+mj-ea"/>
                <a:cs typeface="+mj-cs"/>
              </a:defRPr>
            </a:lvl1p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r>
              <a:rPr kumimoji="0" lang="en-US" sz="2000" b="0" i="0" u="none" strike="noStrike" kern="1200" cap="none" spc="0" normalizeH="0" baseline="0" noProof="0">
                <a:ln w="3175">
                  <a:noFill/>
                </a:ln>
                <a:solidFill>
                  <a:prstClr val="white"/>
                </a:solidFill>
                <a:effectLst/>
                <a:uLnTx/>
                <a:uFillTx/>
                <a:latin typeface="Segoe UI Semibold"/>
                <a:ea typeface="+mj-ea"/>
                <a:cs typeface="+mj-cs"/>
              </a:rPr>
              <a:t>Balance productivity and risk mitigation</a:t>
            </a:r>
          </a:p>
        </p:txBody>
      </p:sp>
      <p:sp>
        <p:nvSpPr>
          <p:cNvPr id="5" name="TextBox 4">
            <a:extLst>
              <a:ext uri="{FF2B5EF4-FFF2-40B4-BE49-F238E27FC236}">
                <a16:creationId xmlns:a16="http://schemas.microsoft.com/office/drawing/2014/main" id="{2E23BF22-2549-CB67-C9DE-3E7A0B23A0E1}"/>
              </a:ext>
            </a:extLst>
          </p:cNvPr>
          <p:cNvSpPr txBox="1"/>
          <p:nvPr/>
        </p:nvSpPr>
        <p:spPr>
          <a:xfrm>
            <a:off x="7536358" y="6596390"/>
            <a:ext cx="449353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black"/>
                </a:solidFill>
                <a:effectLst/>
                <a:uLnTx/>
                <a:uFillTx/>
                <a:latin typeface="Segoe UI"/>
                <a:ea typeface="+mn-ea"/>
                <a:cs typeface="+mn-cs"/>
              </a:rPr>
              <a:t>Images for illustrative purposes only. Actual user experience may differ.</a:t>
            </a:r>
          </a:p>
        </p:txBody>
      </p:sp>
    </p:spTree>
    <p:extLst>
      <p:ext uri="{BB962C8B-B14F-4D97-AF65-F5344CB8AC3E}">
        <p14:creationId xmlns:p14="http://schemas.microsoft.com/office/powerpoint/2010/main" val="328116935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D7F66B7D-FACF-9B90-4642-AC2C11E936A9}"/>
              </a:ext>
              <a:ext uri="{C183D7F6-B498-43B3-948B-1728B52AA6E4}">
                <adec:decorative xmlns:adec="http://schemas.microsoft.com/office/drawing/2017/decorative" val="1"/>
              </a:ext>
            </a:extLst>
          </p:cNvPr>
          <p:cNvSpPr>
            <a:spLocks/>
          </p:cNvSpPr>
          <p:nvPr/>
        </p:nvSpPr>
        <p:spPr bwMode="auto">
          <a:xfrm>
            <a:off x="495300" y="1341583"/>
            <a:ext cx="3582003" cy="4260931"/>
          </a:xfrm>
          <a:prstGeom prst="roundRect">
            <a:avLst>
              <a:gd name="adj" fmla="val 3300"/>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3" name="Rectangle: Rounded Corners 22">
            <a:extLst>
              <a:ext uri="{FF2B5EF4-FFF2-40B4-BE49-F238E27FC236}">
                <a16:creationId xmlns:a16="http://schemas.microsoft.com/office/drawing/2014/main" id="{447ABF4B-4BB1-414C-FA13-FAF1C268AD01}"/>
              </a:ext>
              <a:ext uri="{C183D7F6-B498-43B3-948B-1728B52AA6E4}">
                <adec:decorative xmlns:adec="http://schemas.microsoft.com/office/drawing/2017/decorative" val="1"/>
              </a:ext>
            </a:extLst>
          </p:cNvPr>
          <p:cNvSpPr>
            <a:spLocks/>
          </p:cNvSpPr>
          <p:nvPr/>
        </p:nvSpPr>
        <p:spPr bwMode="auto">
          <a:xfrm>
            <a:off x="4304999"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4" name="Rectangle: Rounded Corners 23">
            <a:extLst>
              <a:ext uri="{FF2B5EF4-FFF2-40B4-BE49-F238E27FC236}">
                <a16:creationId xmlns:a16="http://schemas.microsoft.com/office/drawing/2014/main" id="{FD860033-A406-1F94-0545-BF054810D2A2}"/>
              </a:ext>
              <a:ext uri="{C183D7F6-B498-43B3-948B-1728B52AA6E4}">
                <adec:decorative xmlns:adec="http://schemas.microsoft.com/office/drawing/2017/decorative" val="1"/>
              </a:ext>
            </a:extLst>
          </p:cNvPr>
          <p:cNvSpPr>
            <a:spLocks/>
          </p:cNvSpPr>
          <p:nvPr/>
        </p:nvSpPr>
        <p:spPr bwMode="auto">
          <a:xfrm>
            <a:off x="8114697"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40" name="Rectangle: Rounded Corners 39">
            <a:extLst>
              <a:ext uri="{FF2B5EF4-FFF2-40B4-BE49-F238E27FC236}">
                <a16:creationId xmlns:a16="http://schemas.microsoft.com/office/drawing/2014/main" id="{BC171733-6C86-4467-7865-33BAD0601990}"/>
              </a:ext>
              <a:ext uri="{C183D7F6-B498-43B3-948B-1728B52AA6E4}">
                <adec:decorative xmlns:adec="http://schemas.microsoft.com/office/drawing/2017/decorative" val="1"/>
              </a:ext>
            </a:extLst>
          </p:cNvPr>
          <p:cNvSpPr/>
          <p:nvPr/>
        </p:nvSpPr>
        <p:spPr>
          <a:xfrm>
            <a:off x="598488" y="1452562"/>
            <a:ext cx="3363912" cy="3181222"/>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0" name="Rectangle: Rounded Corners 49">
            <a:extLst>
              <a:ext uri="{FF2B5EF4-FFF2-40B4-BE49-F238E27FC236}">
                <a16:creationId xmlns:a16="http://schemas.microsoft.com/office/drawing/2014/main" id="{ABCE08DD-3E53-1E61-5F14-1910FFF14A8A}"/>
              </a:ext>
              <a:ext uri="{C183D7F6-B498-43B3-948B-1728B52AA6E4}">
                <adec:decorative xmlns:adec="http://schemas.microsoft.com/office/drawing/2017/decorative" val="1"/>
              </a:ext>
            </a:extLst>
          </p:cNvPr>
          <p:cNvSpPr/>
          <p:nvPr/>
        </p:nvSpPr>
        <p:spPr>
          <a:xfrm>
            <a:off x="4429125" y="1452562"/>
            <a:ext cx="3333750" cy="1520264"/>
          </a:xfrm>
          <a:prstGeom prst="roundRect">
            <a:avLst>
              <a:gd name="adj" fmla="val 8315"/>
            </a:avLst>
          </a:prstGeom>
          <a:solidFill>
            <a:schemeClr val="accent4">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endParaRPr>
          </a:p>
        </p:txBody>
      </p:sp>
      <p:sp>
        <p:nvSpPr>
          <p:cNvPr id="52" name="Rectangle: Rounded Corners 51">
            <a:extLst>
              <a:ext uri="{FF2B5EF4-FFF2-40B4-BE49-F238E27FC236}">
                <a16:creationId xmlns:a16="http://schemas.microsoft.com/office/drawing/2014/main" id="{D3888098-D466-264F-555C-5ACF0D4B6801}"/>
              </a:ext>
              <a:ext uri="{C183D7F6-B498-43B3-948B-1728B52AA6E4}">
                <adec:decorative xmlns:adec="http://schemas.microsoft.com/office/drawing/2017/decorative" val="1"/>
              </a:ext>
            </a:extLst>
          </p:cNvPr>
          <p:cNvSpPr/>
          <p:nvPr/>
        </p:nvSpPr>
        <p:spPr>
          <a:xfrm>
            <a:off x="4429125" y="3113519"/>
            <a:ext cx="3333750" cy="1520264"/>
          </a:xfrm>
          <a:prstGeom prst="roundRect">
            <a:avLst>
              <a:gd name="adj" fmla="val 8315"/>
            </a:avLst>
          </a:prstGeom>
          <a:solidFill>
            <a:schemeClr val="accent4">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endParaRPr>
          </a:p>
        </p:txBody>
      </p:sp>
      <p:sp>
        <p:nvSpPr>
          <p:cNvPr id="56" name="Rectangle: Rounded Corners 55">
            <a:extLst>
              <a:ext uri="{FF2B5EF4-FFF2-40B4-BE49-F238E27FC236}">
                <a16:creationId xmlns:a16="http://schemas.microsoft.com/office/drawing/2014/main" id="{1F975876-004D-6651-C20C-876818795FE8}"/>
              </a:ext>
              <a:ext uri="{C183D7F6-B498-43B3-948B-1728B52AA6E4}">
                <adec:decorative xmlns:adec="http://schemas.microsoft.com/office/drawing/2017/decorative" val="1"/>
              </a:ext>
            </a:extLst>
          </p:cNvPr>
          <p:cNvSpPr/>
          <p:nvPr/>
        </p:nvSpPr>
        <p:spPr>
          <a:xfrm>
            <a:off x="8223742" y="1452562"/>
            <a:ext cx="3363912" cy="3181222"/>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066" name="Rectangle: Rounded Corners 2065">
            <a:extLst>
              <a:ext uri="{FF2B5EF4-FFF2-40B4-BE49-F238E27FC236}">
                <a16:creationId xmlns:a16="http://schemas.microsoft.com/office/drawing/2014/main" id="{7C1575BF-636C-04F9-05A8-4C5353DC2E46}"/>
              </a:ext>
              <a:ext uri="{C183D7F6-B498-43B3-948B-1728B52AA6E4}">
                <adec:decorative xmlns:adec="http://schemas.microsoft.com/office/drawing/2017/decorative" val="1"/>
              </a:ext>
            </a:extLst>
          </p:cNvPr>
          <p:cNvSpPr/>
          <p:nvPr/>
        </p:nvSpPr>
        <p:spPr>
          <a:xfrm>
            <a:off x="5862638" y="3212487"/>
            <a:ext cx="1801812" cy="1322328"/>
          </a:xfrm>
          <a:prstGeom prst="roundRect">
            <a:avLst>
              <a:gd name="adj" fmla="val 8864"/>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F4A9F18F-4468-6B64-E76E-4F60EF72912B}"/>
              </a:ext>
            </a:extLst>
          </p:cNvPr>
          <p:cNvSpPr>
            <a:spLocks noGrp="1"/>
          </p:cNvSpPr>
          <p:nvPr>
            <p:ph type="title"/>
          </p:nvPr>
        </p:nvSpPr>
        <p:spPr>
          <a:xfrm>
            <a:off x="588262" y="497541"/>
            <a:ext cx="11522996" cy="430887"/>
          </a:xfrm>
        </p:spPr>
        <p:txBody>
          <a:bodyPr>
            <a:noAutofit/>
          </a:bodyPr>
          <a:lstStyle/>
          <a:p>
            <a:r>
              <a:rPr lang="en-US" sz="2900"/>
              <a:t>Audit interactions, enforce lifecycle policies and legal holds </a:t>
            </a:r>
          </a:p>
        </p:txBody>
      </p:sp>
      <p:sp>
        <p:nvSpPr>
          <p:cNvPr id="44" name="TextBox 43">
            <a:extLst>
              <a:ext uri="{FF2B5EF4-FFF2-40B4-BE49-F238E27FC236}">
                <a16:creationId xmlns:a16="http://schemas.microsoft.com/office/drawing/2014/main" id="{05BA0D83-ABEE-C85C-786B-D2A93FF62C92}"/>
              </a:ext>
            </a:extLst>
          </p:cNvPr>
          <p:cNvSpPr txBox="1"/>
          <p:nvPr/>
        </p:nvSpPr>
        <p:spPr>
          <a:xfrm>
            <a:off x="757238" y="1622362"/>
            <a:ext cx="3046412" cy="553998"/>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Segoe UI Semibold"/>
                <a:ea typeface="+mn-ea"/>
                <a:cs typeface="+mn-cs"/>
              </a:rPr>
              <a:t>AI interaction: Copilot in Word Audit log entry</a:t>
            </a:r>
          </a:p>
        </p:txBody>
      </p:sp>
      <p:sp>
        <p:nvSpPr>
          <p:cNvPr id="46" name="Rectangle: Rounded Corners 45">
            <a:extLst>
              <a:ext uri="{FF2B5EF4-FFF2-40B4-BE49-F238E27FC236}">
                <a16:creationId xmlns:a16="http://schemas.microsoft.com/office/drawing/2014/main" id="{83E633A6-257A-EDC5-BB0E-B30ED5A65F26}"/>
              </a:ext>
            </a:extLst>
          </p:cNvPr>
          <p:cNvSpPr/>
          <p:nvPr/>
        </p:nvSpPr>
        <p:spPr>
          <a:xfrm>
            <a:off x="731043" y="2322630"/>
            <a:ext cx="3098802" cy="463433"/>
          </a:xfrm>
          <a:prstGeom prst="roundRect">
            <a:avLst>
              <a:gd name="adj" fmla="val 1117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Date/time</a:t>
            </a:r>
          </a:p>
        </p:txBody>
      </p:sp>
      <p:sp>
        <p:nvSpPr>
          <p:cNvPr id="47" name="Rectangle: Rounded Corners 46">
            <a:extLst>
              <a:ext uri="{FF2B5EF4-FFF2-40B4-BE49-F238E27FC236}">
                <a16:creationId xmlns:a16="http://schemas.microsoft.com/office/drawing/2014/main" id="{A647BDD3-ADA9-FE7C-82A4-3BB175C28A9B}"/>
              </a:ext>
            </a:extLst>
          </p:cNvPr>
          <p:cNvSpPr/>
          <p:nvPr/>
        </p:nvSpPr>
        <p:spPr>
          <a:xfrm>
            <a:off x="731043" y="2891028"/>
            <a:ext cx="3098802" cy="463433"/>
          </a:xfrm>
          <a:prstGeom prst="roundRect">
            <a:avLst>
              <a:gd name="adj" fmla="val 1117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User</a:t>
            </a:r>
          </a:p>
        </p:txBody>
      </p:sp>
      <p:sp>
        <p:nvSpPr>
          <p:cNvPr id="48" name="Rectangle: Rounded Corners 47">
            <a:extLst>
              <a:ext uri="{FF2B5EF4-FFF2-40B4-BE49-F238E27FC236}">
                <a16:creationId xmlns:a16="http://schemas.microsoft.com/office/drawing/2014/main" id="{B1D91192-F5C4-103F-2FD8-EF6E20DE3828}"/>
              </a:ext>
            </a:extLst>
          </p:cNvPr>
          <p:cNvSpPr/>
          <p:nvPr/>
        </p:nvSpPr>
        <p:spPr>
          <a:xfrm>
            <a:off x="731043" y="3459426"/>
            <a:ext cx="3098802" cy="463433"/>
          </a:xfrm>
          <a:prstGeom prst="roundRect">
            <a:avLst>
              <a:gd name="adj" fmla="val 1117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Detailed event data</a:t>
            </a:r>
          </a:p>
        </p:txBody>
      </p:sp>
      <p:sp>
        <p:nvSpPr>
          <p:cNvPr id="49" name="Rectangle: Rounded Corners 48">
            <a:extLst>
              <a:ext uri="{FF2B5EF4-FFF2-40B4-BE49-F238E27FC236}">
                <a16:creationId xmlns:a16="http://schemas.microsoft.com/office/drawing/2014/main" id="{2BED3259-FAD4-78B0-436B-42DF76A9D71F}"/>
              </a:ext>
            </a:extLst>
          </p:cNvPr>
          <p:cNvSpPr/>
          <p:nvPr/>
        </p:nvSpPr>
        <p:spPr>
          <a:xfrm>
            <a:off x="731043" y="4027824"/>
            <a:ext cx="3098802" cy="463433"/>
          </a:xfrm>
          <a:prstGeom prst="roundRect">
            <a:avLst>
              <a:gd name="adj" fmla="val 1117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Segoe UI" pitchFamily="34" charset="0"/>
                <a:cs typeface="Segoe UI" pitchFamily="34" charset="0"/>
              </a:rPr>
              <a:t>And more</a:t>
            </a:r>
          </a:p>
        </p:txBody>
      </p:sp>
      <p:sp>
        <p:nvSpPr>
          <p:cNvPr id="53" name="TextBox 52">
            <a:extLst>
              <a:ext uri="{FF2B5EF4-FFF2-40B4-BE49-F238E27FC236}">
                <a16:creationId xmlns:a16="http://schemas.microsoft.com/office/drawing/2014/main" id="{66E2DCAE-83BE-A371-323C-1492CDF374FB}"/>
              </a:ext>
            </a:extLst>
          </p:cNvPr>
          <p:cNvSpPr txBox="1"/>
          <p:nvPr/>
        </p:nvSpPr>
        <p:spPr>
          <a:xfrm>
            <a:off x="637817" y="4804751"/>
            <a:ext cx="3285254" cy="43088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Audit Copilot + Agent interactions to access detailed log information </a:t>
            </a:r>
          </a:p>
        </p:txBody>
      </p:sp>
      <p:sp>
        <p:nvSpPr>
          <p:cNvPr id="2064" name="TextBox 2063">
            <a:extLst>
              <a:ext uri="{FF2B5EF4-FFF2-40B4-BE49-F238E27FC236}">
                <a16:creationId xmlns:a16="http://schemas.microsoft.com/office/drawing/2014/main" id="{720C9C47-2D5B-2DE1-AD52-0B093DDFAF06}"/>
              </a:ext>
            </a:extLst>
          </p:cNvPr>
          <p:cNvSpPr txBox="1"/>
          <p:nvPr/>
        </p:nvSpPr>
        <p:spPr>
          <a:xfrm>
            <a:off x="4584700" y="1741762"/>
            <a:ext cx="1055005" cy="738664"/>
          </a:xfrm>
          <a:prstGeom prst="rect">
            <a:avLst/>
          </a:prstGeom>
          <a:noFill/>
        </p:spPr>
        <p:txBody>
          <a:bodyPr wrap="square" lIns="0" tIns="0" rIns="0" bIns="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mn-ea"/>
                <a:cs typeface="Segoe UI" pitchFamily="34" charset="0"/>
              </a:rPr>
              <a:t>Retain for 6 months then delete</a:t>
            </a:r>
          </a:p>
        </p:txBody>
      </p:sp>
      <p:sp>
        <p:nvSpPr>
          <p:cNvPr id="2062" name="Speech Bubble: Rectangle with Corners Rounded 2061">
            <a:extLst>
              <a:ext uri="{FF2B5EF4-FFF2-40B4-BE49-F238E27FC236}">
                <a16:creationId xmlns:a16="http://schemas.microsoft.com/office/drawing/2014/main" id="{EFDC61D4-9DB4-8F44-9FB1-4DEB4EBFEA4E}"/>
              </a:ext>
            </a:extLst>
          </p:cNvPr>
          <p:cNvSpPr/>
          <p:nvPr/>
        </p:nvSpPr>
        <p:spPr bwMode="auto">
          <a:xfrm>
            <a:off x="5867400" y="1702166"/>
            <a:ext cx="1819276" cy="817856"/>
          </a:xfrm>
          <a:prstGeom prst="wedgeRoundRectCallout">
            <a:avLst>
              <a:gd name="adj1" fmla="val -29267"/>
              <a:gd name="adj2" fmla="val 79955"/>
              <a:gd name="adj3" fmla="val 16667"/>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a:ea typeface="Segoe UI" pitchFamily="34" charset="0"/>
                <a:cs typeface="Segoe UI" pitchFamily="34" charset="0"/>
              </a:rPr>
              <a:t>Copilot interaction</a:t>
            </a:r>
          </a:p>
        </p:txBody>
      </p:sp>
      <p:sp>
        <p:nvSpPr>
          <p:cNvPr id="2065" name="TextBox 2064">
            <a:extLst>
              <a:ext uri="{FF2B5EF4-FFF2-40B4-BE49-F238E27FC236}">
                <a16:creationId xmlns:a16="http://schemas.microsoft.com/office/drawing/2014/main" id="{CDC839A6-0201-9C2A-C50D-F415ABA94BA1}"/>
              </a:ext>
            </a:extLst>
          </p:cNvPr>
          <p:cNvSpPr txBox="1"/>
          <p:nvPr/>
        </p:nvSpPr>
        <p:spPr>
          <a:xfrm>
            <a:off x="4584700" y="3627430"/>
            <a:ext cx="1123950" cy="492443"/>
          </a:xfrm>
          <a:prstGeom prst="rect">
            <a:avLst/>
          </a:prstGeom>
          <a:noFill/>
        </p:spPr>
        <p:txBody>
          <a:bodyPr wrap="square" lIns="0" tIns="0" rIns="0" bIns="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mn-ea"/>
                <a:cs typeface="Segoe UI" pitchFamily="34" charset="0"/>
              </a:rPr>
              <a:t>Delete after 90 days</a:t>
            </a:r>
          </a:p>
        </p:txBody>
      </p:sp>
      <p:sp>
        <p:nvSpPr>
          <p:cNvPr id="2068" name="TextBox 2067">
            <a:extLst>
              <a:ext uri="{FF2B5EF4-FFF2-40B4-BE49-F238E27FC236}">
                <a16:creationId xmlns:a16="http://schemas.microsoft.com/office/drawing/2014/main" id="{46E3EB5C-945F-DECB-1372-02903DBB7555}"/>
              </a:ext>
            </a:extLst>
          </p:cNvPr>
          <p:cNvSpPr txBox="1"/>
          <p:nvPr/>
        </p:nvSpPr>
        <p:spPr>
          <a:xfrm>
            <a:off x="5986482" y="3504319"/>
            <a:ext cx="1290618" cy="738664"/>
          </a:xfrm>
          <a:prstGeom prst="rect">
            <a:avLst/>
          </a:prstGeom>
          <a:noFill/>
        </p:spPr>
        <p:txBody>
          <a:bodyPr wrap="square" lIns="0" tIns="0" rIns="0" bIns="0">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a:ea typeface="+mn-ea"/>
                <a:cs typeface="Segoe UI" pitchFamily="34" charset="0"/>
              </a:rPr>
              <a:t>Meeting recording </a:t>
            </a:r>
          </a:p>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a:ea typeface="+mn-ea"/>
                <a:cs typeface="Segoe UI" pitchFamily="34" charset="0"/>
              </a:rPr>
              <a:t>and transcript</a:t>
            </a:r>
          </a:p>
        </p:txBody>
      </p:sp>
      <p:sp>
        <p:nvSpPr>
          <p:cNvPr id="2069" name="Graphic 97" descr="Icon of a person in the screen">
            <a:extLst>
              <a:ext uri="{FF2B5EF4-FFF2-40B4-BE49-F238E27FC236}">
                <a16:creationId xmlns:a16="http://schemas.microsoft.com/office/drawing/2014/main" id="{0CB51F10-0073-329D-8C97-F2AE41F6EAB9}"/>
              </a:ext>
            </a:extLst>
          </p:cNvPr>
          <p:cNvSpPr/>
          <p:nvPr>
            <p:custDataLst>
              <p:tags r:id="rId1"/>
            </p:custDataLst>
          </p:nvPr>
        </p:nvSpPr>
        <p:spPr>
          <a:xfrm>
            <a:off x="7030772" y="3352887"/>
            <a:ext cx="460908" cy="368916"/>
          </a:xfrm>
          <a:custGeom>
            <a:avLst/>
            <a:gdLst>
              <a:gd name="connsiteX0" fmla="*/ 282575 w 318403"/>
              <a:gd name="connsiteY0" fmla="*/ 0 h 254854"/>
              <a:gd name="connsiteX1" fmla="*/ 318403 w 318403"/>
              <a:gd name="connsiteY1" fmla="*/ 35829 h 254854"/>
              <a:gd name="connsiteX2" fmla="*/ 318403 w 318403"/>
              <a:gd name="connsiteY2" fmla="*/ 219026 h 254854"/>
              <a:gd name="connsiteX3" fmla="*/ 282575 w 318403"/>
              <a:gd name="connsiteY3" fmla="*/ 254855 h 254854"/>
              <a:gd name="connsiteX4" fmla="*/ 35829 w 318403"/>
              <a:gd name="connsiteY4" fmla="*/ 254855 h 254854"/>
              <a:gd name="connsiteX5" fmla="*/ 0 w 318403"/>
              <a:gd name="connsiteY5" fmla="*/ 219026 h 254854"/>
              <a:gd name="connsiteX6" fmla="*/ 0 w 318403"/>
              <a:gd name="connsiteY6" fmla="*/ 35829 h 254854"/>
              <a:gd name="connsiteX7" fmla="*/ 35829 w 318403"/>
              <a:gd name="connsiteY7" fmla="*/ 0 h 254854"/>
              <a:gd name="connsiteX8" fmla="*/ 282575 w 318403"/>
              <a:gd name="connsiteY8" fmla="*/ 0 h 254854"/>
              <a:gd name="connsiteX9" fmla="*/ 282575 w 318403"/>
              <a:gd name="connsiteY9" fmla="*/ 23886 h 254854"/>
              <a:gd name="connsiteX10" fmla="*/ 35829 w 318403"/>
              <a:gd name="connsiteY10" fmla="*/ 23886 h 254854"/>
              <a:gd name="connsiteX11" fmla="*/ 23886 w 318403"/>
              <a:gd name="connsiteY11" fmla="*/ 35829 h 254854"/>
              <a:gd name="connsiteX12" fmla="*/ 23886 w 318403"/>
              <a:gd name="connsiteY12" fmla="*/ 219026 h 254854"/>
              <a:gd name="connsiteX13" fmla="*/ 35829 w 318403"/>
              <a:gd name="connsiteY13" fmla="*/ 230969 h 254854"/>
              <a:gd name="connsiteX14" fmla="*/ 79603 w 318403"/>
              <a:gd name="connsiteY14" fmla="*/ 230959 h 254854"/>
              <a:gd name="connsiteX15" fmla="*/ 79619 w 318403"/>
              <a:gd name="connsiteY15" fmla="*/ 187105 h 254854"/>
              <a:gd name="connsiteX16" fmla="*/ 105200 w 318403"/>
              <a:gd name="connsiteY16" fmla="*/ 159331 h 254854"/>
              <a:gd name="connsiteX17" fmla="*/ 107486 w 318403"/>
              <a:gd name="connsiteY17" fmla="*/ 159238 h 254854"/>
              <a:gd name="connsiteX18" fmla="*/ 210906 w 318403"/>
              <a:gd name="connsiteY18" fmla="*/ 159238 h 254854"/>
              <a:gd name="connsiteX19" fmla="*/ 238681 w 318403"/>
              <a:gd name="connsiteY19" fmla="*/ 184820 h 254854"/>
              <a:gd name="connsiteX20" fmla="*/ 238773 w 318403"/>
              <a:gd name="connsiteY20" fmla="*/ 187105 h 254854"/>
              <a:gd name="connsiteX21" fmla="*/ 238762 w 318403"/>
              <a:gd name="connsiteY21" fmla="*/ 230959 h 254854"/>
              <a:gd name="connsiteX22" fmla="*/ 282575 w 318403"/>
              <a:gd name="connsiteY22" fmla="*/ 230969 h 254854"/>
              <a:gd name="connsiteX23" fmla="*/ 294518 w 318403"/>
              <a:gd name="connsiteY23" fmla="*/ 219026 h 254854"/>
              <a:gd name="connsiteX24" fmla="*/ 294518 w 318403"/>
              <a:gd name="connsiteY24" fmla="*/ 35829 h 254854"/>
              <a:gd name="connsiteX25" fmla="*/ 282575 w 318403"/>
              <a:gd name="connsiteY25" fmla="*/ 23886 h 254854"/>
              <a:gd name="connsiteX26" fmla="*/ 210906 w 318403"/>
              <a:gd name="connsiteY26" fmla="*/ 183124 h 254854"/>
              <a:gd name="connsiteX27" fmla="*/ 107486 w 318403"/>
              <a:gd name="connsiteY27" fmla="*/ 183124 h 254854"/>
              <a:gd name="connsiteX28" fmla="*/ 103610 w 318403"/>
              <a:gd name="connsiteY28" fmla="*/ 186193 h 254854"/>
              <a:gd name="connsiteX29" fmla="*/ 103505 w 318403"/>
              <a:gd name="connsiteY29" fmla="*/ 187105 h 254854"/>
              <a:gd name="connsiteX30" fmla="*/ 103489 w 318403"/>
              <a:gd name="connsiteY30" fmla="*/ 230959 h 254854"/>
              <a:gd name="connsiteX31" fmla="*/ 214876 w 318403"/>
              <a:gd name="connsiteY31" fmla="*/ 230959 h 254854"/>
              <a:gd name="connsiteX32" fmla="*/ 214887 w 318403"/>
              <a:gd name="connsiteY32" fmla="*/ 187105 h 254854"/>
              <a:gd name="connsiteX33" fmla="*/ 211819 w 318403"/>
              <a:gd name="connsiteY33" fmla="*/ 183229 h 254854"/>
              <a:gd name="connsiteX34" fmla="*/ 210906 w 318403"/>
              <a:gd name="connsiteY34" fmla="*/ 183124 h 254854"/>
              <a:gd name="connsiteX35" fmla="*/ 159238 w 318403"/>
              <a:gd name="connsiteY35" fmla="*/ 47779 h 254854"/>
              <a:gd name="connsiteX36" fmla="*/ 207010 w 318403"/>
              <a:gd name="connsiteY36" fmla="*/ 95551 h 254854"/>
              <a:gd name="connsiteX37" fmla="*/ 159238 w 318403"/>
              <a:gd name="connsiteY37" fmla="*/ 143322 h 254854"/>
              <a:gd name="connsiteX38" fmla="*/ 111467 w 318403"/>
              <a:gd name="connsiteY38" fmla="*/ 95551 h 254854"/>
              <a:gd name="connsiteX39" fmla="*/ 159238 w 318403"/>
              <a:gd name="connsiteY39" fmla="*/ 47779 h 254854"/>
              <a:gd name="connsiteX40" fmla="*/ 159238 w 318403"/>
              <a:gd name="connsiteY40" fmla="*/ 71665 h 254854"/>
              <a:gd name="connsiteX41" fmla="*/ 135353 w 318403"/>
              <a:gd name="connsiteY41" fmla="*/ 95551 h 254854"/>
              <a:gd name="connsiteX42" fmla="*/ 159238 w 318403"/>
              <a:gd name="connsiteY42" fmla="*/ 119437 h 254854"/>
              <a:gd name="connsiteX43" fmla="*/ 183124 w 318403"/>
              <a:gd name="connsiteY43" fmla="*/ 95551 h 254854"/>
              <a:gd name="connsiteX44" fmla="*/ 159238 w 318403"/>
              <a:gd name="connsiteY44" fmla="*/ 71665 h 25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18403" h="254854">
                <a:moveTo>
                  <a:pt x="282575" y="0"/>
                </a:moveTo>
                <a:cubicBezTo>
                  <a:pt x="302362" y="0"/>
                  <a:pt x="318403" y="16041"/>
                  <a:pt x="318403" y="35829"/>
                </a:cubicBezTo>
                <a:lnTo>
                  <a:pt x="318403" y="219026"/>
                </a:lnTo>
                <a:cubicBezTo>
                  <a:pt x="318403" y="238813"/>
                  <a:pt x="302362" y="254855"/>
                  <a:pt x="282575" y="254855"/>
                </a:cubicBezTo>
                <a:lnTo>
                  <a:pt x="35829" y="254855"/>
                </a:lnTo>
                <a:cubicBezTo>
                  <a:pt x="16041" y="254855"/>
                  <a:pt x="0" y="238813"/>
                  <a:pt x="0" y="219026"/>
                </a:cubicBezTo>
                <a:lnTo>
                  <a:pt x="0" y="35829"/>
                </a:lnTo>
                <a:cubicBezTo>
                  <a:pt x="0" y="16041"/>
                  <a:pt x="16041" y="0"/>
                  <a:pt x="35829" y="0"/>
                </a:cubicBezTo>
                <a:lnTo>
                  <a:pt x="282575" y="0"/>
                </a:lnTo>
                <a:close/>
                <a:moveTo>
                  <a:pt x="282575" y="23886"/>
                </a:moveTo>
                <a:lnTo>
                  <a:pt x="35829" y="23886"/>
                </a:lnTo>
                <a:cubicBezTo>
                  <a:pt x="29233" y="23886"/>
                  <a:pt x="23886" y="29233"/>
                  <a:pt x="23886" y="35829"/>
                </a:cubicBezTo>
                <a:lnTo>
                  <a:pt x="23886" y="219026"/>
                </a:lnTo>
                <a:cubicBezTo>
                  <a:pt x="23886" y="225622"/>
                  <a:pt x="29233" y="230969"/>
                  <a:pt x="35829" y="230969"/>
                </a:cubicBezTo>
                <a:lnTo>
                  <a:pt x="79603" y="230959"/>
                </a:lnTo>
                <a:lnTo>
                  <a:pt x="79619" y="187105"/>
                </a:lnTo>
                <a:cubicBezTo>
                  <a:pt x="79619" y="172484"/>
                  <a:pt x="90879" y="160493"/>
                  <a:pt x="105200" y="159331"/>
                </a:cubicBezTo>
                <a:lnTo>
                  <a:pt x="107486" y="159238"/>
                </a:lnTo>
                <a:lnTo>
                  <a:pt x="210906" y="159238"/>
                </a:lnTo>
                <a:cubicBezTo>
                  <a:pt x="225528" y="159238"/>
                  <a:pt x="237518" y="170498"/>
                  <a:pt x="238681" y="184820"/>
                </a:cubicBezTo>
                <a:lnTo>
                  <a:pt x="238773" y="187105"/>
                </a:lnTo>
                <a:lnTo>
                  <a:pt x="238762" y="230959"/>
                </a:lnTo>
                <a:lnTo>
                  <a:pt x="282575" y="230969"/>
                </a:lnTo>
                <a:cubicBezTo>
                  <a:pt x="289170" y="230969"/>
                  <a:pt x="294518" y="225622"/>
                  <a:pt x="294518" y="219026"/>
                </a:cubicBezTo>
                <a:lnTo>
                  <a:pt x="294518" y="35829"/>
                </a:lnTo>
                <a:cubicBezTo>
                  <a:pt x="294518" y="29233"/>
                  <a:pt x="289170" y="23886"/>
                  <a:pt x="282575" y="23886"/>
                </a:cubicBezTo>
                <a:close/>
                <a:moveTo>
                  <a:pt x="210906" y="183124"/>
                </a:moveTo>
                <a:lnTo>
                  <a:pt x="107486" y="183124"/>
                </a:lnTo>
                <a:cubicBezTo>
                  <a:pt x="105601" y="183124"/>
                  <a:pt x="104023" y="184433"/>
                  <a:pt x="103610" y="186193"/>
                </a:cubicBezTo>
                <a:lnTo>
                  <a:pt x="103505" y="187105"/>
                </a:lnTo>
                <a:lnTo>
                  <a:pt x="103489" y="230959"/>
                </a:lnTo>
                <a:lnTo>
                  <a:pt x="214876" y="230959"/>
                </a:lnTo>
                <a:lnTo>
                  <a:pt x="214887" y="187105"/>
                </a:lnTo>
                <a:cubicBezTo>
                  <a:pt x="214887" y="185221"/>
                  <a:pt x="213578" y="183642"/>
                  <a:pt x="211819" y="183229"/>
                </a:cubicBezTo>
                <a:lnTo>
                  <a:pt x="210906" y="183124"/>
                </a:lnTo>
                <a:close/>
                <a:moveTo>
                  <a:pt x="159238" y="47779"/>
                </a:moveTo>
                <a:cubicBezTo>
                  <a:pt x="185623" y="47779"/>
                  <a:pt x="207010" y="69167"/>
                  <a:pt x="207010" y="95551"/>
                </a:cubicBezTo>
                <a:cubicBezTo>
                  <a:pt x="207010" y="121934"/>
                  <a:pt x="185623" y="143322"/>
                  <a:pt x="159238" y="143322"/>
                </a:cubicBezTo>
                <a:cubicBezTo>
                  <a:pt x="132854" y="143322"/>
                  <a:pt x="111467" y="121934"/>
                  <a:pt x="111467" y="95551"/>
                </a:cubicBezTo>
                <a:cubicBezTo>
                  <a:pt x="111467" y="69167"/>
                  <a:pt x="132854" y="47779"/>
                  <a:pt x="159238" y="47779"/>
                </a:cubicBezTo>
                <a:close/>
                <a:moveTo>
                  <a:pt x="159238" y="71665"/>
                </a:moveTo>
                <a:cubicBezTo>
                  <a:pt x="146047" y="71665"/>
                  <a:pt x="135353" y="82359"/>
                  <a:pt x="135353" y="95551"/>
                </a:cubicBezTo>
                <a:cubicBezTo>
                  <a:pt x="135353" y="108742"/>
                  <a:pt x="146047" y="119437"/>
                  <a:pt x="159238" y="119437"/>
                </a:cubicBezTo>
                <a:cubicBezTo>
                  <a:pt x="172430" y="119437"/>
                  <a:pt x="183124" y="108742"/>
                  <a:pt x="183124" y="95551"/>
                </a:cubicBezTo>
                <a:cubicBezTo>
                  <a:pt x="183124" y="82359"/>
                  <a:pt x="172430" y="71665"/>
                  <a:pt x="159238" y="71665"/>
                </a:cubicBez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54" name="TextBox 53">
            <a:extLst>
              <a:ext uri="{FF2B5EF4-FFF2-40B4-BE49-F238E27FC236}">
                <a16:creationId xmlns:a16="http://schemas.microsoft.com/office/drawing/2014/main" id="{1DE1A53A-BFDA-3288-6D3B-5F300FCE8CD6}"/>
              </a:ext>
            </a:extLst>
          </p:cNvPr>
          <p:cNvSpPr txBox="1"/>
          <p:nvPr/>
        </p:nvSpPr>
        <p:spPr>
          <a:xfrm>
            <a:off x="4453373" y="4804751"/>
            <a:ext cx="3285254" cy="64633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Enforce retention and deletion policies for interactions and meeting recordings + transcripts</a:t>
            </a:r>
          </a:p>
        </p:txBody>
      </p:sp>
      <p:sp>
        <p:nvSpPr>
          <p:cNvPr id="58" name="Graphic 106" descr="Icon of a person">
            <a:extLst>
              <a:ext uri="{FF2B5EF4-FFF2-40B4-BE49-F238E27FC236}">
                <a16:creationId xmlns:a16="http://schemas.microsoft.com/office/drawing/2014/main" id="{F85A7E11-1DB3-454C-E33B-06FC2251F2F5}"/>
              </a:ext>
            </a:extLst>
          </p:cNvPr>
          <p:cNvSpPr/>
          <p:nvPr>
            <p:custDataLst>
              <p:tags r:id="rId2"/>
            </p:custDataLst>
          </p:nvPr>
        </p:nvSpPr>
        <p:spPr>
          <a:xfrm>
            <a:off x="9591565" y="1616545"/>
            <a:ext cx="597504" cy="746766"/>
          </a:xfrm>
          <a:custGeom>
            <a:avLst/>
            <a:gdLst>
              <a:gd name="connsiteX0" fmla="*/ 221321 w 257515"/>
              <a:gd name="connsiteY0" fmla="*/ 193068 h 321847"/>
              <a:gd name="connsiteX1" fmla="*/ 257516 w 257515"/>
              <a:gd name="connsiteY1" fmla="*/ 229264 h 321847"/>
              <a:gd name="connsiteX2" fmla="*/ 257516 w 257515"/>
              <a:gd name="connsiteY2" fmla="*/ 238525 h 321847"/>
              <a:gd name="connsiteX3" fmla="*/ 243012 w 257515"/>
              <a:gd name="connsiteY3" fmla="*/ 277774 h 321847"/>
              <a:gd name="connsiteX4" fmla="*/ 128705 w 257515"/>
              <a:gd name="connsiteY4" fmla="*/ 321847 h 321847"/>
              <a:gd name="connsiteX5" fmla="*/ 14458 w 257515"/>
              <a:gd name="connsiteY5" fmla="*/ 277756 h 321847"/>
              <a:gd name="connsiteX6" fmla="*/ 0 w 257515"/>
              <a:gd name="connsiteY6" fmla="*/ 238561 h 321847"/>
              <a:gd name="connsiteX7" fmla="*/ 0 w 257515"/>
              <a:gd name="connsiteY7" fmla="*/ 229264 h 321847"/>
              <a:gd name="connsiteX8" fmla="*/ 36196 w 257515"/>
              <a:gd name="connsiteY8" fmla="*/ 193068 h 321847"/>
              <a:gd name="connsiteX9" fmla="*/ 221321 w 257515"/>
              <a:gd name="connsiteY9" fmla="*/ 193068 h 321847"/>
              <a:gd name="connsiteX10" fmla="*/ 221321 w 257515"/>
              <a:gd name="connsiteY10" fmla="*/ 217211 h 321847"/>
              <a:gd name="connsiteX11" fmla="*/ 36196 w 257515"/>
              <a:gd name="connsiteY11" fmla="*/ 217211 h 321847"/>
              <a:gd name="connsiteX12" fmla="*/ 24143 w 257515"/>
              <a:gd name="connsiteY12" fmla="*/ 229264 h 321847"/>
              <a:gd name="connsiteX13" fmla="*/ 24143 w 257515"/>
              <a:gd name="connsiteY13" fmla="*/ 238561 h 321847"/>
              <a:gd name="connsiteX14" fmla="*/ 32818 w 257515"/>
              <a:gd name="connsiteY14" fmla="*/ 262078 h 321847"/>
              <a:gd name="connsiteX15" fmla="*/ 128705 w 257515"/>
              <a:gd name="connsiteY15" fmla="*/ 297705 h 321847"/>
              <a:gd name="connsiteX16" fmla="*/ 224672 w 257515"/>
              <a:gd name="connsiteY16" fmla="*/ 262074 h 321847"/>
              <a:gd name="connsiteX17" fmla="*/ 233373 w 257515"/>
              <a:gd name="connsiteY17" fmla="*/ 238525 h 321847"/>
              <a:gd name="connsiteX18" fmla="*/ 233373 w 257515"/>
              <a:gd name="connsiteY18" fmla="*/ 229264 h 321847"/>
              <a:gd name="connsiteX19" fmla="*/ 221321 w 257515"/>
              <a:gd name="connsiteY19" fmla="*/ 217211 h 321847"/>
              <a:gd name="connsiteX20" fmla="*/ 128705 w 257515"/>
              <a:gd name="connsiteY20" fmla="*/ 0 h 321847"/>
              <a:gd name="connsiteX21" fmla="*/ 209182 w 257515"/>
              <a:gd name="connsiteY21" fmla="*/ 80476 h 321847"/>
              <a:gd name="connsiteX22" fmla="*/ 128705 w 257515"/>
              <a:gd name="connsiteY22" fmla="*/ 160953 h 321847"/>
              <a:gd name="connsiteX23" fmla="*/ 48229 w 257515"/>
              <a:gd name="connsiteY23" fmla="*/ 80476 h 321847"/>
              <a:gd name="connsiteX24" fmla="*/ 128705 w 257515"/>
              <a:gd name="connsiteY24" fmla="*/ 0 h 321847"/>
              <a:gd name="connsiteX25" fmla="*/ 128705 w 257515"/>
              <a:gd name="connsiteY25" fmla="*/ 24143 h 321847"/>
              <a:gd name="connsiteX26" fmla="*/ 72372 w 257515"/>
              <a:gd name="connsiteY26" fmla="*/ 80476 h 321847"/>
              <a:gd name="connsiteX27" fmla="*/ 128705 w 257515"/>
              <a:gd name="connsiteY27" fmla="*/ 136810 h 321847"/>
              <a:gd name="connsiteX28" fmla="*/ 185039 w 257515"/>
              <a:gd name="connsiteY28" fmla="*/ 80476 h 321847"/>
              <a:gd name="connsiteX29" fmla="*/ 128705 w 257515"/>
              <a:gd name="connsiteY29" fmla="*/ 24143 h 321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7515" h="321847">
                <a:moveTo>
                  <a:pt x="221321" y="193068"/>
                </a:moveTo>
                <a:cubicBezTo>
                  <a:pt x="241311" y="193068"/>
                  <a:pt x="257516" y="209272"/>
                  <a:pt x="257516" y="229264"/>
                </a:cubicBezTo>
                <a:lnTo>
                  <a:pt x="257516" y="238525"/>
                </a:lnTo>
                <a:cubicBezTo>
                  <a:pt x="257516" y="252919"/>
                  <a:pt x="252372" y="266839"/>
                  <a:pt x="243012" y="277774"/>
                </a:cubicBezTo>
                <a:cubicBezTo>
                  <a:pt x="217752" y="307284"/>
                  <a:pt x="179331" y="321847"/>
                  <a:pt x="128705" y="321847"/>
                </a:cubicBezTo>
                <a:cubicBezTo>
                  <a:pt x="78071" y="321847"/>
                  <a:pt x="39668" y="307280"/>
                  <a:pt x="14458" y="277756"/>
                </a:cubicBezTo>
                <a:cubicBezTo>
                  <a:pt x="5127" y="266829"/>
                  <a:pt x="0" y="252931"/>
                  <a:pt x="0" y="238561"/>
                </a:cubicBezTo>
                <a:lnTo>
                  <a:pt x="0" y="229264"/>
                </a:lnTo>
                <a:cubicBezTo>
                  <a:pt x="0" y="209272"/>
                  <a:pt x="16206" y="193068"/>
                  <a:pt x="36196" y="193068"/>
                </a:cubicBezTo>
                <a:lnTo>
                  <a:pt x="221321" y="193068"/>
                </a:lnTo>
                <a:close/>
                <a:moveTo>
                  <a:pt x="221321" y="217211"/>
                </a:moveTo>
                <a:lnTo>
                  <a:pt x="36196" y="217211"/>
                </a:lnTo>
                <a:cubicBezTo>
                  <a:pt x="29539" y="217211"/>
                  <a:pt x="24143" y="222607"/>
                  <a:pt x="24143" y="229264"/>
                </a:cubicBezTo>
                <a:lnTo>
                  <a:pt x="24143" y="238561"/>
                </a:lnTo>
                <a:cubicBezTo>
                  <a:pt x="24143" y="247183"/>
                  <a:pt x="27219" y="255522"/>
                  <a:pt x="32818" y="262078"/>
                </a:cubicBezTo>
                <a:cubicBezTo>
                  <a:pt x="52990" y="285701"/>
                  <a:pt x="84631" y="297705"/>
                  <a:pt x="128705" y="297705"/>
                </a:cubicBezTo>
                <a:cubicBezTo>
                  <a:pt x="172779" y="297705"/>
                  <a:pt x="204448" y="285701"/>
                  <a:pt x="224672" y="262074"/>
                </a:cubicBezTo>
                <a:cubicBezTo>
                  <a:pt x="230287" y="255512"/>
                  <a:pt x="233373" y="247161"/>
                  <a:pt x="233373" y="238525"/>
                </a:cubicBezTo>
                <a:lnTo>
                  <a:pt x="233373" y="229264"/>
                </a:lnTo>
                <a:cubicBezTo>
                  <a:pt x="233373" y="222607"/>
                  <a:pt x="227976" y="217211"/>
                  <a:pt x="221321" y="217211"/>
                </a:cubicBezTo>
                <a:close/>
                <a:moveTo>
                  <a:pt x="128705" y="0"/>
                </a:moveTo>
                <a:cubicBezTo>
                  <a:pt x="173151" y="0"/>
                  <a:pt x="209182" y="36031"/>
                  <a:pt x="209182" y="80476"/>
                </a:cubicBezTo>
                <a:cubicBezTo>
                  <a:pt x="209182" y="124922"/>
                  <a:pt x="173151" y="160953"/>
                  <a:pt x="128705" y="160953"/>
                </a:cubicBezTo>
                <a:cubicBezTo>
                  <a:pt x="84259" y="160953"/>
                  <a:pt x="48229" y="124922"/>
                  <a:pt x="48229" y="80476"/>
                </a:cubicBezTo>
                <a:cubicBezTo>
                  <a:pt x="48229" y="36031"/>
                  <a:pt x="84259" y="0"/>
                  <a:pt x="128705" y="0"/>
                </a:cubicBezTo>
                <a:close/>
                <a:moveTo>
                  <a:pt x="128705" y="24143"/>
                </a:moveTo>
                <a:cubicBezTo>
                  <a:pt x="97593" y="24143"/>
                  <a:pt x="72372" y="49364"/>
                  <a:pt x="72372" y="80476"/>
                </a:cubicBezTo>
                <a:cubicBezTo>
                  <a:pt x="72372" y="111588"/>
                  <a:pt x="97593" y="136810"/>
                  <a:pt x="128705" y="136810"/>
                </a:cubicBezTo>
                <a:cubicBezTo>
                  <a:pt x="159817" y="136810"/>
                  <a:pt x="185039" y="111588"/>
                  <a:pt x="185039" y="80476"/>
                </a:cubicBezTo>
                <a:cubicBezTo>
                  <a:pt x="185039" y="49364"/>
                  <a:pt x="159817" y="24143"/>
                  <a:pt x="128705" y="24143"/>
                </a:cubicBez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62" name="Picture 61" descr="Onedrive logo">
            <a:extLst>
              <a:ext uri="{FF2B5EF4-FFF2-40B4-BE49-F238E27FC236}">
                <a16:creationId xmlns:a16="http://schemas.microsoft.com/office/drawing/2014/main" id="{1DD04992-E6E0-C556-A20D-11E390F241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58055" y="2541099"/>
            <a:ext cx="755164" cy="490590"/>
          </a:xfrm>
          <a:prstGeom prst="rect">
            <a:avLst/>
          </a:prstGeom>
        </p:spPr>
      </p:pic>
      <p:pic>
        <p:nvPicPr>
          <p:cNvPr id="2052" name="Picture 4" descr="Exchange Online logo">
            <a:extLst>
              <a:ext uri="{FF2B5EF4-FFF2-40B4-BE49-F238E27FC236}">
                <a16:creationId xmlns:a16="http://schemas.microsoft.com/office/drawing/2014/main" id="{55166D6A-F6A5-EACC-60FD-C205BEB8F9C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p:blipFill>
        <p:spPr bwMode="auto">
          <a:xfrm>
            <a:off x="8812220" y="3273696"/>
            <a:ext cx="641940" cy="569858"/>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harepoint logo">
            <a:extLst>
              <a:ext uri="{FF2B5EF4-FFF2-40B4-BE49-F238E27FC236}">
                <a16:creationId xmlns:a16="http://schemas.microsoft.com/office/drawing/2014/main" id="{EE366974-BE25-B494-0F31-93237D9D2612}"/>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31417" y="3282522"/>
            <a:ext cx="603748" cy="603748"/>
          </a:xfrm>
          <a:prstGeom prst="rect">
            <a:avLst/>
          </a:prstGeom>
          <a:noFill/>
          <a:extLst>
            <a:ext uri="{909E8E84-426E-40DD-AFC4-6F175D3DCCD1}">
              <a14:hiddenFill xmlns:a14="http://schemas.microsoft.com/office/drawing/2010/main">
                <a:solidFill>
                  <a:srgbClr val="FFFFFF"/>
                </a:solidFill>
              </a14:hiddenFill>
            </a:ext>
          </a:extLst>
        </p:spPr>
      </p:pic>
      <p:sp>
        <p:nvSpPr>
          <p:cNvPr id="2055" name="Graphic 64" descr="Icon of a closed padlock">
            <a:extLst>
              <a:ext uri="{FF2B5EF4-FFF2-40B4-BE49-F238E27FC236}">
                <a16:creationId xmlns:a16="http://schemas.microsoft.com/office/drawing/2014/main" id="{FFDA2229-8598-D525-6395-6B932F1D0CEC}"/>
              </a:ext>
            </a:extLst>
          </p:cNvPr>
          <p:cNvSpPr/>
          <p:nvPr>
            <p:custDataLst>
              <p:tags r:id="rId3"/>
            </p:custDataLst>
          </p:nvPr>
        </p:nvSpPr>
        <p:spPr>
          <a:xfrm>
            <a:off x="9253221" y="4195899"/>
            <a:ext cx="236064" cy="295080"/>
          </a:xfrm>
          <a:custGeom>
            <a:avLst/>
            <a:gdLst>
              <a:gd name="connsiteX0" fmla="*/ 123663 w 247325"/>
              <a:gd name="connsiteY0" fmla="*/ 0 h 309156"/>
              <a:gd name="connsiteX1" fmla="*/ 185494 w 247325"/>
              <a:gd name="connsiteY1" fmla="*/ 61831 h 309156"/>
              <a:gd name="connsiteX2" fmla="*/ 185494 w 247325"/>
              <a:gd name="connsiteY2" fmla="*/ 92747 h 309156"/>
              <a:gd name="connsiteX3" fmla="*/ 212545 w 247325"/>
              <a:gd name="connsiteY3" fmla="*/ 92747 h 309156"/>
              <a:gd name="connsiteX4" fmla="*/ 247325 w 247325"/>
              <a:gd name="connsiteY4" fmla="*/ 127527 h 309156"/>
              <a:gd name="connsiteX5" fmla="*/ 247325 w 247325"/>
              <a:gd name="connsiteY5" fmla="*/ 274377 h 309156"/>
              <a:gd name="connsiteX6" fmla="*/ 212545 w 247325"/>
              <a:gd name="connsiteY6" fmla="*/ 309157 h 309156"/>
              <a:gd name="connsiteX7" fmla="*/ 34780 w 247325"/>
              <a:gd name="connsiteY7" fmla="*/ 309157 h 309156"/>
              <a:gd name="connsiteX8" fmla="*/ 0 w 247325"/>
              <a:gd name="connsiteY8" fmla="*/ 274377 h 309156"/>
              <a:gd name="connsiteX9" fmla="*/ 0 w 247325"/>
              <a:gd name="connsiteY9" fmla="*/ 127527 h 309156"/>
              <a:gd name="connsiteX10" fmla="*/ 34780 w 247325"/>
              <a:gd name="connsiteY10" fmla="*/ 92747 h 309156"/>
              <a:gd name="connsiteX11" fmla="*/ 61831 w 247325"/>
              <a:gd name="connsiteY11" fmla="*/ 92747 h 309156"/>
              <a:gd name="connsiteX12" fmla="*/ 61831 w 247325"/>
              <a:gd name="connsiteY12" fmla="*/ 61831 h 309156"/>
              <a:gd name="connsiteX13" fmla="*/ 123663 w 247325"/>
              <a:gd name="connsiteY13" fmla="*/ 0 h 309156"/>
              <a:gd name="connsiteX14" fmla="*/ 212545 w 247325"/>
              <a:gd name="connsiteY14" fmla="*/ 115934 h 309156"/>
              <a:gd name="connsiteX15" fmla="*/ 34780 w 247325"/>
              <a:gd name="connsiteY15" fmla="*/ 115934 h 309156"/>
              <a:gd name="connsiteX16" fmla="*/ 23187 w 247325"/>
              <a:gd name="connsiteY16" fmla="*/ 127527 h 309156"/>
              <a:gd name="connsiteX17" fmla="*/ 23187 w 247325"/>
              <a:gd name="connsiteY17" fmla="*/ 274377 h 309156"/>
              <a:gd name="connsiteX18" fmla="*/ 34780 w 247325"/>
              <a:gd name="connsiteY18" fmla="*/ 285970 h 309156"/>
              <a:gd name="connsiteX19" fmla="*/ 212545 w 247325"/>
              <a:gd name="connsiteY19" fmla="*/ 285970 h 309156"/>
              <a:gd name="connsiteX20" fmla="*/ 224139 w 247325"/>
              <a:gd name="connsiteY20" fmla="*/ 274377 h 309156"/>
              <a:gd name="connsiteX21" fmla="*/ 224139 w 247325"/>
              <a:gd name="connsiteY21" fmla="*/ 127527 h 309156"/>
              <a:gd name="connsiteX22" fmla="*/ 212545 w 247325"/>
              <a:gd name="connsiteY22" fmla="*/ 115934 h 309156"/>
              <a:gd name="connsiteX23" fmla="*/ 123664 w 247325"/>
              <a:gd name="connsiteY23" fmla="*/ 177765 h 309156"/>
              <a:gd name="connsiteX24" fmla="*/ 146851 w 247325"/>
              <a:gd name="connsiteY24" fmla="*/ 200952 h 309156"/>
              <a:gd name="connsiteX25" fmla="*/ 123664 w 247325"/>
              <a:gd name="connsiteY25" fmla="*/ 224139 h 309156"/>
              <a:gd name="connsiteX26" fmla="*/ 100477 w 247325"/>
              <a:gd name="connsiteY26" fmla="*/ 200952 h 309156"/>
              <a:gd name="connsiteX27" fmla="*/ 123664 w 247325"/>
              <a:gd name="connsiteY27" fmla="*/ 177765 h 309156"/>
              <a:gd name="connsiteX28" fmla="*/ 123663 w 247325"/>
              <a:gd name="connsiteY28" fmla="*/ 23187 h 309156"/>
              <a:gd name="connsiteX29" fmla="*/ 85018 w 247325"/>
              <a:gd name="connsiteY29" fmla="*/ 61831 h 309156"/>
              <a:gd name="connsiteX30" fmla="*/ 85018 w 247325"/>
              <a:gd name="connsiteY30" fmla="*/ 92747 h 309156"/>
              <a:gd name="connsiteX31" fmla="*/ 162307 w 247325"/>
              <a:gd name="connsiteY31" fmla="*/ 92747 h 309156"/>
              <a:gd name="connsiteX32" fmla="*/ 162307 w 247325"/>
              <a:gd name="connsiteY32" fmla="*/ 61831 h 309156"/>
              <a:gd name="connsiteX33" fmla="*/ 123663 w 247325"/>
              <a:gd name="connsiteY33" fmla="*/ 23187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47325" h="309156">
                <a:moveTo>
                  <a:pt x="123663" y="0"/>
                </a:moveTo>
                <a:cubicBezTo>
                  <a:pt x="157811" y="0"/>
                  <a:pt x="185494" y="27683"/>
                  <a:pt x="185494" y="61831"/>
                </a:cubicBezTo>
                <a:lnTo>
                  <a:pt x="185494" y="92747"/>
                </a:lnTo>
                <a:lnTo>
                  <a:pt x="212545" y="92747"/>
                </a:lnTo>
                <a:cubicBezTo>
                  <a:pt x="231753" y="92747"/>
                  <a:pt x="247325" y="108319"/>
                  <a:pt x="247325" y="127527"/>
                </a:cubicBezTo>
                <a:lnTo>
                  <a:pt x="247325" y="274377"/>
                </a:lnTo>
                <a:cubicBezTo>
                  <a:pt x="247325" y="293584"/>
                  <a:pt x="231753" y="309157"/>
                  <a:pt x="212545" y="309157"/>
                </a:cubicBezTo>
                <a:lnTo>
                  <a:pt x="34780" y="309157"/>
                </a:lnTo>
                <a:cubicBezTo>
                  <a:pt x="15572" y="309157"/>
                  <a:pt x="0" y="293584"/>
                  <a:pt x="0" y="274377"/>
                </a:cubicBezTo>
                <a:lnTo>
                  <a:pt x="0" y="127527"/>
                </a:lnTo>
                <a:cubicBezTo>
                  <a:pt x="0" y="108319"/>
                  <a:pt x="15572" y="92747"/>
                  <a:pt x="34780" y="92747"/>
                </a:cubicBezTo>
                <a:lnTo>
                  <a:pt x="61831" y="92747"/>
                </a:lnTo>
                <a:lnTo>
                  <a:pt x="61831" y="61831"/>
                </a:lnTo>
                <a:cubicBezTo>
                  <a:pt x="61831" y="27683"/>
                  <a:pt x="89514" y="0"/>
                  <a:pt x="123663" y="0"/>
                </a:cubicBezTo>
                <a:close/>
                <a:moveTo>
                  <a:pt x="212545" y="115934"/>
                </a:moveTo>
                <a:lnTo>
                  <a:pt x="34780" y="115934"/>
                </a:lnTo>
                <a:cubicBezTo>
                  <a:pt x="28377" y="115934"/>
                  <a:pt x="23187" y="121124"/>
                  <a:pt x="23187" y="127527"/>
                </a:cubicBezTo>
                <a:lnTo>
                  <a:pt x="23187" y="274377"/>
                </a:lnTo>
                <a:cubicBezTo>
                  <a:pt x="23187" y="280779"/>
                  <a:pt x="28377" y="285970"/>
                  <a:pt x="34780" y="285970"/>
                </a:cubicBezTo>
                <a:lnTo>
                  <a:pt x="212545" y="285970"/>
                </a:lnTo>
                <a:cubicBezTo>
                  <a:pt x="218948" y="285970"/>
                  <a:pt x="224139" y="280779"/>
                  <a:pt x="224139" y="274377"/>
                </a:cubicBezTo>
                <a:lnTo>
                  <a:pt x="224139" y="127527"/>
                </a:lnTo>
                <a:cubicBezTo>
                  <a:pt x="224139" y="121124"/>
                  <a:pt x="218948" y="115934"/>
                  <a:pt x="212545" y="115934"/>
                </a:cubicBezTo>
                <a:close/>
                <a:moveTo>
                  <a:pt x="123664" y="177765"/>
                </a:moveTo>
                <a:cubicBezTo>
                  <a:pt x="136471" y="177765"/>
                  <a:pt x="146851" y="188147"/>
                  <a:pt x="146851" y="200952"/>
                </a:cubicBezTo>
                <a:cubicBezTo>
                  <a:pt x="146851" y="213757"/>
                  <a:pt x="136471" y="224139"/>
                  <a:pt x="123664" y="224139"/>
                </a:cubicBezTo>
                <a:cubicBezTo>
                  <a:pt x="110859" y="224139"/>
                  <a:pt x="100477" y="213757"/>
                  <a:pt x="100477" y="200952"/>
                </a:cubicBezTo>
                <a:cubicBezTo>
                  <a:pt x="100477" y="188147"/>
                  <a:pt x="110859" y="177765"/>
                  <a:pt x="123664" y="177765"/>
                </a:cubicBezTo>
                <a:close/>
                <a:moveTo>
                  <a:pt x="123663" y="23187"/>
                </a:moveTo>
                <a:cubicBezTo>
                  <a:pt x="102320" y="23187"/>
                  <a:pt x="85018" y="40489"/>
                  <a:pt x="85018" y="61831"/>
                </a:cubicBezTo>
                <a:lnTo>
                  <a:pt x="85018" y="92747"/>
                </a:lnTo>
                <a:lnTo>
                  <a:pt x="162307" y="92747"/>
                </a:lnTo>
                <a:lnTo>
                  <a:pt x="162307" y="61831"/>
                </a:lnTo>
                <a:cubicBezTo>
                  <a:pt x="162307" y="40489"/>
                  <a:pt x="145005" y="23187"/>
                  <a:pt x="123663" y="23187"/>
                </a:cubicBez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2058" name="TextBox 2057">
            <a:extLst>
              <a:ext uri="{FF2B5EF4-FFF2-40B4-BE49-F238E27FC236}">
                <a16:creationId xmlns:a16="http://schemas.microsoft.com/office/drawing/2014/main" id="{7DF176BC-3FFD-0D7E-D662-8678C5DB2333}"/>
              </a:ext>
            </a:extLst>
          </p:cNvPr>
          <p:cNvSpPr txBox="1"/>
          <p:nvPr/>
        </p:nvSpPr>
        <p:spPr>
          <a:xfrm>
            <a:off x="9589961" y="4220329"/>
            <a:ext cx="968214" cy="246221"/>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Segoe UI Semibold"/>
                <a:ea typeface="+mn-ea"/>
                <a:cs typeface="+mn-cs"/>
              </a:rPr>
              <a:t>Legal hold</a:t>
            </a:r>
          </a:p>
        </p:txBody>
      </p:sp>
      <p:sp>
        <p:nvSpPr>
          <p:cNvPr id="57" name="TextBox 56">
            <a:extLst>
              <a:ext uri="{FF2B5EF4-FFF2-40B4-BE49-F238E27FC236}">
                <a16:creationId xmlns:a16="http://schemas.microsoft.com/office/drawing/2014/main" id="{C3E5B667-E2A7-E732-4C79-70FA950F851E}"/>
              </a:ext>
            </a:extLst>
          </p:cNvPr>
          <p:cNvSpPr txBox="1"/>
          <p:nvPr/>
        </p:nvSpPr>
        <p:spPr>
          <a:xfrm>
            <a:off x="8263071" y="4804751"/>
            <a:ext cx="3285254" cy="43088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a:ea typeface="+mn-ea"/>
                <a:cs typeface="+mn-cs"/>
              </a:rPr>
              <a:t>Include a user’s Copilot and Agent  prompts and responses in a legal hold</a:t>
            </a:r>
          </a:p>
        </p:txBody>
      </p:sp>
      <p:pic>
        <p:nvPicPr>
          <p:cNvPr id="5" name="Picture 4" descr="Microsoft 365 Copilot logo ">
            <a:extLst>
              <a:ext uri="{FF2B5EF4-FFF2-40B4-BE49-F238E27FC236}">
                <a16:creationId xmlns:a16="http://schemas.microsoft.com/office/drawing/2014/main" id="{91D11C3E-2A61-30A0-3693-6C3A8DBA6C35}"/>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79327" y="2401230"/>
            <a:ext cx="704655" cy="712289"/>
          </a:xfrm>
          <a:prstGeom prst="rect">
            <a:avLst/>
          </a:prstGeom>
        </p:spPr>
      </p:pic>
    </p:spTree>
    <p:extLst>
      <p:ext uri="{BB962C8B-B14F-4D97-AF65-F5344CB8AC3E}">
        <p14:creationId xmlns:p14="http://schemas.microsoft.com/office/powerpoint/2010/main" val="120390331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05C1-1900-99DC-869C-E2CEF5C0FA2A}"/>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A4D44E5E-A3CC-BFAB-622D-5EF613F5B56C}"/>
              </a:ext>
              <a:ext uri="{C183D7F6-B498-43B3-948B-1728B52AA6E4}">
                <adec:decorative xmlns:adec="http://schemas.microsoft.com/office/drawing/2017/decorative" val="1"/>
              </a:ext>
            </a:extLst>
          </p:cNvPr>
          <p:cNvSpPr>
            <a:spLocks/>
          </p:cNvSpPr>
          <p:nvPr/>
        </p:nvSpPr>
        <p:spPr bwMode="auto">
          <a:xfrm>
            <a:off x="495300" y="1341583"/>
            <a:ext cx="3582003" cy="4260931"/>
          </a:xfrm>
          <a:prstGeom prst="roundRect">
            <a:avLst>
              <a:gd name="adj" fmla="val 3300"/>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1" name="Rectangle: Rounded Corners 20">
            <a:extLst>
              <a:ext uri="{FF2B5EF4-FFF2-40B4-BE49-F238E27FC236}">
                <a16:creationId xmlns:a16="http://schemas.microsoft.com/office/drawing/2014/main" id="{A2A49888-B7BE-B65E-CEE1-C52DAA62C70C}"/>
              </a:ext>
              <a:ext uri="{C183D7F6-B498-43B3-948B-1728B52AA6E4}">
                <adec:decorative xmlns:adec="http://schemas.microsoft.com/office/drawing/2017/decorative" val="1"/>
              </a:ext>
            </a:extLst>
          </p:cNvPr>
          <p:cNvSpPr>
            <a:spLocks/>
          </p:cNvSpPr>
          <p:nvPr/>
        </p:nvSpPr>
        <p:spPr bwMode="auto">
          <a:xfrm>
            <a:off x="4304999"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4" name="Rectangle: Rounded Corners 23">
            <a:extLst>
              <a:ext uri="{FF2B5EF4-FFF2-40B4-BE49-F238E27FC236}">
                <a16:creationId xmlns:a16="http://schemas.microsoft.com/office/drawing/2014/main" id="{A0C11A2B-860B-4277-E95B-261B477D7C81}"/>
              </a:ext>
              <a:ext uri="{C183D7F6-B498-43B3-948B-1728B52AA6E4}">
                <adec:decorative xmlns:adec="http://schemas.microsoft.com/office/drawing/2017/decorative" val="1"/>
              </a:ext>
            </a:extLst>
          </p:cNvPr>
          <p:cNvSpPr>
            <a:spLocks/>
          </p:cNvSpPr>
          <p:nvPr/>
        </p:nvSpPr>
        <p:spPr bwMode="auto">
          <a:xfrm>
            <a:off x="8114697" y="1341583"/>
            <a:ext cx="3582003" cy="4260931"/>
          </a:xfrm>
          <a:prstGeom prst="roundRect">
            <a:avLst>
              <a:gd name="adj" fmla="val 3337"/>
            </a:avLst>
          </a:prstGeom>
          <a:solidFill>
            <a:srgbClr val="F4F3F5"/>
          </a:solidFill>
          <a:ln w="19050">
            <a:gradFill flip="none" rotWithShape="1">
              <a:gsLst>
                <a:gs pos="68000">
                  <a:schemeClr val="accent4"/>
                </a:gs>
                <a:gs pos="0">
                  <a:srgbClr val="F65567"/>
                </a:gs>
                <a:gs pos="32000">
                  <a:srgbClr val="C03BC4"/>
                </a:gs>
                <a:gs pos="100000">
                  <a:srgbClr val="31858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5" name="Rectangle: Rounded Corners 24">
            <a:extLst>
              <a:ext uri="{FF2B5EF4-FFF2-40B4-BE49-F238E27FC236}">
                <a16:creationId xmlns:a16="http://schemas.microsoft.com/office/drawing/2014/main" id="{232B5A55-6FF3-941C-7CDE-50E80524061C}"/>
              </a:ext>
              <a:ext uri="{C183D7F6-B498-43B3-948B-1728B52AA6E4}">
                <adec:decorative xmlns:adec="http://schemas.microsoft.com/office/drawing/2017/decorative" val="1"/>
              </a:ext>
            </a:extLst>
          </p:cNvPr>
          <p:cNvSpPr/>
          <p:nvPr/>
        </p:nvSpPr>
        <p:spPr>
          <a:xfrm>
            <a:off x="604345" y="1444942"/>
            <a:ext cx="3363912" cy="2974658"/>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31" name="Rectangle: Rounded Corners 30">
            <a:extLst>
              <a:ext uri="{FF2B5EF4-FFF2-40B4-BE49-F238E27FC236}">
                <a16:creationId xmlns:a16="http://schemas.microsoft.com/office/drawing/2014/main" id="{A46C9DE7-BA0F-E609-ECC7-57EFC4026E8A}"/>
              </a:ext>
              <a:ext uri="{C183D7F6-B498-43B3-948B-1728B52AA6E4}">
                <adec:decorative xmlns:adec="http://schemas.microsoft.com/office/drawing/2017/decorative" val="1"/>
              </a:ext>
            </a:extLst>
          </p:cNvPr>
          <p:cNvSpPr/>
          <p:nvPr/>
        </p:nvSpPr>
        <p:spPr>
          <a:xfrm>
            <a:off x="4414044" y="1444942"/>
            <a:ext cx="3363912" cy="2974658"/>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32" name="Rectangle: Rounded Corners 31">
            <a:extLst>
              <a:ext uri="{FF2B5EF4-FFF2-40B4-BE49-F238E27FC236}">
                <a16:creationId xmlns:a16="http://schemas.microsoft.com/office/drawing/2014/main" id="{5A5E9C3D-5316-4D56-7C01-E887A65C8D89}"/>
              </a:ext>
              <a:ext uri="{C183D7F6-B498-43B3-948B-1728B52AA6E4}">
                <adec:decorative xmlns:adec="http://schemas.microsoft.com/office/drawing/2017/decorative" val="1"/>
              </a:ext>
            </a:extLst>
          </p:cNvPr>
          <p:cNvSpPr/>
          <p:nvPr/>
        </p:nvSpPr>
        <p:spPr>
          <a:xfrm>
            <a:off x="8223742" y="1444942"/>
            <a:ext cx="3363912" cy="2974658"/>
          </a:xfrm>
          <a:prstGeom prst="roundRect">
            <a:avLst>
              <a:gd name="adj" fmla="val 3202"/>
            </a:avLst>
          </a:prstGeom>
          <a:solidFill>
            <a:schemeClr val="bg1"/>
          </a:solidFill>
          <a:ln>
            <a:noFill/>
          </a:ln>
          <a:effectLst>
            <a:outerShdw blurRad="177800" dist="50800" dir="5400000" algn="ctr" rotWithShape="0">
              <a:schemeClr val="bg1">
                <a:lumMod val="6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96577E27-8DED-336F-F380-D24B456485E6}"/>
              </a:ext>
            </a:extLst>
          </p:cNvPr>
          <p:cNvSpPr>
            <a:spLocks noGrp="1"/>
          </p:cNvSpPr>
          <p:nvPr>
            <p:ph type="title"/>
          </p:nvPr>
        </p:nvSpPr>
        <p:spPr/>
        <p:txBody>
          <a:bodyPr>
            <a:noAutofit/>
          </a:bodyPr>
          <a:lstStyle/>
          <a:p>
            <a:r>
              <a:rPr lang="en-US" sz="3200"/>
              <a:t>Investigate for compliance and ethical violations</a:t>
            </a:r>
          </a:p>
        </p:txBody>
      </p:sp>
      <p:pic>
        <p:nvPicPr>
          <p:cNvPr id="28" name="Graphic 27" descr="Warning with solid fill">
            <a:extLst>
              <a:ext uri="{FF2B5EF4-FFF2-40B4-BE49-F238E27FC236}">
                <a16:creationId xmlns:a16="http://schemas.microsoft.com/office/drawing/2014/main" id="{95AEAC8B-5ABC-9F8C-479A-FB93B227BF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67503" y="1607368"/>
            <a:ext cx="837598" cy="837596"/>
          </a:xfrm>
          <a:prstGeom prst="rect">
            <a:avLst/>
          </a:prstGeom>
        </p:spPr>
      </p:pic>
      <p:sp>
        <p:nvSpPr>
          <p:cNvPr id="27" name="TextBox 26">
            <a:extLst>
              <a:ext uri="{FF2B5EF4-FFF2-40B4-BE49-F238E27FC236}">
                <a16:creationId xmlns:a16="http://schemas.microsoft.com/office/drawing/2014/main" id="{58B0A3CB-8B63-18ED-5EC6-CF139E3385DA}"/>
              </a:ext>
            </a:extLst>
          </p:cNvPr>
          <p:cNvSpPr txBox="1"/>
          <p:nvPr/>
        </p:nvSpPr>
        <p:spPr>
          <a:xfrm>
            <a:off x="755345" y="2511157"/>
            <a:ext cx="3061912" cy="1795363"/>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Copyright violation</a:t>
            </a:r>
          </a:p>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Insider trading</a:t>
            </a:r>
          </a:p>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Corporate sabotage</a:t>
            </a:r>
          </a:p>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Regulatory collusion</a:t>
            </a:r>
          </a:p>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And more</a:t>
            </a:r>
          </a:p>
        </p:txBody>
      </p:sp>
      <p:sp>
        <p:nvSpPr>
          <p:cNvPr id="29" name="TextBox 28">
            <a:extLst>
              <a:ext uri="{FF2B5EF4-FFF2-40B4-BE49-F238E27FC236}">
                <a16:creationId xmlns:a16="http://schemas.microsoft.com/office/drawing/2014/main" id="{386DC2B2-70F8-9CE2-EAF9-0A376E73C4A2}"/>
              </a:ext>
            </a:extLst>
          </p:cNvPr>
          <p:cNvSpPr txBox="1"/>
          <p:nvPr/>
        </p:nvSpPr>
        <p:spPr>
          <a:xfrm>
            <a:off x="649288" y="4611888"/>
            <a:ext cx="3262312" cy="73866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mn-ea"/>
                <a:cs typeface="+mn-cs"/>
              </a:rPr>
              <a:t>Receive an alert if a possible compliance or ethical violation occurs and start an investigation</a:t>
            </a:r>
          </a:p>
        </p:txBody>
      </p:sp>
      <p:sp>
        <p:nvSpPr>
          <p:cNvPr id="33" name="Graphic 43" descr="Icon of a magnifying glass">
            <a:extLst>
              <a:ext uri="{FF2B5EF4-FFF2-40B4-BE49-F238E27FC236}">
                <a16:creationId xmlns:a16="http://schemas.microsoft.com/office/drawing/2014/main" id="{8684A247-898C-D86C-DFDC-64FF56F2650B}"/>
              </a:ext>
            </a:extLst>
          </p:cNvPr>
          <p:cNvSpPr>
            <a:spLocks noChangeAspect="1"/>
          </p:cNvSpPr>
          <p:nvPr>
            <p:custDataLst>
              <p:tags r:id="rId1"/>
            </p:custDataLst>
          </p:nvPr>
        </p:nvSpPr>
        <p:spPr>
          <a:xfrm>
            <a:off x="5321300" y="2157571"/>
            <a:ext cx="1549400" cy="1549400"/>
          </a:xfrm>
          <a:custGeom>
            <a:avLst/>
            <a:gdLst>
              <a:gd name="connsiteX0" fmla="*/ 110490 w 274319"/>
              <a:gd name="connsiteY0" fmla="*/ 0 h 274319"/>
              <a:gd name="connsiteX1" fmla="*/ 220980 w 274319"/>
              <a:gd name="connsiteY1" fmla="*/ 110490 h 274319"/>
              <a:gd name="connsiteX2" fmla="*/ 196284 w 274319"/>
              <a:gd name="connsiteY2" fmla="*/ 180119 h 274319"/>
              <a:gd name="connsiteX3" fmla="*/ 270972 w 274319"/>
              <a:gd name="connsiteY3" fmla="*/ 254808 h 274319"/>
              <a:gd name="connsiteX4" fmla="*/ 270972 w 274319"/>
              <a:gd name="connsiteY4" fmla="*/ 270972 h 274319"/>
              <a:gd name="connsiteX5" fmla="*/ 256090 w 274319"/>
              <a:gd name="connsiteY5" fmla="*/ 272078 h 274319"/>
              <a:gd name="connsiteX6" fmla="*/ 254808 w 274319"/>
              <a:gd name="connsiteY6" fmla="*/ 270972 h 274319"/>
              <a:gd name="connsiteX7" fmla="*/ 180119 w 274319"/>
              <a:gd name="connsiteY7" fmla="*/ 196284 h 274319"/>
              <a:gd name="connsiteX8" fmla="*/ 110490 w 274319"/>
              <a:gd name="connsiteY8" fmla="*/ 220980 h 274319"/>
              <a:gd name="connsiteX9" fmla="*/ 0 w 274319"/>
              <a:gd name="connsiteY9" fmla="*/ 110490 h 274319"/>
              <a:gd name="connsiteX10" fmla="*/ 110490 w 274319"/>
              <a:gd name="connsiteY10" fmla="*/ 0 h 274319"/>
              <a:gd name="connsiteX11" fmla="*/ 110490 w 274319"/>
              <a:gd name="connsiteY11" fmla="*/ 22860 h 274319"/>
              <a:gd name="connsiteX12" fmla="*/ 22860 w 274319"/>
              <a:gd name="connsiteY12" fmla="*/ 110490 h 274319"/>
              <a:gd name="connsiteX13" fmla="*/ 110490 w 274319"/>
              <a:gd name="connsiteY13" fmla="*/ 198120 h 274319"/>
              <a:gd name="connsiteX14" fmla="*/ 198120 w 274319"/>
              <a:gd name="connsiteY14" fmla="*/ 110490 h 274319"/>
              <a:gd name="connsiteX15" fmla="*/ 110490 w 274319"/>
              <a:gd name="connsiteY15" fmla="*/ 22860 h 27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19" h="274319">
                <a:moveTo>
                  <a:pt x="110490" y="0"/>
                </a:moveTo>
                <a:cubicBezTo>
                  <a:pt x="171512" y="0"/>
                  <a:pt x="220980" y="49468"/>
                  <a:pt x="220980" y="110490"/>
                </a:cubicBezTo>
                <a:cubicBezTo>
                  <a:pt x="220980" y="136884"/>
                  <a:pt x="211725" y="161116"/>
                  <a:pt x="196284" y="180119"/>
                </a:cubicBezTo>
                <a:lnTo>
                  <a:pt x="270972" y="254808"/>
                </a:lnTo>
                <a:cubicBezTo>
                  <a:pt x="275436" y="259272"/>
                  <a:pt x="275436" y="266508"/>
                  <a:pt x="270972" y="270972"/>
                </a:cubicBezTo>
                <a:cubicBezTo>
                  <a:pt x="266915" y="275030"/>
                  <a:pt x="260564" y="275399"/>
                  <a:pt x="256090" y="272078"/>
                </a:cubicBezTo>
                <a:lnTo>
                  <a:pt x="254808" y="270972"/>
                </a:lnTo>
                <a:lnTo>
                  <a:pt x="180119" y="196284"/>
                </a:lnTo>
                <a:cubicBezTo>
                  <a:pt x="161116" y="211725"/>
                  <a:pt x="136884" y="220980"/>
                  <a:pt x="110490" y="220980"/>
                </a:cubicBezTo>
                <a:cubicBezTo>
                  <a:pt x="49468" y="220980"/>
                  <a:pt x="0" y="171512"/>
                  <a:pt x="0" y="110490"/>
                </a:cubicBezTo>
                <a:cubicBezTo>
                  <a:pt x="0" y="49468"/>
                  <a:pt x="49468" y="0"/>
                  <a:pt x="110490" y="0"/>
                </a:cubicBezTo>
                <a:close/>
                <a:moveTo>
                  <a:pt x="110490" y="22860"/>
                </a:moveTo>
                <a:cubicBezTo>
                  <a:pt x="62093" y="22860"/>
                  <a:pt x="22860" y="62093"/>
                  <a:pt x="22860" y="110490"/>
                </a:cubicBezTo>
                <a:cubicBezTo>
                  <a:pt x="22860" y="158886"/>
                  <a:pt x="62093" y="198120"/>
                  <a:pt x="110490" y="198120"/>
                </a:cubicBezTo>
                <a:cubicBezTo>
                  <a:pt x="158886" y="198120"/>
                  <a:pt x="198120" y="158886"/>
                  <a:pt x="198120" y="110490"/>
                </a:cubicBezTo>
                <a:cubicBezTo>
                  <a:pt x="198120" y="62093"/>
                  <a:pt x="158886" y="22860"/>
                  <a:pt x="110490" y="22860"/>
                </a:cubicBez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18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30" name="TextBox 29">
            <a:extLst>
              <a:ext uri="{FF2B5EF4-FFF2-40B4-BE49-F238E27FC236}">
                <a16:creationId xmlns:a16="http://schemas.microsoft.com/office/drawing/2014/main" id="{74767EC6-62B5-DF77-35B7-A2EB6A9DBFF3}"/>
              </a:ext>
            </a:extLst>
          </p:cNvPr>
          <p:cNvSpPr txBox="1"/>
          <p:nvPr/>
        </p:nvSpPr>
        <p:spPr>
          <a:xfrm>
            <a:off x="4464844" y="4519288"/>
            <a:ext cx="3262312" cy="984885"/>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Perform an admin search for litigation or an investigation and include Copilot and Agent generated content</a:t>
            </a:r>
          </a:p>
        </p:txBody>
      </p:sp>
      <p:sp>
        <p:nvSpPr>
          <p:cNvPr id="35" name="TextBox 34">
            <a:extLst>
              <a:ext uri="{FF2B5EF4-FFF2-40B4-BE49-F238E27FC236}">
                <a16:creationId xmlns:a16="http://schemas.microsoft.com/office/drawing/2014/main" id="{FB04DB88-0A99-D2B8-3758-0CD4AC38A9D0}"/>
              </a:ext>
            </a:extLst>
          </p:cNvPr>
          <p:cNvSpPr txBox="1"/>
          <p:nvPr/>
        </p:nvSpPr>
        <p:spPr>
          <a:xfrm>
            <a:off x="8457598" y="2137182"/>
            <a:ext cx="2896202" cy="1590179"/>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EU AI Act</a:t>
            </a:r>
          </a:p>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NIST AI Risk Management Framework</a:t>
            </a:r>
          </a:p>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a:ea typeface="+mn-ea"/>
                <a:cs typeface="+mn-cs"/>
              </a:rPr>
              <a:t>ISO standards 42001 and 23894</a:t>
            </a:r>
          </a:p>
        </p:txBody>
      </p:sp>
      <p:sp>
        <p:nvSpPr>
          <p:cNvPr id="36" name="TextBox 35">
            <a:extLst>
              <a:ext uri="{FF2B5EF4-FFF2-40B4-BE49-F238E27FC236}">
                <a16:creationId xmlns:a16="http://schemas.microsoft.com/office/drawing/2014/main" id="{B4F86294-EBFC-A1B2-3CCC-BB3E25CCBA21}"/>
              </a:ext>
            </a:extLst>
          </p:cNvPr>
          <p:cNvSpPr txBox="1"/>
          <p:nvPr/>
        </p:nvSpPr>
        <p:spPr>
          <a:xfrm>
            <a:off x="8274542" y="4611888"/>
            <a:ext cx="3262312" cy="492443"/>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Semibold"/>
                <a:ea typeface="+mn-ea"/>
                <a:cs typeface="+mn-cs"/>
              </a:rPr>
              <a:t>Assess and track adherence to regulatory frameworks</a:t>
            </a:r>
          </a:p>
        </p:txBody>
      </p:sp>
      <p:pic>
        <p:nvPicPr>
          <p:cNvPr id="4" name="Picture 3">
            <a:extLst>
              <a:ext uri="{FF2B5EF4-FFF2-40B4-BE49-F238E27FC236}">
                <a16:creationId xmlns:a16="http://schemas.microsoft.com/office/drawing/2014/main" id="{CBB46014-C124-02DA-D4B1-1518D7D3AF3F}"/>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1257" y="2444964"/>
            <a:ext cx="624992" cy="631763"/>
          </a:xfrm>
          <a:prstGeom prst="rect">
            <a:avLst/>
          </a:prstGeom>
        </p:spPr>
      </p:pic>
    </p:spTree>
    <p:extLst>
      <p:ext uri="{BB962C8B-B14F-4D97-AF65-F5344CB8AC3E}">
        <p14:creationId xmlns:p14="http://schemas.microsoft.com/office/powerpoint/2010/main" val="252526652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1715A3-A743-4256-8C70-E40A4F553DB0}"/>
              </a:ext>
            </a:extLst>
          </p:cNvPr>
          <p:cNvSpPr>
            <a:spLocks noGrp="1"/>
          </p:cNvSpPr>
          <p:nvPr>
            <p:ph type="title"/>
          </p:nvPr>
        </p:nvSpPr>
        <p:spPr>
          <a:xfrm>
            <a:off x="515693" y="497541"/>
            <a:ext cx="11018520" cy="430887"/>
          </a:xfrm>
        </p:spPr>
        <p:txBody>
          <a:bodyPr>
            <a:noAutofit/>
          </a:bodyPr>
          <a:lstStyle/>
          <a:p>
            <a:r>
              <a:rPr lang="en-US" sz="3200"/>
              <a:t>Discover and manage apps in your environment</a:t>
            </a:r>
          </a:p>
        </p:txBody>
      </p:sp>
      <p:sp>
        <p:nvSpPr>
          <p:cNvPr id="6" name="Rectangle: Rounded Corners 5">
            <a:extLst>
              <a:ext uri="{FF2B5EF4-FFF2-40B4-BE49-F238E27FC236}">
                <a16:creationId xmlns:a16="http://schemas.microsoft.com/office/drawing/2014/main" id="{D7AFE67D-9298-20DA-2775-E6EAF96C32BC}"/>
              </a:ext>
              <a:ext uri="{C183D7F6-B498-43B3-948B-1728B52AA6E4}">
                <adec:decorative xmlns:adec="http://schemas.microsoft.com/office/drawing/2017/decorative" val="1"/>
              </a:ext>
            </a:extLst>
          </p:cNvPr>
          <p:cNvSpPr/>
          <p:nvPr/>
        </p:nvSpPr>
        <p:spPr bwMode="auto">
          <a:xfrm>
            <a:off x="495301" y="1121665"/>
            <a:ext cx="11201400" cy="5164835"/>
          </a:xfrm>
          <a:prstGeom prst="roundRect">
            <a:avLst>
              <a:gd name="adj" fmla="val 2241"/>
            </a:avLst>
          </a:prstGeom>
          <a:noFill/>
          <a:ln w="19050">
            <a:gradFill flip="none" rotWithShape="1">
              <a:gsLst>
                <a:gs pos="0">
                  <a:srgbClr val="0078D4"/>
                </a:gs>
                <a:gs pos="100000">
                  <a:srgbClr val="C73ECC"/>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cxnSp>
        <p:nvCxnSpPr>
          <p:cNvPr id="7" name="Straight Connector 6">
            <a:extLst>
              <a:ext uri="{FF2B5EF4-FFF2-40B4-BE49-F238E27FC236}">
                <a16:creationId xmlns:a16="http://schemas.microsoft.com/office/drawing/2014/main" id="{3090E865-D2BA-B285-2A44-75F43D65006E}"/>
              </a:ext>
              <a:ext uri="{C183D7F6-B498-43B3-948B-1728B52AA6E4}">
                <adec:decorative xmlns:adec="http://schemas.microsoft.com/office/drawing/2017/decorative" val="1"/>
              </a:ext>
            </a:extLst>
          </p:cNvPr>
          <p:cNvCxnSpPr>
            <a:cxnSpLocks/>
            <a:stCxn id="20" idx="1"/>
            <a:endCxn id="10" idx="1"/>
          </p:cNvCxnSpPr>
          <p:nvPr/>
        </p:nvCxnSpPr>
        <p:spPr>
          <a:xfrm>
            <a:off x="4064800" y="3680784"/>
            <a:ext cx="3478048" cy="2176"/>
          </a:xfrm>
          <a:prstGeom prst="line">
            <a:avLst/>
          </a:prstGeom>
          <a:noFill/>
          <a:ln w="19050" cap="rnd">
            <a:gradFill flip="none" rotWithShape="1">
              <a:gsLst>
                <a:gs pos="0">
                  <a:schemeClr val="accent6"/>
                </a:gs>
                <a:gs pos="52000">
                  <a:schemeClr val="accent4"/>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8" name="Straight Connector 7">
            <a:extLst>
              <a:ext uri="{FF2B5EF4-FFF2-40B4-BE49-F238E27FC236}">
                <a16:creationId xmlns:a16="http://schemas.microsoft.com/office/drawing/2014/main" id="{AE8CA4FB-91D4-9F0A-0009-87B9C76C9AAE}"/>
              </a:ext>
              <a:ext uri="{C183D7F6-B498-43B3-948B-1728B52AA6E4}">
                <adec:decorative xmlns:adec="http://schemas.microsoft.com/office/drawing/2017/decorative" val="1"/>
              </a:ext>
            </a:extLst>
          </p:cNvPr>
          <p:cNvCxnSpPr>
            <a:cxnSpLocks/>
            <a:stCxn id="19" idx="2"/>
            <a:endCxn id="35" idx="0"/>
          </p:cNvCxnSpPr>
          <p:nvPr/>
        </p:nvCxnSpPr>
        <p:spPr>
          <a:xfrm>
            <a:off x="3452917" y="3324787"/>
            <a:ext cx="0" cy="1826296"/>
          </a:xfrm>
          <a:prstGeom prst="line">
            <a:avLst/>
          </a:prstGeom>
          <a:noFill/>
          <a:ln w="19050" cap="rnd">
            <a:gradFill flip="none" rotWithShape="1">
              <a:gsLst>
                <a:gs pos="0">
                  <a:schemeClr val="accent6"/>
                </a:gs>
                <a:gs pos="52000">
                  <a:schemeClr val="accent4"/>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9" name="Straight Connector 8">
            <a:extLst>
              <a:ext uri="{FF2B5EF4-FFF2-40B4-BE49-F238E27FC236}">
                <a16:creationId xmlns:a16="http://schemas.microsoft.com/office/drawing/2014/main" id="{3FE4E614-E0DA-0013-7F84-9AE6CE729C05}"/>
              </a:ext>
              <a:ext uri="{C183D7F6-B498-43B3-948B-1728B52AA6E4}">
                <adec:decorative xmlns:adec="http://schemas.microsoft.com/office/drawing/2017/decorative" val="1"/>
              </a:ext>
            </a:extLst>
          </p:cNvPr>
          <p:cNvCxnSpPr>
            <a:cxnSpLocks/>
            <a:stCxn id="28" idx="1"/>
          </p:cNvCxnSpPr>
          <p:nvPr/>
        </p:nvCxnSpPr>
        <p:spPr>
          <a:xfrm>
            <a:off x="4064800" y="4490192"/>
            <a:ext cx="4395002" cy="0"/>
          </a:xfrm>
          <a:prstGeom prst="line">
            <a:avLst/>
          </a:prstGeom>
          <a:noFill/>
          <a:ln w="19050" cap="rnd">
            <a:gradFill flip="none" rotWithShape="1">
              <a:gsLst>
                <a:gs pos="0">
                  <a:schemeClr val="accent6"/>
                </a:gs>
                <a:gs pos="52000">
                  <a:schemeClr val="accent4"/>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0" name="Rectangle: Rounded Corners 9">
            <a:extLst>
              <a:ext uri="{FF2B5EF4-FFF2-40B4-BE49-F238E27FC236}">
                <a16:creationId xmlns:a16="http://schemas.microsoft.com/office/drawing/2014/main" id="{90431434-21C1-5626-C83F-2FBC9D5701DF}"/>
              </a:ext>
              <a:ext uri="{C183D7F6-B498-43B3-948B-1728B52AA6E4}">
                <adec:decorative xmlns:adec="http://schemas.microsoft.com/office/drawing/2017/decorative" val="1"/>
              </a:ext>
            </a:extLst>
          </p:cNvPr>
          <p:cNvSpPr>
            <a:spLocks/>
          </p:cNvSpPr>
          <p:nvPr/>
        </p:nvSpPr>
        <p:spPr bwMode="auto">
          <a:xfrm>
            <a:off x="7542848" y="3377863"/>
            <a:ext cx="3950335" cy="610194"/>
          </a:xfrm>
          <a:prstGeom prst="roundRect">
            <a:avLst>
              <a:gd name="adj" fmla="val 13578"/>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83"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78D4"/>
              </a:solidFill>
              <a:effectLst/>
              <a:uLnTx/>
              <a:uFillTx/>
              <a:latin typeface="Segoe Sans Display Semibold"/>
              <a:ea typeface="+mn-ea"/>
              <a:cs typeface="+mn-cs"/>
            </a:endParaRPr>
          </a:p>
        </p:txBody>
      </p:sp>
      <p:cxnSp>
        <p:nvCxnSpPr>
          <p:cNvPr id="11" name="Straight Connector 10">
            <a:extLst>
              <a:ext uri="{FF2B5EF4-FFF2-40B4-BE49-F238E27FC236}">
                <a16:creationId xmlns:a16="http://schemas.microsoft.com/office/drawing/2014/main" id="{154C9CFF-56F9-B5D2-C9F3-7B10A81168E0}"/>
              </a:ext>
              <a:ext uri="{C183D7F6-B498-43B3-948B-1728B52AA6E4}">
                <adec:decorative xmlns:adec="http://schemas.microsoft.com/office/drawing/2017/decorative" val="1"/>
              </a:ext>
            </a:extLst>
          </p:cNvPr>
          <p:cNvCxnSpPr>
            <a:cxnSpLocks/>
            <a:stCxn id="44" idx="1"/>
            <a:endCxn id="45" idx="1"/>
          </p:cNvCxnSpPr>
          <p:nvPr/>
        </p:nvCxnSpPr>
        <p:spPr>
          <a:xfrm flipV="1">
            <a:off x="8511275" y="5263300"/>
            <a:ext cx="560409" cy="2352"/>
          </a:xfrm>
          <a:prstGeom prst="line">
            <a:avLst/>
          </a:prstGeom>
          <a:noFill/>
          <a:ln w="19050" cap="rnd">
            <a:gradFill flip="none" rotWithShape="1">
              <a:gsLst>
                <a:gs pos="0">
                  <a:schemeClr val="accent6"/>
                </a:gs>
                <a:gs pos="52000">
                  <a:schemeClr val="accent4"/>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2" name="Straight Connector 11">
            <a:extLst>
              <a:ext uri="{FF2B5EF4-FFF2-40B4-BE49-F238E27FC236}">
                <a16:creationId xmlns:a16="http://schemas.microsoft.com/office/drawing/2014/main" id="{42544613-4919-21CA-52D6-E4C2CBBD9FBF}"/>
              </a:ext>
              <a:ext uri="{C183D7F6-B498-43B3-948B-1728B52AA6E4}">
                <adec:decorative xmlns:adec="http://schemas.microsoft.com/office/drawing/2017/decorative" val="1"/>
              </a:ext>
            </a:extLst>
          </p:cNvPr>
          <p:cNvCxnSpPr>
            <a:cxnSpLocks/>
            <a:stCxn id="35" idx="1"/>
            <a:endCxn id="36" idx="1"/>
          </p:cNvCxnSpPr>
          <p:nvPr/>
        </p:nvCxnSpPr>
        <p:spPr>
          <a:xfrm>
            <a:off x="4064800" y="5327007"/>
            <a:ext cx="629657" cy="0"/>
          </a:xfrm>
          <a:prstGeom prst="line">
            <a:avLst/>
          </a:prstGeom>
          <a:noFill/>
          <a:ln w="25400" cap="rnd">
            <a:gradFill flip="none" rotWithShape="1">
              <a:gsLst>
                <a:gs pos="0">
                  <a:schemeClr val="accent1"/>
                </a:gs>
                <a:gs pos="100000">
                  <a:schemeClr val="tx2"/>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3" name="Straight Connector 224">
            <a:extLst>
              <a:ext uri="{FF2B5EF4-FFF2-40B4-BE49-F238E27FC236}">
                <a16:creationId xmlns:a16="http://schemas.microsoft.com/office/drawing/2014/main" id="{F65E8A71-7368-C8C2-B102-A9D3AD8F68E5}"/>
              </a:ext>
              <a:ext uri="{C183D7F6-B498-43B3-948B-1728B52AA6E4}">
                <adec:decorative xmlns:adec="http://schemas.microsoft.com/office/drawing/2017/decorative" val="1"/>
              </a:ext>
            </a:extLst>
          </p:cNvPr>
          <p:cNvCxnSpPr>
            <a:cxnSpLocks/>
            <a:endCxn id="36" idx="2"/>
          </p:cNvCxnSpPr>
          <p:nvPr/>
        </p:nvCxnSpPr>
        <p:spPr>
          <a:xfrm>
            <a:off x="2577094" y="3324788"/>
            <a:ext cx="2729245" cy="2278833"/>
          </a:xfrm>
          <a:prstGeom prst="bentConnector4">
            <a:avLst>
              <a:gd name="adj1" fmla="val -298"/>
              <a:gd name="adj2" fmla="val 110031"/>
            </a:avLst>
          </a:prstGeom>
          <a:noFill/>
          <a:ln w="19050" cap="rnd">
            <a:gradFill flip="none" rotWithShape="1">
              <a:gsLst>
                <a:gs pos="0">
                  <a:schemeClr val="accent6"/>
                </a:gs>
                <a:gs pos="52000">
                  <a:schemeClr val="accent4"/>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4" name="Content Placeholder 2">
            <a:extLst>
              <a:ext uri="{FF2B5EF4-FFF2-40B4-BE49-F238E27FC236}">
                <a16:creationId xmlns:a16="http://schemas.microsoft.com/office/drawing/2014/main" id="{DAB7102F-C02A-B14E-7C13-DD9DEB98581E}"/>
              </a:ext>
              <a:ext uri="{C183D7F6-B498-43B3-948B-1728B52AA6E4}">
                <adec:decorative xmlns:adec="http://schemas.microsoft.com/office/drawing/2017/decorative" val="0"/>
              </a:ext>
            </a:extLst>
          </p:cNvPr>
          <p:cNvSpPr txBox="1">
            <a:spLocks/>
          </p:cNvSpPr>
          <p:nvPr/>
        </p:nvSpPr>
        <p:spPr>
          <a:xfrm>
            <a:off x="698819" y="2052435"/>
            <a:ext cx="1798479" cy="625146"/>
          </a:xfrm>
          <a:prstGeom prst="roundRect">
            <a:avLst>
              <a:gd name="adj" fmla="val 19000"/>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defTabSz="932472" fontAlgn="base">
              <a:lnSpc>
                <a:spcPct val="100000"/>
              </a:lnSpc>
              <a:spcBef>
                <a:spcPct val="0"/>
              </a:spcBef>
              <a:spcAft>
                <a:spcPct val="0"/>
              </a:spcAft>
              <a:buClrTx/>
              <a:buSzTx/>
              <a:buFontTx/>
              <a:buNone/>
              <a:tabLst/>
              <a:defRPr kumimoji="0" sz="2400" b="1" i="0" u="none" strike="noStrike" kern="0" cap="none" spc="0" normalizeH="0" baseline="0">
                <a:ln>
                  <a:noFill/>
                </a:ln>
                <a:solidFill>
                  <a:srgbClr val="FFFFFF"/>
                </a:solidFill>
                <a:effectLst/>
                <a:uLnTx/>
                <a:uFillTx/>
                <a:latin typeface="Segoe UI Variable Display Semibold" pitchFamily="2" charset="0"/>
                <a:cs typeface="Segoe UI"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t>Discover cloud </a:t>
            </a:r>
            <a:b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br>
            <a: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t>apps and services</a:t>
            </a:r>
          </a:p>
        </p:txBody>
      </p:sp>
      <p:sp>
        <p:nvSpPr>
          <p:cNvPr id="15" name="Content Placeholder 2">
            <a:extLst>
              <a:ext uri="{FF2B5EF4-FFF2-40B4-BE49-F238E27FC236}">
                <a16:creationId xmlns:a16="http://schemas.microsoft.com/office/drawing/2014/main" id="{6F398D99-112A-A63F-EC23-AA96E883EEE5}"/>
              </a:ext>
              <a:ext uri="{C183D7F6-B498-43B3-948B-1728B52AA6E4}">
                <adec:decorative xmlns:adec="http://schemas.microsoft.com/office/drawing/2017/decorative" val="0"/>
              </a:ext>
            </a:extLst>
          </p:cNvPr>
          <p:cNvSpPr txBox="1">
            <a:spLocks/>
          </p:cNvSpPr>
          <p:nvPr/>
        </p:nvSpPr>
        <p:spPr>
          <a:xfrm>
            <a:off x="2604688" y="2052435"/>
            <a:ext cx="1798479" cy="625146"/>
          </a:xfrm>
          <a:prstGeom prst="roundRect">
            <a:avLst>
              <a:gd name="adj" fmla="val 19000"/>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defTabSz="932472" fontAlgn="base">
              <a:lnSpc>
                <a:spcPct val="100000"/>
              </a:lnSpc>
              <a:spcBef>
                <a:spcPct val="0"/>
              </a:spcBef>
              <a:spcAft>
                <a:spcPct val="0"/>
              </a:spcAft>
              <a:buClrTx/>
              <a:buSzTx/>
              <a:buFontTx/>
              <a:buNone/>
              <a:tabLst/>
              <a:defRPr kumimoji="0" sz="2400" b="1" i="0" u="none" strike="noStrike" kern="0" cap="none" spc="0" normalizeH="0" baseline="0">
                <a:ln>
                  <a:noFill/>
                </a:ln>
                <a:solidFill>
                  <a:srgbClr val="FFFFFF"/>
                </a:solidFill>
                <a:effectLst/>
                <a:uLnTx/>
                <a:uFillTx/>
                <a:latin typeface="Segoe UI Variable Display Semibold" pitchFamily="2" charset="0"/>
                <a:cs typeface="Segoe UI"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t>Assess </a:t>
            </a:r>
            <a:b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br>
            <a: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t>risk levels</a:t>
            </a:r>
          </a:p>
        </p:txBody>
      </p:sp>
      <p:sp>
        <p:nvSpPr>
          <p:cNvPr id="16" name="Content Placeholder 2">
            <a:extLst>
              <a:ext uri="{FF2B5EF4-FFF2-40B4-BE49-F238E27FC236}">
                <a16:creationId xmlns:a16="http://schemas.microsoft.com/office/drawing/2014/main" id="{FD76A91B-E3A6-0E87-3AEF-8F89D85CA895}"/>
              </a:ext>
              <a:ext uri="{C183D7F6-B498-43B3-948B-1728B52AA6E4}">
                <adec:decorative xmlns:adec="http://schemas.microsoft.com/office/drawing/2017/decorative" val="0"/>
              </a:ext>
            </a:extLst>
          </p:cNvPr>
          <p:cNvSpPr txBox="1">
            <a:spLocks/>
          </p:cNvSpPr>
          <p:nvPr/>
        </p:nvSpPr>
        <p:spPr>
          <a:xfrm>
            <a:off x="7120675" y="2052435"/>
            <a:ext cx="1798479" cy="625146"/>
          </a:xfrm>
          <a:prstGeom prst="roundRect">
            <a:avLst>
              <a:gd name="adj" fmla="val 15807"/>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R="0" lvl="0" indent="0" defTabSz="932472" fontAlgn="base">
              <a:lnSpc>
                <a:spcPct val="100000"/>
              </a:lnSpc>
              <a:spcBef>
                <a:spcPct val="0"/>
              </a:spcBef>
              <a:spcAft>
                <a:spcPct val="0"/>
              </a:spcAft>
              <a:buClrTx/>
              <a:buSzTx/>
              <a:buFontTx/>
              <a:buNone/>
              <a:tabLst/>
              <a:defRPr kumimoji="0" sz="2400" b="1" i="0" u="none" strike="noStrike" kern="0" cap="none" spc="0" normalizeH="0" baseline="0">
                <a:ln>
                  <a:noFill/>
                </a:ln>
                <a:solidFill>
                  <a:srgbClr val="FFFFFF"/>
                </a:solidFill>
                <a:effectLst/>
                <a:uLnTx/>
                <a:uFillTx/>
                <a:latin typeface="Segoe UI Variable Display Semibold" pitchFamily="2" charset="0"/>
                <a:cs typeface="Segoe UI"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t>Approve apps </a:t>
            </a:r>
            <a:b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br>
            <a:r>
              <a:rPr kumimoji="0" lang="en-US" sz="1200" b="0" i="0" u="none" strike="noStrike" kern="0" cap="none" spc="0" normalizeH="0" baseline="0" noProof="0">
                <a:ln>
                  <a:noFill/>
                </a:ln>
                <a:solidFill>
                  <a:prstClr val="black"/>
                </a:solidFill>
                <a:effectLst/>
                <a:uLnTx/>
                <a:uFillTx/>
                <a:latin typeface="Segoe UI Semibold"/>
                <a:ea typeface="+mn-ea"/>
                <a:cs typeface="Segoe UI" pitchFamily="34" charset="0"/>
              </a:rPr>
              <a:t>and apply policy</a:t>
            </a:r>
          </a:p>
        </p:txBody>
      </p:sp>
      <p:cxnSp>
        <p:nvCxnSpPr>
          <p:cNvPr id="18" name="Connector: Elbow 17" descr="Arrow pointed from Discover cloud apps and services toward">
            <a:extLst>
              <a:ext uri="{FF2B5EF4-FFF2-40B4-BE49-F238E27FC236}">
                <a16:creationId xmlns:a16="http://schemas.microsoft.com/office/drawing/2014/main" id="{F074C41B-6603-A584-3A5B-847A5A363A87}"/>
              </a:ext>
              <a:ext uri="{C183D7F6-B498-43B3-948B-1728B52AA6E4}">
                <adec:decorative xmlns:adec="http://schemas.microsoft.com/office/drawing/2017/decorative" val="0"/>
              </a:ext>
            </a:extLst>
          </p:cNvPr>
          <p:cNvCxnSpPr>
            <a:cxnSpLocks/>
            <a:stCxn id="14" idx="2"/>
            <a:endCxn id="19" idx="1"/>
          </p:cNvCxnSpPr>
          <p:nvPr/>
        </p:nvCxnSpPr>
        <p:spPr>
          <a:xfrm rot="16200000" flipH="1">
            <a:off x="1811033" y="2464607"/>
            <a:ext cx="423071" cy="849018"/>
          </a:xfrm>
          <a:prstGeom prst="bentConnector2">
            <a:avLst/>
          </a:prstGeom>
          <a:noFill/>
          <a:ln w="19050" cap="rnd">
            <a:gradFill flip="none" rotWithShape="1">
              <a:gsLst>
                <a:gs pos="0">
                  <a:schemeClr val="accent6"/>
                </a:gs>
                <a:gs pos="52000">
                  <a:schemeClr val="accent4"/>
                </a:gs>
              </a:gsLst>
              <a:path path="circle">
                <a:fillToRect l="100000" t="100000"/>
              </a:path>
              <a:tileRect r="-100000" b="-100000"/>
            </a:gra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cxnSp>
      <p:sp>
        <p:nvSpPr>
          <p:cNvPr id="19" name="Rectangle: Rounded Corners 18">
            <a:extLst>
              <a:ext uri="{FF2B5EF4-FFF2-40B4-BE49-F238E27FC236}">
                <a16:creationId xmlns:a16="http://schemas.microsoft.com/office/drawing/2014/main" id="{34AB3E02-DEDE-3202-FDAD-181219F98280}"/>
              </a:ext>
              <a:ext uri="{C183D7F6-B498-43B3-948B-1728B52AA6E4}">
                <adec:decorative xmlns:adec="http://schemas.microsoft.com/office/drawing/2017/decorative" val="0"/>
              </a:ext>
            </a:extLst>
          </p:cNvPr>
          <p:cNvSpPr>
            <a:spLocks/>
          </p:cNvSpPr>
          <p:nvPr/>
        </p:nvSpPr>
        <p:spPr bwMode="auto">
          <a:xfrm>
            <a:off x="2447077" y="2876517"/>
            <a:ext cx="2011680" cy="448270"/>
          </a:xfrm>
          <a:prstGeom prst="roundRect">
            <a:avLst>
              <a:gd name="adj" fmla="val 14588"/>
            </a:avLst>
          </a:prstGeom>
          <a:gradFill flip="none" rotWithShape="1">
            <a:gsLst>
              <a:gs pos="0">
                <a:srgbClr val="C73ECC"/>
              </a:gs>
              <a:gs pos="52000">
                <a:srgbClr val="3E76D4"/>
              </a:gs>
            </a:gsLst>
            <a:path path="circle">
              <a:fillToRect l="100000" t="100000"/>
            </a:path>
            <a:tileRect r="-100000" b="-100000"/>
          </a:gradFill>
          <a:ln>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200" b="0" i="0" u="none" strike="noStrike" kern="1200" cap="none" spc="0" normalizeH="0" baseline="0" noProof="0">
                <a:ln w="3175">
                  <a:noFill/>
                </a:ln>
                <a:solidFill>
                  <a:prstClr val="white"/>
                </a:solidFill>
                <a:effectLst/>
                <a:uLnTx/>
                <a:uFillTx/>
                <a:latin typeface="Segoe UI Semibold"/>
                <a:ea typeface="+mn-ea"/>
                <a:cs typeface="Segoe UI"/>
              </a:rPr>
              <a:t>Should employees use it?</a:t>
            </a:r>
          </a:p>
        </p:txBody>
      </p:sp>
      <p:sp>
        <p:nvSpPr>
          <p:cNvPr id="20" name="Rectangle: Rounded Corners 19">
            <a:extLst>
              <a:ext uri="{FF2B5EF4-FFF2-40B4-BE49-F238E27FC236}">
                <a16:creationId xmlns:a16="http://schemas.microsoft.com/office/drawing/2014/main" id="{4614C330-0019-DAFE-1FF1-A6904193DCC6}"/>
              </a:ext>
              <a:ext uri="{C183D7F6-B498-43B3-948B-1728B52AA6E4}">
                <adec:decorative xmlns:adec="http://schemas.microsoft.com/office/drawing/2017/decorative" val="0"/>
              </a:ext>
            </a:extLst>
          </p:cNvPr>
          <p:cNvSpPr>
            <a:spLocks/>
          </p:cNvSpPr>
          <p:nvPr/>
        </p:nvSpPr>
        <p:spPr bwMode="auto">
          <a:xfrm flipH="1">
            <a:off x="2841035" y="3504860"/>
            <a:ext cx="1223765" cy="351848"/>
          </a:xfrm>
          <a:prstGeom prst="roundRect">
            <a:avLst>
              <a:gd name="adj" fmla="val 22100"/>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200" b="0" i="0" u="none" strike="noStrike" kern="0" cap="none" spc="0" normalizeH="0" baseline="0" noProof="0">
                <a:ln>
                  <a:noFill/>
                </a:ln>
                <a:solidFill>
                  <a:prstClr val="black"/>
                </a:solidFill>
                <a:effectLst/>
                <a:uLnTx/>
                <a:uFillTx/>
                <a:latin typeface="Segoe UI"/>
                <a:ea typeface="+mn-ea"/>
                <a:cs typeface="Segoe UI" pitchFamily="34" charset="0"/>
              </a:rPr>
              <a:t>No way!</a:t>
            </a:r>
          </a:p>
        </p:txBody>
      </p:sp>
      <p:sp>
        <p:nvSpPr>
          <p:cNvPr id="21" name="Rectangle: Rounded Corners 20">
            <a:extLst>
              <a:ext uri="{FF2B5EF4-FFF2-40B4-BE49-F238E27FC236}">
                <a16:creationId xmlns:a16="http://schemas.microsoft.com/office/drawing/2014/main" id="{2DFAE951-64A3-FF1E-CE58-00755944CBEC}"/>
              </a:ext>
              <a:ext uri="{C183D7F6-B498-43B3-948B-1728B52AA6E4}">
                <adec:decorative xmlns:adec="http://schemas.microsoft.com/office/drawing/2017/decorative" val="0"/>
              </a:ext>
            </a:extLst>
          </p:cNvPr>
          <p:cNvSpPr>
            <a:spLocks/>
          </p:cNvSpPr>
          <p:nvPr/>
        </p:nvSpPr>
        <p:spPr bwMode="auto">
          <a:xfrm>
            <a:off x="4703759" y="3404170"/>
            <a:ext cx="1223764" cy="553228"/>
          </a:xfrm>
          <a:prstGeom prst="roundRect">
            <a:avLst>
              <a:gd name="adj" fmla="val 11932"/>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83" rtl="0" eaLnBrk="1" fontAlgn="base" latinLnBrk="0" hangingPunct="1">
              <a:lnSpc>
                <a:spcPct val="100000"/>
              </a:lnSpc>
              <a:spcBef>
                <a:spcPct val="0"/>
              </a:spcBef>
              <a:spcAft>
                <a:spcPct val="0"/>
              </a:spcAft>
              <a:buClrTx/>
              <a:buSzTx/>
              <a:buFontTx/>
              <a:buNone/>
              <a:tabLst/>
              <a:defRPr/>
            </a:pPr>
            <a: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t>Tag as </a:t>
            </a:r>
            <a:b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br>
            <a: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t>unsanctioned</a:t>
            </a:r>
          </a:p>
        </p:txBody>
      </p:sp>
      <p:grpSp>
        <p:nvGrpSpPr>
          <p:cNvPr id="22" name="Group 21" descr="Red x">
            <a:extLst>
              <a:ext uri="{FF2B5EF4-FFF2-40B4-BE49-F238E27FC236}">
                <a16:creationId xmlns:a16="http://schemas.microsoft.com/office/drawing/2014/main" id="{1CB2EAE5-3322-A558-EC8D-E7F1A3B55AAD}"/>
              </a:ext>
              <a:ext uri="{C183D7F6-B498-43B3-948B-1728B52AA6E4}">
                <adec:decorative xmlns:adec="http://schemas.microsoft.com/office/drawing/2017/decorative" val="0"/>
              </a:ext>
            </a:extLst>
          </p:cNvPr>
          <p:cNvGrpSpPr>
            <a:grpSpLocks/>
          </p:cNvGrpSpPr>
          <p:nvPr/>
        </p:nvGrpSpPr>
        <p:grpSpPr>
          <a:xfrm>
            <a:off x="5794627" y="3297797"/>
            <a:ext cx="277969" cy="277969"/>
            <a:chOff x="11385999" y="1929266"/>
            <a:chExt cx="197239" cy="197239"/>
          </a:xfrm>
        </p:grpSpPr>
        <p:grpSp>
          <p:nvGrpSpPr>
            <p:cNvPr id="23" name="Group 22">
              <a:extLst>
                <a:ext uri="{FF2B5EF4-FFF2-40B4-BE49-F238E27FC236}">
                  <a16:creationId xmlns:a16="http://schemas.microsoft.com/office/drawing/2014/main" id="{197D73FB-622A-2128-4438-A0598012989E}"/>
                </a:ext>
              </a:extLst>
            </p:cNvPr>
            <p:cNvGrpSpPr>
              <a:grpSpLocks/>
            </p:cNvGrpSpPr>
            <p:nvPr/>
          </p:nvGrpSpPr>
          <p:grpSpPr>
            <a:xfrm>
              <a:off x="11385999" y="1929266"/>
              <a:ext cx="197239" cy="197239"/>
              <a:chOff x="5553520" y="1717263"/>
              <a:chExt cx="640110" cy="640108"/>
            </a:xfrm>
          </p:grpSpPr>
          <p:sp>
            <p:nvSpPr>
              <p:cNvPr id="25" name="Oval 24">
                <a:extLst>
                  <a:ext uri="{FF2B5EF4-FFF2-40B4-BE49-F238E27FC236}">
                    <a16:creationId xmlns:a16="http://schemas.microsoft.com/office/drawing/2014/main" id="{43970976-DB0A-D0F2-C639-57279B2E675A}"/>
                  </a:ext>
                </a:extLst>
              </p:cNvPr>
              <p:cNvSpPr/>
              <p:nvPr/>
            </p:nvSpPr>
            <p:spPr bwMode="auto">
              <a:xfrm>
                <a:off x="5553520" y="1717263"/>
                <a:ext cx="640110" cy="640108"/>
              </a:xfrm>
              <a:prstGeom prst="ellipse">
                <a:avLst/>
              </a:prstGeom>
              <a:solidFill>
                <a:schemeClr val="bg1"/>
              </a:solidFill>
              <a:ln>
                <a:noFill/>
                <a:headEnd type="none" w="med" len="med"/>
                <a:tailEnd type="none" w="med" len="med"/>
              </a:ln>
              <a:effectLst>
                <a:outerShdw blurRad="63500" sx="103000" sy="103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6" name="Oval 1091_1">
                <a:extLst>
                  <a:ext uri="{FF2B5EF4-FFF2-40B4-BE49-F238E27FC236}">
                    <a16:creationId xmlns:a16="http://schemas.microsoft.com/office/drawing/2014/main" id="{6D554EB1-0C64-A786-FEF1-9E9B1118F028}"/>
                  </a:ext>
                </a:extLst>
              </p:cNvPr>
              <p:cNvSpPr/>
              <p:nvPr/>
            </p:nvSpPr>
            <p:spPr bwMode="auto">
              <a:xfrm>
                <a:off x="5600766" y="1764506"/>
                <a:ext cx="545622" cy="545620"/>
              </a:xfrm>
              <a:prstGeom prst="ellipse">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pic>
          <p:nvPicPr>
            <p:cNvPr id="24" name="Graphic 23">
              <a:extLst>
                <a:ext uri="{FF2B5EF4-FFF2-40B4-BE49-F238E27FC236}">
                  <a16:creationId xmlns:a16="http://schemas.microsoft.com/office/drawing/2014/main" id="{D351D593-BC33-F7B1-0FC9-BF47C46596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7331" y="1970592"/>
              <a:ext cx="114588" cy="114588"/>
            </a:xfrm>
            <a:prstGeom prst="rect">
              <a:avLst/>
            </a:prstGeom>
          </p:spPr>
        </p:pic>
      </p:grpSp>
      <p:sp>
        <p:nvSpPr>
          <p:cNvPr id="27" name="TextBox 26">
            <a:extLst>
              <a:ext uri="{FF2B5EF4-FFF2-40B4-BE49-F238E27FC236}">
                <a16:creationId xmlns:a16="http://schemas.microsoft.com/office/drawing/2014/main" id="{0897E6CE-DB40-1CCE-1F59-068E1B24D3A7}"/>
              </a:ext>
              <a:ext uri="{C183D7F6-B498-43B3-948B-1728B52AA6E4}">
                <adec:decorative xmlns:adec="http://schemas.microsoft.com/office/drawing/2017/decorative" val="0"/>
              </a:ext>
            </a:extLst>
          </p:cNvPr>
          <p:cNvSpPr txBox="1"/>
          <p:nvPr/>
        </p:nvSpPr>
        <p:spPr>
          <a:xfrm>
            <a:off x="8125264" y="3513683"/>
            <a:ext cx="3247586" cy="338554"/>
          </a:xfrm>
          <a:prstGeom prst="rect">
            <a:avLst/>
          </a:prstGeom>
          <a:noFill/>
        </p:spPr>
        <p:txBody>
          <a:bodyPr wrap="square" lIns="0" tIns="0" rIns="0" bIns="0" rtlCol="0" anchor="ctr" anchorCtr="0">
            <a:spAutoFit/>
          </a:bodyPr>
          <a:lstStyle/>
          <a:p>
            <a:pPr marL="0" marR="0" lvl="0" indent="0" algn="l" defTabSz="932483" rtl="0" eaLnBrk="1" fontAlgn="base" latinLnBrk="0" hangingPunct="1">
              <a:lnSpc>
                <a:spcPct val="100000"/>
              </a:lnSpc>
              <a:spcBef>
                <a:spcPts val="0"/>
              </a:spcBef>
              <a:spcAft>
                <a:spcPct val="0"/>
              </a:spcAft>
              <a:buClrTx/>
              <a:buSzTx/>
              <a:buFontTx/>
              <a:buNone/>
              <a:tabLst/>
              <a:defRPr/>
            </a:pPr>
            <a:r>
              <a:rPr kumimoji="0" lang="en-US" sz="1100" b="0" i="0" u="none" strike="noStrike" kern="1200" cap="none" spc="0" normalizeH="0" baseline="0" noProof="0">
                <a:ln>
                  <a:noFill/>
                </a:ln>
                <a:solidFill>
                  <a:srgbClr val="0078D4">
                    <a:lumMod val="75000"/>
                  </a:srgbClr>
                </a:solidFill>
                <a:effectLst/>
                <a:uLnTx/>
                <a:uFillTx/>
                <a:latin typeface="Segoe UI Semibold"/>
                <a:ea typeface="+mn-ea"/>
                <a:cs typeface="+mn-cs"/>
              </a:rPr>
              <a:t>Block unsanctioned apps and guide usage to approved apps</a:t>
            </a:r>
          </a:p>
        </p:txBody>
      </p:sp>
      <p:sp>
        <p:nvSpPr>
          <p:cNvPr id="28" name="Rectangle: Rounded Corners 27">
            <a:extLst>
              <a:ext uri="{FF2B5EF4-FFF2-40B4-BE49-F238E27FC236}">
                <a16:creationId xmlns:a16="http://schemas.microsoft.com/office/drawing/2014/main" id="{9D32F56B-3693-8962-AF72-A924519356A4}"/>
              </a:ext>
              <a:ext uri="{C183D7F6-B498-43B3-948B-1728B52AA6E4}">
                <adec:decorative xmlns:adec="http://schemas.microsoft.com/office/drawing/2017/decorative" val="0"/>
              </a:ext>
            </a:extLst>
          </p:cNvPr>
          <p:cNvSpPr>
            <a:spLocks/>
          </p:cNvSpPr>
          <p:nvPr/>
        </p:nvSpPr>
        <p:spPr bwMode="auto">
          <a:xfrm flipH="1">
            <a:off x="2841035" y="4314268"/>
            <a:ext cx="1223765" cy="351848"/>
          </a:xfrm>
          <a:prstGeom prst="roundRect">
            <a:avLst>
              <a:gd name="adj" fmla="val 22100"/>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200" b="0" i="0" u="none" strike="noStrike" kern="0" cap="none" spc="0" normalizeH="0" baseline="0" noProof="0">
                <a:ln>
                  <a:noFill/>
                </a:ln>
                <a:solidFill>
                  <a:prstClr val="black"/>
                </a:solidFill>
                <a:effectLst/>
                <a:uLnTx/>
                <a:uFillTx/>
                <a:latin typeface="Segoe UI"/>
                <a:ea typeface="+mn-ea"/>
                <a:cs typeface="Segoe UI" pitchFamily="34" charset="0"/>
              </a:rPr>
              <a:t>Of course!</a:t>
            </a:r>
          </a:p>
        </p:txBody>
      </p:sp>
      <p:sp>
        <p:nvSpPr>
          <p:cNvPr id="29" name="Rectangle: Rounded Corners 28">
            <a:extLst>
              <a:ext uri="{FF2B5EF4-FFF2-40B4-BE49-F238E27FC236}">
                <a16:creationId xmlns:a16="http://schemas.microsoft.com/office/drawing/2014/main" id="{A1B59AF2-DDE2-0B05-8EEF-114BA70CFDC8}"/>
              </a:ext>
              <a:ext uri="{C183D7F6-B498-43B3-948B-1728B52AA6E4}">
                <adec:decorative xmlns:adec="http://schemas.microsoft.com/office/drawing/2017/decorative" val="0"/>
              </a:ext>
            </a:extLst>
          </p:cNvPr>
          <p:cNvSpPr>
            <a:spLocks/>
          </p:cNvSpPr>
          <p:nvPr/>
        </p:nvSpPr>
        <p:spPr bwMode="auto">
          <a:xfrm>
            <a:off x="4703759" y="4213578"/>
            <a:ext cx="1223764" cy="553228"/>
          </a:xfrm>
          <a:prstGeom prst="roundRect">
            <a:avLst>
              <a:gd name="adj" fmla="val 11932"/>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83" rtl="0" eaLnBrk="1" fontAlgn="base" latinLnBrk="0" hangingPunct="1">
              <a:lnSpc>
                <a:spcPct val="100000"/>
              </a:lnSpc>
              <a:spcBef>
                <a:spcPct val="0"/>
              </a:spcBef>
              <a:spcAft>
                <a:spcPct val="0"/>
              </a:spcAft>
              <a:buClrTx/>
              <a:buSzTx/>
              <a:buFontTx/>
              <a:buNone/>
              <a:tabLst/>
              <a:defRPr/>
            </a:pPr>
            <a: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t>Tag as </a:t>
            </a:r>
            <a:b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br>
            <a: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t>sanctioned</a:t>
            </a:r>
          </a:p>
        </p:txBody>
      </p:sp>
      <p:grpSp>
        <p:nvGrpSpPr>
          <p:cNvPr id="30" name="Group 29" descr="Green check mark">
            <a:extLst>
              <a:ext uri="{FF2B5EF4-FFF2-40B4-BE49-F238E27FC236}">
                <a16:creationId xmlns:a16="http://schemas.microsoft.com/office/drawing/2014/main" id="{1937A3FE-04D3-F6CF-B688-4A01E75F2126}"/>
              </a:ext>
              <a:ext uri="{C183D7F6-B498-43B3-948B-1728B52AA6E4}">
                <adec:decorative xmlns:adec="http://schemas.microsoft.com/office/drawing/2017/decorative" val="0"/>
              </a:ext>
            </a:extLst>
          </p:cNvPr>
          <p:cNvGrpSpPr>
            <a:grpSpLocks/>
          </p:cNvGrpSpPr>
          <p:nvPr/>
        </p:nvGrpSpPr>
        <p:grpSpPr>
          <a:xfrm>
            <a:off x="5803882" y="4218025"/>
            <a:ext cx="259460" cy="259460"/>
            <a:chOff x="11281700" y="2085594"/>
            <a:chExt cx="199914" cy="199914"/>
          </a:xfrm>
        </p:grpSpPr>
        <p:grpSp>
          <p:nvGrpSpPr>
            <p:cNvPr id="31" name="Group 30">
              <a:extLst>
                <a:ext uri="{FF2B5EF4-FFF2-40B4-BE49-F238E27FC236}">
                  <a16:creationId xmlns:a16="http://schemas.microsoft.com/office/drawing/2014/main" id="{CBFD1861-9868-5141-C706-059693A042B9}"/>
                </a:ext>
              </a:extLst>
            </p:cNvPr>
            <p:cNvGrpSpPr>
              <a:grpSpLocks/>
            </p:cNvGrpSpPr>
            <p:nvPr/>
          </p:nvGrpSpPr>
          <p:grpSpPr>
            <a:xfrm>
              <a:off x="11281700" y="2085594"/>
              <a:ext cx="199914" cy="199914"/>
              <a:chOff x="5553520" y="1717263"/>
              <a:chExt cx="640110" cy="640108"/>
            </a:xfrm>
          </p:grpSpPr>
          <p:sp>
            <p:nvSpPr>
              <p:cNvPr id="33" name="Oval 32">
                <a:extLst>
                  <a:ext uri="{FF2B5EF4-FFF2-40B4-BE49-F238E27FC236}">
                    <a16:creationId xmlns:a16="http://schemas.microsoft.com/office/drawing/2014/main" id="{1E6F758F-4710-6BD4-370D-D2F71EC612F4}"/>
                  </a:ext>
                </a:extLst>
              </p:cNvPr>
              <p:cNvSpPr/>
              <p:nvPr/>
            </p:nvSpPr>
            <p:spPr bwMode="auto">
              <a:xfrm>
                <a:off x="5553520" y="1717263"/>
                <a:ext cx="640110" cy="640108"/>
              </a:xfrm>
              <a:prstGeom prst="ellipse">
                <a:avLst/>
              </a:prstGeom>
              <a:solidFill>
                <a:schemeClr val="bg1"/>
              </a:solidFill>
              <a:ln>
                <a:noFill/>
                <a:headEnd type="none" w="med" len="med"/>
                <a:tailEnd type="none" w="med" len="med"/>
              </a:ln>
              <a:effectLst>
                <a:outerShdw blurRad="63500" sx="103000" sy="103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4" name="Oval 1091_1">
                <a:extLst>
                  <a:ext uri="{FF2B5EF4-FFF2-40B4-BE49-F238E27FC236}">
                    <a16:creationId xmlns:a16="http://schemas.microsoft.com/office/drawing/2014/main" id="{8830542C-22F2-44DA-DFA4-B2DE9B23F4DE}"/>
                  </a:ext>
                </a:extLst>
              </p:cNvPr>
              <p:cNvSpPr/>
              <p:nvPr/>
            </p:nvSpPr>
            <p:spPr bwMode="auto">
              <a:xfrm>
                <a:off x="5600766" y="1764506"/>
                <a:ext cx="545622" cy="545620"/>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pic>
          <p:nvPicPr>
            <p:cNvPr id="32" name="Graphic 31">
              <a:extLst>
                <a:ext uri="{FF2B5EF4-FFF2-40B4-BE49-F238E27FC236}">
                  <a16:creationId xmlns:a16="http://schemas.microsoft.com/office/drawing/2014/main" id="{45F81052-5566-C15E-6828-8C77B9384D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22396" y="2126291"/>
              <a:ext cx="118520" cy="118520"/>
            </a:xfrm>
            <a:prstGeom prst="rect">
              <a:avLst/>
            </a:prstGeom>
          </p:spPr>
        </p:pic>
      </p:grpSp>
      <p:sp>
        <p:nvSpPr>
          <p:cNvPr id="35" name="Rectangle: Rounded Corners 34">
            <a:extLst>
              <a:ext uri="{FF2B5EF4-FFF2-40B4-BE49-F238E27FC236}">
                <a16:creationId xmlns:a16="http://schemas.microsoft.com/office/drawing/2014/main" id="{639136A3-1A60-5E69-19F0-84D1F28A81E9}"/>
              </a:ext>
              <a:ext uri="{C183D7F6-B498-43B3-948B-1728B52AA6E4}">
                <adec:decorative xmlns:adec="http://schemas.microsoft.com/office/drawing/2017/decorative" val="0"/>
              </a:ext>
            </a:extLst>
          </p:cNvPr>
          <p:cNvSpPr>
            <a:spLocks/>
          </p:cNvSpPr>
          <p:nvPr/>
        </p:nvSpPr>
        <p:spPr bwMode="auto">
          <a:xfrm flipH="1">
            <a:off x="2841035" y="5151083"/>
            <a:ext cx="1223765" cy="351848"/>
          </a:xfrm>
          <a:prstGeom prst="roundRect">
            <a:avLst>
              <a:gd name="adj" fmla="val 22100"/>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200" b="0" i="0" u="none" strike="noStrike" kern="0" cap="none" spc="0" normalizeH="0" baseline="0" noProof="0">
                <a:ln>
                  <a:noFill/>
                </a:ln>
                <a:solidFill>
                  <a:prstClr val="black"/>
                </a:solidFill>
                <a:effectLst/>
                <a:uLnTx/>
                <a:uFillTx/>
                <a:latin typeface="Segoe UI"/>
                <a:ea typeface="+mn-ea"/>
                <a:cs typeface="Segoe UI" pitchFamily="34" charset="0"/>
              </a:rPr>
              <a:t>Not sure</a:t>
            </a:r>
          </a:p>
        </p:txBody>
      </p:sp>
      <p:sp>
        <p:nvSpPr>
          <p:cNvPr id="36" name="Rectangle: Rounded Corners 35">
            <a:extLst>
              <a:ext uri="{FF2B5EF4-FFF2-40B4-BE49-F238E27FC236}">
                <a16:creationId xmlns:a16="http://schemas.microsoft.com/office/drawing/2014/main" id="{C8DD955C-259D-BD54-EF31-EAB3186E214B}"/>
              </a:ext>
              <a:ext uri="{C183D7F6-B498-43B3-948B-1728B52AA6E4}">
                <adec:decorative xmlns:adec="http://schemas.microsoft.com/office/drawing/2017/decorative" val="0"/>
              </a:ext>
            </a:extLst>
          </p:cNvPr>
          <p:cNvSpPr>
            <a:spLocks/>
          </p:cNvSpPr>
          <p:nvPr/>
        </p:nvSpPr>
        <p:spPr bwMode="auto">
          <a:xfrm>
            <a:off x="4694457" y="5050393"/>
            <a:ext cx="1223764" cy="553228"/>
          </a:xfrm>
          <a:prstGeom prst="roundRect">
            <a:avLst>
              <a:gd name="adj" fmla="val 11932"/>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83" rtl="0" eaLnBrk="1" fontAlgn="base" latinLnBrk="0" hangingPunct="1">
              <a:lnSpc>
                <a:spcPct val="100000"/>
              </a:lnSpc>
              <a:spcBef>
                <a:spcPct val="0"/>
              </a:spcBef>
              <a:spcAft>
                <a:spcPct val="0"/>
              </a:spcAft>
              <a:buClrTx/>
              <a:buSzTx/>
              <a:buFontTx/>
              <a:buNone/>
              <a:tabLst/>
              <a:defRPr/>
            </a:pPr>
            <a: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t>Assign for </a:t>
            </a:r>
            <a:b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br>
            <a:r>
              <a:rPr kumimoji="0" lang="en-IN" sz="1100" b="0" i="0" u="none" strike="noStrike" kern="1200" cap="none" spc="0" normalizeH="0" baseline="0" noProof="0">
                <a:ln>
                  <a:noFill/>
                </a:ln>
                <a:solidFill>
                  <a:srgbClr val="0078D4">
                    <a:lumMod val="75000"/>
                  </a:srgbClr>
                </a:solidFill>
                <a:effectLst/>
                <a:uLnTx/>
                <a:uFillTx/>
                <a:latin typeface="Segoe UI Semibold"/>
                <a:ea typeface="+mn-ea"/>
                <a:cs typeface="+mn-cs"/>
              </a:rPr>
              <a:t>further review</a:t>
            </a:r>
          </a:p>
        </p:txBody>
      </p:sp>
      <p:grpSp>
        <p:nvGrpSpPr>
          <p:cNvPr id="37" name="Group 36" descr="Yellow question mark">
            <a:extLst>
              <a:ext uri="{FF2B5EF4-FFF2-40B4-BE49-F238E27FC236}">
                <a16:creationId xmlns:a16="http://schemas.microsoft.com/office/drawing/2014/main" id="{A99E9585-D540-839A-FBCE-17DD3925C7DD}"/>
              </a:ext>
              <a:ext uri="{C183D7F6-B498-43B3-948B-1728B52AA6E4}">
                <adec:decorative xmlns:adec="http://schemas.microsoft.com/office/drawing/2017/decorative" val="0"/>
              </a:ext>
            </a:extLst>
          </p:cNvPr>
          <p:cNvGrpSpPr/>
          <p:nvPr/>
        </p:nvGrpSpPr>
        <p:grpSpPr>
          <a:xfrm>
            <a:off x="5801879" y="4958391"/>
            <a:ext cx="263466" cy="263466"/>
            <a:chOff x="6067000" y="4849448"/>
            <a:chExt cx="263466" cy="263466"/>
          </a:xfrm>
        </p:grpSpPr>
        <p:grpSp>
          <p:nvGrpSpPr>
            <p:cNvPr id="38" name="Group 37">
              <a:extLst>
                <a:ext uri="{FF2B5EF4-FFF2-40B4-BE49-F238E27FC236}">
                  <a16:creationId xmlns:a16="http://schemas.microsoft.com/office/drawing/2014/main" id="{9903F5E4-F49B-751C-9349-11B32883386C}"/>
                </a:ext>
              </a:extLst>
            </p:cNvPr>
            <p:cNvGrpSpPr>
              <a:grpSpLocks/>
            </p:cNvGrpSpPr>
            <p:nvPr/>
          </p:nvGrpSpPr>
          <p:grpSpPr>
            <a:xfrm>
              <a:off x="6067000" y="4849448"/>
              <a:ext cx="263466" cy="263466"/>
              <a:chOff x="5553520" y="1717263"/>
              <a:chExt cx="640110" cy="640108"/>
            </a:xfrm>
          </p:grpSpPr>
          <p:sp>
            <p:nvSpPr>
              <p:cNvPr id="40" name="Oval 39">
                <a:extLst>
                  <a:ext uri="{FF2B5EF4-FFF2-40B4-BE49-F238E27FC236}">
                    <a16:creationId xmlns:a16="http://schemas.microsoft.com/office/drawing/2014/main" id="{A0416BC9-93E8-C324-0F74-DF27BA547075}"/>
                  </a:ext>
                </a:extLst>
              </p:cNvPr>
              <p:cNvSpPr/>
              <p:nvPr/>
            </p:nvSpPr>
            <p:spPr bwMode="auto">
              <a:xfrm>
                <a:off x="5553520" y="1717263"/>
                <a:ext cx="640110" cy="640108"/>
              </a:xfrm>
              <a:prstGeom prst="ellipse">
                <a:avLst/>
              </a:prstGeom>
              <a:solidFill>
                <a:schemeClr val="bg1"/>
              </a:solidFill>
              <a:ln>
                <a:noFill/>
                <a:headEnd type="none" w="med" len="med"/>
                <a:tailEnd type="none" w="med" len="med"/>
              </a:ln>
              <a:effectLst>
                <a:outerShdw blurRad="63500" sx="103000" sy="103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1" name="Oval 1091_1">
                <a:extLst>
                  <a:ext uri="{FF2B5EF4-FFF2-40B4-BE49-F238E27FC236}">
                    <a16:creationId xmlns:a16="http://schemas.microsoft.com/office/drawing/2014/main" id="{D47852E6-81E4-C148-34D3-233004F79544}"/>
                  </a:ext>
                </a:extLst>
              </p:cNvPr>
              <p:cNvSpPr/>
              <p:nvPr/>
            </p:nvSpPr>
            <p:spPr bwMode="auto">
              <a:xfrm>
                <a:off x="5600766" y="1764506"/>
                <a:ext cx="545622" cy="545620"/>
              </a:xfrm>
              <a:prstGeom prst="ellipse">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pic>
          <p:nvPicPr>
            <p:cNvPr id="39" name="Graphic 38">
              <a:extLst>
                <a:ext uri="{FF2B5EF4-FFF2-40B4-BE49-F238E27FC236}">
                  <a16:creationId xmlns:a16="http://schemas.microsoft.com/office/drawing/2014/main" id="{975C82AB-5773-C2AC-63B2-753E9C86887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06203" y="4888651"/>
              <a:ext cx="185060" cy="185060"/>
            </a:xfrm>
            <a:prstGeom prst="rect">
              <a:avLst/>
            </a:prstGeom>
          </p:spPr>
        </p:pic>
      </p:grpSp>
      <p:sp>
        <p:nvSpPr>
          <p:cNvPr id="42" name="Rectangle: Rounded Corners 41">
            <a:extLst>
              <a:ext uri="{FF2B5EF4-FFF2-40B4-BE49-F238E27FC236}">
                <a16:creationId xmlns:a16="http://schemas.microsoft.com/office/drawing/2014/main" id="{5874257B-EA40-5524-5E7A-5FE500057F25}"/>
              </a:ext>
              <a:ext uri="{C183D7F6-B498-43B3-948B-1728B52AA6E4}">
                <adec:decorative xmlns:adec="http://schemas.microsoft.com/office/drawing/2017/decorative" val="0"/>
              </a:ext>
            </a:extLst>
          </p:cNvPr>
          <p:cNvSpPr>
            <a:spLocks/>
          </p:cNvSpPr>
          <p:nvPr/>
        </p:nvSpPr>
        <p:spPr bwMode="auto">
          <a:xfrm>
            <a:off x="7560514" y="4213578"/>
            <a:ext cx="1228259" cy="553228"/>
          </a:xfrm>
          <a:prstGeom prst="roundRect">
            <a:avLst>
              <a:gd name="adj" fmla="val 9917"/>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83"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78D4">
                    <a:lumMod val="75000"/>
                  </a:srgbClr>
                </a:solidFill>
                <a:effectLst/>
                <a:uLnTx/>
                <a:uFillTx/>
                <a:latin typeface="Segoe UI Semibold"/>
                <a:ea typeface="+mn-ea"/>
                <a:cs typeface="+mn-cs"/>
              </a:rPr>
              <a:t>Should it be </a:t>
            </a:r>
            <a:br>
              <a:rPr kumimoji="0" lang="en-US" sz="1100" b="0" i="0" u="none" strike="noStrike" kern="1200" cap="none" spc="0" normalizeH="0" baseline="0" noProof="0">
                <a:ln>
                  <a:noFill/>
                </a:ln>
                <a:solidFill>
                  <a:srgbClr val="0078D4">
                    <a:lumMod val="75000"/>
                  </a:srgbClr>
                </a:solidFill>
                <a:effectLst/>
                <a:uLnTx/>
                <a:uFillTx/>
                <a:latin typeface="Segoe UI Semibold"/>
                <a:ea typeface="+mn-ea"/>
                <a:cs typeface="+mn-cs"/>
              </a:rPr>
            </a:br>
            <a:r>
              <a:rPr kumimoji="0" lang="en-US" sz="1100" b="0" i="0" u="none" strike="noStrike" kern="1200" cap="none" spc="0" normalizeH="0" baseline="0" noProof="0">
                <a:ln>
                  <a:noFill/>
                </a:ln>
                <a:solidFill>
                  <a:srgbClr val="0078D4">
                    <a:lumMod val="75000"/>
                  </a:srgbClr>
                </a:solidFill>
                <a:effectLst/>
                <a:uLnTx/>
                <a:uFillTx/>
                <a:latin typeface="Segoe UI Semibold"/>
                <a:ea typeface="+mn-ea"/>
                <a:cs typeface="+mn-cs"/>
              </a:rPr>
              <a:t>managed by IT?</a:t>
            </a:r>
          </a:p>
        </p:txBody>
      </p:sp>
      <p:cxnSp>
        <p:nvCxnSpPr>
          <p:cNvPr id="43" name="Straight Connector 42" descr="Connecting Should it be audited by IT? through yes ">
            <a:extLst>
              <a:ext uri="{FF2B5EF4-FFF2-40B4-BE49-F238E27FC236}">
                <a16:creationId xmlns:a16="http://schemas.microsoft.com/office/drawing/2014/main" id="{8E2CFF82-F68E-9969-0456-33EE416894C1}"/>
              </a:ext>
              <a:ext uri="{C183D7F6-B498-43B3-948B-1728B52AA6E4}">
                <adec:decorative xmlns:adec="http://schemas.microsoft.com/office/drawing/2017/decorative" val="0"/>
              </a:ext>
            </a:extLst>
          </p:cNvPr>
          <p:cNvCxnSpPr>
            <a:cxnSpLocks/>
            <a:stCxn id="42" idx="2"/>
            <a:endCxn id="44" idx="2"/>
          </p:cNvCxnSpPr>
          <p:nvPr/>
        </p:nvCxnSpPr>
        <p:spPr>
          <a:xfrm flipH="1">
            <a:off x="8174592" y="4766806"/>
            <a:ext cx="52" cy="674770"/>
          </a:xfrm>
          <a:prstGeom prst="line">
            <a:avLst/>
          </a:prstGeom>
          <a:noFill/>
          <a:ln w="19050" cap="rnd">
            <a:gradFill flip="none" rotWithShape="1">
              <a:gsLst>
                <a:gs pos="0">
                  <a:schemeClr val="accent6"/>
                </a:gs>
                <a:gs pos="52000">
                  <a:schemeClr val="accent4"/>
                </a:gs>
              </a:gsLst>
              <a:lin ang="0" scaled="1"/>
              <a:tileRect/>
            </a:gradFill>
            <a:headEnd type="none" w="med" len="med"/>
            <a:tailEnd type="arrow" w="med" len="med"/>
          </a:ln>
          <a:effectLst/>
        </p:spPr>
        <p:style>
          <a:lnRef idx="1">
            <a:schemeClr val="accent2"/>
          </a:lnRef>
          <a:fillRef idx="3">
            <a:schemeClr val="accent2"/>
          </a:fillRef>
          <a:effectRef idx="2">
            <a:schemeClr val="accent2"/>
          </a:effectRef>
          <a:fontRef idx="minor">
            <a:schemeClr val="lt1"/>
          </a:fontRef>
        </p:style>
      </p:cxnSp>
      <p:sp>
        <p:nvSpPr>
          <p:cNvPr id="44" name="Rectangle: Rounded Corners 43">
            <a:extLst>
              <a:ext uri="{FF2B5EF4-FFF2-40B4-BE49-F238E27FC236}">
                <a16:creationId xmlns:a16="http://schemas.microsoft.com/office/drawing/2014/main" id="{D3770373-B783-5051-312D-FDA29BD70D0A}"/>
              </a:ext>
              <a:ext uri="{C183D7F6-B498-43B3-948B-1728B52AA6E4}">
                <adec:decorative xmlns:adec="http://schemas.microsoft.com/office/drawing/2017/decorative" val="0"/>
              </a:ext>
            </a:extLst>
          </p:cNvPr>
          <p:cNvSpPr>
            <a:spLocks/>
          </p:cNvSpPr>
          <p:nvPr/>
        </p:nvSpPr>
        <p:spPr bwMode="auto">
          <a:xfrm flipH="1">
            <a:off x="7837909" y="5089728"/>
            <a:ext cx="673366" cy="351848"/>
          </a:xfrm>
          <a:prstGeom prst="roundRect">
            <a:avLst>
              <a:gd name="adj" fmla="val 23605"/>
            </a:avLst>
          </a:prstGeom>
          <a:solidFill>
            <a:srgbClr val="F4F3F5"/>
          </a:solidFill>
          <a:ln w="19050"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200" b="0" i="0" u="none" strike="noStrike" kern="0" cap="none" spc="0" normalizeH="0" baseline="0" noProof="0">
                <a:ln>
                  <a:noFill/>
                </a:ln>
                <a:solidFill>
                  <a:prstClr val="black"/>
                </a:solidFill>
                <a:effectLst/>
                <a:uLnTx/>
                <a:uFillTx/>
                <a:latin typeface="Segoe UI Semibold"/>
                <a:ea typeface="+mn-ea"/>
                <a:cs typeface="Segoe UI" pitchFamily="34" charset="0"/>
              </a:rPr>
              <a:t>Yes</a:t>
            </a:r>
          </a:p>
        </p:txBody>
      </p:sp>
      <p:sp>
        <p:nvSpPr>
          <p:cNvPr id="45" name="Rectangle: Rounded Corners 44">
            <a:extLst>
              <a:ext uri="{FF2B5EF4-FFF2-40B4-BE49-F238E27FC236}">
                <a16:creationId xmlns:a16="http://schemas.microsoft.com/office/drawing/2014/main" id="{64B21B26-B93B-C5A7-60FC-CD6B91C3D8CD}"/>
              </a:ext>
              <a:ext uri="{C183D7F6-B498-43B3-948B-1728B52AA6E4}">
                <adec:decorative xmlns:adec="http://schemas.microsoft.com/office/drawing/2017/decorative" val="0"/>
              </a:ext>
            </a:extLst>
          </p:cNvPr>
          <p:cNvSpPr>
            <a:spLocks/>
          </p:cNvSpPr>
          <p:nvPr/>
        </p:nvSpPr>
        <p:spPr bwMode="auto">
          <a:xfrm>
            <a:off x="9071684" y="4592525"/>
            <a:ext cx="2421500" cy="1341550"/>
          </a:xfrm>
          <a:prstGeom prst="roundRect">
            <a:avLst>
              <a:gd name="adj" fmla="val 5933"/>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78D4">
                    <a:lumMod val="75000"/>
                  </a:srgbClr>
                </a:solidFill>
                <a:effectLst/>
                <a:uLnTx/>
                <a:uFillTx/>
                <a:latin typeface="Segoe UI Semibold"/>
                <a:ea typeface="+mn-ea"/>
                <a:cs typeface="+mn-cs"/>
              </a:rPr>
              <a:t>1. Onboard app to Entra ID for conditional access</a:t>
            </a:r>
          </a:p>
          <a:p>
            <a:pPr marL="0" marR="0" lvl="0" indent="0" algn="l" defTabSz="932483" rtl="0" eaLnBrk="1" fontAlgn="base" latinLnBrk="0" hangingPunct="1">
              <a:lnSpc>
                <a:spcPct val="100000"/>
              </a:lnSpc>
              <a:spcBef>
                <a:spcPts val="1200"/>
              </a:spcBef>
              <a:spcAft>
                <a:spcPct val="0"/>
              </a:spcAft>
              <a:buClrTx/>
              <a:buSzTx/>
              <a:buFontTx/>
              <a:buNone/>
              <a:tabLst/>
              <a:defRPr/>
            </a:pPr>
            <a:r>
              <a:rPr kumimoji="0" lang="en-US" sz="1100" b="0" i="0" u="none" strike="noStrike" kern="1200" cap="none" spc="0" normalizeH="0" baseline="0" noProof="0">
                <a:ln>
                  <a:noFill/>
                </a:ln>
                <a:solidFill>
                  <a:srgbClr val="0078D4">
                    <a:lumMod val="75000"/>
                  </a:srgbClr>
                </a:solidFill>
                <a:effectLst/>
                <a:uLnTx/>
                <a:uFillTx/>
                <a:latin typeface="Segoe UI Semibold"/>
                <a:ea typeface="+mn-ea"/>
                <a:cs typeface="+mn-cs"/>
              </a:rPr>
              <a:t>2. Plan to integrate into app management as needed </a:t>
            </a:r>
          </a:p>
          <a:p>
            <a:pPr marL="0" marR="0" lvl="0" indent="0" algn="l" defTabSz="932483" rtl="0" eaLnBrk="1" fontAlgn="base" latinLnBrk="0" hangingPunct="1">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78D4">
                    <a:lumMod val="75000"/>
                  </a:srgbClr>
                </a:solidFill>
                <a:effectLst/>
                <a:uLnTx/>
                <a:uFillTx/>
                <a:latin typeface="Segoe UI Semibold"/>
                <a:ea typeface="+mn-ea"/>
                <a:cs typeface="+mn-cs"/>
              </a:rPr>
              <a:t>(e.g., Intune, Defender for Cloud apps)</a:t>
            </a:r>
          </a:p>
        </p:txBody>
      </p:sp>
      <p:grpSp>
        <p:nvGrpSpPr>
          <p:cNvPr id="46" name="Group 45" descr="Green check mark">
            <a:extLst>
              <a:ext uri="{FF2B5EF4-FFF2-40B4-BE49-F238E27FC236}">
                <a16:creationId xmlns:a16="http://schemas.microsoft.com/office/drawing/2014/main" id="{CC638B0C-ECD3-EDA1-D004-8833A51CC69C}"/>
              </a:ext>
              <a:ext uri="{C183D7F6-B498-43B3-948B-1728B52AA6E4}">
                <adec:decorative xmlns:adec="http://schemas.microsoft.com/office/drawing/2017/decorative" val="0"/>
              </a:ext>
            </a:extLst>
          </p:cNvPr>
          <p:cNvGrpSpPr>
            <a:grpSpLocks/>
          </p:cNvGrpSpPr>
          <p:nvPr/>
        </p:nvGrpSpPr>
        <p:grpSpPr>
          <a:xfrm>
            <a:off x="8624931" y="4203687"/>
            <a:ext cx="259460" cy="259460"/>
            <a:chOff x="11281700" y="2085594"/>
            <a:chExt cx="199914" cy="199914"/>
          </a:xfrm>
        </p:grpSpPr>
        <p:grpSp>
          <p:nvGrpSpPr>
            <p:cNvPr id="47" name="Group 46">
              <a:extLst>
                <a:ext uri="{FF2B5EF4-FFF2-40B4-BE49-F238E27FC236}">
                  <a16:creationId xmlns:a16="http://schemas.microsoft.com/office/drawing/2014/main" id="{3F18DA40-C429-8257-CD19-F64254B02270}"/>
                </a:ext>
              </a:extLst>
            </p:cNvPr>
            <p:cNvGrpSpPr>
              <a:grpSpLocks/>
            </p:cNvGrpSpPr>
            <p:nvPr/>
          </p:nvGrpSpPr>
          <p:grpSpPr>
            <a:xfrm>
              <a:off x="11281700" y="2085594"/>
              <a:ext cx="199914" cy="199914"/>
              <a:chOff x="5553520" y="1717263"/>
              <a:chExt cx="640110" cy="640108"/>
            </a:xfrm>
          </p:grpSpPr>
          <p:sp>
            <p:nvSpPr>
              <p:cNvPr id="49" name="Oval 48">
                <a:extLst>
                  <a:ext uri="{FF2B5EF4-FFF2-40B4-BE49-F238E27FC236}">
                    <a16:creationId xmlns:a16="http://schemas.microsoft.com/office/drawing/2014/main" id="{41DB7FC4-0159-FB81-8BE1-CFDFD7FAB65D}"/>
                  </a:ext>
                </a:extLst>
              </p:cNvPr>
              <p:cNvSpPr/>
              <p:nvPr/>
            </p:nvSpPr>
            <p:spPr bwMode="auto">
              <a:xfrm>
                <a:off x="5553520" y="1717263"/>
                <a:ext cx="640110" cy="640108"/>
              </a:xfrm>
              <a:prstGeom prst="ellipse">
                <a:avLst/>
              </a:prstGeom>
              <a:solidFill>
                <a:schemeClr val="bg1"/>
              </a:solidFill>
              <a:ln>
                <a:noFill/>
                <a:headEnd type="none" w="med" len="med"/>
                <a:tailEnd type="none" w="med" len="med"/>
              </a:ln>
              <a:effectLst>
                <a:outerShdw blurRad="63500" sx="103000" sy="103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0" name="Oval 1091_1">
                <a:extLst>
                  <a:ext uri="{FF2B5EF4-FFF2-40B4-BE49-F238E27FC236}">
                    <a16:creationId xmlns:a16="http://schemas.microsoft.com/office/drawing/2014/main" id="{E1456A6A-FEE2-339F-DE01-7EE3D989D514}"/>
                  </a:ext>
                </a:extLst>
              </p:cNvPr>
              <p:cNvSpPr/>
              <p:nvPr/>
            </p:nvSpPr>
            <p:spPr bwMode="auto">
              <a:xfrm>
                <a:off x="5600766" y="1764506"/>
                <a:ext cx="545622" cy="545620"/>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pic>
          <p:nvPicPr>
            <p:cNvPr id="48" name="Graphic 47">
              <a:extLst>
                <a:ext uri="{FF2B5EF4-FFF2-40B4-BE49-F238E27FC236}">
                  <a16:creationId xmlns:a16="http://schemas.microsoft.com/office/drawing/2014/main" id="{78032BA4-FFAC-B31F-2003-8D43B07919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22396" y="2126291"/>
              <a:ext cx="118520" cy="118520"/>
            </a:xfrm>
            <a:prstGeom prst="rect">
              <a:avLst/>
            </a:prstGeom>
          </p:spPr>
        </p:pic>
      </p:grpSp>
      <p:sp>
        <p:nvSpPr>
          <p:cNvPr id="51" name="Oval 50">
            <a:extLst>
              <a:ext uri="{FF2B5EF4-FFF2-40B4-BE49-F238E27FC236}">
                <a16:creationId xmlns:a16="http://schemas.microsoft.com/office/drawing/2014/main" id="{3B171A08-62DF-98D6-18D4-ACC0212C54CE}"/>
              </a:ext>
              <a:ext uri="{C183D7F6-B498-43B3-948B-1728B52AA6E4}">
                <adec:decorative xmlns:adec="http://schemas.microsoft.com/office/drawing/2017/decorative" val="1"/>
              </a:ext>
            </a:extLst>
          </p:cNvPr>
          <p:cNvSpPr/>
          <p:nvPr/>
        </p:nvSpPr>
        <p:spPr>
          <a:xfrm>
            <a:off x="7609962" y="3458866"/>
            <a:ext cx="448188" cy="448188"/>
          </a:xfrm>
          <a:prstGeom prst="ellipse">
            <a:avLst/>
          </a:prstGeom>
          <a:solidFill>
            <a:schemeClr val="bg1"/>
          </a:solidFill>
          <a:ln>
            <a:noFill/>
          </a:ln>
          <a:effectLst>
            <a:outerShdw blurRad="127000" sx="103000" sy="103000" algn="ctr" rotWithShape="0">
              <a:prstClr val="black">
                <a:alpha val="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55" name="Graphic 43" descr="Icon of a magnifying glass">
            <a:extLst>
              <a:ext uri="{FF2B5EF4-FFF2-40B4-BE49-F238E27FC236}">
                <a16:creationId xmlns:a16="http://schemas.microsoft.com/office/drawing/2014/main" id="{C1033098-4156-0598-8F55-E1B0D5DA7E35}"/>
              </a:ext>
            </a:extLst>
          </p:cNvPr>
          <p:cNvSpPr>
            <a:spLocks noChangeAspect="1"/>
          </p:cNvSpPr>
          <p:nvPr/>
        </p:nvSpPr>
        <p:spPr>
          <a:xfrm>
            <a:off x="1380566" y="1445305"/>
            <a:ext cx="434984" cy="434984"/>
          </a:xfrm>
          <a:custGeom>
            <a:avLst/>
            <a:gdLst>
              <a:gd name="connsiteX0" fmla="*/ 110490 w 274319"/>
              <a:gd name="connsiteY0" fmla="*/ 0 h 274319"/>
              <a:gd name="connsiteX1" fmla="*/ 220980 w 274319"/>
              <a:gd name="connsiteY1" fmla="*/ 110490 h 274319"/>
              <a:gd name="connsiteX2" fmla="*/ 196284 w 274319"/>
              <a:gd name="connsiteY2" fmla="*/ 180119 h 274319"/>
              <a:gd name="connsiteX3" fmla="*/ 270972 w 274319"/>
              <a:gd name="connsiteY3" fmla="*/ 254808 h 274319"/>
              <a:gd name="connsiteX4" fmla="*/ 270972 w 274319"/>
              <a:gd name="connsiteY4" fmla="*/ 270972 h 274319"/>
              <a:gd name="connsiteX5" fmla="*/ 256090 w 274319"/>
              <a:gd name="connsiteY5" fmla="*/ 272078 h 274319"/>
              <a:gd name="connsiteX6" fmla="*/ 254808 w 274319"/>
              <a:gd name="connsiteY6" fmla="*/ 270972 h 274319"/>
              <a:gd name="connsiteX7" fmla="*/ 180119 w 274319"/>
              <a:gd name="connsiteY7" fmla="*/ 196284 h 274319"/>
              <a:gd name="connsiteX8" fmla="*/ 110490 w 274319"/>
              <a:gd name="connsiteY8" fmla="*/ 220980 h 274319"/>
              <a:gd name="connsiteX9" fmla="*/ 0 w 274319"/>
              <a:gd name="connsiteY9" fmla="*/ 110490 h 274319"/>
              <a:gd name="connsiteX10" fmla="*/ 110490 w 274319"/>
              <a:gd name="connsiteY10" fmla="*/ 0 h 274319"/>
              <a:gd name="connsiteX11" fmla="*/ 110490 w 274319"/>
              <a:gd name="connsiteY11" fmla="*/ 22860 h 274319"/>
              <a:gd name="connsiteX12" fmla="*/ 22860 w 274319"/>
              <a:gd name="connsiteY12" fmla="*/ 110490 h 274319"/>
              <a:gd name="connsiteX13" fmla="*/ 110490 w 274319"/>
              <a:gd name="connsiteY13" fmla="*/ 198120 h 274319"/>
              <a:gd name="connsiteX14" fmla="*/ 198120 w 274319"/>
              <a:gd name="connsiteY14" fmla="*/ 110490 h 274319"/>
              <a:gd name="connsiteX15" fmla="*/ 110490 w 274319"/>
              <a:gd name="connsiteY15" fmla="*/ 22860 h 27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19" h="274319">
                <a:moveTo>
                  <a:pt x="110490" y="0"/>
                </a:moveTo>
                <a:cubicBezTo>
                  <a:pt x="171512" y="0"/>
                  <a:pt x="220980" y="49468"/>
                  <a:pt x="220980" y="110490"/>
                </a:cubicBezTo>
                <a:cubicBezTo>
                  <a:pt x="220980" y="136884"/>
                  <a:pt x="211725" y="161116"/>
                  <a:pt x="196284" y="180119"/>
                </a:cubicBezTo>
                <a:lnTo>
                  <a:pt x="270972" y="254808"/>
                </a:lnTo>
                <a:cubicBezTo>
                  <a:pt x="275436" y="259272"/>
                  <a:pt x="275436" y="266508"/>
                  <a:pt x="270972" y="270972"/>
                </a:cubicBezTo>
                <a:cubicBezTo>
                  <a:pt x="266915" y="275030"/>
                  <a:pt x="260564" y="275399"/>
                  <a:pt x="256090" y="272078"/>
                </a:cubicBezTo>
                <a:lnTo>
                  <a:pt x="254808" y="270972"/>
                </a:lnTo>
                <a:lnTo>
                  <a:pt x="180119" y="196284"/>
                </a:lnTo>
                <a:cubicBezTo>
                  <a:pt x="161116" y="211725"/>
                  <a:pt x="136884" y="220980"/>
                  <a:pt x="110490" y="220980"/>
                </a:cubicBezTo>
                <a:cubicBezTo>
                  <a:pt x="49468" y="220980"/>
                  <a:pt x="0" y="171512"/>
                  <a:pt x="0" y="110490"/>
                </a:cubicBezTo>
                <a:cubicBezTo>
                  <a:pt x="0" y="49468"/>
                  <a:pt x="49468" y="0"/>
                  <a:pt x="110490" y="0"/>
                </a:cubicBezTo>
                <a:close/>
                <a:moveTo>
                  <a:pt x="110490" y="22860"/>
                </a:moveTo>
                <a:cubicBezTo>
                  <a:pt x="62093" y="22860"/>
                  <a:pt x="22860" y="62093"/>
                  <a:pt x="22860" y="110490"/>
                </a:cubicBezTo>
                <a:cubicBezTo>
                  <a:pt x="22860" y="158886"/>
                  <a:pt x="62093" y="198120"/>
                  <a:pt x="110490" y="198120"/>
                </a:cubicBezTo>
                <a:cubicBezTo>
                  <a:pt x="158886" y="198120"/>
                  <a:pt x="198120" y="158886"/>
                  <a:pt x="198120" y="110490"/>
                </a:cubicBezTo>
                <a:cubicBezTo>
                  <a:pt x="198120" y="62093"/>
                  <a:pt x="158886" y="22860"/>
                  <a:pt x="110490" y="22860"/>
                </a:cubicBezTo>
                <a:close/>
              </a:path>
            </a:pathLst>
          </a:custGeom>
          <a:gradFill>
            <a:gsLst>
              <a:gs pos="52000">
                <a:srgbClr val="0078D4"/>
              </a:gs>
              <a:gs pos="0">
                <a:srgbClr val="C73ECC"/>
              </a:gs>
            </a:gsLst>
            <a:lin ang="0" scaled="1"/>
          </a:gra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6" name="Graphic 188" descr="Icon of bulleted list with a critical sign">
            <a:extLst>
              <a:ext uri="{FF2B5EF4-FFF2-40B4-BE49-F238E27FC236}">
                <a16:creationId xmlns:a16="http://schemas.microsoft.com/office/drawing/2014/main" id="{04A75179-26FA-37F2-36D0-E618C2E744CF}"/>
              </a:ext>
            </a:extLst>
          </p:cNvPr>
          <p:cNvSpPr/>
          <p:nvPr/>
        </p:nvSpPr>
        <p:spPr>
          <a:xfrm>
            <a:off x="3312154" y="1457008"/>
            <a:ext cx="383546" cy="411578"/>
          </a:xfrm>
          <a:custGeom>
            <a:avLst/>
            <a:gdLst>
              <a:gd name="connsiteX0" fmla="*/ 34866 w 309918"/>
              <a:gd name="connsiteY0" fmla="*/ 0 h 309898"/>
              <a:gd name="connsiteX1" fmla="*/ 0 w 309918"/>
              <a:gd name="connsiteY1" fmla="*/ 34866 h 309898"/>
              <a:gd name="connsiteX2" fmla="*/ 0 w 309918"/>
              <a:gd name="connsiteY2" fmla="*/ 244061 h 309898"/>
              <a:gd name="connsiteX3" fmla="*/ 34866 w 309918"/>
              <a:gd name="connsiteY3" fmla="*/ 278927 h 309898"/>
              <a:gd name="connsiteX4" fmla="*/ 124745 w 309918"/>
              <a:gd name="connsiteY4" fmla="*/ 278927 h 309898"/>
              <a:gd name="connsiteX5" fmla="*/ 129084 w 309918"/>
              <a:gd name="connsiteY5" fmla="*/ 267402 h 309898"/>
              <a:gd name="connsiteX6" fmla="*/ 135788 w 309918"/>
              <a:gd name="connsiteY6" fmla="*/ 255683 h 309898"/>
              <a:gd name="connsiteX7" fmla="*/ 34866 w 309918"/>
              <a:gd name="connsiteY7" fmla="*/ 255683 h 309898"/>
              <a:gd name="connsiteX8" fmla="*/ 23244 w 309918"/>
              <a:gd name="connsiteY8" fmla="*/ 244061 h 309898"/>
              <a:gd name="connsiteX9" fmla="*/ 23244 w 309918"/>
              <a:gd name="connsiteY9" fmla="*/ 34866 h 309898"/>
              <a:gd name="connsiteX10" fmla="*/ 34866 w 309918"/>
              <a:gd name="connsiteY10" fmla="*/ 23244 h 309898"/>
              <a:gd name="connsiteX11" fmla="*/ 244061 w 309918"/>
              <a:gd name="connsiteY11" fmla="*/ 23244 h 309898"/>
              <a:gd name="connsiteX12" fmla="*/ 255683 w 309918"/>
              <a:gd name="connsiteY12" fmla="*/ 34866 h 309898"/>
              <a:gd name="connsiteX13" fmla="*/ 255683 w 309918"/>
              <a:gd name="connsiteY13" fmla="*/ 155020 h 309898"/>
              <a:gd name="connsiteX14" fmla="*/ 258263 w 309918"/>
              <a:gd name="connsiteY14" fmla="*/ 158956 h 309898"/>
              <a:gd name="connsiteX15" fmla="*/ 278927 w 309918"/>
              <a:gd name="connsiteY15" fmla="*/ 195081 h 309898"/>
              <a:gd name="connsiteX16" fmla="*/ 278927 w 309918"/>
              <a:gd name="connsiteY16" fmla="*/ 34866 h 309898"/>
              <a:gd name="connsiteX17" fmla="*/ 244061 w 309918"/>
              <a:gd name="connsiteY17" fmla="*/ 0 h 309898"/>
              <a:gd name="connsiteX18" fmla="*/ 34866 w 309918"/>
              <a:gd name="connsiteY18" fmla="*/ 0 h 309898"/>
              <a:gd name="connsiteX19" fmla="*/ 224689 w 309918"/>
              <a:gd name="connsiteY19" fmla="*/ 139463 h 309898"/>
              <a:gd name="connsiteX20" fmla="*/ 213067 w 309918"/>
              <a:gd name="connsiteY20" fmla="*/ 127841 h 309898"/>
              <a:gd name="connsiteX21" fmla="*/ 127843 w 309918"/>
              <a:gd name="connsiteY21" fmla="*/ 127841 h 309898"/>
              <a:gd name="connsiteX22" fmla="*/ 116221 w 309918"/>
              <a:gd name="connsiteY22" fmla="*/ 139463 h 309898"/>
              <a:gd name="connsiteX23" fmla="*/ 127843 w 309918"/>
              <a:gd name="connsiteY23" fmla="*/ 151085 h 309898"/>
              <a:gd name="connsiteX24" fmla="*/ 197051 w 309918"/>
              <a:gd name="connsiteY24" fmla="*/ 151085 h 309898"/>
              <a:gd name="connsiteX25" fmla="*/ 214546 w 309918"/>
              <a:gd name="connsiteY25" fmla="*/ 140822 h 309898"/>
              <a:gd name="connsiteX26" fmla="*/ 224689 w 309918"/>
              <a:gd name="connsiteY26" fmla="*/ 139463 h 309898"/>
              <a:gd name="connsiteX27" fmla="*/ 175673 w 309918"/>
              <a:gd name="connsiteY27" fmla="*/ 185951 h 309898"/>
              <a:gd name="connsiteX28" fmla="*/ 127843 w 309918"/>
              <a:gd name="connsiteY28" fmla="*/ 185951 h 309898"/>
              <a:gd name="connsiteX29" fmla="*/ 116221 w 309918"/>
              <a:gd name="connsiteY29" fmla="*/ 197573 h 309898"/>
              <a:gd name="connsiteX30" fmla="*/ 127843 w 309918"/>
              <a:gd name="connsiteY30" fmla="*/ 209195 h 309898"/>
              <a:gd name="connsiteX31" fmla="*/ 162377 w 309918"/>
              <a:gd name="connsiteY31" fmla="*/ 209195 h 309898"/>
              <a:gd name="connsiteX32" fmla="*/ 175673 w 309918"/>
              <a:gd name="connsiteY32" fmla="*/ 185951 h 309898"/>
              <a:gd name="connsiteX33" fmla="*/ 73606 w 309918"/>
              <a:gd name="connsiteY33" fmla="*/ 96849 h 309898"/>
              <a:gd name="connsiteX34" fmla="*/ 89102 w 309918"/>
              <a:gd name="connsiteY34" fmla="*/ 81354 h 309898"/>
              <a:gd name="connsiteX35" fmla="*/ 73606 w 309918"/>
              <a:gd name="connsiteY35" fmla="*/ 65858 h 309898"/>
              <a:gd name="connsiteX36" fmla="*/ 58110 w 309918"/>
              <a:gd name="connsiteY36" fmla="*/ 81354 h 309898"/>
              <a:gd name="connsiteX37" fmla="*/ 73606 w 309918"/>
              <a:gd name="connsiteY37" fmla="*/ 96849 h 309898"/>
              <a:gd name="connsiteX38" fmla="*/ 127841 w 309918"/>
              <a:gd name="connsiteY38" fmla="*/ 69732 h 309898"/>
              <a:gd name="connsiteX39" fmla="*/ 116219 w 309918"/>
              <a:gd name="connsiteY39" fmla="*/ 81354 h 309898"/>
              <a:gd name="connsiteX40" fmla="*/ 127841 w 309918"/>
              <a:gd name="connsiteY40" fmla="*/ 92976 h 309898"/>
              <a:gd name="connsiteX41" fmla="*/ 213069 w 309918"/>
              <a:gd name="connsiteY41" fmla="*/ 92976 h 309898"/>
              <a:gd name="connsiteX42" fmla="*/ 224691 w 309918"/>
              <a:gd name="connsiteY42" fmla="*/ 81354 h 309898"/>
              <a:gd name="connsiteX43" fmla="*/ 213069 w 309918"/>
              <a:gd name="connsiteY43" fmla="*/ 69732 h 309898"/>
              <a:gd name="connsiteX44" fmla="*/ 127841 w 309918"/>
              <a:gd name="connsiteY44" fmla="*/ 69732 h 309898"/>
              <a:gd name="connsiteX45" fmla="*/ 73606 w 309918"/>
              <a:gd name="connsiteY45" fmla="*/ 154959 h 309898"/>
              <a:gd name="connsiteX46" fmla="*/ 89102 w 309918"/>
              <a:gd name="connsiteY46" fmla="*/ 139463 h 309898"/>
              <a:gd name="connsiteX47" fmla="*/ 73606 w 309918"/>
              <a:gd name="connsiteY47" fmla="*/ 123967 h 309898"/>
              <a:gd name="connsiteX48" fmla="*/ 58110 w 309918"/>
              <a:gd name="connsiteY48" fmla="*/ 139463 h 309898"/>
              <a:gd name="connsiteX49" fmla="*/ 73606 w 309918"/>
              <a:gd name="connsiteY49" fmla="*/ 154959 h 309898"/>
              <a:gd name="connsiteX50" fmla="*/ 73606 w 309918"/>
              <a:gd name="connsiteY50" fmla="*/ 213069 h 309898"/>
              <a:gd name="connsiteX51" fmla="*/ 89102 w 309918"/>
              <a:gd name="connsiteY51" fmla="*/ 197573 h 309898"/>
              <a:gd name="connsiteX52" fmla="*/ 73606 w 309918"/>
              <a:gd name="connsiteY52" fmla="*/ 182077 h 309898"/>
              <a:gd name="connsiteX53" fmla="*/ 58110 w 309918"/>
              <a:gd name="connsiteY53" fmla="*/ 197573 h 309898"/>
              <a:gd name="connsiteX54" fmla="*/ 73606 w 309918"/>
              <a:gd name="connsiteY54" fmla="*/ 213069 h 309898"/>
              <a:gd name="connsiteX55" fmla="*/ 218613 w 309918"/>
              <a:gd name="connsiteY55" fmla="*/ 155776 h 309898"/>
              <a:gd name="connsiteX56" fmla="*/ 236214 w 309918"/>
              <a:gd name="connsiteY56" fmla="*/ 158037 h 309898"/>
              <a:gd name="connsiteX57" fmla="*/ 244812 w 309918"/>
              <a:gd name="connsiteY57" fmla="*/ 166649 h 309898"/>
              <a:gd name="connsiteX58" fmla="*/ 306842 w 309918"/>
              <a:gd name="connsiteY58" fmla="*/ 275096 h 309898"/>
              <a:gd name="connsiteX59" fmla="*/ 309102 w 309918"/>
              <a:gd name="connsiteY59" fmla="*/ 292749 h 309898"/>
              <a:gd name="connsiteX60" fmla="*/ 298244 w 309918"/>
              <a:gd name="connsiteY60" fmla="*/ 306825 h 309898"/>
              <a:gd name="connsiteX61" fmla="*/ 286718 w 309918"/>
              <a:gd name="connsiteY61" fmla="*/ 309898 h 309898"/>
              <a:gd name="connsiteX62" fmla="*/ 162658 w 309918"/>
              <a:gd name="connsiteY62" fmla="*/ 309898 h 309898"/>
              <a:gd name="connsiteX63" fmla="*/ 146261 w 309918"/>
              <a:gd name="connsiteY63" fmla="*/ 303094 h 309898"/>
              <a:gd name="connsiteX64" fmla="*/ 139463 w 309918"/>
              <a:gd name="connsiteY64" fmla="*/ 286654 h 309898"/>
              <a:gd name="connsiteX65" fmla="*/ 142535 w 309918"/>
              <a:gd name="connsiteY65" fmla="*/ 275096 h 309898"/>
              <a:gd name="connsiteX66" fmla="*/ 204565 w 309918"/>
              <a:gd name="connsiteY66" fmla="*/ 166649 h 309898"/>
              <a:gd name="connsiteX67" fmla="*/ 218613 w 309918"/>
              <a:gd name="connsiteY67" fmla="*/ 155776 h 309898"/>
              <a:gd name="connsiteX68" fmla="*/ 232371 w 309918"/>
              <a:gd name="connsiteY68" fmla="*/ 193699 h 309898"/>
              <a:gd name="connsiteX69" fmla="*/ 224623 w 309918"/>
              <a:gd name="connsiteY69" fmla="*/ 185951 h 309898"/>
              <a:gd name="connsiteX70" fmla="*/ 216875 w 309918"/>
              <a:gd name="connsiteY70" fmla="*/ 193699 h 309898"/>
              <a:gd name="connsiteX71" fmla="*/ 216875 w 309918"/>
              <a:gd name="connsiteY71" fmla="*/ 240187 h 309898"/>
              <a:gd name="connsiteX72" fmla="*/ 224623 w 309918"/>
              <a:gd name="connsiteY72" fmla="*/ 247935 h 309898"/>
              <a:gd name="connsiteX73" fmla="*/ 232371 w 309918"/>
              <a:gd name="connsiteY73" fmla="*/ 240187 h 309898"/>
              <a:gd name="connsiteX74" fmla="*/ 232371 w 309918"/>
              <a:gd name="connsiteY74" fmla="*/ 193699 h 309898"/>
              <a:gd name="connsiteX75" fmla="*/ 224691 w 309918"/>
              <a:gd name="connsiteY75" fmla="*/ 286674 h 309898"/>
              <a:gd name="connsiteX76" fmla="*/ 236313 w 309918"/>
              <a:gd name="connsiteY76" fmla="*/ 275053 h 309898"/>
              <a:gd name="connsiteX77" fmla="*/ 224691 w 309918"/>
              <a:gd name="connsiteY77" fmla="*/ 263431 h 309898"/>
              <a:gd name="connsiteX78" fmla="*/ 213069 w 309918"/>
              <a:gd name="connsiteY78" fmla="*/ 275053 h 309898"/>
              <a:gd name="connsiteX79" fmla="*/ 224691 w 309918"/>
              <a:gd name="connsiteY79" fmla="*/ 286674 h 309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9918" h="309898">
                <a:moveTo>
                  <a:pt x="34866" y="0"/>
                </a:moveTo>
                <a:cubicBezTo>
                  <a:pt x="15610" y="0"/>
                  <a:pt x="0" y="15610"/>
                  <a:pt x="0" y="34866"/>
                </a:cubicBezTo>
                <a:lnTo>
                  <a:pt x="0" y="244061"/>
                </a:lnTo>
                <a:cubicBezTo>
                  <a:pt x="0" y="263316"/>
                  <a:pt x="15610" y="278927"/>
                  <a:pt x="34866" y="278927"/>
                </a:cubicBezTo>
                <a:lnTo>
                  <a:pt x="124745" y="278927"/>
                </a:lnTo>
                <a:cubicBezTo>
                  <a:pt x="125565" y="274894"/>
                  <a:pt x="127025" y="271002"/>
                  <a:pt x="129084" y="267402"/>
                </a:cubicBezTo>
                <a:lnTo>
                  <a:pt x="135788" y="255683"/>
                </a:lnTo>
                <a:lnTo>
                  <a:pt x="34866" y="255683"/>
                </a:lnTo>
                <a:cubicBezTo>
                  <a:pt x="28447" y="255683"/>
                  <a:pt x="23244" y="250479"/>
                  <a:pt x="23244" y="244061"/>
                </a:cubicBezTo>
                <a:lnTo>
                  <a:pt x="23244" y="34866"/>
                </a:lnTo>
                <a:cubicBezTo>
                  <a:pt x="23244" y="28447"/>
                  <a:pt x="28447" y="23244"/>
                  <a:pt x="34866" y="23244"/>
                </a:cubicBezTo>
                <a:lnTo>
                  <a:pt x="244061" y="23244"/>
                </a:lnTo>
                <a:cubicBezTo>
                  <a:pt x="250479" y="23244"/>
                  <a:pt x="255683" y="28447"/>
                  <a:pt x="255683" y="34866"/>
                </a:cubicBezTo>
                <a:lnTo>
                  <a:pt x="255683" y="155020"/>
                </a:lnTo>
                <a:cubicBezTo>
                  <a:pt x="256619" y="156275"/>
                  <a:pt x="257480" y="157589"/>
                  <a:pt x="258263" y="158956"/>
                </a:cubicBezTo>
                <a:lnTo>
                  <a:pt x="278927" y="195081"/>
                </a:lnTo>
                <a:lnTo>
                  <a:pt x="278927" y="34866"/>
                </a:lnTo>
                <a:cubicBezTo>
                  <a:pt x="278927" y="15610"/>
                  <a:pt x="263316" y="0"/>
                  <a:pt x="244061" y="0"/>
                </a:cubicBezTo>
                <a:lnTo>
                  <a:pt x="34866" y="0"/>
                </a:lnTo>
                <a:close/>
                <a:moveTo>
                  <a:pt x="224689" y="139463"/>
                </a:moveTo>
                <a:cubicBezTo>
                  <a:pt x="224689" y="133045"/>
                  <a:pt x="219487" y="127841"/>
                  <a:pt x="213067" y="127841"/>
                </a:cubicBezTo>
                <a:lnTo>
                  <a:pt x="127843" y="127841"/>
                </a:lnTo>
                <a:cubicBezTo>
                  <a:pt x="121423" y="127841"/>
                  <a:pt x="116221" y="133045"/>
                  <a:pt x="116221" y="139463"/>
                </a:cubicBezTo>
                <a:cubicBezTo>
                  <a:pt x="116221" y="145882"/>
                  <a:pt x="121423" y="151085"/>
                  <a:pt x="127843" y="151085"/>
                </a:cubicBezTo>
                <a:lnTo>
                  <a:pt x="197051" y="151085"/>
                </a:lnTo>
                <a:cubicBezTo>
                  <a:pt x="201938" y="146088"/>
                  <a:pt x="208016" y="142600"/>
                  <a:pt x="214546" y="140822"/>
                </a:cubicBezTo>
                <a:cubicBezTo>
                  <a:pt x="217839" y="139928"/>
                  <a:pt x="221251" y="139466"/>
                  <a:pt x="224689" y="139463"/>
                </a:cubicBezTo>
                <a:close/>
                <a:moveTo>
                  <a:pt x="175673" y="185951"/>
                </a:moveTo>
                <a:lnTo>
                  <a:pt x="127843" y="185951"/>
                </a:lnTo>
                <a:cubicBezTo>
                  <a:pt x="121423" y="185951"/>
                  <a:pt x="116221" y="191155"/>
                  <a:pt x="116221" y="197573"/>
                </a:cubicBezTo>
                <a:cubicBezTo>
                  <a:pt x="116221" y="203991"/>
                  <a:pt x="121423" y="209195"/>
                  <a:pt x="127843" y="209195"/>
                </a:cubicBezTo>
                <a:lnTo>
                  <a:pt x="162377" y="209195"/>
                </a:lnTo>
                <a:lnTo>
                  <a:pt x="175673" y="185951"/>
                </a:lnTo>
                <a:close/>
                <a:moveTo>
                  <a:pt x="73606" y="96849"/>
                </a:moveTo>
                <a:cubicBezTo>
                  <a:pt x="82164" y="96849"/>
                  <a:pt x="89102" y="89912"/>
                  <a:pt x="89102" y="81354"/>
                </a:cubicBezTo>
                <a:cubicBezTo>
                  <a:pt x="89102" y="72795"/>
                  <a:pt x="82164" y="65858"/>
                  <a:pt x="73606" y="65858"/>
                </a:cubicBezTo>
                <a:cubicBezTo>
                  <a:pt x="65048" y="65858"/>
                  <a:pt x="58110" y="72795"/>
                  <a:pt x="58110" y="81354"/>
                </a:cubicBezTo>
                <a:cubicBezTo>
                  <a:pt x="58110" y="89912"/>
                  <a:pt x="65048" y="96849"/>
                  <a:pt x="73606" y="96849"/>
                </a:cubicBezTo>
                <a:close/>
                <a:moveTo>
                  <a:pt x="127841" y="69732"/>
                </a:moveTo>
                <a:cubicBezTo>
                  <a:pt x="121423" y="69732"/>
                  <a:pt x="116219" y="74935"/>
                  <a:pt x="116219" y="81354"/>
                </a:cubicBezTo>
                <a:cubicBezTo>
                  <a:pt x="116219" y="87772"/>
                  <a:pt x="121423" y="92976"/>
                  <a:pt x="127841" y="92976"/>
                </a:cubicBezTo>
                <a:lnTo>
                  <a:pt x="213069" y="92976"/>
                </a:lnTo>
                <a:cubicBezTo>
                  <a:pt x="219487" y="92976"/>
                  <a:pt x="224691" y="87772"/>
                  <a:pt x="224691" y="81354"/>
                </a:cubicBezTo>
                <a:cubicBezTo>
                  <a:pt x="224691" y="74935"/>
                  <a:pt x="219487" y="69732"/>
                  <a:pt x="213069" y="69732"/>
                </a:cubicBezTo>
                <a:lnTo>
                  <a:pt x="127841" y="69732"/>
                </a:lnTo>
                <a:close/>
                <a:moveTo>
                  <a:pt x="73606" y="154959"/>
                </a:moveTo>
                <a:cubicBezTo>
                  <a:pt x="82164" y="154959"/>
                  <a:pt x="89102" y="148022"/>
                  <a:pt x="89102" y="139463"/>
                </a:cubicBezTo>
                <a:cubicBezTo>
                  <a:pt x="89102" y="130905"/>
                  <a:pt x="82164" y="123967"/>
                  <a:pt x="73606" y="123967"/>
                </a:cubicBezTo>
                <a:cubicBezTo>
                  <a:pt x="65048" y="123967"/>
                  <a:pt x="58110" y="130905"/>
                  <a:pt x="58110" y="139463"/>
                </a:cubicBezTo>
                <a:cubicBezTo>
                  <a:pt x="58110" y="148022"/>
                  <a:pt x="65048" y="154959"/>
                  <a:pt x="73606" y="154959"/>
                </a:cubicBezTo>
                <a:close/>
                <a:moveTo>
                  <a:pt x="73606" y="213069"/>
                </a:moveTo>
                <a:cubicBezTo>
                  <a:pt x="82164" y="213069"/>
                  <a:pt x="89102" y="206131"/>
                  <a:pt x="89102" y="197573"/>
                </a:cubicBezTo>
                <a:cubicBezTo>
                  <a:pt x="89102" y="189015"/>
                  <a:pt x="82164" y="182077"/>
                  <a:pt x="73606" y="182077"/>
                </a:cubicBezTo>
                <a:cubicBezTo>
                  <a:pt x="65048" y="182077"/>
                  <a:pt x="58110" y="189015"/>
                  <a:pt x="58110" y="197573"/>
                </a:cubicBezTo>
                <a:cubicBezTo>
                  <a:pt x="58110" y="206131"/>
                  <a:pt x="65048" y="213069"/>
                  <a:pt x="73606" y="213069"/>
                </a:cubicBezTo>
                <a:close/>
                <a:moveTo>
                  <a:pt x="218613" y="155776"/>
                </a:moveTo>
                <a:cubicBezTo>
                  <a:pt x="224350" y="154215"/>
                  <a:pt x="230655" y="154848"/>
                  <a:pt x="236214" y="158037"/>
                </a:cubicBezTo>
                <a:cubicBezTo>
                  <a:pt x="239792" y="160090"/>
                  <a:pt x="242761" y="163062"/>
                  <a:pt x="244812" y="166649"/>
                </a:cubicBezTo>
                <a:lnTo>
                  <a:pt x="306842" y="275096"/>
                </a:lnTo>
                <a:cubicBezTo>
                  <a:pt x="310028" y="280668"/>
                  <a:pt x="310662" y="286994"/>
                  <a:pt x="309102" y="292749"/>
                </a:cubicBezTo>
                <a:cubicBezTo>
                  <a:pt x="307541" y="298504"/>
                  <a:pt x="303802" y="303636"/>
                  <a:pt x="298244" y="306825"/>
                </a:cubicBezTo>
                <a:cubicBezTo>
                  <a:pt x="294734" y="308840"/>
                  <a:pt x="290761" y="309898"/>
                  <a:pt x="286718" y="309898"/>
                </a:cubicBezTo>
                <a:lnTo>
                  <a:pt x="162658" y="309898"/>
                </a:lnTo>
                <a:cubicBezTo>
                  <a:pt x="156255" y="309898"/>
                  <a:pt x="150468" y="307309"/>
                  <a:pt x="146261" y="303094"/>
                </a:cubicBezTo>
                <a:cubicBezTo>
                  <a:pt x="142054" y="298881"/>
                  <a:pt x="139463" y="293079"/>
                  <a:pt x="139463" y="286654"/>
                </a:cubicBezTo>
                <a:cubicBezTo>
                  <a:pt x="139463" y="282598"/>
                  <a:pt x="140522" y="278613"/>
                  <a:pt x="142535" y="275096"/>
                </a:cubicBezTo>
                <a:lnTo>
                  <a:pt x="204565" y="166649"/>
                </a:lnTo>
                <a:cubicBezTo>
                  <a:pt x="207752" y="161077"/>
                  <a:pt x="212875" y="157336"/>
                  <a:pt x="218613" y="155776"/>
                </a:cubicBezTo>
                <a:close/>
                <a:moveTo>
                  <a:pt x="232371" y="193699"/>
                </a:moveTo>
                <a:cubicBezTo>
                  <a:pt x="232371" y="189421"/>
                  <a:pt x="228901" y="185951"/>
                  <a:pt x="224623" y="185951"/>
                </a:cubicBezTo>
                <a:cubicBezTo>
                  <a:pt x="220344" y="185951"/>
                  <a:pt x="216875" y="189421"/>
                  <a:pt x="216875" y="193699"/>
                </a:cubicBezTo>
                <a:lnTo>
                  <a:pt x="216875" y="240187"/>
                </a:lnTo>
                <a:cubicBezTo>
                  <a:pt x="216875" y="244465"/>
                  <a:pt x="220344" y="247935"/>
                  <a:pt x="224623" y="247935"/>
                </a:cubicBezTo>
                <a:cubicBezTo>
                  <a:pt x="228901" y="247935"/>
                  <a:pt x="232371" y="244465"/>
                  <a:pt x="232371" y="240187"/>
                </a:cubicBezTo>
                <a:lnTo>
                  <a:pt x="232371" y="193699"/>
                </a:lnTo>
                <a:close/>
                <a:moveTo>
                  <a:pt x="224691" y="286674"/>
                </a:moveTo>
                <a:cubicBezTo>
                  <a:pt x="231109" y="286674"/>
                  <a:pt x="236313" y="281471"/>
                  <a:pt x="236313" y="275053"/>
                </a:cubicBezTo>
                <a:cubicBezTo>
                  <a:pt x="236313" y="268634"/>
                  <a:pt x="231109" y="263431"/>
                  <a:pt x="224691" y="263431"/>
                </a:cubicBezTo>
                <a:cubicBezTo>
                  <a:pt x="218272" y="263431"/>
                  <a:pt x="213069" y="268634"/>
                  <a:pt x="213069" y="275053"/>
                </a:cubicBezTo>
                <a:cubicBezTo>
                  <a:pt x="213069" y="281471"/>
                  <a:pt x="218272" y="286674"/>
                  <a:pt x="224691" y="286674"/>
                </a:cubicBezTo>
                <a:close/>
              </a:path>
            </a:pathLst>
          </a:custGeom>
          <a:gradFill>
            <a:gsLst>
              <a:gs pos="52000">
                <a:srgbClr val="0078D4"/>
              </a:gs>
              <a:gs pos="0">
                <a:srgbClr val="C73ECC"/>
              </a:gs>
            </a:gsLst>
            <a:lin ang="0" scaled="1"/>
          </a:gra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7" name="Graphic 77" descr="Icon of a document of a checkmark">
            <a:extLst>
              <a:ext uri="{FF2B5EF4-FFF2-40B4-BE49-F238E27FC236}">
                <a16:creationId xmlns:a16="http://schemas.microsoft.com/office/drawing/2014/main" id="{3B2F144F-4438-7179-6A4A-46C3AA31FA36}"/>
              </a:ext>
            </a:extLst>
          </p:cNvPr>
          <p:cNvSpPr/>
          <p:nvPr/>
        </p:nvSpPr>
        <p:spPr>
          <a:xfrm>
            <a:off x="7825468" y="1447883"/>
            <a:ext cx="388892" cy="429828"/>
          </a:xfrm>
          <a:custGeom>
            <a:avLst/>
            <a:gdLst>
              <a:gd name="connsiteX0" fmla="*/ 262783 w 293698"/>
              <a:gd name="connsiteY0" fmla="*/ 285970 h 324614"/>
              <a:gd name="connsiteX1" fmla="*/ 174176 w 293698"/>
              <a:gd name="connsiteY1" fmla="*/ 285970 h 324614"/>
              <a:gd name="connsiteX2" fmla="*/ 157522 w 293698"/>
              <a:gd name="connsiteY2" fmla="*/ 309157 h 324614"/>
              <a:gd name="connsiteX3" fmla="*/ 262783 w 293698"/>
              <a:gd name="connsiteY3" fmla="*/ 309157 h 324614"/>
              <a:gd name="connsiteX4" fmla="*/ 293699 w 293698"/>
              <a:gd name="connsiteY4" fmla="*/ 278241 h 324614"/>
              <a:gd name="connsiteX5" fmla="*/ 293699 w 293698"/>
              <a:gd name="connsiteY5" fmla="*/ 121004 h 324614"/>
              <a:gd name="connsiteX6" fmla="*/ 284641 w 293698"/>
              <a:gd name="connsiteY6" fmla="*/ 99147 h 324614"/>
              <a:gd name="connsiteX7" fmla="*/ 194537 w 293698"/>
              <a:gd name="connsiteY7" fmla="*/ 9058 h 324614"/>
              <a:gd name="connsiteX8" fmla="*/ 193784 w 293698"/>
              <a:gd name="connsiteY8" fmla="*/ 8428 h 324614"/>
              <a:gd name="connsiteX9" fmla="*/ 193223 w 293698"/>
              <a:gd name="connsiteY9" fmla="*/ 7976 h 324614"/>
              <a:gd name="connsiteX10" fmla="*/ 189838 w 293698"/>
              <a:gd name="connsiteY10" fmla="*/ 5194 h 324614"/>
              <a:gd name="connsiteX11" fmla="*/ 188593 w 293698"/>
              <a:gd name="connsiteY11" fmla="*/ 4515 h 324614"/>
              <a:gd name="connsiteX12" fmla="*/ 187859 w 293698"/>
              <a:gd name="connsiteY12" fmla="*/ 4143 h 324614"/>
              <a:gd name="connsiteX13" fmla="*/ 187086 w 293698"/>
              <a:gd name="connsiteY13" fmla="*/ 3700 h 324614"/>
              <a:gd name="connsiteX14" fmla="*/ 184520 w 293698"/>
              <a:gd name="connsiteY14" fmla="*/ 2350 h 324614"/>
              <a:gd name="connsiteX15" fmla="*/ 174874 w 293698"/>
              <a:gd name="connsiteY15" fmla="*/ 216 h 324614"/>
              <a:gd name="connsiteX16" fmla="*/ 173966 w 293698"/>
              <a:gd name="connsiteY16" fmla="*/ 115 h 324614"/>
              <a:gd name="connsiteX17" fmla="*/ 172695 w 293698"/>
              <a:gd name="connsiteY17" fmla="*/ 0 h 324614"/>
              <a:gd name="connsiteX18" fmla="*/ 77289 w 293698"/>
              <a:gd name="connsiteY18" fmla="*/ 0 h 324614"/>
              <a:gd name="connsiteX19" fmla="*/ 46374 w 293698"/>
              <a:gd name="connsiteY19" fmla="*/ 30916 h 324614"/>
              <a:gd name="connsiteX20" fmla="*/ 46374 w 293698"/>
              <a:gd name="connsiteY20" fmla="*/ 146822 h 324614"/>
              <a:gd name="connsiteX21" fmla="*/ 69560 w 293698"/>
              <a:gd name="connsiteY21" fmla="*/ 140301 h 324614"/>
              <a:gd name="connsiteX22" fmla="*/ 69560 w 293698"/>
              <a:gd name="connsiteY22" fmla="*/ 30916 h 324614"/>
              <a:gd name="connsiteX23" fmla="*/ 77289 w 293698"/>
              <a:gd name="connsiteY23" fmla="*/ 23187 h 324614"/>
              <a:gd name="connsiteX24" fmla="*/ 170036 w 293698"/>
              <a:gd name="connsiteY24" fmla="*/ 23187 h 324614"/>
              <a:gd name="connsiteX25" fmla="*/ 170036 w 293698"/>
              <a:gd name="connsiteY25" fmla="*/ 92747 h 324614"/>
              <a:gd name="connsiteX26" fmla="*/ 200952 w 293698"/>
              <a:gd name="connsiteY26" fmla="*/ 123663 h 324614"/>
              <a:gd name="connsiteX27" fmla="*/ 270512 w 293698"/>
              <a:gd name="connsiteY27" fmla="*/ 123663 h 324614"/>
              <a:gd name="connsiteX28" fmla="*/ 270512 w 293698"/>
              <a:gd name="connsiteY28" fmla="*/ 278241 h 324614"/>
              <a:gd name="connsiteX29" fmla="*/ 262783 w 293698"/>
              <a:gd name="connsiteY29" fmla="*/ 285970 h 324614"/>
              <a:gd name="connsiteX30" fmla="*/ 253168 w 293698"/>
              <a:gd name="connsiteY30" fmla="*/ 100476 h 324614"/>
              <a:gd name="connsiteX31" fmla="*/ 200952 w 293698"/>
              <a:gd name="connsiteY31" fmla="*/ 100476 h 324614"/>
              <a:gd name="connsiteX32" fmla="*/ 193223 w 293698"/>
              <a:gd name="connsiteY32" fmla="*/ 92747 h 324614"/>
              <a:gd name="connsiteX33" fmla="*/ 193223 w 293698"/>
              <a:gd name="connsiteY33" fmla="*/ 40515 h 324614"/>
              <a:gd name="connsiteX34" fmla="*/ 253168 w 293698"/>
              <a:gd name="connsiteY34" fmla="*/ 100476 h 324614"/>
              <a:gd name="connsiteX35" fmla="*/ 185494 w 293698"/>
              <a:gd name="connsiteY35" fmla="*/ 239596 h 324614"/>
              <a:gd name="connsiteX36" fmla="*/ 182806 w 293698"/>
              <a:gd name="connsiteY36" fmla="*/ 262783 h 324614"/>
              <a:gd name="connsiteX37" fmla="*/ 220274 w 293698"/>
              <a:gd name="connsiteY37" fmla="*/ 262783 h 324614"/>
              <a:gd name="connsiteX38" fmla="*/ 247325 w 293698"/>
              <a:gd name="connsiteY38" fmla="*/ 235732 h 324614"/>
              <a:gd name="connsiteX39" fmla="*/ 247325 w 293698"/>
              <a:gd name="connsiteY39" fmla="*/ 173901 h 324614"/>
              <a:gd name="connsiteX40" fmla="*/ 220274 w 293698"/>
              <a:gd name="connsiteY40" fmla="*/ 146849 h 324614"/>
              <a:gd name="connsiteX41" fmla="*/ 123731 w 293698"/>
              <a:gd name="connsiteY41" fmla="*/ 146849 h 324614"/>
              <a:gd name="connsiteX42" fmla="*/ 162307 w 293698"/>
              <a:gd name="connsiteY42" fmla="*/ 175391 h 324614"/>
              <a:gd name="connsiteX43" fmla="*/ 162307 w 293698"/>
              <a:gd name="connsiteY43" fmla="*/ 170036 h 324614"/>
              <a:gd name="connsiteX44" fmla="*/ 220274 w 293698"/>
              <a:gd name="connsiteY44" fmla="*/ 170036 h 324614"/>
              <a:gd name="connsiteX45" fmla="*/ 224139 w 293698"/>
              <a:gd name="connsiteY45" fmla="*/ 173901 h 324614"/>
              <a:gd name="connsiteX46" fmla="*/ 224139 w 293698"/>
              <a:gd name="connsiteY46" fmla="*/ 193223 h 324614"/>
              <a:gd name="connsiteX47" fmla="*/ 174176 w 293698"/>
              <a:gd name="connsiteY47" fmla="*/ 193223 h 324614"/>
              <a:gd name="connsiteX48" fmla="*/ 182806 w 293698"/>
              <a:gd name="connsiteY48" fmla="*/ 216410 h 324614"/>
              <a:gd name="connsiteX49" fmla="*/ 224139 w 293698"/>
              <a:gd name="connsiteY49" fmla="*/ 216410 h 324614"/>
              <a:gd name="connsiteX50" fmla="*/ 224139 w 293698"/>
              <a:gd name="connsiteY50" fmla="*/ 235732 h 324614"/>
              <a:gd name="connsiteX51" fmla="*/ 220274 w 293698"/>
              <a:gd name="connsiteY51" fmla="*/ 239596 h 324614"/>
              <a:gd name="connsiteX52" fmla="*/ 185494 w 293698"/>
              <a:gd name="connsiteY52" fmla="*/ 239596 h 324614"/>
              <a:gd name="connsiteX53" fmla="*/ 170036 w 293698"/>
              <a:gd name="connsiteY53" fmla="*/ 239596 h 324614"/>
              <a:gd name="connsiteX54" fmla="*/ 85018 w 293698"/>
              <a:gd name="connsiteY54" fmla="*/ 324615 h 324614"/>
              <a:gd name="connsiteX55" fmla="*/ 0 w 293698"/>
              <a:gd name="connsiteY55" fmla="*/ 239596 h 324614"/>
              <a:gd name="connsiteX56" fmla="*/ 85018 w 293698"/>
              <a:gd name="connsiteY56" fmla="*/ 154578 h 324614"/>
              <a:gd name="connsiteX57" fmla="*/ 170036 w 293698"/>
              <a:gd name="connsiteY57" fmla="*/ 239596 h 324614"/>
              <a:gd name="connsiteX58" fmla="*/ 136857 w 293698"/>
              <a:gd name="connsiteY58" fmla="*/ 203215 h 324614"/>
              <a:gd name="connsiteX59" fmla="*/ 125926 w 293698"/>
              <a:gd name="connsiteY59" fmla="*/ 203215 h 324614"/>
              <a:gd name="connsiteX60" fmla="*/ 69560 w 293698"/>
              <a:gd name="connsiteY60" fmla="*/ 259582 h 324614"/>
              <a:gd name="connsiteX61" fmla="*/ 44110 w 293698"/>
              <a:gd name="connsiteY61" fmla="*/ 234131 h 324614"/>
              <a:gd name="connsiteX62" fmla="*/ 33179 w 293698"/>
              <a:gd name="connsiteY62" fmla="*/ 234131 h 324614"/>
              <a:gd name="connsiteX63" fmla="*/ 33179 w 293698"/>
              <a:gd name="connsiteY63" fmla="*/ 245062 h 324614"/>
              <a:gd name="connsiteX64" fmla="*/ 64095 w 293698"/>
              <a:gd name="connsiteY64" fmla="*/ 275978 h 324614"/>
              <a:gd name="connsiteX65" fmla="*/ 75025 w 293698"/>
              <a:gd name="connsiteY65" fmla="*/ 275978 h 324614"/>
              <a:gd name="connsiteX66" fmla="*/ 136857 w 293698"/>
              <a:gd name="connsiteY66" fmla="*/ 214147 h 324614"/>
              <a:gd name="connsiteX67" fmla="*/ 136857 w 293698"/>
              <a:gd name="connsiteY67" fmla="*/ 203215 h 32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93698" h="324614">
                <a:moveTo>
                  <a:pt x="262783" y="285970"/>
                </a:moveTo>
                <a:lnTo>
                  <a:pt x="174176" y="285970"/>
                </a:lnTo>
                <a:cubicBezTo>
                  <a:pt x="169736" y="294487"/>
                  <a:pt x="164113" y="302289"/>
                  <a:pt x="157522" y="309157"/>
                </a:cubicBezTo>
                <a:lnTo>
                  <a:pt x="262783" y="309157"/>
                </a:lnTo>
                <a:cubicBezTo>
                  <a:pt x="279849" y="309157"/>
                  <a:pt x="293699" y="295306"/>
                  <a:pt x="293699" y="278241"/>
                </a:cubicBezTo>
                <a:lnTo>
                  <a:pt x="293699" y="121004"/>
                </a:lnTo>
                <a:cubicBezTo>
                  <a:pt x="293699" y="112811"/>
                  <a:pt x="290437" y="104943"/>
                  <a:pt x="284641" y="99147"/>
                </a:cubicBezTo>
                <a:lnTo>
                  <a:pt x="194537" y="9058"/>
                </a:lnTo>
                <a:cubicBezTo>
                  <a:pt x="194305" y="8827"/>
                  <a:pt x="194044" y="8627"/>
                  <a:pt x="193784" y="8428"/>
                </a:cubicBezTo>
                <a:cubicBezTo>
                  <a:pt x="193591" y="8280"/>
                  <a:pt x="193401" y="8134"/>
                  <a:pt x="193223" y="7976"/>
                </a:cubicBezTo>
                <a:cubicBezTo>
                  <a:pt x="192125" y="6987"/>
                  <a:pt x="191043" y="6013"/>
                  <a:pt x="189838" y="5194"/>
                </a:cubicBezTo>
                <a:cubicBezTo>
                  <a:pt x="189447" y="4930"/>
                  <a:pt x="189020" y="4722"/>
                  <a:pt x="188593" y="4515"/>
                </a:cubicBezTo>
                <a:cubicBezTo>
                  <a:pt x="188346" y="4394"/>
                  <a:pt x="188099" y="4274"/>
                  <a:pt x="187859" y="4143"/>
                </a:cubicBezTo>
                <a:cubicBezTo>
                  <a:pt x="187601" y="3997"/>
                  <a:pt x="187344" y="3849"/>
                  <a:pt x="187086" y="3700"/>
                </a:cubicBezTo>
                <a:cubicBezTo>
                  <a:pt x="186248" y="3215"/>
                  <a:pt x="185407" y="2728"/>
                  <a:pt x="184520" y="2350"/>
                </a:cubicBezTo>
                <a:cubicBezTo>
                  <a:pt x="181475" y="1082"/>
                  <a:pt x="178198" y="448"/>
                  <a:pt x="174874" y="216"/>
                </a:cubicBezTo>
                <a:cubicBezTo>
                  <a:pt x="174570" y="197"/>
                  <a:pt x="174269" y="156"/>
                  <a:pt x="173966" y="115"/>
                </a:cubicBezTo>
                <a:cubicBezTo>
                  <a:pt x="173547" y="57"/>
                  <a:pt x="173126" y="0"/>
                  <a:pt x="172695" y="0"/>
                </a:cubicBezTo>
                <a:lnTo>
                  <a:pt x="77289" y="0"/>
                </a:lnTo>
                <a:cubicBezTo>
                  <a:pt x="60224" y="0"/>
                  <a:pt x="46374" y="13850"/>
                  <a:pt x="46374" y="30916"/>
                </a:cubicBezTo>
                <a:lnTo>
                  <a:pt x="46374" y="146822"/>
                </a:lnTo>
                <a:cubicBezTo>
                  <a:pt x="53703" y="143764"/>
                  <a:pt x="61473" y="141550"/>
                  <a:pt x="69560" y="140301"/>
                </a:cubicBezTo>
                <a:lnTo>
                  <a:pt x="69560" y="30916"/>
                </a:lnTo>
                <a:cubicBezTo>
                  <a:pt x="69560" y="26665"/>
                  <a:pt x="73023" y="23187"/>
                  <a:pt x="77289" y="23187"/>
                </a:cubicBezTo>
                <a:lnTo>
                  <a:pt x="170036" y="23187"/>
                </a:lnTo>
                <a:lnTo>
                  <a:pt x="170036" y="92747"/>
                </a:lnTo>
                <a:cubicBezTo>
                  <a:pt x="170036" y="109812"/>
                  <a:pt x="183886" y="123663"/>
                  <a:pt x="200952" y="123663"/>
                </a:cubicBezTo>
                <a:lnTo>
                  <a:pt x="270512" y="123663"/>
                </a:lnTo>
                <a:lnTo>
                  <a:pt x="270512" y="278241"/>
                </a:lnTo>
                <a:cubicBezTo>
                  <a:pt x="270512" y="282492"/>
                  <a:pt x="267050" y="285970"/>
                  <a:pt x="262783" y="285970"/>
                </a:cubicBezTo>
                <a:close/>
                <a:moveTo>
                  <a:pt x="253168" y="100476"/>
                </a:moveTo>
                <a:lnTo>
                  <a:pt x="200952" y="100476"/>
                </a:lnTo>
                <a:cubicBezTo>
                  <a:pt x="196685" y="100476"/>
                  <a:pt x="193223" y="96998"/>
                  <a:pt x="193223" y="92747"/>
                </a:cubicBezTo>
                <a:lnTo>
                  <a:pt x="193223" y="40515"/>
                </a:lnTo>
                <a:lnTo>
                  <a:pt x="253168" y="100476"/>
                </a:lnTo>
                <a:close/>
                <a:moveTo>
                  <a:pt x="185494" y="239596"/>
                </a:moveTo>
                <a:cubicBezTo>
                  <a:pt x="185494" y="247577"/>
                  <a:pt x="184563" y="255340"/>
                  <a:pt x="182806" y="262783"/>
                </a:cubicBezTo>
                <a:lnTo>
                  <a:pt x="220274" y="262783"/>
                </a:lnTo>
                <a:cubicBezTo>
                  <a:pt x="235214" y="262783"/>
                  <a:pt x="247325" y="250672"/>
                  <a:pt x="247325" y="235732"/>
                </a:cubicBezTo>
                <a:lnTo>
                  <a:pt x="247325" y="173901"/>
                </a:lnTo>
                <a:cubicBezTo>
                  <a:pt x="247325" y="158961"/>
                  <a:pt x="235214" y="146849"/>
                  <a:pt x="220274" y="146849"/>
                </a:cubicBezTo>
                <a:lnTo>
                  <a:pt x="123731" y="146849"/>
                </a:lnTo>
                <a:cubicBezTo>
                  <a:pt x="138803" y="153148"/>
                  <a:pt x="152014" y="163014"/>
                  <a:pt x="162307" y="175391"/>
                </a:cubicBezTo>
                <a:lnTo>
                  <a:pt x="162307" y="170036"/>
                </a:lnTo>
                <a:lnTo>
                  <a:pt x="220274" y="170036"/>
                </a:lnTo>
                <a:cubicBezTo>
                  <a:pt x="222409" y="170036"/>
                  <a:pt x="224139" y="171766"/>
                  <a:pt x="224139" y="173901"/>
                </a:cubicBezTo>
                <a:lnTo>
                  <a:pt x="224139" y="193223"/>
                </a:lnTo>
                <a:lnTo>
                  <a:pt x="174176" y="193223"/>
                </a:lnTo>
                <a:cubicBezTo>
                  <a:pt x="177957" y="200477"/>
                  <a:pt x="180878" y="208251"/>
                  <a:pt x="182806" y="216410"/>
                </a:cubicBezTo>
                <a:lnTo>
                  <a:pt x="224139" y="216410"/>
                </a:lnTo>
                <a:lnTo>
                  <a:pt x="224139" y="235732"/>
                </a:lnTo>
                <a:cubicBezTo>
                  <a:pt x="224139" y="237867"/>
                  <a:pt x="222409" y="239596"/>
                  <a:pt x="220274" y="239596"/>
                </a:cubicBezTo>
                <a:lnTo>
                  <a:pt x="185494" y="239596"/>
                </a:lnTo>
                <a:close/>
                <a:moveTo>
                  <a:pt x="170036" y="239596"/>
                </a:moveTo>
                <a:cubicBezTo>
                  <a:pt x="170036" y="286551"/>
                  <a:pt x="131972" y="324615"/>
                  <a:pt x="85018" y="324615"/>
                </a:cubicBezTo>
                <a:cubicBezTo>
                  <a:pt x="38064" y="324615"/>
                  <a:pt x="0" y="286551"/>
                  <a:pt x="0" y="239596"/>
                </a:cubicBezTo>
                <a:cubicBezTo>
                  <a:pt x="0" y="192642"/>
                  <a:pt x="38064" y="154578"/>
                  <a:pt x="85018" y="154578"/>
                </a:cubicBezTo>
                <a:cubicBezTo>
                  <a:pt x="131972" y="154578"/>
                  <a:pt x="170036" y="192642"/>
                  <a:pt x="170036" y="239596"/>
                </a:cubicBezTo>
                <a:close/>
                <a:moveTo>
                  <a:pt x="136857" y="203215"/>
                </a:moveTo>
                <a:cubicBezTo>
                  <a:pt x="133838" y="200197"/>
                  <a:pt x="128945" y="200197"/>
                  <a:pt x="125926" y="203215"/>
                </a:cubicBezTo>
                <a:lnTo>
                  <a:pt x="69560" y="259582"/>
                </a:lnTo>
                <a:lnTo>
                  <a:pt x="44110" y="234131"/>
                </a:lnTo>
                <a:cubicBezTo>
                  <a:pt x="41091" y="231113"/>
                  <a:pt x="36198" y="231113"/>
                  <a:pt x="33179" y="234131"/>
                </a:cubicBezTo>
                <a:cubicBezTo>
                  <a:pt x="30161" y="237149"/>
                  <a:pt x="30161" y="242043"/>
                  <a:pt x="33179" y="245062"/>
                </a:cubicBezTo>
                <a:lnTo>
                  <a:pt x="64095" y="275978"/>
                </a:lnTo>
                <a:cubicBezTo>
                  <a:pt x="67113" y="278995"/>
                  <a:pt x="72007" y="278995"/>
                  <a:pt x="75025" y="275978"/>
                </a:cubicBezTo>
                <a:lnTo>
                  <a:pt x="136857" y="214147"/>
                </a:lnTo>
                <a:cubicBezTo>
                  <a:pt x="139875" y="211128"/>
                  <a:pt x="139875" y="206234"/>
                  <a:pt x="136857" y="203215"/>
                </a:cubicBezTo>
                <a:close/>
              </a:path>
            </a:pathLst>
          </a:custGeom>
          <a:gradFill>
            <a:gsLst>
              <a:gs pos="52000">
                <a:srgbClr val="0078D4"/>
              </a:gs>
              <a:gs pos="0">
                <a:srgbClr val="C73ECC"/>
              </a:gs>
            </a:gsLst>
            <a:lin ang="0" scaled="1"/>
          </a:gra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8" name="Graphic 62" descr="Icon of a closed padlock with a shield">
            <a:extLst>
              <a:ext uri="{FF2B5EF4-FFF2-40B4-BE49-F238E27FC236}">
                <a16:creationId xmlns:a16="http://schemas.microsoft.com/office/drawing/2014/main" id="{AF1065F3-A19F-B800-9D77-EAAE3065C6EC}"/>
              </a:ext>
            </a:extLst>
          </p:cNvPr>
          <p:cNvSpPr/>
          <p:nvPr/>
        </p:nvSpPr>
        <p:spPr>
          <a:xfrm>
            <a:off x="7726643" y="3575544"/>
            <a:ext cx="214826" cy="214832"/>
          </a:xfrm>
          <a:custGeom>
            <a:avLst/>
            <a:gdLst>
              <a:gd name="connsiteX0" fmla="*/ 123663 w 309156"/>
              <a:gd name="connsiteY0" fmla="*/ 0 h 309164"/>
              <a:gd name="connsiteX1" fmla="*/ 185494 w 309156"/>
              <a:gd name="connsiteY1" fmla="*/ 61831 h 309164"/>
              <a:gd name="connsiteX2" fmla="*/ 185494 w 309156"/>
              <a:gd name="connsiteY2" fmla="*/ 92747 h 309164"/>
              <a:gd name="connsiteX3" fmla="*/ 212545 w 309156"/>
              <a:gd name="connsiteY3" fmla="*/ 92747 h 309164"/>
              <a:gd name="connsiteX4" fmla="*/ 247325 w 309156"/>
              <a:gd name="connsiteY4" fmla="*/ 127527 h 309164"/>
              <a:gd name="connsiteX5" fmla="*/ 247332 w 309156"/>
              <a:gd name="connsiteY5" fmla="*/ 139121 h 309164"/>
              <a:gd name="connsiteX6" fmla="*/ 233472 w 309156"/>
              <a:gd name="connsiteY6" fmla="*/ 144200 h 309164"/>
              <a:gd name="connsiteX7" fmla="*/ 231815 w 309156"/>
              <a:gd name="connsiteY7" fmla="*/ 145757 h 309164"/>
              <a:gd name="connsiteX8" fmla="*/ 224153 w 309156"/>
              <a:gd name="connsiteY8" fmla="*/ 152816 h 309164"/>
              <a:gd name="connsiteX9" fmla="*/ 224139 w 309156"/>
              <a:gd name="connsiteY9" fmla="*/ 127527 h 309164"/>
              <a:gd name="connsiteX10" fmla="*/ 212545 w 309156"/>
              <a:gd name="connsiteY10" fmla="*/ 115934 h 309164"/>
              <a:gd name="connsiteX11" fmla="*/ 34780 w 309156"/>
              <a:gd name="connsiteY11" fmla="*/ 115934 h 309164"/>
              <a:gd name="connsiteX12" fmla="*/ 23187 w 309156"/>
              <a:gd name="connsiteY12" fmla="*/ 127527 h 309164"/>
              <a:gd name="connsiteX13" fmla="*/ 23187 w 309156"/>
              <a:gd name="connsiteY13" fmla="*/ 274377 h 309164"/>
              <a:gd name="connsiteX14" fmla="*/ 34780 w 309156"/>
              <a:gd name="connsiteY14" fmla="*/ 285970 h 309164"/>
              <a:gd name="connsiteX15" fmla="*/ 187633 w 309156"/>
              <a:gd name="connsiteY15" fmla="*/ 285982 h 309164"/>
              <a:gd name="connsiteX16" fmla="*/ 211437 w 309156"/>
              <a:gd name="connsiteY16" fmla="*/ 309164 h 309164"/>
              <a:gd name="connsiteX17" fmla="*/ 34780 w 309156"/>
              <a:gd name="connsiteY17" fmla="*/ 309157 h 309164"/>
              <a:gd name="connsiteX18" fmla="*/ 0 w 309156"/>
              <a:gd name="connsiteY18" fmla="*/ 274377 h 309164"/>
              <a:gd name="connsiteX19" fmla="*/ 0 w 309156"/>
              <a:gd name="connsiteY19" fmla="*/ 127527 h 309164"/>
              <a:gd name="connsiteX20" fmla="*/ 34780 w 309156"/>
              <a:gd name="connsiteY20" fmla="*/ 92747 h 309164"/>
              <a:gd name="connsiteX21" fmla="*/ 61831 w 309156"/>
              <a:gd name="connsiteY21" fmla="*/ 92747 h 309164"/>
              <a:gd name="connsiteX22" fmla="*/ 61831 w 309156"/>
              <a:gd name="connsiteY22" fmla="*/ 61831 h 309164"/>
              <a:gd name="connsiteX23" fmla="*/ 123663 w 309156"/>
              <a:gd name="connsiteY23" fmla="*/ 0 h 309164"/>
              <a:gd name="connsiteX24" fmla="*/ 251711 w 309156"/>
              <a:gd name="connsiteY24" fmla="*/ 156469 h 309164"/>
              <a:gd name="connsiteX25" fmla="*/ 302974 w 309156"/>
              <a:gd name="connsiteY25" fmla="*/ 180342 h 309164"/>
              <a:gd name="connsiteX26" fmla="*/ 309031 w 309156"/>
              <a:gd name="connsiteY26" fmla="*/ 185485 h 309164"/>
              <a:gd name="connsiteX27" fmla="*/ 309157 w 309156"/>
              <a:gd name="connsiteY27" fmla="*/ 186782 h 309164"/>
              <a:gd name="connsiteX28" fmla="*/ 309157 w 309156"/>
              <a:gd name="connsiteY28" fmla="*/ 225443 h 309164"/>
              <a:gd name="connsiteX29" fmla="*/ 249281 w 309156"/>
              <a:gd name="connsiteY29" fmla="*/ 308826 h 309164"/>
              <a:gd name="connsiteX30" fmla="*/ 245370 w 309156"/>
              <a:gd name="connsiteY30" fmla="*/ 308826 h 309164"/>
              <a:gd name="connsiteX31" fmla="*/ 185562 w 309156"/>
              <a:gd name="connsiteY31" fmla="*/ 229544 h 309164"/>
              <a:gd name="connsiteX32" fmla="*/ 185494 w 309156"/>
              <a:gd name="connsiteY32" fmla="*/ 225443 h 309164"/>
              <a:gd name="connsiteX33" fmla="*/ 185494 w 309156"/>
              <a:gd name="connsiteY33" fmla="*/ 186782 h 309164"/>
              <a:gd name="connsiteX34" fmla="*/ 191677 w 309156"/>
              <a:gd name="connsiteY34" fmla="*/ 180342 h 309164"/>
              <a:gd name="connsiteX35" fmla="*/ 242963 w 309156"/>
              <a:gd name="connsiteY35" fmla="*/ 156464 h 309164"/>
              <a:gd name="connsiteX36" fmla="*/ 251711 w 309156"/>
              <a:gd name="connsiteY36" fmla="*/ 156469 h 309164"/>
              <a:gd name="connsiteX37" fmla="*/ 123664 w 309156"/>
              <a:gd name="connsiteY37" fmla="*/ 177765 h 309164"/>
              <a:gd name="connsiteX38" fmla="*/ 146851 w 309156"/>
              <a:gd name="connsiteY38" fmla="*/ 200952 h 309164"/>
              <a:gd name="connsiteX39" fmla="*/ 123664 w 309156"/>
              <a:gd name="connsiteY39" fmla="*/ 224139 h 309164"/>
              <a:gd name="connsiteX40" fmla="*/ 100478 w 309156"/>
              <a:gd name="connsiteY40" fmla="*/ 200952 h 309164"/>
              <a:gd name="connsiteX41" fmla="*/ 123664 w 309156"/>
              <a:gd name="connsiteY41" fmla="*/ 177765 h 309164"/>
              <a:gd name="connsiteX42" fmla="*/ 123663 w 309156"/>
              <a:gd name="connsiteY42" fmla="*/ 23187 h 309164"/>
              <a:gd name="connsiteX43" fmla="*/ 85018 w 309156"/>
              <a:gd name="connsiteY43" fmla="*/ 61831 h 309164"/>
              <a:gd name="connsiteX44" fmla="*/ 85018 w 309156"/>
              <a:gd name="connsiteY44" fmla="*/ 92747 h 309164"/>
              <a:gd name="connsiteX45" fmla="*/ 162307 w 309156"/>
              <a:gd name="connsiteY45" fmla="*/ 92747 h 309164"/>
              <a:gd name="connsiteX46" fmla="*/ 162307 w 309156"/>
              <a:gd name="connsiteY46" fmla="*/ 61831 h 309164"/>
              <a:gd name="connsiteX47" fmla="*/ 123663 w 309156"/>
              <a:gd name="connsiteY47" fmla="*/ 23187 h 3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9156" h="309164">
                <a:moveTo>
                  <a:pt x="123663" y="0"/>
                </a:moveTo>
                <a:cubicBezTo>
                  <a:pt x="157811" y="0"/>
                  <a:pt x="185494" y="27683"/>
                  <a:pt x="185494" y="61831"/>
                </a:cubicBezTo>
                <a:lnTo>
                  <a:pt x="185494" y="92747"/>
                </a:lnTo>
                <a:lnTo>
                  <a:pt x="212545" y="92747"/>
                </a:lnTo>
                <a:cubicBezTo>
                  <a:pt x="231753" y="92747"/>
                  <a:pt x="247325" y="108319"/>
                  <a:pt x="247325" y="127527"/>
                </a:cubicBezTo>
                <a:lnTo>
                  <a:pt x="247332" y="139121"/>
                </a:lnTo>
                <a:cubicBezTo>
                  <a:pt x="242402" y="139121"/>
                  <a:pt x="237473" y="140815"/>
                  <a:pt x="233472" y="144200"/>
                </a:cubicBezTo>
                <a:lnTo>
                  <a:pt x="231815" y="145757"/>
                </a:lnTo>
                <a:cubicBezTo>
                  <a:pt x="229283" y="148392"/>
                  <a:pt x="226732" y="150743"/>
                  <a:pt x="224153" y="152816"/>
                </a:cubicBezTo>
                <a:lnTo>
                  <a:pt x="224139" y="127527"/>
                </a:lnTo>
                <a:cubicBezTo>
                  <a:pt x="224139" y="121124"/>
                  <a:pt x="218948" y="115934"/>
                  <a:pt x="212545" y="115934"/>
                </a:cubicBezTo>
                <a:lnTo>
                  <a:pt x="34780" y="115934"/>
                </a:lnTo>
                <a:cubicBezTo>
                  <a:pt x="28377" y="115934"/>
                  <a:pt x="23187" y="121124"/>
                  <a:pt x="23187" y="127527"/>
                </a:cubicBezTo>
                <a:lnTo>
                  <a:pt x="23187" y="274377"/>
                </a:lnTo>
                <a:cubicBezTo>
                  <a:pt x="23187" y="280779"/>
                  <a:pt x="28377" y="285970"/>
                  <a:pt x="34780" y="285970"/>
                </a:cubicBezTo>
                <a:lnTo>
                  <a:pt x="187633" y="285982"/>
                </a:lnTo>
                <a:cubicBezTo>
                  <a:pt x="193934" y="294895"/>
                  <a:pt x="201889" y="302649"/>
                  <a:pt x="211437" y="309164"/>
                </a:cubicBezTo>
                <a:lnTo>
                  <a:pt x="34780" y="309157"/>
                </a:lnTo>
                <a:cubicBezTo>
                  <a:pt x="15572" y="309157"/>
                  <a:pt x="0" y="293584"/>
                  <a:pt x="0" y="274377"/>
                </a:cubicBezTo>
                <a:lnTo>
                  <a:pt x="0" y="127527"/>
                </a:lnTo>
                <a:cubicBezTo>
                  <a:pt x="0" y="108319"/>
                  <a:pt x="15572" y="92747"/>
                  <a:pt x="34780" y="92747"/>
                </a:cubicBezTo>
                <a:lnTo>
                  <a:pt x="61831" y="92747"/>
                </a:lnTo>
                <a:lnTo>
                  <a:pt x="61831" y="61831"/>
                </a:lnTo>
                <a:cubicBezTo>
                  <a:pt x="61831" y="27683"/>
                  <a:pt x="89514" y="0"/>
                  <a:pt x="123663" y="0"/>
                </a:cubicBezTo>
                <a:close/>
                <a:moveTo>
                  <a:pt x="251711" y="156469"/>
                </a:moveTo>
                <a:cubicBezTo>
                  <a:pt x="267046" y="172472"/>
                  <a:pt x="284039" y="180342"/>
                  <a:pt x="302974" y="180342"/>
                </a:cubicBezTo>
                <a:cubicBezTo>
                  <a:pt x="305962" y="180342"/>
                  <a:pt x="308455" y="182549"/>
                  <a:pt x="309031" y="185485"/>
                </a:cubicBezTo>
                <a:lnTo>
                  <a:pt x="309157" y="186782"/>
                </a:lnTo>
                <a:lnTo>
                  <a:pt x="309157" y="225443"/>
                </a:lnTo>
                <a:cubicBezTo>
                  <a:pt x="309157" y="266900"/>
                  <a:pt x="288861" y="295084"/>
                  <a:pt x="249281" y="308826"/>
                </a:cubicBezTo>
                <a:cubicBezTo>
                  <a:pt x="248012" y="309266"/>
                  <a:pt x="246639" y="309266"/>
                  <a:pt x="245370" y="308826"/>
                </a:cubicBezTo>
                <a:cubicBezTo>
                  <a:pt x="207110" y="295541"/>
                  <a:pt x="186868" y="268762"/>
                  <a:pt x="185562" y="229544"/>
                </a:cubicBezTo>
                <a:lnTo>
                  <a:pt x="185494" y="225443"/>
                </a:lnTo>
                <a:lnTo>
                  <a:pt x="185494" y="186782"/>
                </a:lnTo>
                <a:cubicBezTo>
                  <a:pt x="185494" y="183225"/>
                  <a:pt x="188263" y="180342"/>
                  <a:pt x="191677" y="180342"/>
                </a:cubicBezTo>
                <a:cubicBezTo>
                  <a:pt x="210588" y="180342"/>
                  <a:pt x="227590" y="172471"/>
                  <a:pt x="242963" y="156464"/>
                </a:cubicBezTo>
                <a:cubicBezTo>
                  <a:pt x="245379" y="153948"/>
                  <a:pt x="249298" y="153951"/>
                  <a:pt x="251711" y="156469"/>
                </a:cubicBezTo>
                <a:close/>
                <a:moveTo>
                  <a:pt x="123664" y="177765"/>
                </a:moveTo>
                <a:cubicBezTo>
                  <a:pt x="136471" y="177765"/>
                  <a:pt x="146851" y="188147"/>
                  <a:pt x="146851" y="200952"/>
                </a:cubicBezTo>
                <a:cubicBezTo>
                  <a:pt x="146851" y="213757"/>
                  <a:pt x="136471" y="224139"/>
                  <a:pt x="123664" y="224139"/>
                </a:cubicBezTo>
                <a:cubicBezTo>
                  <a:pt x="110859" y="224139"/>
                  <a:pt x="100478" y="213757"/>
                  <a:pt x="100478" y="200952"/>
                </a:cubicBezTo>
                <a:cubicBezTo>
                  <a:pt x="100478" y="188147"/>
                  <a:pt x="110859" y="177765"/>
                  <a:pt x="123664" y="177765"/>
                </a:cubicBezTo>
                <a:close/>
                <a:moveTo>
                  <a:pt x="123663" y="23187"/>
                </a:moveTo>
                <a:cubicBezTo>
                  <a:pt x="102320" y="23187"/>
                  <a:pt x="85018" y="40489"/>
                  <a:pt x="85018" y="61831"/>
                </a:cubicBezTo>
                <a:lnTo>
                  <a:pt x="85018" y="92747"/>
                </a:lnTo>
                <a:lnTo>
                  <a:pt x="162307" y="92747"/>
                </a:lnTo>
                <a:lnTo>
                  <a:pt x="162307" y="61831"/>
                </a:lnTo>
                <a:cubicBezTo>
                  <a:pt x="162307" y="40489"/>
                  <a:pt x="145005" y="23187"/>
                  <a:pt x="123663" y="23187"/>
                </a:cubicBezTo>
                <a:close/>
              </a:path>
            </a:pathLst>
          </a:custGeom>
          <a:gradFill>
            <a:gsLst>
              <a:gs pos="52000">
                <a:srgbClr val="0078D4"/>
              </a:gs>
              <a:gs pos="0">
                <a:srgbClr val="C73ECC"/>
              </a:gs>
            </a:gsLst>
            <a:lin ang="0" scaled="1"/>
          </a:gra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13955569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500"/>
                                        <p:tgtEl>
                                          <p:spTgt spid="3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par>
                                <p:cTn id="71" presetID="10" presetClass="entr" presetSubtype="0" fill="hold" nodeType="with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500"/>
                                        <p:tgtEl>
                                          <p:spTgt spid="3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500"/>
                                        <p:tgtEl>
                                          <p:spTgt spid="42"/>
                                        </p:tgtEl>
                                      </p:cBhvr>
                                    </p:animEffect>
                                  </p:childTnLst>
                                </p:cTn>
                              </p:par>
                              <p:par>
                                <p:cTn id="77" presetID="10" presetClass="entr" presetSubtype="0" fill="hold"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500"/>
                                        <p:tgtEl>
                                          <p:spTgt spid="4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500"/>
                                        <p:tgtEl>
                                          <p:spTgt spid="4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500"/>
                                        <p:tgtEl>
                                          <p:spTgt spid="45"/>
                                        </p:tgtEl>
                                      </p:cBhvr>
                                    </p:animEffect>
                                  </p:childTnLst>
                                </p:cTn>
                              </p:par>
                              <p:par>
                                <p:cTn id="86" presetID="10" presetClass="entr" presetSubtype="0" fill="hold" nodeType="with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500"/>
                                        <p:tgtEl>
                                          <p:spTgt spid="4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5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5"/>
                                        </p:tgtEl>
                                        <p:attrNameLst>
                                          <p:attrName>style.visibility</p:attrName>
                                        </p:attrNameLst>
                                      </p:cBhvr>
                                      <p:to>
                                        <p:strVal val="visible"/>
                                      </p:to>
                                    </p:set>
                                    <p:animEffect transition="in" filter="fade">
                                      <p:cBhvr>
                                        <p:cTn id="94" dur="500"/>
                                        <p:tgtEl>
                                          <p:spTgt spid="5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fade">
                                      <p:cBhvr>
                                        <p:cTn id="97" dur="500"/>
                                        <p:tgtEl>
                                          <p:spTgt spid="5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7"/>
                                        </p:tgtEl>
                                        <p:attrNameLst>
                                          <p:attrName>style.visibility</p:attrName>
                                        </p:attrNameLst>
                                      </p:cBhvr>
                                      <p:to>
                                        <p:strVal val="visible"/>
                                      </p:to>
                                    </p:set>
                                    <p:animEffect transition="in" filter="fade">
                                      <p:cBhvr>
                                        <p:cTn id="100" dur="500"/>
                                        <p:tgtEl>
                                          <p:spTgt spid="5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8"/>
                                        </p:tgtEl>
                                        <p:attrNameLst>
                                          <p:attrName>style.visibility</p:attrName>
                                        </p:attrNameLst>
                                      </p:cBhvr>
                                      <p:to>
                                        <p:strVal val="visible"/>
                                      </p:to>
                                    </p:set>
                                    <p:animEffect transition="in" filter="fade">
                                      <p:cBhvr>
                                        <p:cTn id="103"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4" grpId="0" animBg="1"/>
      <p:bldP spid="15" grpId="0" animBg="1"/>
      <p:bldP spid="16" grpId="0" animBg="1"/>
      <p:bldP spid="19" grpId="0" animBg="1"/>
      <p:bldP spid="20" grpId="0" animBg="1"/>
      <p:bldP spid="21" grpId="0" animBg="1"/>
      <p:bldP spid="27" grpId="0"/>
      <p:bldP spid="28" grpId="0" animBg="1"/>
      <p:bldP spid="29" grpId="0" animBg="1"/>
      <p:bldP spid="35" grpId="0" animBg="1"/>
      <p:bldP spid="36" grpId="0" animBg="1"/>
      <p:bldP spid="42" grpId="0" animBg="1"/>
      <p:bldP spid="44" grpId="0" animBg="1"/>
      <p:bldP spid="45" grpId="0" animBg="1"/>
      <p:bldP spid="51" grpId="0" animBg="1"/>
      <p:bldP spid="55" grpId="0" animBg="1"/>
      <p:bldP spid="56" grpId="0" animBg="1"/>
      <p:bldP spid="57" grpId="0" animBg="1"/>
      <p:bldP spid="5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0F747-E1A4-868A-A16C-25FF08BE18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9D313A2-C9CB-FB85-9B5C-F3860975F8FE}"/>
              </a:ext>
            </a:extLst>
          </p:cNvPr>
          <p:cNvSpPr txBox="1"/>
          <p:nvPr/>
        </p:nvSpPr>
        <p:spPr>
          <a:xfrm>
            <a:off x="845820" y="3142734"/>
            <a:ext cx="6174740" cy="646331"/>
          </a:xfrm>
          <a:prstGeom prst="rect">
            <a:avLst/>
          </a:prstGeom>
          <a:noFill/>
        </p:spPr>
        <p:txBody>
          <a:bodyPr wrap="square">
            <a:spAutoFit/>
          </a:bodyPr>
          <a:lstStyle/>
          <a:p>
            <a:r>
              <a:rPr kumimoji="0" lang="en-US" sz="3600" b="0" i="0" u="none" strike="noStrike" kern="1200" cap="none" spc="-50" normalizeH="0" baseline="0" noProof="0">
                <a:ln w="3175">
                  <a:noFill/>
                </a:ln>
                <a:effectLst/>
                <a:uLnTx/>
                <a:uFillTx/>
                <a:latin typeface="+mj-lt"/>
                <a:ea typeface="+mn-ea"/>
                <a:cs typeface="Segoe UI Semibold"/>
              </a:rPr>
              <a:t>Thank You</a:t>
            </a:r>
            <a:endParaRPr lang="en-US" sz="3600" dirty="0"/>
          </a:p>
        </p:txBody>
      </p:sp>
    </p:spTree>
    <p:extLst>
      <p:ext uri="{BB962C8B-B14F-4D97-AF65-F5344CB8AC3E}">
        <p14:creationId xmlns:p14="http://schemas.microsoft.com/office/powerpoint/2010/main" val="30752169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APLORISLIBID" val="L7ccc5791-5bcb-4f97-8934-09e264ef6a5c.1.FuGa1A=="/>
  <p:tag name="APLORISLIBHASH" val="1.162_dcnoP6RCmJTk0zH5Pc+8cGX3Knc="/>
</p:tagLst>
</file>

<file path=ppt/tags/tag5.xml><?xml version="1.0" encoding="utf-8"?>
<p:tagLst xmlns:a="http://schemas.openxmlformats.org/drawingml/2006/main" xmlns:r="http://schemas.openxmlformats.org/officeDocument/2006/relationships" xmlns:p="http://schemas.openxmlformats.org/presentationml/2006/main">
  <p:tag name="APLORISLIBID" val="Lbcb1a644-d6a0-48ad-b0d5-5614d3b3d57a.1.qIbptA=="/>
  <p:tag name="APLORISLIBHASH" val="1.162_JZs885YIUzx0RPXTMLJUG23cQIY="/>
</p:tagLst>
</file>

<file path=ppt/tags/tag6.xml><?xml version="1.0" encoding="utf-8"?>
<p:tagLst xmlns:a="http://schemas.openxmlformats.org/drawingml/2006/main" xmlns:r="http://schemas.openxmlformats.org/officeDocument/2006/relationships" xmlns:p="http://schemas.openxmlformats.org/presentationml/2006/main">
  <p:tag name="APLORISLIBID" val="Lbcb1a644-d6a0-48ad-b0d5-5614d3b3d57a.1.qIbptA=="/>
  <p:tag name="APLORISLIBHASH" val="1.162_JZs885YIUzx0RPXTMLJUG23cQIY="/>
</p:tagLst>
</file>

<file path=ppt/tags/tag7.xml><?xml version="1.0" encoding="utf-8"?>
<p:tagLst xmlns:a="http://schemas.openxmlformats.org/drawingml/2006/main" xmlns:r="http://schemas.openxmlformats.org/officeDocument/2006/relationships" xmlns:p="http://schemas.openxmlformats.org/presentationml/2006/main">
  <p:tag name="APLORISLIBID" val="L3ac74627-b8ed-42ce-ac24-60e62366a185.1.PHnBxw=="/>
  <p:tag name="APLORISLIBHASH" val="1.162_4TMInA00cC9+bKcTXLXaaL586pg="/>
</p:tagLst>
</file>

<file path=ppt/tags/tag8.xml><?xml version="1.0" encoding="utf-8"?>
<p:tagLst xmlns:a="http://schemas.openxmlformats.org/drawingml/2006/main" xmlns:r="http://schemas.openxmlformats.org/officeDocument/2006/relationships" xmlns:p="http://schemas.openxmlformats.org/presentationml/2006/main">
  <p:tag name="APLORISLIBID" val="Lbcb1a644-d6a0-48ad-b0d5-5614d3b3d57a.1.k4fBKQ=="/>
  <p:tag name="APLORISLIBHASH" val="1.162_JZs885YIUzx0RPXTMLJUG23cQIY="/>
</p:tagLst>
</file>

<file path=ppt/tags/tag9.xml><?xml version="1.0" encoding="utf-8"?>
<p:tagLst xmlns:a="http://schemas.openxmlformats.org/drawingml/2006/main" xmlns:r="http://schemas.openxmlformats.org/officeDocument/2006/relationships" xmlns:p="http://schemas.openxmlformats.org/presentationml/2006/main">
  <p:tag name="APLORISLIBID" val="Lb9eff33b-ddba-460e-a3fc-2276cb8bbabb.1.ZAFh/Q=="/>
  <p:tag name="APLORISLIBHASH" val="1.162_qr0XD7oEONjk0BibISt4T6Vx9XA="/>
</p:tagLst>
</file>

<file path=ppt/tags/tag10.xml><?xml version="1.0" encoding="utf-8"?>
<p:tagLst xmlns:a="http://schemas.openxmlformats.org/drawingml/2006/main" xmlns:r="http://schemas.openxmlformats.org/officeDocument/2006/relationships" xmlns:p="http://schemas.openxmlformats.org/presentationml/2006/main">
  <p:tag name="APLORISLIBID" val="L15da7d11-1966-4eb2-aec7-e4a3e637b817.1.Yz/n3A=="/>
  <p:tag name="APLORISLIBHASH" val="1.162_SqLd/i//AOfeP90+MkpNwEU5AG4="/>
</p:tagLst>
</file>

<file path=ppt/theme/theme1.xml><?xml version="1.0" encoding="utf-8"?>
<a:theme xmlns:a="http://schemas.openxmlformats.org/drawingml/2006/main" name="2_Microsoft 365 Copilot Template">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2.xml><?xml version="1.0" encoding="utf-8"?>
<a:theme xmlns:a="http://schemas.openxmlformats.org/drawingml/2006/main" name="1_Industry Leader Summit">
  <a:themeElements>
    <a:clrScheme name="Theme Colors Dark">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59ED7"/>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ndustry Leader Summit" id="{F72972EE-8539-4F6B-95B3-B9EDE7F62884}" vid="{9C08EBE9-3C5D-4CC2-9DC2-4A0FCE8BE873}"/>
    </a:ext>
  </a:extLst>
</a:theme>
</file>

<file path=ppt/theme/theme3.xml><?xml version="1.0" encoding="utf-8"?>
<a:theme xmlns:a="http://schemas.openxmlformats.org/drawingml/2006/main" name="1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4.xml><?xml version="1.0" encoding="utf-8"?>
<a:theme xmlns:a="http://schemas.openxmlformats.org/drawingml/2006/main" name="2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5.xml><?xml version="1.0" encoding="utf-8"?>
<a:theme xmlns:a="http://schemas.openxmlformats.org/drawingml/2006/main" name="1_Modern Work + Purview">
  <a:themeElements>
    <a:clrScheme name="Viva analogous 3">
      <a:dk1>
        <a:srgbClr val="000000"/>
      </a:dk1>
      <a:lt1>
        <a:srgbClr val="FFFFFF"/>
      </a:lt1>
      <a:dk2>
        <a:srgbClr val="2F2F2F"/>
      </a:dk2>
      <a:lt2>
        <a:srgbClr val="E6E6E6"/>
      </a:lt2>
      <a:accent1>
        <a:srgbClr val="0078D4"/>
      </a:accent1>
      <a:accent2>
        <a:srgbClr val="243A5E"/>
      </a:accent2>
      <a:accent3>
        <a:srgbClr val="50E6FF"/>
      </a:accent3>
      <a:accent4>
        <a:srgbClr val="8661C5"/>
      </a:accent4>
      <a:accent5>
        <a:srgbClr val="3B2E58"/>
      </a:accent5>
      <a:accent6>
        <a:srgbClr val="D59D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Viva2022-Topics-Template(01).potx" id="{66CD1B14-D672-4DD3-93DF-E33194FF7E00}" vid="{C8138CC8-76A8-4E05-97A6-0CE3F4597308}"/>
    </a:ext>
  </a:extLst>
</a:theme>
</file>

<file path=ppt/theme/theme6.xml><?xml version="1.0" encoding="utf-8"?>
<a:theme xmlns:a="http://schemas.openxmlformats.org/drawingml/2006/main" name="M365 Copilot FY25">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365 Copilot FY25" id="{FB4C3871-F5F8-4EBF-805F-740E93AF9FEE}" vid="{14A29553-C0A5-400A-86BF-01F04C296386}"/>
    </a:ext>
  </a:extLst>
</a:theme>
</file>

<file path=ppt/theme/theme7.xml><?xml version="1.0" encoding="utf-8"?>
<a:theme xmlns:a="http://schemas.openxmlformats.org/drawingml/2006/main" name="Copilot Theme">
  <a:themeElements>
    <a:clrScheme name="Copilot pallet">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FFA38B"/>
      </a:hlink>
      <a:folHlink>
        <a:srgbClr val="FFE399"/>
      </a:folHlink>
    </a:clrScheme>
    <a:fontScheme name="Segoe UI">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pilot Theme" id="{23D81A79-2ACC-4E84-AAFA-E7E134EA10E7}" vid="{212C7539-DA2C-4A30-9234-0C43B921BDCB}"/>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1832</Words>
  <Application>Microsoft Office PowerPoint</Application>
  <PresentationFormat>Widescreen</PresentationFormat>
  <Paragraphs>292</Paragraphs>
  <Slides>23</Slides>
  <Notes>20</Notes>
  <HiddenSlides>0</HiddenSlides>
  <MMClips>0</MMClips>
  <ScaleCrop>false</ScaleCrop>
  <HeadingPairs>
    <vt:vector size="8" baseType="variant">
      <vt:variant>
        <vt:lpstr>Fonts Used</vt:lpstr>
      </vt:variant>
      <vt:variant>
        <vt:i4>11</vt:i4>
      </vt:variant>
      <vt:variant>
        <vt:lpstr>Theme</vt:lpstr>
      </vt:variant>
      <vt:variant>
        <vt:i4>7</vt:i4>
      </vt:variant>
      <vt:variant>
        <vt:lpstr>Embedded OLE Servers</vt:lpstr>
      </vt:variant>
      <vt:variant>
        <vt:i4>1</vt:i4>
      </vt:variant>
      <vt:variant>
        <vt:lpstr>Slide Titles</vt:lpstr>
      </vt:variant>
      <vt:variant>
        <vt:i4>23</vt:i4>
      </vt:variant>
    </vt:vector>
  </HeadingPairs>
  <TitlesOfParts>
    <vt:vector size="42" baseType="lpstr">
      <vt:lpstr>Aptos</vt:lpstr>
      <vt:lpstr>Arial</vt:lpstr>
      <vt:lpstr>Arial Black</vt:lpstr>
      <vt:lpstr>Consolas</vt:lpstr>
      <vt:lpstr>Segoe Sans Display</vt:lpstr>
      <vt:lpstr>Segoe Sans Display Semibold</vt:lpstr>
      <vt:lpstr>Segoe UI</vt:lpstr>
      <vt:lpstr>Segoe UI Semibold</vt:lpstr>
      <vt:lpstr>Segoe UI Semilight</vt:lpstr>
      <vt:lpstr>Segoe UI Variable Display Semibold</vt:lpstr>
      <vt:lpstr>Wingdings</vt:lpstr>
      <vt:lpstr>2_Microsoft 365 Copilot Template</vt:lpstr>
      <vt:lpstr>1_Industry Leader Summit</vt:lpstr>
      <vt:lpstr>1_Microsoft 365 Copilot Template Diamond Edition</vt:lpstr>
      <vt:lpstr>2_Microsoft 365 Copilot Template Diamond Edition</vt:lpstr>
      <vt:lpstr>1_Modern Work + Purview</vt:lpstr>
      <vt:lpstr>M365 Copilot FY25</vt:lpstr>
      <vt:lpstr>Copilot Theme</vt:lpstr>
      <vt:lpstr>think-cell Slide</vt:lpstr>
      <vt:lpstr> Accelerate AI transformation with Microsoft 365 Copilot + agents</vt:lpstr>
      <vt:lpstr>PowerPoint Presentation</vt:lpstr>
      <vt:lpstr>The most secure AI solution for your business</vt:lpstr>
      <vt:lpstr>PowerPoint Presentation</vt:lpstr>
      <vt:lpstr>Business impact of using Microsoft 365 Copilot</vt:lpstr>
      <vt:lpstr>Business impact of using Microsoft 365 Copilot</vt:lpstr>
      <vt:lpstr>Why Microsoft 365 Copilot?</vt:lpstr>
      <vt:lpstr>PowerPoint Presentation</vt:lpstr>
      <vt:lpstr>PowerPoint Presentation</vt:lpstr>
      <vt:lpstr>PowerPoint Presentation</vt:lpstr>
      <vt:lpstr>Where Copilot wows </vt:lpstr>
      <vt:lpstr>PowerPoint Presentation</vt:lpstr>
      <vt:lpstr>PowerPoint Presentation</vt:lpstr>
      <vt:lpstr>Tools to secure and govern your Copilot + Agents use</vt:lpstr>
      <vt:lpstr>Gain visibility into overshared content</vt:lpstr>
      <vt:lpstr>Remediate excessive permissions and apply oversharing protections</vt:lpstr>
      <vt:lpstr>Get alerts and reports of risky behavior and AI use</vt:lpstr>
      <vt:lpstr>Protect sensitive files and Copilot + Agent interactions</vt:lpstr>
      <vt:lpstr>Dynamically apply security policies based on risky actions</vt:lpstr>
      <vt:lpstr>Audit interactions, enforce lifecycle policies and legal holds </vt:lpstr>
      <vt:lpstr>Investigate for compliance and ethical violations</vt:lpstr>
      <vt:lpstr>Discover and manage apps in your environment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2025-11-18T17:57:52Z</dcterms:created>
  <dcterms:modified xsi:type="dcterms:W3CDTF">2026-01-05T08:03:02Z</dcterms:modified>
</cp:coreProperties>
</file>