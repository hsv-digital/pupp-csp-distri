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4" r:id="rId4"/>
    <p:sldMasterId id="2147483725" r:id="rId5"/>
    <p:sldMasterId id="2147483727" r:id="rId6"/>
  </p:sldMasterIdLst>
  <p:notesMasterIdLst>
    <p:notesMasterId r:id="rId8"/>
  </p:notesMasterIdLst>
  <p:sldIdLst>
    <p:sldId id="262" r:id="rId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4"/>
    <a:srgbClr val="3C6DD1"/>
    <a:srgbClr val="EFEBE9"/>
    <a:srgbClr val="866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047C9B-725A-4831-8E90-0522884DC201}" v="5" dt="2025-11-18T18:05:05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324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02D68-DF9D-4958-BAC8-E14D924B4A8B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BEE83-DAA3-4DC6-AF54-26E621582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5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4.png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5.jpeg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8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4.wdp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9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jpe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3.xml"/><Relationship Id="rId4" Type="http://schemas.microsoft.com/office/2007/relationships/hdphoto" Target="../media/hdphoto6.wdp"/></Relationships>
</file>

<file path=ppt/slideLayouts/_rels/slideLayout1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71B9C-7F80-112D-55FE-96A7F1D573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pic>
        <p:nvPicPr>
          <p:cNvPr id="4" name="Picture 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268DB5E-29D3-B5B6-0FEE-60C561F465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974" y="3339761"/>
            <a:ext cx="2913293" cy="29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467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259642E-DAE4-3CDB-B869-A1EB3385AC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372428" y="4476525"/>
            <a:ext cx="3555873" cy="706347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59462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72428" y="5811519"/>
            <a:ext cx="2856357" cy="17665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148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0" name="MS logo gray - EMF" descr="Microsoft logo, gray text version">
            <a:extLst>
              <a:ext uri="{FF2B5EF4-FFF2-40B4-BE49-F238E27FC236}">
                <a16:creationId xmlns:a16="http://schemas.microsoft.com/office/drawing/2014/main" id="{0B239259-0303-68D8-B73B-ADBE8E17A7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7" y="859156"/>
            <a:ext cx="871106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083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72428" y="4790457"/>
            <a:ext cx="5829300" cy="392415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2550" spc="-32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2428" y="5811521"/>
            <a:ext cx="5829300" cy="17665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148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7" y="859156"/>
            <a:ext cx="871106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85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2428" y="2104813"/>
            <a:ext cx="7024509" cy="10283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598086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3"/>
            <a:ext cx="7024307" cy="102835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33" indent="0">
              <a:buNone/>
              <a:defRPr/>
            </a:lvl2pPr>
            <a:lvl3pPr marL="291465" indent="0">
              <a:buNone/>
              <a:defRPr/>
            </a:lvl3pPr>
            <a:lvl4pPr marL="437198" indent="0">
              <a:buNone/>
              <a:defRPr/>
            </a:lvl4pPr>
            <a:lvl5pPr marL="58293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37928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2428" y="2104813"/>
            <a:ext cx="3322499" cy="1028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3426" y="2104813"/>
            <a:ext cx="3327559" cy="1028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80342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2428" y="2104813"/>
            <a:ext cx="3322701" cy="1028358"/>
          </a:xfrm>
        </p:spPr>
        <p:txBody>
          <a:bodyPr wrap="square">
            <a:spAutoFit/>
          </a:bodyPr>
          <a:lstStyle>
            <a:lvl1pPr marL="0" indent="0">
              <a:spcBef>
                <a:spcPts val="780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785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62937" indent="0">
              <a:buFont typeface="Wingdings" panose="05000000000000000000" pitchFamily="2" charset="2"/>
              <a:buNone/>
              <a:defRPr sz="1275" b="0"/>
            </a:lvl2pPr>
            <a:lvl3pPr marL="287417" indent="0">
              <a:buFont typeface="Wingdings" panose="05000000000000000000" pitchFamily="2" charset="2"/>
              <a:buNone/>
              <a:tabLst/>
              <a:defRPr sz="1020" b="0"/>
            </a:lvl3pPr>
            <a:lvl4pPr marL="415945" indent="0">
              <a:buFont typeface="Wingdings" panose="05000000000000000000" pitchFamily="2" charset="2"/>
              <a:buNone/>
              <a:defRPr sz="893" b="0"/>
            </a:lvl4pPr>
            <a:lvl5pPr marL="544473" indent="0">
              <a:buFont typeface="Wingdings" panose="05000000000000000000" pitchFamily="2" charset="2"/>
              <a:buNone/>
              <a:tabLst/>
              <a:defRPr sz="893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8197" y="2104813"/>
            <a:ext cx="3322701" cy="1028358"/>
          </a:xfrm>
        </p:spPr>
        <p:txBody>
          <a:bodyPr wrap="square">
            <a:spAutoFit/>
          </a:bodyPr>
          <a:lstStyle>
            <a:lvl1pPr marL="0" indent="0">
              <a:spcBef>
                <a:spcPts val="780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785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162937" indent="0">
              <a:buFont typeface="Wingdings" panose="05000000000000000000" pitchFamily="2" charset="2"/>
              <a:buNone/>
              <a:defRPr sz="1275" b="0"/>
            </a:lvl2pPr>
            <a:lvl3pPr marL="287417" indent="0">
              <a:buFont typeface="Wingdings" panose="05000000000000000000" pitchFamily="2" charset="2"/>
              <a:buNone/>
              <a:tabLst/>
              <a:defRPr sz="1020" b="0"/>
            </a:lvl3pPr>
            <a:lvl4pPr marL="415945" indent="0">
              <a:buFont typeface="Wingdings" panose="05000000000000000000" pitchFamily="2" charset="2"/>
              <a:buNone/>
              <a:defRPr sz="893" b="0"/>
            </a:lvl4pPr>
            <a:lvl5pPr marL="544473" indent="0">
              <a:buFont typeface="Wingdings" panose="05000000000000000000" pitchFamily="2" charset="2"/>
              <a:buNone/>
              <a:tabLst/>
              <a:defRPr sz="893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30352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057103"/>
            <a:ext cx="3327559" cy="98911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25053" indent="-9715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8486" y="3057103"/>
            <a:ext cx="3327559" cy="98911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37198" indent="-8703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4344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5464" y="3052445"/>
            <a:ext cx="3324522" cy="989117"/>
          </a:xfrm>
        </p:spPr>
        <p:txBody>
          <a:bodyPr/>
          <a:lstStyle>
            <a:lvl1pPr>
              <a:defRPr sz="153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3"/>
            <a:ext cx="3327559" cy="274691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78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76463" y="3052445"/>
            <a:ext cx="3324522" cy="989117"/>
          </a:xfrm>
        </p:spPr>
        <p:txBody>
          <a:bodyPr/>
          <a:lstStyle>
            <a:lvl1pPr>
              <a:defRPr sz="153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97195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6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3076" y="3506470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05443" indent="-96143">
              <a:defRPr lang="en-US" sz="1148" dirty="0"/>
            </a:lvl2pPr>
            <a:lvl3pPr marL="297537" indent="-88047">
              <a:defRPr lang="en-US" dirty="0"/>
            </a:lvl3pPr>
            <a:lvl4pPr marL="379512" indent="-81975">
              <a:defRPr lang="en-US" dirty="0"/>
            </a:lvl4pPr>
            <a:lvl5pPr marL="466547" indent="-77927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45670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5670" y="3496731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54020" indent="-108288">
              <a:defRPr lang="en-US" sz="1148" dirty="0"/>
            </a:lvl2pPr>
            <a:lvl3pPr marL="354211" indent="-100191">
              <a:defRPr lang="en-US" dirty="0"/>
            </a:lvl3pPr>
            <a:lvl4pPr marL="437198" indent="-87035">
              <a:defRPr lang="en-US" dirty="0"/>
            </a:lvl4pPr>
            <a:lvl5pPr marL="510064" indent="-70842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18264" y="2109470"/>
            <a:ext cx="2081060" cy="43178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3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18264" y="3506470"/>
            <a:ext cx="2081060" cy="1122615"/>
          </a:xfrm>
        </p:spPr>
        <p:txBody>
          <a:bodyPr wrap="square">
            <a:spAutoFit/>
          </a:bodyPr>
          <a:lstStyle>
            <a:lvl1pPr marL="112336" indent="-112336">
              <a:defRPr lang="en-US" sz="1275" dirty="0"/>
            </a:lvl1pPr>
            <a:lvl2pPr marL="254020" indent="-108288">
              <a:defRPr lang="en-US" sz="1148" dirty="0"/>
            </a:lvl2pPr>
            <a:lvl3pPr marL="354211" indent="-100191">
              <a:defRPr lang="en-US" dirty="0"/>
            </a:lvl3pPr>
            <a:lvl4pPr marL="437198" indent="-87035">
              <a:defRPr lang="en-US" dirty="0"/>
            </a:lvl4pPr>
            <a:lvl5pPr marL="510064" indent="-70842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64750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8" y="2109471"/>
            <a:ext cx="1614190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8" y="3348569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75867" y="2109471"/>
            <a:ext cx="1615202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75868" y="3338831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80683" y="2109471"/>
            <a:ext cx="1614190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80683" y="3348569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84122" y="2109471"/>
            <a:ext cx="1615202" cy="392415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75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84123" y="3338831"/>
            <a:ext cx="1614190" cy="1059906"/>
          </a:xfrm>
        </p:spPr>
        <p:txBody>
          <a:bodyPr wrap="square">
            <a:spAutoFit/>
          </a:bodyPr>
          <a:lstStyle>
            <a:lvl1pPr marL="90071" indent="-90071">
              <a:defRPr lang="en-US" sz="1148" dirty="0"/>
            </a:lvl1pPr>
            <a:lvl2pPr marL="182166" indent="-79951">
              <a:defRPr lang="en-US" sz="1020" dirty="0"/>
            </a:lvl2pPr>
            <a:lvl3pPr marL="279321" indent="-85011">
              <a:defRPr lang="en-US" dirty="0"/>
            </a:lvl3pPr>
            <a:lvl4pPr marL="361295" indent="-72866">
              <a:defRPr lang="en-US" dirty="0"/>
            </a:lvl4pPr>
            <a:lvl5pPr marL="437198" indent="-6983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4567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427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348569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16242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6242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60056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0056" y="3348569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3871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03871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47685" y="2109471"/>
            <a:ext cx="1253300" cy="3139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2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47685" y="3338831"/>
            <a:ext cx="1253300" cy="906530"/>
          </a:xfrm>
        </p:spPr>
        <p:txBody>
          <a:bodyPr wrap="square">
            <a:spAutoFit/>
          </a:bodyPr>
          <a:lstStyle>
            <a:lvl1pPr marL="90071" indent="-90071">
              <a:defRPr lang="en-US" sz="956" dirty="0"/>
            </a:lvl1pPr>
            <a:lvl2pPr marL="182166" indent="-79951">
              <a:defRPr lang="en-US" sz="893" dirty="0"/>
            </a:lvl2pPr>
            <a:lvl3pPr marL="279321" indent="-85011">
              <a:defRPr lang="en-US" sz="893" dirty="0"/>
            </a:lvl3pPr>
            <a:lvl4pPr marL="361295" indent="-72866">
              <a:defRPr lang="en-US" sz="765" dirty="0"/>
            </a:lvl4pPr>
            <a:lvl5pPr marL="437198" indent="-69830">
              <a:defRPr lang="en-US" sz="765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0509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54359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8" y="4676027"/>
            <a:ext cx="2631404" cy="706347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1796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28" y="670560"/>
            <a:ext cx="3511617" cy="260841"/>
          </a:xfrm>
        </p:spPr>
        <p:txBody>
          <a:bodyPr tIns="64008"/>
          <a:lstStyle>
            <a:lvl1pPr>
              <a:defRPr sz="1275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8882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3875811"/>
            <a:ext cx="2650956" cy="706347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5185459"/>
            <a:ext cx="2653546" cy="215893"/>
          </a:xfrm>
        </p:spPr>
        <p:txBody>
          <a:bodyPr/>
          <a:lstStyle>
            <a:lvl1pPr marL="0" indent="0">
              <a:buNone/>
              <a:defRPr sz="1403">
                <a:latin typeface="+mn-lt"/>
              </a:defRPr>
            </a:lvl1pPr>
            <a:lvl2pPr marL="145733" indent="0">
              <a:buNone/>
              <a:defRPr/>
            </a:lvl2pPr>
            <a:lvl3pPr marL="291465" indent="0">
              <a:buNone/>
              <a:defRPr/>
            </a:lvl3pPr>
            <a:lvl4pPr marL="422017" indent="0">
              <a:buNone/>
              <a:defRPr/>
            </a:lvl4pPr>
            <a:lvl5pPr marL="54548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2006648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8" y="4673698"/>
            <a:ext cx="2651968" cy="706347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814722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370282"/>
            <a:ext cx="2653992" cy="549381"/>
          </a:xfrm>
        </p:spPr>
        <p:txBody>
          <a:bodyPr anchor="t"/>
          <a:lstStyle>
            <a:lvl1pPr>
              <a:defRPr sz="1785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3400425" y="0"/>
            <a:ext cx="4371975" cy="100584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9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88560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5364480"/>
            <a:ext cx="7772400" cy="469392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542723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2" y="0"/>
            <a:ext cx="3614166" cy="100584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877180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7772400" cy="100584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893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4158234" y="0"/>
            <a:ext cx="3614166" cy="100584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2295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05459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8202666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7772400" cy="67056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893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497228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23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1518" y="3352800"/>
            <a:ext cx="7772400" cy="67056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893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784500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8344747"/>
            <a:ext cx="3421799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3"/>
            <a:ext cx="3421799" cy="5096256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638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79186" y="8344747"/>
            <a:ext cx="3421799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77525" y="2970953"/>
            <a:ext cx="3421799" cy="5096256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638" b="1" dirty="0">
                <a:solidFill>
                  <a:srgbClr val="000000"/>
                </a:solidFill>
              </a:defRPr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30922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16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3"/>
            <a:ext cx="2215134" cy="5096256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78633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778633" y="2970953"/>
            <a:ext cx="2215134" cy="5096256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85649" y="8344747"/>
            <a:ext cx="2215336" cy="17665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5184190" y="2970953"/>
            <a:ext cx="2215134" cy="5096256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459209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16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371415" y="2970954"/>
            <a:ext cx="1614716" cy="3714902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76366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176366" y="2970954"/>
            <a:ext cx="1614716" cy="3714902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81318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81318" y="2970954"/>
            <a:ext cx="1614716" cy="3714902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86269" y="6972442"/>
            <a:ext cx="1614716" cy="353302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784608" y="2970954"/>
            <a:ext cx="1614716" cy="3714902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584328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823201"/>
            <a:ext cx="3118676" cy="17665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3864826" cy="411723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80649" y="7823200"/>
            <a:ext cx="3118676" cy="176651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907574" y="3352800"/>
            <a:ext cx="3864826" cy="411723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1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44124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0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040881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2564892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76829" y="7039134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603754" y="3352800"/>
            <a:ext cx="2564892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80583" y="7039135"/>
            <a:ext cx="1818742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5207508" y="3352800"/>
            <a:ext cx="2564892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3454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3075" y="7040881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1912010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26538" y="7039134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1953463" y="3352800"/>
            <a:ext cx="1912010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80002" y="7039135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906927" y="3352800"/>
            <a:ext cx="1912010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465" y="7039134"/>
            <a:ext cx="1165860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5860390" y="3352800"/>
            <a:ext cx="1912010" cy="33528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98398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0652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538" y="7040881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3352800"/>
            <a:ext cx="1521447" cy="33528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49276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1562738" y="3352800"/>
            <a:ext cx="1521447" cy="33528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12014" y="7039135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3125477" y="3352800"/>
            <a:ext cx="1521447" cy="33528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74752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4688215" y="3352800"/>
            <a:ext cx="1521447" cy="33528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37490" y="7039134"/>
            <a:ext cx="1148372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6250953" y="3352800"/>
            <a:ext cx="1521447" cy="33528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8402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505307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1299165" y="3352800"/>
            <a:ext cx="1474813" cy="3393034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9165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148794" y="3352800"/>
            <a:ext cx="1474813" cy="33930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48794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4998423" y="3352800"/>
            <a:ext cx="1474813" cy="3393034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98423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783615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496573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372427" y="3352800"/>
            <a:ext cx="1474813" cy="3393034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223122" y="3352800"/>
            <a:ext cx="1474813" cy="3393034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223122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4073816" y="3352800"/>
            <a:ext cx="1474813" cy="3393034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73816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5924511" y="3352800"/>
            <a:ext cx="1474813" cy="3393034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83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24511" y="7040880"/>
            <a:ext cx="1474813" cy="35330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023714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1496573"/>
            <a:ext cx="7024307" cy="35317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372428" y="3352800"/>
            <a:ext cx="1107567" cy="2548128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8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1852260" y="3352800"/>
            <a:ext cx="1107567" cy="2548128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52260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3332417" y="3352800"/>
            <a:ext cx="1107567" cy="2548128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2417" y="6211995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4811925" y="3352800"/>
            <a:ext cx="1107567" cy="2548128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11925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6291757" y="3352800"/>
            <a:ext cx="1107567" cy="2548128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19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1757" y="6211993"/>
            <a:ext cx="1107567" cy="52995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148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15148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3387725"/>
            <a:ext cx="2028542" cy="353174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7014" y="3387725"/>
            <a:ext cx="4623971" cy="274691"/>
          </a:xfrm>
        </p:spPr>
        <p:txBody>
          <a:bodyPr anchor="t"/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3075" y="2961640"/>
            <a:ext cx="2028596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776009" y="2961640"/>
            <a:ext cx="4624976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903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850285"/>
            <a:ext cx="2028542" cy="353174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0454" y="4889526"/>
            <a:ext cx="4250531" cy="274691"/>
          </a:xfrm>
        </p:spPr>
        <p:txBody>
          <a:bodyPr anchor="ctr"/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777014" y="3781214"/>
            <a:ext cx="0" cy="2495973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7876772" y="-299118"/>
            <a:ext cx="368691" cy="9816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638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760302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107142"/>
            <a:ext cx="7772400" cy="7951258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107143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017" y="3078988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928" indent="0">
              <a:buNone/>
              <a:tabLst>
                <a:tab pos="219611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687" indent="0">
              <a:buNone/>
              <a:tabLst>
                <a:tab pos="363320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284" indent="0">
              <a:buNone/>
              <a:tabLst>
                <a:tab pos="510064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70011" indent="0">
              <a:buNone/>
              <a:tabLst>
                <a:tab pos="655796" algn="l"/>
              </a:tabLst>
              <a:defRPr sz="153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1812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823" y="1804999"/>
            <a:ext cx="7024307" cy="235449"/>
          </a:xfrm>
        </p:spPr>
        <p:txBody>
          <a:bodyPr wrap="square">
            <a:spAutoFit/>
          </a:bodyPr>
          <a:lstStyle>
            <a:lvl1pPr marL="0" indent="0">
              <a:spcBef>
                <a:spcPts val="383"/>
              </a:spcBef>
              <a:spcAft>
                <a:spcPts val="0"/>
              </a:spcAft>
              <a:buNone/>
              <a:defRPr sz="153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145689" indent="0">
              <a:buNone/>
              <a:defRPr sz="153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4146469"/>
            <a:ext cx="7772400" cy="5911931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46469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823" y="5120455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758173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7772400" cy="5911931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196051"/>
            <a:ext cx="7024307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2415078" cy="334579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823" y="968745"/>
            <a:ext cx="7024307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859" y="7328207"/>
            <a:ext cx="7024307" cy="235449"/>
          </a:xfrm>
        </p:spPr>
        <p:txBody>
          <a:bodyPr wrap="square">
            <a:spAutoFit/>
          </a:bodyPr>
          <a:lstStyle>
            <a:lvl1pPr marL="0" indent="0">
              <a:spcBef>
                <a:spcPts val="383"/>
              </a:spcBef>
              <a:spcAft>
                <a:spcPts val="0"/>
              </a:spcAft>
              <a:buNone/>
              <a:defRPr sz="153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145689" indent="0">
              <a:buNone/>
              <a:defRPr sz="153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421477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670561"/>
            <a:ext cx="2576065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5465" y="1962604"/>
            <a:ext cx="2575618" cy="23544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None/>
              <a:defRPr sz="153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38"/>
              </a:spcBef>
              <a:spcAft>
                <a:spcPts val="38"/>
              </a:spcAft>
              <a:buNone/>
              <a:defRPr sz="153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318815" y="0"/>
            <a:ext cx="4453585" cy="100584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22499" y="0"/>
            <a:ext cx="2415078" cy="380745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97963" y="1040141"/>
            <a:ext cx="3698750" cy="235449"/>
          </a:xfrm>
        </p:spPr>
        <p:txBody>
          <a:bodyPr/>
          <a:lstStyle>
            <a:lvl1pPr marL="0" indent="0">
              <a:buNone/>
              <a:tabLst/>
              <a:defRPr sz="153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46527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" y="0"/>
            <a:ext cx="4453585" cy="100584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9413" y="670561"/>
            <a:ext cx="2569911" cy="313932"/>
          </a:xfrm>
        </p:spPr>
        <p:txBody>
          <a:bodyPr/>
          <a:lstStyle>
            <a:lvl1pPr>
              <a:defRPr sz="20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2415078" cy="380745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274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427" y="1035483"/>
            <a:ext cx="3710107" cy="235449"/>
          </a:xfrm>
        </p:spPr>
        <p:txBody>
          <a:bodyPr/>
          <a:lstStyle>
            <a:lvl1pPr marL="0" indent="0">
              <a:buNone/>
              <a:defRPr sz="153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220861" indent="0">
              <a:buNone/>
              <a:defRPr sz="152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372575" indent="0">
              <a:buNone/>
              <a:defRPr sz="1274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519128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669810" indent="0">
              <a:buNone/>
              <a:defRPr sz="1147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29413" y="1960457"/>
            <a:ext cx="2571572" cy="23544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383"/>
              </a:spcBef>
              <a:spcAft>
                <a:spcPts val="0"/>
              </a:spcAft>
              <a:buNone/>
              <a:defRPr sz="153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38"/>
              </a:spcBef>
              <a:spcAft>
                <a:spcPts val="38"/>
              </a:spcAft>
              <a:buNone/>
              <a:defRPr sz="153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291378" indent="0">
              <a:buNone/>
              <a:defRPr/>
            </a:lvl3pPr>
            <a:lvl4pPr marL="437066" indent="0">
              <a:buNone/>
              <a:defRPr/>
            </a:lvl4pPr>
            <a:lvl5pPr marL="582755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074225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598781-713D-A153-D7DE-A0B8C9FEA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26830"/>
            <a:ext cx="3963924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3075" y="5833402"/>
            <a:ext cx="3963924" cy="156966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360649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26830"/>
            <a:ext cx="5829300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3075" y="5833402"/>
            <a:ext cx="5829300" cy="156966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2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27125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ED2F1E-B11D-7B75-2BE7-2C2CAA4F0E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918" y="2483"/>
            <a:ext cx="7768564" cy="100534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30621"/>
            <a:ext cx="4255389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rgbClr val="0E4987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90926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30621"/>
            <a:ext cx="5829300" cy="35317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50" b="0" kern="1200" cap="none" spc="-32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86588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2066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935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372428" y="859156"/>
            <a:ext cx="870981" cy="42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49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372428" y="2107143"/>
            <a:ext cx="7024509" cy="1412759"/>
          </a:xfrm>
        </p:spPr>
        <p:txBody>
          <a:bodyPr>
            <a:spAutoFit/>
          </a:bodyPr>
          <a:lstStyle>
            <a:lvl1pPr>
              <a:defRPr sz="2295">
                <a:latin typeface="+mn-lt"/>
              </a:defRPr>
            </a:lvl1pPr>
            <a:lvl2pPr>
              <a:defRPr sz="1785">
                <a:latin typeface="+mn-lt"/>
              </a:defRPr>
            </a:lvl2pPr>
            <a:lvl3pPr>
              <a:defRPr sz="1530">
                <a:latin typeface="+mn-lt"/>
              </a:defRPr>
            </a:lvl3pPr>
            <a:lvl4pPr>
              <a:defRPr sz="1275">
                <a:latin typeface="+mn-lt"/>
              </a:defRPr>
            </a:lvl4pPr>
            <a:lvl5pPr>
              <a:defRPr sz="1148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9194590"/>
            <a:ext cx="7772401" cy="863812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2359" spc="-33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487519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3004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7EA2940-0BC3-26FF-E029-024ACDAC8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397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0F57E1-D90B-3263-EC4A-6FCDB0179C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17380" y="0"/>
            <a:ext cx="6555020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2123030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F72C55-425F-8D6A-BC10-2DCB8A20D2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73" r="3273"/>
          <a:stretch/>
        </p:blipFill>
        <p:spPr>
          <a:xfrm>
            <a:off x="1643701" y="0"/>
            <a:ext cx="6128699" cy="10058397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29295745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F72C55-425F-8D6A-BC10-2DCB8A20D2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723" t="12613" r="39384" b="6779"/>
          <a:stretch/>
        </p:blipFill>
        <p:spPr>
          <a:xfrm>
            <a:off x="1643701" y="-18857"/>
            <a:ext cx="6128699" cy="10058397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42612425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and person sitting at a table looking at a computer&#10;&#10;Description automatically generated">
            <a:extLst>
              <a:ext uri="{FF2B5EF4-FFF2-40B4-BE49-F238E27FC236}">
                <a16:creationId xmlns:a16="http://schemas.microsoft.com/office/drawing/2014/main" id="{5A6A6047-942D-C4D9-2F35-FF615ECDC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4856"/>
          <a:stretch/>
        </p:blipFill>
        <p:spPr>
          <a:xfrm>
            <a:off x="2193042" y="-1"/>
            <a:ext cx="5579358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1243301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6AA1AC67-13BA-ADC6-4602-1C5E14B15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0282" y="3553680"/>
            <a:ext cx="5440681" cy="2951040"/>
          </a:xfrm>
          <a:prstGeom prst="roundRect">
            <a:avLst>
              <a:gd name="adj" fmla="val 12880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F5EDB2-62CD-FCD3-37F1-2EA7B51C3CF8}"/>
              </a:ext>
            </a:extLst>
          </p:cNvPr>
          <p:cNvSpPr/>
          <p:nvPr userDrawn="1"/>
        </p:nvSpPr>
        <p:spPr>
          <a:xfrm>
            <a:off x="360283" y="3552338"/>
            <a:ext cx="5440680" cy="2951040"/>
          </a:xfrm>
          <a:prstGeom prst="roundRect">
            <a:avLst>
              <a:gd name="adj" fmla="val 12640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C02737-1995-7747-7303-F1115CC1989C}"/>
              </a:ext>
            </a:extLst>
          </p:cNvPr>
          <p:cNvSpPr/>
          <p:nvPr userDrawn="1"/>
        </p:nvSpPr>
        <p:spPr>
          <a:xfrm>
            <a:off x="654099" y="4172375"/>
            <a:ext cx="4814918" cy="1794974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E714C5-EE7A-4758-F77D-9AD34E9A3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517" y="4932516"/>
            <a:ext cx="4524502" cy="274691"/>
          </a:xfrm>
        </p:spPr>
        <p:txBody>
          <a:bodyPr anchor="ctr" anchorCtr="0"/>
          <a:lstStyle>
            <a:lvl1pPr marL="0" indent="0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042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118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3F20055C-12D9-5C48-BC85-FE7DCECB46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6445" y="4504785"/>
            <a:ext cx="3228290" cy="627864"/>
          </a:xfrm>
        </p:spPr>
        <p:txBody>
          <a:bodyPr anchor="ctr"/>
          <a:lstStyle>
            <a:lvl1pPr>
              <a:defRPr sz="204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6D4A09-38E0-4150-617F-2150E0FAC774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pic>
        <p:nvPicPr>
          <p:cNvPr id="2" name="Picture Placeholder 10" descr="A person sitting on a couch using a computer&#10;&#10;Description automatically generated">
            <a:extLst>
              <a:ext uri="{FF2B5EF4-FFF2-40B4-BE49-F238E27FC236}">
                <a16:creationId xmlns:a16="http://schemas.microsoft.com/office/drawing/2014/main" id="{FC9630D6-2093-4A30-D4E0-937D24073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3295" y="1"/>
            <a:ext cx="4569105" cy="9812245"/>
          </a:xfrm>
          <a:custGeom>
            <a:avLst/>
            <a:gdLst>
              <a:gd name="connsiteX0" fmla="*/ 0 w 7167224"/>
              <a:gd name="connsiteY0" fmla="*/ 0 h 6858000"/>
              <a:gd name="connsiteX1" fmla="*/ 7167224 w 7167224"/>
              <a:gd name="connsiteY1" fmla="*/ 0 h 6858000"/>
              <a:gd name="connsiteX2" fmla="*/ 7167224 w 7167224"/>
              <a:gd name="connsiteY2" fmla="*/ 6858000 h 6858000"/>
              <a:gd name="connsiteX3" fmla="*/ 4685072 w 7167224"/>
              <a:gd name="connsiteY3" fmla="*/ 6858000 h 6858000"/>
              <a:gd name="connsiteX4" fmla="*/ 4664236 w 7167224"/>
              <a:gd name="connsiteY4" fmla="*/ 6583993 h 6858000"/>
              <a:gd name="connsiteX5" fmla="*/ 58369 w 7167224"/>
              <a:gd name="connsiteY5" fmla="*/ 2638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67224" h="6858000">
                <a:moveTo>
                  <a:pt x="0" y="0"/>
                </a:moveTo>
                <a:lnTo>
                  <a:pt x="7167224" y="0"/>
                </a:lnTo>
                <a:lnTo>
                  <a:pt x="7167224" y="6858000"/>
                </a:lnTo>
                <a:lnTo>
                  <a:pt x="4685072" y="6858000"/>
                </a:lnTo>
                <a:lnTo>
                  <a:pt x="4664236" y="6583993"/>
                </a:lnTo>
                <a:cubicBezTo>
                  <a:pt x="4370084" y="3687525"/>
                  <a:pt x="2569527" y="1236388"/>
                  <a:pt x="58369" y="26388"/>
                </a:cubicBezTo>
                <a:close/>
              </a:path>
            </a:pathLst>
          </a:custGeom>
          <a:effectLst>
            <a:outerShdw blurRad="101600" dist="38100" dir="10800000" algn="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79541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3F20055C-12D9-5C48-BC85-FE7DCECB46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66445" y="4504785"/>
            <a:ext cx="3228290" cy="627864"/>
          </a:xfrm>
        </p:spPr>
        <p:txBody>
          <a:bodyPr anchor="ctr"/>
          <a:lstStyle>
            <a:lvl1pPr>
              <a:defRPr sz="204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Placeholder 12" descr="Smiling woman using laptop">
            <a:extLst>
              <a:ext uri="{FF2B5EF4-FFF2-40B4-BE49-F238E27FC236}">
                <a16:creationId xmlns:a16="http://schemas.microsoft.com/office/drawing/2014/main" id="{A2DBEBFD-A42A-83EF-20FD-B4DEA689B7E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86200" y="1"/>
            <a:ext cx="3886200" cy="9816252"/>
          </a:xfrm>
          <a:custGeom>
            <a:avLst/>
            <a:gdLst>
              <a:gd name="connsiteX0" fmla="*/ 0 w 6096000"/>
              <a:gd name="connsiteY0" fmla="*/ 0 h 6692899"/>
              <a:gd name="connsiteX1" fmla="*/ 6096000 w 6096000"/>
              <a:gd name="connsiteY1" fmla="*/ 0 h 6692899"/>
              <a:gd name="connsiteX2" fmla="*/ 6096000 w 6096000"/>
              <a:gd name="connsiteY2" fmla="*/ 6692899 h 6692899"/>
              <a:gd name="connsiteX3" fmla="*/ 1181405 w 6096000"/>
              <a:gd name="connsiteY3" fmla="*/ 6692899 h 6692899"/>
              <a:gd name="connsiteX4" fmla="*/ 0 w 6096000"/>
              <a:gd name="connsiteY4" fmla="*/ 5511494 h 6692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692899">
                <a:moveTo>
                  <a:pt x="0" y="0"/>
                </a:moveTo>
                <a:lnTo>
                  <a:pt x="6096000" y="0"/>
                </a:lnTo>
                <a:lnTo>
                  <a:pt x="6096000" y="6692899"/>
                </a:lnTo>
                <a:lnTo>
                  <a:pt x="1181405" y="6692899"/>
                </a:lnTo>
                <a:cubicBezTo>
                  <a:pt x="528933" y="6692899"/>
                  <a:pt x="0" y="6163966"/>
                  <a:pt x="0" y="5511494"/>
                </a:cubicBez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6D4A09-38E0-4150-617F-2150E0FAC774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17321861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4A7036-07F3-B266-6945-ADE081D4B86C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5C40B06-A260-9D9D-4EAD-700D31A9650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C6D69F-71B6-0477-FC5D-60C21E517FCC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8717946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1628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1588936"/>
            <a:ext cx="7379153" cy="695405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2624378"/>
            <a:ext cx="1677467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0572" y="2624377"/>
            <a:ext cx="5110413" cy="227948"/>
          </a:xfrm>
        </p:spPr>
        <p:txBody>
          <a:bodyPr numCol="2" anchor="t"/>
          <a:lstStyle>
            <a:lvl1pPr marL="147757" indent="-147757">
              <a:spcBef>
                <a:spcPts val="383"/>
              </a:spcBef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290572" y="2198293"/>
            <a:ext cx="5110413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198293"/>
            <a:ext cx="1677467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402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20743303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SP Masters Program - Copilot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blonde hair and a white shirt&#10;&#10;Description automatically generated">
            <a:extLst>
              <a:ext uri="{FF2B5EF4-FFF2-40B4-BE49-F238E27FC236}">
                <a16:creationId xmlns:a16="http://schemas.microsoft.com/office/drawing/2014/main" id="{F30F57E1-D90B-3263-EC4A-6FCDB0179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6076456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88F72-9E5E-E54F-FF24-1FA052D60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43701" y="-1"/>
            <a:ext cx="6128699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32005092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P Masters Program - Copilot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88F72-9E5E-E54F-FF24-1FA052D608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3701" y="-1"/>
            <a:ext cx="6128699" cy="10058400"/>
          </a:xfrm>
          <a:prstGeom prst="rect">
            <a:avLst/>
          </a:prstGeom>
        </p:spPr>
      </p:pic>
      <p:sp>
        <p:nvSpPr>
          <p:cNvPr id="11" name="Cutout">
            <a:extLst>
              <a:ext uri="{FF2B5EF4-FFF2-40B4-BE49-F238E27FC236}">
                <a16:creationId xmlns:a16="http://schemas.microsoft.com/office/drawing/2014/main" id="{DD82A0A3-899A-8692-44AF-1DC6A15ED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5506785" cy="10058400"/>
          </a:xfrm>
          <a:custGeom>
            <a:avLst/>
            <a:gdLst>
              <a:gd name="connsiteX0" fmla="*/ 0 w 8638094"/>
              <a:gd name="connsiteY0" fmla="*/ 0 h 6858000"/>
              <a:gd name="connsiteX1" fmla="*/ 8638094 w 8638094"/>
              <a:gd name="connsiteY1" fmla="*/ 0 h 6858000"/>
              <a:gd name="connsiteX2" fmla="*/ 5227281 w 8638094"/>
              <a:gd name="connsiteY2" fmla="*/ 3078405 h 6858000"/>
              <a:gd name="connsiteX3" fmla="*/ 5209581 w 8638094"/>
              <a:gd name="connsiteY3" fmla="*/ 3429001 h 6858000"/>
              <a:gd name="connsiteX4" fmla="*/ 5209580 w 8638094"/>
              <a:gd name="connsiteY4" fmla="*/ 3429000 h 6858000"/>
              <a:gd name="connsiteX5" fmla="*/ 5209580 w 8638094"/>
              <a:gd name="connsiteY5" fmla="*/ 3429001 h 6858000"/>
              <a:gd name="connsiteX6" fmla="*/ 5209581 w 8638094"/>
              <a:gd name="connsiteY6" fmla="*/ 3429001 h 6858000"/>
              <a:gd name="connsiteX7" fmla="*/ 5227281 w 8638094"/>
              <a:gd name="connsiteY7" fmla="*/ 3779595 h 6858000"/>
              <a:gd name="connsiteX8" fmla="*/ 8638094 w 8638094"/>
              <a:gd name="connsiteY8" fmla="*/ 6858000 h 6858000"/>
              <a:gd name="connsiteX9" fmla="*/ 0 w 8638094"/>
              <a:gd name="connsiteY9" fmla="*/ 6858000 h 6858000"/>
              <a:gd name="connsiteX10" fmla="*/ 0 w 8638094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38094" h="6858000">
                <a:moveTo>
                  <a:pt x="0" y="0"/>
                </a:moveTo>
                <a:lnTo>
                  <a:pt x="8638094" y="0"/>
                </a:lnTo>
                <a:cubicBezTo>
                  <a:pt x="6862923" y="0"/>
                  <a:pt x="5402856" y="1349311"/>
                  <a:pt x="5227281" y="3078405"/>
                </a:cubicBezTo>
                <a:lnTo>
                  <a:pt x="5209581" y="3429001"/>
                </a:lnTo>
                <a:lnTo>
                  <a:pt x="5209580" y="3429000"/>
                </a:lnTo>
                <a:lnTo>
                  <a:pt x="5209580" y="3429001"/>
                </a:lnTo>
                <a:lnTo>
                  <a:pt x="5209581" y="3429001"/>
                </a:lnTo>
                <a:lnTo>
                  <a:pt x="5227281" y="3779595"/>
                </a:lnTo>
                <a:cubicBezTo>
                  <a:pt x="5402856" y="5508690"/>
                  <a:pt x="6862923" y="6858000"/>
                  <a:pt x="8638094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</p:spPr>
        <p:txBody>
          <a:bodyPr vert="horz" wrap="square" lIns="0" tIns="1282446" rIns="0" bIns="0" rtlCol="0" anchor="t" anchorCtr="0">
            <a:no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lang="en-US" sz="1600" b="1" kern="1200" spc="0" baseline="0">
                <a:solidFill>
                  <a:srgbClr val="000000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02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B916564-33C2-CD0E-E05A-76907EB69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E2905F-5DD9-A6E6-9622-A302EC2890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7257584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nernat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48904D2-33E0-3461-BD3C-159853CA3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D53EC2-149B-8491-E5CC-F6AA28319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21107" y="-1"/>
            <a:ext cx="4451293" cy="10058401"/>
          </a:xfrm>
          <a:custGeom>
            <a:avLst/>
            <a:gdLst>
              <a:gd name="connsiteX0" fmla="*/ 0 w 7122432"/>
              <a:gd name="connsiteY0" fmla="*/ 3497262 h 6994526"/>
              <a:gd name="connsiteX1" fmla="*/ 1 w 7122432"/>
              <a:gd name="connsiteY1" fmla="*/ 3497263 h 6994526"/>
              <a:gd name="connsiteX2" fmla="*/ 0 w 7122432"/>
              <a:gd name="connsiteY2" fmla="*/ 3497263 h 6994526"/>
              <a:gd name="connsiteX3" fmla="*/ 3497263 w 7122432"/>
              <a:gd name="connsiteY3" fmla="*/ 0 h 6994526"/>
              <a:gd name="connsiteX4" fmla="*/ 7122432 w 7122432"/>
              <a:gd name="connsiteY4" fmla="*/ 0 h 6994526"/>
              <a:gd name="connsiteX5" fmla="*/ 7122432 w 7122432"/>
              <a:gd name="connsiteY5" fmla="*/ 6994526 h 6994526"/>
              <a:gd name="connsiteX6" fmla="*/ 3497263 w 7122432"/>
              <a:gd name="connsiteY6" fmla="*/ 6994525 h 6994526"/>
              <a:gd name="connsiteX7" fmla="*/ 18056 w 7122432"/>
              <a:gd name="connsiteY7" fmla="*/ 3854837 h 6994526"/>
              <a:gd name="connsiteX8" fmla="*/ 1 w 7122432"/>
              <a:gd name="connsiteY8" fmla="*/ 3497263 h 6994526"/>
              <a:gd name="connsiteX9" fmla="*/ 18056 w 7122432"/>
              <a:gd name="connsiteY9" fmla="*/ 3139688 h 6994526"/>
              <a:gd name="connsiteX10" fmla="*/ 3497263 w 7122432"/>
              <a:gd name="connsiteY10" fmla="*/ 0 h 699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22432" h="6994526">
                <a:moveTo>
                  <a:pt x="0" y="3497262"/>
                </a:moveTo>
                <a:lnTo>
                  <a:pt x="1" y="3497263"/>
                </a:lnTo>
                <a:lnTo>
                  <a:pt x="0" y="3497263"/>
                </a:lnTo>
                <a:close/>
                <a:moveTo>
                  <a:pt x="3497263" y="0"/>
                </a:moveTo>
                <a:lnTo>
                  <a:pt x="7122432" y="0"/>
                </a:lnTo>
                <a:lnTo>
                  <a:pt x="7122432" y="6994526"/>
                </a:lnTo>
                <a:lnTo>
                  <a:pt x="3497263" y="6994525"/>
                </a:lnTo>
                <a:cubicBezTo>
                  <a:pt x="1686496" y="6994525"/>
                  <a:pt x="197151" y="5618353"/>
                  <a:pt x="18056" y="3854837"/>
                </a:cubicBezTo>
                <a:lnTo>
                  <a:pt x="1" y="3497263"/>
                </a:lnTo>
                <a:lnTo>
                  <a:pt x="18056" y="3139688"/>
                </a:lnTo>
                <a:cubicBezTo>
                  <a:pt x="197151" y="1376172"/>
                  <a:pt x="1686496" y="0"/>
                  <a:pt x="3497263" y="0"/>
                </a:cubicBez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2011680" rIns="0" bIns="0" rtlCol="0" anchor="t" anchorCtr="0">
            <a:noAutofit/>
          </a:bodyPr>
          <a:lstStyle>
            <a:lvl1pPr>
              <a:defRPr lang="en-US" sz="1020" b="1">
                <a:latin typeface="+mn-lt"/>
                <a:cs typeface="Segoe UI" panose="020B0502040204020203" pitchFamily="34" charset="0"/>
              </a:defRPr>
            </a:lvl1pPr>
          </a:lstStyle>
          <a:p>
            <a:pPr marL="0" marR="0" lvl="0" indent="0" algn="ctr" defTabSz="594623" rtl="0" eaLnBrk="1" fontAlgn="auto" latinLnBrk="0" hangingPunct="1">
              <a:lnSpc>
                <a:spcPct val="100000"/>
              </a:lnSpc>
              <a:spcBef>
                <a:spcPts val="1148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89E955A-D68E-FC9C-6BF1-3CF59CB465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018" y="4476174"/>
            <a:ext cx="2657028" cy="706347"/>
          </a:xfrm>
        </p:spPr>
        <p:txBody>
          <a:bodyPr anchor="b" anchorCtr="0">
            <a:spAutoFit/>
          </a:bodyPr>
          <a:lstStyle>
            <a:lvl1pPr>
              <a:defRPr sz="2295">
                <a:solidFill>
                  <a:schemeClr val="accent2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70DCD0C-F263-40A0-B5EC-0435B77458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052" y="5811521"/>
            <a:ext cx="2654922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1923100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6AA1AC67-13BA-ADC6-4602-1C5E14B15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282" y="3553680"/>
            <a:ext cx="5440681" cy="2951040"/>
          </a:xfrm>
          <a:prstGeom prst="roundRect">
            <a:avLst>
              <a:gd name="adj" fmla="val 12880"/>
            </a:avLst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8F5EDB2-62CD-FCD3-37F1-2EA7B51C3CF8}"/>
              </a:ext>
            </a:extLst>
          </p:cNvPr>
          <p:cNvSpPr/>
          <p:nvPr userDrawn="1"/>
        </p:nvSpPr>
        <p:spPr>
          <a:xfrm>
            <a:off x="360283" y="3552338"/>
            <a:ext cx="5440680" cy="2951040"/>
          </a:xfrm>
          <a:prstGeom prst="roundRect">
            <a:avLst>
              <a:gd name="adj" fmla="val 12640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C02737-1995-7747-7303-F1115CC1989C}"/>
              </a:ext>
            </a:extLst>
          </p:cNvPr>
          <p:cNvSpPr/>
          <p:nvPr userDrawn="1"/>
        </p:nvSpPr>
        <p:spPr>
          <a:xfrm>
            <a:off x="654099" y="4172375"/>
            <a:ext cx="4814918" cy="1794974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6E714C5-EE7A-4758-F77D-9AD34E9A38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517" y="4932516"/>
            <a:ext cx="4524502" cy="274691"/>
          </a:xfrm>
        </p:spPr>
        <p:txBody>
          <a:bodyPr anchor="ctr" anchorCtr="0"/>
          <a:lstStyle>
            <a:lvl1pPr marL="402788" indent="-402788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711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 object&#10;&#10;Description automatically generated">
            <a:extLst>
              <a:ext uri="{FF2B5EF4-FFF2-40B4-BE49-F238E27FC236}">
                <a16:creationId xmlns:a16="http://schemas.microsoft.com/office/drawing/2014/main" id="{7FA841F1-8E81-2937-76CC-2118FF3FC4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3CCB3F9-433B-EA43-176B-A9B99587601E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FBEF05-44CE-10D3-01F5-40B6347F4A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2155565776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DF1E218-2AA9-E59E-CD79-58EC82F9A52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2" name="Picture 1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D5AAD626-0FF6-FBA0-BA7F-1E92B724834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64BF0F-965B-5914-4627-2C9273E020F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104814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08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ntr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30D0933-331C-20E6-8B54-189E355842BD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7" name="Picture 6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309D89FB-9578-9875-2B29-70D7CE5F7AB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BE598B-F121-F2AE-9B69-D8971CDF6C99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7" y="1769534"/>
            <a:ext cx="6505337" cy="396968"/>
          </a:xfrm>
        </p:spPr>
        <p:txBody>
          <a:bodyPr/>
          <a:lstStyle>
            <a:lvl1pPr>
              <a:defRPr sz="893">
                <a:latin typeface="+mn-lt"/>
              </a:defRPr>
            </a:lvl1pPr>
            <a:lvl2pPr>
              <a:defRPr sz="102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29CF6A1-2A54-EAFF-779A-CAFDF3C03C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2428" y="3537847"/>
            <a:ext cx="7028557" cy="935064"/>
          </a:xfrm>
        </p:spPr>
        <p:txBody>
          <a:bodyPr/>
          <a:lstStyle>
            <a:lvl1pPr>
              <a:defRPr sz="1020"/>
            </a:lvl1pPr>
            <a:lvl2pPr>
              <a:defRPr sz="1020"/>
            </a:lvl2pPr>
            <a:lvl3pPr>
              <a:defRPr sz="893"/>
            </a:lvl3pPr>
            <a:lvl4pPr>
              <a:defRPr sz="893"/>
            </a:lvl4pPr>
            <a:lvl5pPr>
              <a:defRPr sz="8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D0DB0521-F5C1-19DD-E8E1-A51202BCEF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7459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600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F178E1B-908A-F34D-06CD-1931EB203EC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948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backgound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ribbon&#10;&#10;Description automatically generated">
            <a:extLst>
              <a:ext uri="{FF2B5EF4-FFF2-40B4-BE49-F238E27FC236}">
                <a16:creationId xmlns:a16="http://schemas.microsoft.com/office/drawing/2014/main" id="{2D01368F-CBC2-3A98-51E0-572AB4513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923E10-A0DD-9107-F976-70EDBED7C272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78E1B-908A-F34D-06CD-1931EB203EC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F0B32A3-39CB-22FB-7D7C-4A7C773B0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0127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round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64BF0F-965B-5914-4627-2C9273E020F2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104814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808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ckground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852273-B857-20CA-59FC-EB5BE3F4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0255C-FB5A-E644-85A2-27A97D45B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427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99D8670-E78C-69F4-3EAE-0C5C4F91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6462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22BDE9B7-BF0F-DF45-BCD0-D6165D547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469473"/>
            <a:ext cx="7028557" cy="158186"/>
          </a:xfrm>
          <a:prstGeom prst="rect">
            <a:avLst/>
          </a:prstGeom>
        </p:spPr>
        <p:txBody>
          <a:bodyPr/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C1368-183A-6A5B-98F3-79A3F801C10B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6537288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3">
          <p15:clr>
            <a:srgbClr val="FBAE40"/>
          </p15:clr>
        </p15:guide>
        <p15:guide id="5" pos="4027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background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9C7A637-9C83-8E2C-B673-0817ED3CE231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4B2161EF-6401-91A8-EFC2-CEF94AC79E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542778-2116-B763-7B8E-64EDCA14B275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F2852273-B857-20CA-59FC-EB5BE3F44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0255C-FB5A-E644-85A2-27A97D45B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427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99D8670-E78C-69F4-3EAE-0C5C4F91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6462" y="2104813"/>
            <a:ext cx="3324523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22BDE9B7-BF0F-DF45-BCD0-D6165D547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469473"/>
            <a:ext cx="7028557" cy="158186"/>
          </a:xfrm>
          <a:prstGeom prst="rect">
            <a:avLst/>
          </a:prstGeom>
        </p:spPr>
        <p:txBody>
          <a:bodyPr/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4C1368-183A-6A5B-98F3-79A3F801C10B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9345569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3">
          <p15:clr>
            <a:srgbClr val="FBAE40"/>
          </p15:clr>
        </p15:guide>
        <p15:guide id="5" pos="4027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EF4037-A609-A9B8-078B-CE087FCC2FBE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CB1914C-784C-0230-3C4C-01B077CCF6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938F55-19E6-E840-1084-01B2A085047D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961641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8522C0CB-7CA6-6339-77AF-EA5B1984F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25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eyebrow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25B0F14-1D8E-05BE-E630-B3456823C54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30EA2969-34DD-DAA8-1D7E-246D83F0867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DED292-DED9-217C-A2C7-706F1148EA1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Eyebrow placeholder">
            <a:extLst>
              <a:ext uri="{FF2B5EF4-FFF2-40B4-BE49-F238E27FC236}">
                <a16:creationId xmlns:a16="http://schemas.microsoft.com/office/drawing/2014/main" id="{48B9C26C-7246-D5C5-B758-D000638734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726B72F-F30C-C802-754B-00F8619DF7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2428" y="2961641"/>
            <a:ext cx="7028557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93345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5979E47-BD7E-F57A-4D56-BEEC52979CA6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7" name="Picture 6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AFCF619-AC26-2E4C-2904-F86EAFD2B3C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D6185B-31C8-DCA6-A9FA-7806DF771DD8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ABDF8D8-0F08-FD6F-E5FE-7EE6DC72BE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Eyebrow placeholder">
            <a:extLst>
              <a:ext uri="{FF2B5EF4-FFF2-40B4-BE49-F238E27FC236}">
                <a16:creationId xmlns:a16="http://schemas.microsoft.com/office/drawing/2014/main" id="{7A979B28-27F8-3F49-0EE7-BF83B791B9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89215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sub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C4A7036-07F3-B266-6945-ADE081D4B86C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F5C40B06-A260-9D9D-4EAD-700D31A9650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C6D69F-71B6-0477-FC5D-60C21E517FCC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176405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FDF0EE6-10BF-3375-600E-D7D82456A675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5594B1F8-FC13-CF06-C949-7E92A50B16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218ED4-3869-4937-C6A4-76DB2C1B9A43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C45BD7-3F2C-830D-5256-48E37AFC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Eyebrow placeholder">
            <a:extLst>
              <a:ext uri="{FF2B5EF4-FFF2-40B4-BE49-F238E27FC236}">
                <a16:creationId xmlns:a16="http://schemas.microsoft.com/office/drawing/2014/main" id="{23E98592-EE2D-456F-76E2-F8BED7A0F2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362103"/>
            <a:ext cx="7024509" cy="156966"/>
          </a:xfrm>
        </p:spPr>
        <p:txBody>
          <a:bodyPr/>
          <a:lstStyle>
            <a:lvl1pPr marL="0" indent="0">
              <a:buNone/>
              <a:defRPr sz="102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69612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half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DF1E218-2AA9-E59E-CD79-58EC82F9A527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2" name="Picture 1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D5AAD626-0FF6-FBA0-BA7F-1E92B724834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64BF0F-965B-5914-4627-2C9273E020F2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A2DD64C-91AA-0F9F-782C-C9626477CB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749449"/>
            <a:ext cx="3553260" cy="5493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8" y="2799822"/>
            <a:ext cx="3555410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DD1BEEC7-5874-1E48-8B60-B1E5D9779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2428" y="9549177"/>
            <a:ext cx="7028557" cy="7848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defRPr sz="510">
                <a:solidFill>
                  <a:srgbClr val="000000"/>
                </a:solidFill>
              </a:defRPr>
            </a:lvl1pPr>
          </a:lstStyle>
          <a:p>
            <a:pPr>
              <a:tabLst>
                <a:tab pos="7031593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973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48072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1588936"/>
            <a:ext cx="7379153" cy="695405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2624378"/>
            <a:ext cx="1677467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90572" y="2624377"/>
            <a:ext cx="5110413" cy="227948"/>
          </a:xfrm>
        </p:spPr>
        <p:txBody>
          <a:bodyPr numCol="2" anchor="t"/>
          <a:lstStyle>
            <a:lvl1pPr marL="147757" indent="-147757">
              <a:spcBef>
                <a:spcPts val="383"/>
              </a:spcBef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290572" y="2198293"/>
            <a:ext cx="5110413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198293"/>
            <a:ext cx="1677467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080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</p:spTree>
    <p:extLst>
      <p:ext uri="{BB962C8B-B14F-4D97-AF65-F5344CB8AC3E}">
        <p14:creationId xmlns:p14="http://schemas.microsoft.com/office/powerpoint/2010/main" val="35053446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&#10;&#10;Description automatically generated">
            <a:extLst>
              <a:ext uri="{FF2B5EF4-FFF2-40B4-BE49-F238E27FC236}">
                <a16:creationId xmlns:a16="http://schemas.microsoft.com/office/drawing/2014/main" id="{4F5CE529-272F-D619-67D6-09FCFE939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993112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>
          <a:xfrm>
            <a:off x="375017" y="749450"/>
            <a:ext cx="7024307" cy="274691"/>
          </a:xfrm>
        </p:spPr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372428" y="2107143"/>
            <a:ext cx="7024509" cy="1464632"/>
          </a:xfrm>
        </p:spPr>
        <p:txBody>
          <a:bodyPr>
            <a:spAutoFit/>
          </a:bodyPr>
          <a:lstStyle>
            <a:lvl1pPr>
              <a:defRPr sz="2295">
                <a:latin typeface="+mn-lt"/>
              </a:defRPr>
            </a:lvl1pPr>
            <a:lvl2pPr>
              <a:defRPr sz="1785">
                <a:latin typeface="+mn-lt"/>
              </a:defRPr>
            </a:lvl2pPr>
            <a:lvl3pPr>
              <a:defRPr sz="1530">
                <a:latin typeface="+mn-lt"/>
              </a:defRPr>
            </a:lvl3pPr>
            <a:lvl4pPr>
              <a:defRPr sz="1275">
                <a:latin typeface="+mn-lt"/>
              </a:defRPr>
            </a:lvl4pPr>
            <a:lvl5pPr>
              <a:defRPr sz="1148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9194590"/>
            <a:ext cx="7772401" cy="863812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2359" spc="-33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494040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</p:spTree>
    <p:extLst>
      <p:ext uri="{BB962C8B-B14F-4D97-AF65-F5344CB8AC3E}">
        <p14:creationId xmlns:p14="http://schemas.microsoft.com/office/powerpoint/2010/main" val="168680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AD58F4-D255-D330-4E5D-A82F308095F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0C8AED29-A2C9-D869-28FB-33C34244E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668816" cy="985350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36FB7E5-87C4-6FBF-8057-6A49387F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7694" y="692912"/>
            <a:ext cx="3491845" cy="824200"/>
          </a:xfrm>
        </p:spPr>
        <p:txBody>
          <a:bodyPr/>
          <a:lstStyle>
            <a:lvl1pPr>
              <a:defRPr sz="267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07EF33-243D-F899-378F-5B2E5E1462A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27693" y="2402840"/>
            <a:ext cx="3494544" cy="9547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FBA23A4-F1C1-BC53-6BDE-D0642CBCD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0163" y="9300413"/>
            <a:ext cx="3119045" cy="3611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582930">
              <a:defRPr/>
            </a:pPr>
            <a:r>
              <a:rPr lang="en-US" sz="638">
                <a:solidFill>
                  <a:prstClr val="white"/>
                </a:solidFill>
                <a:latin typeface="Segoe UI"/>
              </a:rPr>
              <a:t>Data Security and Information Protection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6AF72F4-0DE1-2DD9-3037-A847E283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582930">
              <a:defRPr/>
            </a:pPr>
            <a:fld id="{C67CA0B0-04EF-433A-8113-67BC344D39D3}" type="slidenum">
              <a:rPr lang="en-US" sz="638" smtClean="0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pPr algn="r" defTabSz="582930">
                <a:defRPr/>
              </a:pPr>
              <a:t>‹#›</a:t>
            </a:fld>
            <a:endParaRPr lang="en-US" sz="638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474967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!!Rectangle: Rounded Corners 5">
            <a:extLst>
              <a:ext uri="{FF2B5EF4-FFF2-40B4-BE49-F238E27FC236}">
                <a16:creationId xmlns:a16="http://schemas.microsoft.com/office/drawing/2014/main" id="{1AA36030-2EFC-F7BC-0E57-DEE9AF686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72428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!!Rectangle: Rounded Corners 5">
            <a:extLst>
              <a:ext uri="{FF2B5EF4-FFF2-40B4-BE49-F238E27FC236}">
                <a16:creationId xmlns:a16="http://schemas.microsoft.com/office/drawing/2014/main" id="{4D8E68CF-84CA-B8E7-9A71-0C8D0C00E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2151404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!!Rectangle: Rounded Corners 5">
            <a:extLst>
              <a:ext uri="{FF2B5EF4-FFF2-40B4-BE49-F238E27FC236}">
                <a16:creationId xmlns:a16="http://schemas.microsoft.com/office/drawing/2014/main" id="{32B064D2-AE97-A947-10A8-DC12852C7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930379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!!Rectangle: Rounded Corners 5">
            <a:extLst>
              <a:ext uri="{FF2B5EF4-FFF2-40B4-BE49-F238E27FC236}">
                <a16:creationId xmlns:a16="http://schemas.microsoft.com/office/drawing/2014/main" id="{29460811-B3CD-4FC2-8523-33502A660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709356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61F64DC-A7DF-105D-5C8E-9AC3F7AAA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483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C23470F8-9AB1-6470-3C40-61250E2D0A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90459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08B355D2-EC24-5978-F34B-2CF4EA1536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69434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925EE363-54E2-1AC9-B00B-AC5B2D03EB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48411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44C1742-A0D1-F02B-7F27-A5BAE99ACD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9409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829F7D7-0C89-EAB3-BD65-9B7FFD20E6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78385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9F0A84-B0CA-FA9E-4A54-B7483EC385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57361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047C8B0A-158E-87F6-0048-38FB0DD877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36337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A4D0286E-7ACD-709F-792D-38E7E5575F03}"/>
              </a:ext>
            </a:extLst>
          </p:cNvPr>
          <p:cNvSpPr/>
          <p:nvPr userDrawn="1"/>
        </p:nvSpPr>
        <p:spPr bwMode="auto">
          <a:xfrm rot="5400000" flipH="1">
            <a:off x="117677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A497D684-C702-7F2D-5874-A7A95E0D6BB4}"/>
              </a:ext>
            </a:extLst>
          </p:cNvPr>
          <p:cNvSpPr/>
          <p:nvPr userDrawn="1"/>
        </p:nvSpPr>
        <p:spPr bwMode="auto">
          <a:xfrm rot="5400000" flipH="1">
            <a:off x="2959159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07C271D0-1620-837F-239A-A0673A7506AB}"/>
              </a:ext>
            </a:extLst>
          </p:cNvPr>
          <p:cNvSpPr/>
          <p:nvPr userDrawn="1"/>
        </p:nvSpPr>
        <p:spPr bwMode="auto">
          <a:xfrm rot="5400000" flipH="1">
            <a:off x="4741546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4" name="Rectangle: Top Corners Rounded 23">
            <a:extLst>
              <a:ext uri="{FF2B5EF4-FFF2-40B4-BE49-F238E27FC236}">
                <a16:creationId xmlns:a16="http://schemas.microsoft.com/office/drawing/2014/main" id="{77EA4304-1259-82AF-9FCC-C49DE1BBA8F5}"/>
              </a:ext>
            </a:extLst>
          </p:cNvPr>
          <p:cNvSpPr/>
          <p:nvPr userDrawn="1"/>
        </p:nvSpPr>
        <p:spPr bwMode="auto">
          <a:xfrm rot="5400000" flipH="1">
            <a:off x="652393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3029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B337E0A-AA0A-563E-746F-88DFDBD46F6A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4" name="Picture 3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981B8DF7-34EC-6688-A88F-ED8C3597D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178E1B-908A-F34D-06CD-1931EB203ECF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90A9B380-75A5-7CED-05A1-1EC949DF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702430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!!Rectangle: Rounded Corners 5">
            <a:extLst>
              <a:ext uri="{FF2B5EF4-FFF2-40B4-BE49-F238E27FC236}">
                <a16:creationId xmlns:a16="http://schemas.microsoft.com/office/drawing/2014/main" id="{6E7D73A1-CC68-CDD9-3A42-BC2E9689E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22538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!!Rectangle: Rounded Corners 5">
            <a:extLst>
              <a:ext uri="{FF2B5EF4-FFF2-40B4-BE49-F238E27FC236}">
                <a16:creationId xmlns:a16="http://schemas.microsoft.com/office/drawing/2014/main" id="{B17704B4-7BAA-2073-EFE5-D29CD8A18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3051665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!!Rectangle: Rounded Corners 5">
            <a:extLst>
              <a:ext uri="{FF2B5EF4-FFF2-40B4-BE49-F238E27FC236}">
                <a16:creationId xmlns:a16="http://schemas.microsoft.com/office/drawing/2014/main" id="{E5ACD919-D680-CEB8-159B-C634EE07C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280792" y="2453132"/>
            <a:ext cx="1681396" cy="6875103"/>
          </a:xfrm>
          <a:prstGeom prst="roundRect">
            <a:avLst>
              <a:gd name="adj" fmla="val 3204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82930" rtl="0" eaLnBrk="1" fontAlgn="auto" latinLnBrk="0" hangingPunct="1">
              <a:lnSpc>
                <a:spcPct val="90000"/>
              </a:lnSpc>
              <a:spcBef>
                <a:spcPts val="191"/>
              </a:spcBef>
              <a:spcAft>
                <a:spcPts val="383"/>
              </a:spcAft>
              <a:buClr>
                <a:srgbClr val="243A5E"/>
              </a:buClr>
              <a:buSzPct val="110000"/>
              <a:buFontTx/>
              <a:buNone/>
              <a:tabLst/>
              <a:defRPr/>
            </a:pPr>
            <a:endParaRPr kumimoji="0" lang="en-US" sz="102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Segoe Sans Display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A8695A8-BF42-A059-EC59-A0D9F6009D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61593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C141EA98-B316-2F10-F358-D11A31DC50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90720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395B9D1D-5182-52C9-08B5-2FAB1607170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19847" y="2807753"/>
            <a:ext cx="1203286" cy="2768345"/>
          </a:xfrm>
          <a:prstGeom prst="ellipse">
            <a:avLst/>
          </a:prstGeom>
          <a:effectLst>
            <a:outerShdw blurRad="139700" algn="ct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14A8E37E-FC06-5AB5-5DAD-300CFC5E99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9519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58AAD40C-9609-F1AB-1FD2-020941D493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78646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6A4D71A4-2023-1C8F-11AC-90B25526FF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407774" y="6361653"/>
            <a:ext cx="1427435" cy="2713260"/>
          </a:xfrm>
        </p:spPr>
        <p:txBody>
          <a:bodyPr>
            <a:noAutofit/>
          </a:bodyPr>
          <a:lstStyle>
            <a:lvl1pPr>
              <a:defRPr sz="893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CC27D28B-030E-A19C-00FC-C40703AA4F09}"/>
              </a:ext>
            </a:extLst>
          </p:cNvPr>
          <p:cNvSpPr/>
          <p:nvPr userDrawn="1"/>
        </p:nvSpPr>
        <p:spPr bwMode="auto">
          <a:xfrm rot="5400000" flipH="1">
            <a:off x="1626882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9175E04D-460A-1047-315E-813094F0AEFA}"/>
              </a:ext>
            </a:extLst>
          </p:cNvPr>
          <p:cNvSpPr/>
          <p:nvPr userDrawn="1"/>
        </p:nvSpPr>
        <p:spPr bwMode="auto">
          <a:xfrm rot="5400000" flipH="1">
            <a:off x="3859420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9" name="Rectangle: Top Corners Rounded 28">
            <a:extLst>
              <a:ext uri="{FF2B5EF4-FFF2-40B4-BE49-F238E27FC236}">
                <a16:creationId xmlns:a16="http://schemas.microsoft.com/office/drawing/2014/main" id="{E4909B20-1614-F54F-D68D-8D4B92F1C149}"/>
              </a:ext>
            </a:extLst>
          </p:cNvPr>
          <p:cNvSpPr/>
          <p:nvPr userDrawn="1"/>
        </p:nvSpPr>
        <p:spPr bwMode="auto">
          <a:xfrm rot="5400000" flipH="1">
            <a:off x="6091959" y="5420174"/>
            <a:ext cx="72710" cy="1200467"/>
          </a:xfrm>
          <a:prstGeom prst="round2SameRect">
            <a:avLst>
              <a:gd name="adj1" fmla="val 50000"/>
              <a:gd name="adj2" fmla="val 50000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6290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11" name="Picture 10" descr="A close up of a glass object&#10;&#10;Description automatically generated">
            <a:extLst>
              <a:ext uri="{FF2B5EF4-FFF2-40B4-BE49-F238E27FC236}">
                <a16:creationId xmlns:a16="http://schemas.microsoft.com/office/drawing/2014/main" id="{25A20842-B0F3-33B4-B5FB-75ED20351C43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5860" y="2340344"/>
            <a:ext cx="5440681" cy="5343759"/>
          </a:xfrm>
          <a:prstGeom prst="roundRect">
            <a:avLst>
              <a:gd name="adj" fmla="val 12880"/>
            </a:avLst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B3C7CA-FBC1-2F83-BBAD-4410888E8606}"/>
              </a:ext>
            </a:extLst>
          </p:cNvPr>
          <p:cNvSpPr>
            <a:spLocks/>
          </p:cNvSpPr>
          <p:nvPr userDrawn="1"/>
        </p:nvSpPr>
        <p:spPr>
          <a:xfrm>
            <a:off x="1165860" y="2340344"/>
            <a:ext cx="5440681" cy="5343759"/>
          </a:xfrm>
          <a:prstGeom prst="roundRect">
            <a:avLst>
              <a:gd name="adj" fmla="val 12757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592146-89FF-D4E4-AE53-15DF889C9CBA}"/>
              </a:ext>
            </a:extLst>
          </p:cNvPr>
          <p:cNvSpPr/>
          <p:nvPr userDrawn="1"/>
        </p:nvSpPr>
        <p:spPr>
          <a:xfrm>
            <a:off x="1478741" y="3539779"/>
            <a:ext cx="4814918" cy="2944888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040D7A70-23D2-BE33-369E-E877BE321F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6095" y="4908832"/>
            <a:ext cx="4524502" cy="274691"/>
          </a:xfrm>
        </p:spPr>
        <p:txBody>
          <a:bodyPr anchor="ctr" anchorCtr="0"/>
          <a:lstStyle>
            <a:lvl1pPr marL="0" indent="0" algn="ctr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57057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29C3C374-A664-D7F0-45D0-0450091390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4784F0-D959-7D20-3CA8-6E0D5AAE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88" y="367877"/>
            <a:ext cx="6703695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FE1D8-1E7C-8A86-A01A-514505B42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888" y="2509944"/>
            <a:ext cx="6703695" cy="9547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734CD-7B05-0092-D5B9-837ACCA63B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2888" y="9155007"/>
            <a:ext cx="1748790" cy="535517"/>
          </a:xfrm>
          <a:prstGeom prst="rect">
            <a:avLst/>
          </a:prstGeom>
        </p:spPr>
        <p:txBody>
          <a:bodyPr/>
          <a:lstStyle/>
          <a:p>
            <a:pPr defTabSz="582930">
              <a:defRPr/>
            </a:pPr>
            <a:endParaRPr lang="en-US" sz="1148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8CC31-DAE6-D4D7-A480-A8D61B236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3143" y="9155007"/>
            <a:ext cx="2623185" cy="535517"/>
          </a:xfrm>
        </p:spPr>
        <p:txBody>
          <a:bodyPr/>
          <a:lstStyle/>
          <a:p>
            <a:pPr defTabSz="582930">
              <a:defRPr/>
            </a:pPr>
            <a:r>
              <a:rPr lang="en-US" sz="638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t>Data Security and Information Protection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09B1-270B-7393-59C8-6EE9EFCA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97793" y="9155007"/>
            <a:ext cx="1748790" cy="535517"/>
          </a:xfrm>
        </p:spPr>
        <p:txBody>
          <a:bodyPr/>
          <a:lstStyle/>
          <a:p>
            <a:pPr algn="r" defTabSz="582930">
              <a:defRPr/>
            </a:pPr>
            <a:fld id="{C67CA0B0-04EF-433A-8113-67BC344D39D3}" type="slidenum">
              <a:rPr lang="en-US" sz="638" smtClean="0">
                <a:solidFill>
                  <a:prstClr val="black">
                    <a:lumMod val="50000"/>
                    <a:lumOff val="50000"/>
                  </a:prstClr>
                </a:solidFill>
                <a:latin typeface="Segoe UI"/>
              </a:rPr>
              <a:pPr algn="r" defTabSz="582930">
                <a:defRPr/>
              </a:pPr>
              <a:t>‹#›</a:t>
            </a:fld>
            <a:endParaRPr lang="en-US" sz="638">
              <a:solidFill>
                <a:prstClr val="black">
                  <a:lumMod val="50000"/>
                  <a:lumOff val="50000"/>
                </a:prstClr>
              </a:solidFill>
              <a:latin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118B41-A307-0DD1-5000-30B9B4FBE2D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49719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losing log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glass&#10;&#10;Description automatically generated">
            <a:extLst>
              <a:ext uri="{FF2B5EF4-FFF2-40B4-BE49-F238E27FC236}">
                <a16:creationId xmlns:a16="http://schemas.microsoft.com/office/drawing/2014/main" id="{4F5CE529-272F-D619-67D6-09FCFE939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372428" y="9125981"/>
            <a:ext cx="2857354" cy="6860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594335" eaLnBrk="0" hangingPunct="0"/>
            <a:r>
              <a:rPr lang="en-US" sz="446">
                <a:solidFill>
                  <a:schemeClr val="bg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3542229-5950-782A-DC44-AA56DDDD77E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3701" y="4489116"/>
            <a:ext cx="2653546" cy="313932"/>
          </a:xfrm>
        </p:spPr>
        <p:txBody>
          <a:bodyPr/>
          <a:lstStyle/>
          <a:p>
            <a:r>
              <a:rPr lang="en-US" sz="204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522062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bbon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AC871D7A-C89B-F090-4E20-507E04C5B4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906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48"/>
            </a:p>
          </p:txBody>
        </p:sp>
      </p:grpSp>
    </p:spTree>
    <p:extLst>
      <p:ext uri="{BB962C8B-B14F-4D97-AF65-F5344CB8AC3E}">
        <p14:creationId xmlns:p14="http://schemas.microsoft.com/office/powerpoint/2010/main" val="19642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on softe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9B8D5D-8099-AA72-3D38-457B1AD8BB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95BB0A4-0465-8375-17C6-6AC6C5A8BC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702430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2173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ed text layou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872234"/>
            <a:ext cx="3334075" cy="313932"/>
          </a:xfrm>
        </p:spPr>
        <p:txBody>
          <a:bodyPr wrap="square" rIns="0" anchor="ctr" anchorCtr="0">
            <a:spAutoFit/>
          </a:bodyPr>
          <a:lstStyle>
            <a:lvl1pPr>
              <a:lnSpc>
                <a:spcPct val="100000"/>
              </a:lnSpc>
              <a:defRPr sz="2040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Highlighted text layout blue</a:t>
            </a:r>
          </a:p>
        </p:txBody>
      </p:sp>
    </p:spTree>
    <p:extLst>
      <p:ext uri="{BB962C8B-B14F-4D97-AF65-F5344CB8AC3E}">
        <p14:creationId xmlns:p14="http://schemas.microsoft.com/office/powerpoint/2010/main" val="1516806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075" y="4865951"/>
            <a:ext cx="5829300" cy="317844"/>
          </a:xfrm>
          <a:noFill/>
        </p:spPr>
        <p:txBody>
          <a:bodyPr lIns="0" tIns="0" rIns="0" bIns="0" anchor="b" anchorCtr="0">
            <a:spAutoFit/>
          </a:bodyPr>
          <a:lstStyle>
            <a:lvl1pPr algn="l" defTabSz="5946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95" b="0" kern="1200" cap="none" spc="-32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2199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723486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Ribbon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E4EAFBEA-2574-08F5-7DC9-59F584D2A3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E3305C83-1C45-7907-6FE5-D4BCFB3E8276}"/>
              </a:ext>
            </a:extLst>
          </p:cNvPr>
          <p:cNvSpPr/>
          <p:nvPr userDrawn="1"/>
        </p:nvSpPr>
        <p:spPr bwMode="auto">
          <a:xfrm rot="5400000">
            <a:off x="289096" y="3613190"/>
            <a:ext cx="2421464" cy="299966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301F92-A51A-5A32-7363-3D4F5A4EE877}"/>
              </a:ext>
            </a:extLst>
          </p:cNvPr>
          <p:cNvSpPr/>
          <p:nvPr userDrawn="1"/>
        </p:nvSpPr>
        <p:spPr bwMode="auto">
          <a:xfrm>
            <a:off x="3598783" y="0"/>
            <a:ext cx="4173617" cy="10058400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6586" rtlCol="0" anchor="ctr"/>
          <a:lstStyle/>
          <a:p>
            <a:pPr algn="ctr" defTabSz="582930"/>
            <a:endParaRPr lang="en-US" sz="765" err="1">
              <a:solidFill>
                <a:prstClr val="white"/>
              </a:solidFill>
              <a:latin typeface="Segoe Sans Display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A9A13-CFF1-D36F-13A3-967874123A78}"/>
              </a:ext>
            </a:extLst>
          </p:cNvPr>
          <p:cNvSpPr txBox="1"/>
          <p:nvPr userDrawn="1"/>
        </p:nvSpPr>
        <p:spPr>
          <a:xfrm>
            <a:off x="366445" y="4634929"/>
            <a:ext cx="1592486" cy="229743"/>
          </a:xfrm>
          <a:prstGeom prst="rect">
            <a:avLst/>
          </a:prstGeom>
          <a:noFill/>
        </p:spPr>
        <p:txBody>
          <a:bodyPr wrap="square" lIns="0" anchor="ctr">
            <a:spAutoFit/>
          </a:bodyPr>
          <a:lstStyle/>
          <a:p>
            <a:pPr algn="l" defTabSz="582930">
              <a:defRPr/>
            </a:pPr>
            <a:r>
              <a:rPr lang="en-US" sz="893">
                <a:latin typeface="+mj-lt"/>
              </a:rPr>
              <a:t>Microsoft 365 Copilot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D6267-AAA4-722E-4EC2-FA9E067F55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4975504"/>
            <a:ext cx="1992458" cy="274691"/>
          </a:xfrm>
        </p:spPr>
        <p:txBody>
          <a:bodyPr anchor="t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30620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pos="5616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3+ lines with eyebr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158157"/>
            <a:ext cx="3524164" cy="274691"/>
          </a:xfrm>
        </p:spPr>
        <p:txBody>
          <a:bodyPr wrap="square" rIns="0" anchor="t" anchorCtr="0">
            <a:spAutoFit/>
          </a:bodyPr>
          <a:lstStyle>
            <a:lvl1pPr>
              <a:lnSpc>
                <a:spcPct val="100000"/>
              </a:lnSpc>
              <a:defRPr sz="1785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BA670-3255-B519-B113-2AE45BA5B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6469" y="3911262"/>
            <a:ext cx="3065442" cy="176651"/>
          </a:xfrm>
        </p:spPr>
        <p:txBody>
          <a:bodyPr anchor="b"/>
          <a:lstStyle>
            <a:lvl1pPr>
              <a:defRPr sz="1148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12801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6" name="Picture 5" descr="A close up of a glass object&#10;&#10;Description automatically generated">
            <a:extLst>
              <a:ext uri="{FF2B5EF4-FFF2-40B4-BE49-F238E27FC236}">
                <a16:creationId xmlns:a16="http://schemas.microsoft.com/office/drawing/2014/main" id="{721E07E1-FDEA-E098-17EA-259DC8625F11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5860" y="2340344"/>
            <a:ext cx="5440681" cy="5343759"/>
          </a:xfrm>
          <a:prstGeom prst="roundRect">
            <a:avLst>
              <a:gd name="adj" fmla="val 12880"/>
            </a:avLst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4E1BCB-6588-0B8E-9627-FD6B4D7A00A4}"/>
              </a:ext>
            </a:extLst>
          </p:cNvPr>
          <p:cNvSpPr>
            <a:spLocks/>
          </p:cNvSpPr>
          <p:nvPr userDrawn="1"/>
        </p:nvSpPr>
        <p:spPr>
          <a:xfrm>
            <a:off x="1165860" y="2340344"/>
            <a:ext cx="5440681" cy="5343759"/>
          </a:xfrm>
          <a:prstGeom prst="roundRect">
            <a:avLst>
              <a:gd name="adj" fmla="val 12757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D4E2A7-BED1-DAE7-84FF-B449A467D5CB}"/>
              </a:ext>
            </a:extLst>
          </p:cNvPr>
          <p:cNvSpPr/>
          <p:nvPr userDrawn="1"/>
        </p:nvSpPr>
        <p:spPr>
          <a:xfrm>
            <a:off x="1478741" y="3539779"/>
            <a:ext cx="4814918" cy="2944888"/>
          </a:xfrm>
          <a:prstGeom prst="roundRect">
            <a:avLst>
              <a:gd name="adj" fmla="val 103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BC5F7F6-3787-662E-0880-F9E0EACD25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06095" y="4908832"/>
            <a:ext cx="4524502" cy="274691"/>
          </a:xfrm>
        </p:spPr>
        <p:txBody>
          <a:bodyPr anchor="ctr" anchorCtr="0"/>
          <a:lstStyle>
            <a:lvl1pPr marL="0" indent="0" algn="l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Sans Display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897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1-2 lines with eyebr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glass object&#10;&#10;Description automatically generated">
            <a:extLst>
              <a:ext uri="{FF2B5EF4-FFF2-40B4-BE49-F238E27FC236}">
                <a16:creationId xmlns:a16="http://schemas.microsoft.com/office/drawing/2014/main" id="{202B506A-483A-ADB6-D6D1-C736D738F1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EBD55BF-62EF-ED92-3650-C400F8B9569D}"/>
              </a:ext>
            </a:extLst>
          </p:cNvPr>
          <p:cNvSpPr/>
          <p:nvPr userDrawn="1"/>
        </p:nvSpPr>
        <p:spPr bwMode="auto">
          <a:xfrm>
            <a:off x="1" y="2943014"/>
            <a:ext cx="5085492" cy="4172373"/>
          </a:xfrm>
          <a:custGeom>
            <a:avLst/>
            <a:gdLst>
              <a:gd name="connsiteX0" fmla="*/ 0 w 7977243"/>
              <a:gd name="connsiteY0" fmla="*/ 0 h 2844800"/>
              <a:gd name="connsiteX1" fmla="*/ 6554843 w 7977243"/>
              <a:gd name="connsiteY1" fmla="*/ 0 h 2844800"/>
              <a:gd name="connsiteX2" fmla="*/ 7977243 w 7977243"/>
              <a:gd name="connsiteY2" fmla="*/ 1422400 h 2844800"/>
              <a:gd name="connsiteX3" fmla="*/ 6554843 w 7977243"/>
              <a:gd name="connsiteY3" fmla="*/ 2844800 h 2844800"/>
              <a:gd name="connsiteX4" fmla="*/ 0 w 7977243"/>
              <a:gd name="connsiteY4" fmla="*/ 284480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77243" h="2844800">
                <a:moveTo>
                  <a:pt x="0" y="0"/>
                </a:moveTo>
                <a:lnTo>
                  <a:pt x="6554843" y="0"/>
                </a:lnTo>
                <a:cubicBezTo>
                  <a:pt x="7340413" y="0"/>
                  <a:pt x="7977243" y="636830"/>
                  <a:pt x="7977243" y="1422400"/>
                </a:cubicBezTo>
                <a:cubicBezTo>
                  <a:pt x="7977243" y="2207970"/>
                  <a:pt x="7340413" y="2844800"/>
                  <a:pt x="6554843" y="2844800"/>
                </a:cubicBezTo>
                <a:lnTo>
                  <a:pt x="0" y="2844800"/>
                </a:lnTo>
                <a:close/>
              </a:path>
            </a:pathLst>
          </a:custGeom>
          <a:gradFill flip="none" rotWithShape="1">
            <a:gsLst>
              <a:gs pos="89000">
                <a:schemeClr val="bg1">
                  <a:alpha val="69000"/>
                </a:schemeClr>
              </a:gs>
              <a:gs pos="100000">
                <a:schemeClr val="bg1">
                  <a:alpha val="92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148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6198" y="4557056"/>
            <a:ext cx="3524164" cy="274691"/>
          </a:xfrm>
        </p:spPr>
        <p:txBody>
          <a:bodyPr wrap="square" rIns="0" anchor="t" anchorCtr="0">
            <a:spAutoFit/>
          </a:bodyPr>
          <a:lstStyle>
            <a:lvl1pPr>
              <a:lnSpc>
                <a:spcPct val="100000"/>
              </a:lnSpc>
              <a:defRPr sz="1785" b="0" spc="-31" baseline="0">
                <a:solidFill>
                  <a:srgbClr val="000000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Divider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BA670-3255-B519-B113-2AE45BA5B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6469" y="4310160"/>
            <a:ext cx="3065442" cy="176651"/>
          </a:xfrm>
        </p:spPr>
        <p:txBody>
          <a:bodyPr anchor="b"/>
          <a:lstStyle>
            <a:lvl1pPr>
              <a:defRPr sz="1148" cap="none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37711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ght square Win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078397"/>
            <a:ext cx="2325558" cy="549381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Eyebrow placeholder">
            <a:extLst>
              <a:ext uri="{FF2B5EF4-FFF2-40B4-BE49-F238E27FC236}">
                <a16:creationId xmlns:a16="http://schemas.microsoft.com/office/drawing/2014/main" id="{C22EE292-45FF-74B6-ACAD-CA4A4A140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4826068"/>
            <a:ext cx="2028596" cy="176651"/>
          </a:xfrm>
        </p:spPr>
        <p:txBody>
          <a:bodyPr/>
          <a:lstStyle>
            <a:lvl1pPr marL="0" indent="0">
              <a:buNone/>
              <a:defRPr sz="1148">
                <a:solidFill>
                  <a:srgbClr val="5D5BD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-2"/>
          <a:stretch/>
        </p:blipFill>
        <p:spPr>
          <a:xfrm>
            <a:off x="3011805" y="0"/>
            <a:ext cx="4760595" cy="98162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1363582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 gradient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 r="61250"/>
          <a:stretch/>
        </p:blipFill>
        <p:spPr>
          <a:xfrm>
            <a:off x="1" y="0"/>
            <a:ext cx="3011805" cy="9816253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754510"/>
            <a:ext cx="2325558" cy="549381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916D0-3271-3180-703D-A618916FDF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88281" y="4473695"/>
            <a:ext cx="3841792" cy="1111010"/>
          </a:xfrm>
        </p:spPr>
        <p:txBody>
          <a:bodyPr anchor="ctr" anchorCtr="0"/>
          <a:lstStyle>
            <a:lvl2pPr>
              <a:spcBef>
                <a:spcPts val="1148"/>
              </a:spcBef>
              <a:defRPr sz="1020"/>
            </a:lvl2pPr>
            <a:lvl3pPr>
              <a:spcBef>
                <a:spcPts val="765"/>
              </a:spcBef>
              <a:defRPr sz="1020"/>
            </a:lvl3pPr>
            <a:lvl4pPr>
              <a:defRPr sz="1020"/>
            </a:lvl4pPr>
            <a:lvl5pPr>
              <a:defRPr sz="102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4949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content w/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750646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682241"/>
            <a:ext cx="2932199" cy="6118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3024727" cy="2746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9F873FA-F8B5-3094-F472-F4ECF93C8C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380703"/>
            <a:ext cx="3024727" cy="241285"/>
          </a:xfrm>
        </p:spPr>
        <p:txBody>
          <a:bodyPr tIns="64008"/>
          <a:lstStyle>
            <a:lvl1pPr>
              <a:defRPr sz="1148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7895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 lines subtitle content w/half white half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3B630B-98F0-A558-44D6-C08F95FB3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3B2449-29BC-FA3D-8E8C-DCCEE8B99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39" y="0"/>
            <a:ext cx="3889439" cy="9937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B9A94C-F8F8-2A22-B125-7808DDC91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445" y="749449"/>
            <a:ext cx="3234361" cy="5493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9F873FA-F8B5-3094-F472-F4ECF93C8C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6355" y="1984972"/>
            <a:ext cx="3234361" cy="221599"/>
          </a:xfrm>
        </p:spPr>
        <p:txBody>
          <a:bodyPr tIns="64008"/>
          <a:lstStyle>
            <a:lvl1pPr>
              <a:defRPr sz="102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6445" y="2961640"/>
            <a:ext cx="3234362" cy="58394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20"/>
              </a:spcBef>
              <a:buNone/>
              <a:defRPr sz="1020">
                <a:solidFill>
                  <a:schemeClr val="accent2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574"/>
              </a:spcBef>
              <a:buNone/>
              <a:defRPr sz="893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defRPr sz="893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defRPr sz="765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838006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Square Photo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person's hand&#10;&#10;Description automatically generated">
            <a:extLst>
              <a:ext uri="{FF2B5EF4-FFF2-40B4-BE49-F238E27FC236}">
                <a16:creationId xmlns:a16="http://schemas.microsoft.com/office/drawing/2014/main" id="{EF5A5C43-7C76-6807-9619-2045D4156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7"/>
          <a:stretch/>
        </p:blipFill>
        <p:spPr>
          <a:xfrm>
            <a:off x="0" y="0"/>
            <a:ext cx="7772400" cy="98162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012F5D-DBC1-8921-28A4-A564E69C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749450"/>
            <a:ext cx="2684747" cy="5493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F682AC5-612F-0EE5-4FDA-A422726F1A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2427" y="2605153"/>
            <a:ext cx="2678765" cy="954749"/>
          </a:xfrm>
        </p:spPr>
        <p:txBody>
          <a:bodyPr/>
          <a:lstStyle>
            <a:lvl1pPr>
              <a:defRPr sz="1148"/>
            </a:lvl1pPr>
            <a:lvl2pPr>
              <a:defRPr sz="1020"/>
            </a:lvl2pPr>
            <a:lvl3pPr>
              <a:defRPr sz="893"/>
            </a:lvl3pPr>
            <a:lvl4pPr>
              <a:defRPr sz="893"/>
            </a:lvl4pPr>
            <a:lvl5pPr>
              <a:defRPr sz="8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50285C0-813F-A744-BFD3-CF358EAC8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378160" y="0"/>
            <a:ext cx="4394240" cy="9816253"/>
          </a:xfrm>
          <a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algn="ctr">
              <a:defRPr lang="en-US" sz="893" b="1"/>
            </a:lvl1pPr>
          </a:lstStyle>
          <a:p>
            <a:pPr marL="145733" lvl="0" indent="-145733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87D68E-0E2A-B050-66EC-FBEC3EA140F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2668905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8" pos="3160">
          <p15:clr>
            <a:srgbClr val="A4A3A4"/>
          </p15:clr>
        </p15:guide>
        <p15:guide id="19" pos="3341">
          <p15:clr>
            <a:srgbClr val="A4A3A4"/>
          </p15:clr>
        </p15:guide>
        <p15:guide id="28" orient="horz" pos="905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3DB3A-52AD-5804-E6F5-4DE010B844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4227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1"/>
            <a:ext cx="7024307" cy="954749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04" indent="0">
              <a:buNone/>
              <a:defRPr/>
            </a:lvl2pPr>
            <a:lvl3pPr marL="291409" indent="0">
              <a:buNone/>
              <a:defRPr/>
            </a:lvl3pPr>
            <a:lvl4pPr marL="437113" indent="0">
              <a:buNone/>
              <a:defRPr/>
            </a:lvl4pPr>
            <a:lvl5pPr marL="58281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51496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2">
          <p15:clr>
            <a:srgbClr val="5ACBF0"/>
          </p15:clr>
        </p15:guide>
        <p15:guide id="2" orient="horz" pos="887">
          <p15:clr>
            <a:srgbClr val="5ACBF0"/>
          </p15:clr>
        </p15:guide>
        <p15:guide id="4" orient="horz" pos="1247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5D25-8D93-1882-B375-8C6D3010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240017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Bar Window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ribbon&#10;&#10;Description automatically generated">
            <a:extLst>
              <a:ext uri="{FF2B5EF4-FFF2-40B4-BE49-F238E27FC236}">
                <a16:creationId xmlns:a16="http://schemas.microsoft.com/office/drawing/2014/main" id="{7D58299E-9AC2-FCD6-ED21-D29674FD1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3886200" cy="10058400"/>
          </a:xfrm>
          <a:prstGeom prst="rect">
            <a:avLst/>
          </a:prstGeom>
        </p:spPr>
      </p:pic>
      <p:pic>
        <p:nvPicPr>
          <p:cNvPr id="10" name="Background blur crop" descr="A close-up of a ribbon&#10;&#10;Description automatically generated">
            <a:extLst>
              <a:ext uri="{FF2B5EF4-FFF2-40B4-BE49-F238E27FC236}">
                <a16:creationId xmlns:a16="http://schemas.microsoft.com/office/drawing/2014/main" id="{735CCDD1-6D25-F844-4FE0-E4D2BFE30A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1005" y="3548380"/>
            <a:ext cx="3123129" cy="2961640"/>
          </a:xfrm>
          <a:prstGeom prst="roundRect">
            <a:avLst>
              <a:gd name="adj" fmla="val 8491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AE7281-C62E-0DB0-56E2-6CFEC213AC04}"/>
              </a:ext>
            </a:extLst>
          </p:cNvPr>
          <p:cNvSpPr/>
          <p:nvPr userDrawn="1"/>
        </p:nvSpPr>
        <p:spPr>
          <a:xfrm>
            <a:off x="315754" y="3371427"/>
            <a:ext cx="3333632" cy="3312863"/>
          </a:xfrm>
          <a:prstGeom prst="roundRect">
            <a:avLst>
              <a:gd name="adj" fmla="val 8434"/>
            </a:avLst>
          </a:prstGeom>
          <a:gradFill flip="none" rotWithShape="1">
            <a:gsLst>
              <a:gs pos="89000">
                <a:schemeClr val="bg1">
                  <a:alpha val="21000"/>
                </a:schemeClr>
              </a:gs>
              <a:gs pos="100000">
                <a:schemeClr val="bg1">
                  <a:alpha val="58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984155-66BC-DAC5-5E10-46E1D44CF33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82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4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137BAB-C03C-A736-8E50-9B7D49E3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871" y="4559696"/>
            <a:ext cx="2995613" cy="939014"/>
          </a:xfrm>
          <a:prstGeom prst="roundRect">
            <a:avLst>
              <a:gd name="adj" fmla="val 15039"/>
            </a:avLst>
          </a:prstGeom>
          <a:solidFill>
            <a:schemeClr val="bg1"/>
          </a:solidFill>
        </p:spPr>
        <p:txBody>
          <a:bodyPr lIns="182880" tIns="182880" rIns="182880" bIns="182880" anchor="ctr" anchorCtr="0"/>
          <a:lstStyle>
            <a:lvl1pPr>
              <a:lnSpc>
                <a:spcPct val="90000"/>
              </a:lnSpc>
              <a:defRPr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96000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59445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75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F9204C-3F26-4B75-3C9A-C84670D7A3B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B890A04F-278F-1602-9E64-8C8C5A93D3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6343BD-8AB7-4C7A-F9EE-B2FBF358D3A6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513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1D37B89-BBEE-1D6D-0CB4-2887DAE55BF8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5" name="Picture 4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022A6913-32FA-3175-2B8B-B7DFEEB209C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35B21F-3F76-3A2A-3F90-8BF863B82BCA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601737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So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glass object&#10;&#10;Description automatically generated">
            <a:extLst>
              <a:ext uri="{FF2B5EF4-FFF2-40B4-BE49-F238E27FC236}">
                <a16:creationId xmlns:a16="http://schemas.microsoft.com/office/drawing/2014/main" id="{2AAB10B9-A5B4-8EE9-A35E-0DD6619B87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BC5F7F6-3787-662E-0880-F9E0EACD25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49509" y="4870256"/>
            <a:ext cx="3691163" cy="274691"/>
          </a:xfrm>
        </p:spPr>
        <p:txBody>
          <a:bodyPr anchor="ctr" anchorCtr="0"/>
          <a:lstStyle>
            <a:lvl1pPr marL="0" indent="0" algn="l">
              <a:defRPr kumimoji="0" lang="en-US" sz="1785" b="0" i="0" u="none" strike="noStrike" kern="1200" cap="none" spc="-32" normalizeH="0" baseline="0" dirty="0" smtClean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324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3DB3A-52AD-5804-E6F5-4DE010B844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4" y="746763"/>
            <a:ext cx="6703695" cy="274691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87229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88A8B-7381-2287-CF94-E2B0F2018A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54" y="746762"/>
            <a:ext cx="6703695" cy="274691"/>
          </a:xfrm>
        </p:spPr>
        <p:txBody>
          <a:bodyPr lIns="0" tIns="0" rIns="0" bIns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74118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77DBA8-8C7E-FD96-362D-3ED0D33369AE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pic>
          <p:nvPicPr>
            <p:cNvPr id="3" name="Picture 2" descr="A blurry image of a person's hand&#10;&#10;Description automatically generated">
              <a:extLst>
                <a:ext uri="{FF2B5EF4-FFF2-40B4-BE49-F238E27FC236}">
                  <a16:creationId xmlns:a16="http://schemas.microsoft.com/office/drawing/2014/main" id="{83EB57F5-A352-975C-9B11-90D5F4E7A17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7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2407"/>
            <a:stretch/>
          </p:blipFill>
          <p:spPr>
            <a:xfrm>
              <a:off x="0" y="0"/>
              <a:ext cx="12192000" cy="66929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0C2A6CC-1176-D894-9ACE-8C8D2DF94B5A}"/>
                </a:ext>
              </a:extLst>
            </p:cNvPr>
            <p:cNvSpPr/>
            <p:nvPr userDrawn="1"/>
          </p:nvSpPr>
          <p:spPr>
            <a:xfrm>
              <a:off x="0" y="6692900"/>
              <a:ext cx="12192000" cy="165100"/>
            </a:xfrm>
            <a:prstGeom prst="rect">
              <a:avLst/>
            </a:prstGeom>
            <a:gradFill flip="none" rotWithShape="1">
              <a:gsLst>
                <a:gs pos="20000">
                  <a:srgbClr val="8661C5"/>
                </a:gs>
                <a:gs pos="100000">
                  <a:srgbClr val="C03BC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829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4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73823" y="2103741"/>
            <a:ext cx="7024307" cy="954749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145704" indent="0">
              <a:buNone/>
              <a:defRPr/>
            </a:lvl2pPr>
            <a:lvl3pPr marL="291409" indent="0">
              <a:buNone/>
              <a:defRPr/>
            </a:lvl3pPr>
            <a:lvl4pPr marL="437113" indent="0">
              <a:buNone/>
              <a:defRPr/>
            </a:lvl4pPr>
            <a:lvl5pPr marL="58281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7752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2">
          <p15:clr>
            <a:srgbClr val="5ACBF0"/>
          </p15:clr>
        </p15:guide>
        <p15:guide id="2" orient="horz" pos="887">
          <p15:clr>
            <a:srgbClr val="5ACBF0"/>
          </p15:clr>
        </p15:guide>
        <p15:guide id="4" orient="horz" pos="1247">
          <p15:clr>
            <a:srgbClr val="5ACBF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 square Wind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7B86C3-3070-C5B9-78CF-8959A6F56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flipH="1">
            <a:off x="2737558" y="0"/>
            <a:ext cx="5034842" cy="10058400"/>
          </a:xfrm>
          <a:prstGeom prst="rect">
            <a:avLst/>
          </a:prstGeom>
          <a:solidFill>
            <a:srgbClr val="5D5BD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594451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3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C3994F24-62A9-E62B-141E-3F8F2C5E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45" y="4078397"/>
            <a:ext cx="2030045" cy="549381"/>
          </a:xfrm>
        </p:spPr>
        <p:txBody>
          <a:bodyPr anchor="b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Eyebrow placeholder">
            <a:extLst>
              <a:ext uri="{FF2B5EF4-FFF2-40B4-BE49-F238E27FC236}">
                <a16:creationId xmlns:a16="http://schemas.microsoft.com/office/drawing/2014/main" id="{C22EE292-45FF-74B6-ACAD-CA4A4A1400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445" y="4826068"/>
            <a:ext cx="2028596" cy="176651"/>
          </a:xfrm>
        </p:spPr>
        <p:txBody>
          <a:bodyPr/>
          <a:lstStyle>
            <a:lvl1pPr marL="0" indent="0">
              <a:buNone/>
              <a:defRPr sz="1148">
                <a:solidFill>
                  <a:srgbClr val="5D5BD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9EDB4-5BB2-2855-97BC-D0767CC31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7558" y="0"/>
            <a:ext cx="5034842" cy="98162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1BE1E1-50DD-1273-EBD2-ACB59BAE82D8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9529050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ft 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9B8D5D-8099-AA72-3D38-457B1AD8BB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6000"/>
          </a:blip>
          <a:srcRect l="10595" t="987" r="10595"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7DA21B3-4424-4158-4F74-C7F196263C20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E5E574-4E42-141C-4AB8-1E2942A7E153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287185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ribbon&#10;&#10;Description automatically generated">
            <a:extLst>
              <a:ext uri="{FF2B5EF4-FFF2-40B4-BE49-F238E27FC236}">
                <a16:creationId xmlns:a16="http://schemas.microsoft.com/office/drawing/2014/main" id="{0C8AED29-A2C9-D869-28FB-33C34244E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3531768" cy="10058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732" y="746763"/>
            <a:ext cx="3699987" cy="274691"/>
          </a:xfrm>
        </p:spPr>
        <p:txBody>
          <a:bodyPr/>
          <a:lstStyle>
            <a:lvl1pPr>
              <a:defRPr sz="1785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797141" y="2105396"/>
            <a:ext cx="3699987" cy="903517"/>
          </a:xfrm>
        </p:spPr>
        <p:txBody>
          <a:bodyPr/>
          <a:lstStyle>
            <a:lvl1pPr>
              <a:defRPr sz="1275">
                <a:solidFill>
                  <a:srgbClr val="000000"/>
                </a:solidFill>
                <a:latin typeface="+mn-lt"/>
              </a:defRPr>
            </a:lvl1pPr>
            <a:lvl2pPr>
              <a:defRPr sz="1020">
                <a:solidFill>
                  <a:srgbClr val="000000"/>
                </a:solidFill>
              </a:defRPr>
            </a:lvl2pPr>
            <a:lvl3pPr>
              <a:defRPr sz="893">
                <a:solidFill>
                  <a:srgbClr val="000000"/>
                </a:solidFill>
              </a:defRPr>
            </a:lvl3pPr>
            <a:lvl4pPr>
              <a:defRPr sz="765">
                <a:solidFill>
                  <a:srgbClr val="000000"/>
                </a:solidFill>
              </a:defRPr>
            </a:lvl4pPr>
            <a:lvl5pPr>
              <a:defRPr sz="638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21A61E-DF9E-F052-06B1-83ADA07FFD3F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</p:spTree>
    <p:extLst>
      <p:ext uri="{BB962C8B-B14F-4D97-AF65-F5344CB8AC3E}">
        <p14:creationId xmlns:p14="http://schemas.microsoft.com/office/powerpoint/2010/main" val="35656356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ribbon&#10;&#10;Description automatically generated">
            <a:extLst>
              <a:ext uri="{FF2B5EF4-FFF2-40B4-BE49-F238E27FC236}">
                <a16:creationId xmlns:a16="http://schemas.microsoft.com/office/drawing/2014/main" id="{3DFB8910-004E-5257-D4F0-2E102B05E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21EC1-7566-DFFB-C03A-C7A44D51FCFF}"/>
              </a:ext>
            </a:extLst>
          </p:cNvPr>
          <p:cNvSpPr/>
          <p:nvPr userDrawn="1"/>
        </p:nvSpPr>
        <p:spPr bwMode="auto">
          <a:xfrm>
            <a:off x="0" y="7269724"/>
            <a:ext cx="7772400" cy="2788677"/>
          </a:xfrm>
          <a:prstGeom prst="rect">
            <a:avLst/>
          </a:prstGeom>
          <a:gradFill flip="none" rotWithShape="1">
            <a:gsLst>
              <a:gs pos="26000">
                <a:schemeClr val="bg1">
                  <a:alpha val="0"/>
                </a:schemeClr>
              </a:gs>
              <a:gs pos="70000">
                <a:schemeClr val="bg1">
                  <a:alpha val="60000"/>
                </a:schemeClr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594451" fontAlgn="base">
              <a:spcBef>
                <a:spcPct val="0"/>
              </a:spcBef>
              <a:spcAft>
                <a:spcPct val="0"/>
              </a:spcAft>
            </a:pPr>
            <a:endParaRPr lang="en-US" sz="1275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93ABC-107F-B31B-E972-89AFC69CADE6}"/>
              </a:ext>
            </a:extLst>
          </p:cNvPr>
          <p:cNvSpPr/>
          <p:nvPr userDrawn="1"/>
        </p:nvSpPr>
        <p:spPr>
          <a:xfrm>
            <a:off x="0" y="9816253"/>
            <a:ext cx="7772400" cy="242147"/>
          </a:xfrm>
          <a:prstGeom prst="rect">
            <a:avLst/>
          </a:prstGeom>
          <a:gradFill flip="none" rotWithShape="1">
            <a:gsLst>
              <a:gs pos="20000">
                <a:srgbClr val="8661C5"/>
              </a:gs>
              <a:gs pos="100000">
                <a:srgbClr val="C03BC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48"/>
          </a:p>
        </p:txBody>
      </p:sp>
      <p:sp>
        <p:nvSpPr>
          <p:cNvPr id="6" name="Rectangle: Rounded Corners 30">
            <a:extLst>
              <a:ext uri="{FF2B5EF4-FFF2-40B4-BE49-F238E27FC236}">
                <a16:creationId xmlns:a16="http://schemas.microsoft.com/office/drawing/2014/main" id="{84B0C639-5BCA-0F37-5E23-B3B0DB2F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212816" y="2352282"/>
            <a:ext cx="7379153" cy="5928603"/>
          </a:xfrm>
          <a:prstGeom prst="roundRect">
            <a:avLst>
              <a:gd name="adj" fmla="val 3266"/>
            </a:avLst>
          </a:prstGeom>
          <a:solidFill>
            <a:schemeClr val="bg1">
              <a:alpha val="53000"/>
            </a:schemeClr>
          </a:solidFill>
          <a:ln w="12700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8293" tIns="58293" rIns="58293" bIns="5829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82930">
              <a:lnSpc>
                <a:spcPct val="90000"/>
              </a:lnSpc>
              <a:spcBef>
                <a:spcPts val="383"/>
              </a:spcBef>
              <a:spcAft>
                <a:spcPts val="383"/>
              </a:spcAft>
              <a:buClr>
                <a:srgbClr val="243A5E"/>
              </a:buClr>
              <a:buSzPct val="110000"/>
            </a:pPr>
            <a:endParaRPr lang="en-US" sz="765">
              <a:solidFill>
                <a:srgbClr val="000000"/>
              </a:solidFill>
              <a:latin typeface="Segoe UI" panose="020B05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076" y="3047838"/>
            <a:ext cx="2028542" cy="274691"/>
          </a:xfrm>
        </p:spPr>
        <p:txBody>
          <a:bodyPr anchor="t"/>
          <a:lstStyle>
            <a:lvl1pPr>
              <a:defRPr sz="1785" b="1" i="0">
                <a:solidFill>
                  <a:schemeClr val="accent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77014" y="3047838"/>
            <a:ext cx="4623971" cy="5165135"/>
          </a:xfrm>
        </p:spPr>
        <p:txBody>
          <a:bodyPr anchor="t">
            <a:noAutofit/>
          </a:bodyPr>
          <a:lstStyle>
            <a:lvl1pPr marL="147757" indent="-147757">
              <a:spcAft>
                <a:spcPts val="383"/>
              </a:spcAft>
              <a:buFont typeface="Wingdings" panose="05000000000000000000" pitchFamily="2" charset="2"/>
              <a:buChar char=""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776009" y="2961640"/>
            <a:ext cx="4624976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3075" y="2961640"/>
            <a:ext cx="2028596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9360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glass&#10;&#10;Description automatically generated">
            <a:extLst>
              <a:ext uri="{FF2B5EF4-FFF2-40B4-BE49-F238E27FC236}">
                <a16:creationId xmlns:a16="http://schemas.microsoft.com/office/drawing/2014/main" id="{E4A7D264-6542-222D-A85C-1DDE77B0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sp>
        <p:nvSpPr>
          <p:cNvPr id="10" name="Title 15">
            <a:extLst>
              <a:ext uri="{FF2B5EF4-FFF2-40B4-BE49-F238E27FC236}">
                <a16:creationId xmlns:a16="http://schemas.microsoft.com/office/drawing/2014/main" id="{8B6C65E9-0C68-FA0C-B271-01384C3B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27" y="5044094"/>
            <a:ext cx="4232141" cy="392415"/>
          </a:xfrm>
        </p:spPr>
        <p:txBody>
          <a:bodyPr anchor="b" anchorCtr="0"/>
          <a:lstStyle>
            <a:lvl1pPr>
              <a:defRPr kumimoji="0" lang="en-US" sz="2550" b="0" i="0" u="none" strike="noStrike" kern="1200" cap="none" spc="-32" normalizeH="0" baseline="0" dirty="0">
                <a:ln w="3175">
                  <a:noFill/>
                </a:ln>
                <a:gradFill>
                  <a:gsLst>
                    <a:gs pos="21000">
                      <a:srgbClr val="0078D4"/>
                    </a:gs>
                    <a:gs pos="100000">
                      <a:srgbClr val="C03BC4"/>
                    </a:gs>
                  </a:gsLst>
                  <a:lin ang="2400000" scaled="0"/>
                </a:gra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pPr marL="0" marR="0" lvl="0" indent="0" algn="l" defTabSz="59462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F3FBF97E-9A9C-9D5C-3946-69F9588A6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427" y="5641288"/>
            <a:ext cx="4232142" cy="255134"/>
          </a:xfrm>
        </p:spPr>
        <p:txBody>
          <a:bodyPr/>
          <a:lstStyle>
            <a:lvl1pPr marL="0" indent="0">
              <a:buNone/>
              <a:defRPr sz="1658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910C16B4-5053-1D97-9604-ECF21C7E08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80602" y="413174"/>
            <a:ext cx="1555594" cy="132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09815"/>
      </p:ext>
    </p:extLst>
  </p:cSld>
  <p:clrMapOvr>
    <a:masterClrMapping/>
  </p:clrMapOvr>
  <p:transition>
    <p:fade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glass&#10;&#10;Description automatically generated">
            <a:extLst>
              <a:ext uri="{FF2B5EF4-FFF2-40B4-BE49-F238E27FC236}">
                <a16:creationId xmlns:a16="http://schemas.microsoft.com/office/drawing/2014/main" id="{E4A7D264-6542-222D-A85C-1DDE77B0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  <p:pic>
        <p:nvPicPr>
          <p:cNvPr id="8" name="Picture 7" descr="Microsoft 365 logo">
            <a:extLst>
              <a:ext uri="{FF2B5EF4-FFF2-40B4-BE49-F238E27FC236}">
                <a16:creationId xmlns:a16="http://schemas.microsoft.com/office/drawing/2014/main" id="{5D219040-D069-EB51-9BC1-CB528F978A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511" y="948589"/>
            <a:ext cx="1091375" cy="619516"/>
          </a:xfrm>
          <a:prstGeom prst="rect">
            <a:avLst/>
          </a:prstGeom>
          <a:ln w="18256" cap="flat">
            <a:noFill/>
            <a:prstDash val="solid"/>
            <a:miter/>
          </a:ln>
          <a:effectLst>
            <a:glow rad="1905000">
              <a:schemeClr val="bg1">
                <a:alpha val="48000"/>
              </a:schemeClr>
            </a:glow>
          </a:effectLst>
        </p:spPr>
      </p:pic>
      <p:sp>
        <p:nvSpPr>
          <p:cNvPr id="2" name="Title 15">
            <a:extLst>
              <a:ext uri="{FF2B5EF4-FFF2-40B4-BE49-F238E27FC236}">
                <a16:creationId xmlns:a16="http://schemas.microsoft.com/office/drawing/2014/main" id="{1F4A8530-B89C-88B2-9BF1-34CC2A975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26" y="4123747"/>
            <a:ext cx="4898231" cy="274691"/>
          </a:xfr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6"/>
                    </a:gs>
                  </a:gsLst>
                  <a:lin ang="16200000" scaled="1"/>
                  <a:tileRect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3E76921E-13E1-55F5-E255-F9D4FDA2F1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4859" y="5641288"/>
            <a:ext cx="4349710" cy="17665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2143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72428" y="4398041"/>
            <a:ext cx="5829300" cy="78483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2550" spc="-32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72428" y="5811521"/>
            <a:ext cx="5829300" cy="1569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2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6" name="Picture 15" descr="A logo of a company&#10;&#10;Description automatically generated">
            <a:extLst>
              <a:ext uri="{FF2B5EF4-FFF2-40B4-BE49-F238E27FC236}">
                <a16:creationId xmlns:a16="http://schemas.microsoft.com/office/drawing/2014/main" id="{DD0AF0F7-CB9D-430F-0371-DEAB62BB5B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448" t="32535" r="14401" b="28160"/>
          <a:stretch/>
        </p:blipFill>
        <p:spPr>
          <a:xfrm>
            <a:off x="364331" y="853568"/>
            <a:ext cx="927424" cy="50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06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1"/>
            <a:ext cx="7024307" cy="274691"/>
          </a:xfrm>
        </p:spPr>
        <p:txBody>
          <a:bodyPr/>
          <a:lstStyle>
            <a:lvl1pPr>
              <a:defRPr sz="1785" b="1" i="0"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179920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8486" y="3057103"/>
            <a:ext cx="3327559" cy="101354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37198" indent="-8703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078486" y="2107142"/>
            <a:ext cx="3327559" cy="23544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53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427" y="3057103"/>
            <a:ext cx="3327559" cy="1013547"/>
          </a:xfrm>
        </p:spPr>
        <p:txBody>
          <a:bodyPr>
            <a:spAutoFit/>
          </a:bodyPr>
          <a:lstStyle>
            <a:lvl1pPr marL="109299" indent="-109299">
              <a:defRPr lang="en-US" sz="1530" dirty="0"/>
            </a:lvl1pPr>
            <a:lvl2pPr marL="218599" indent="-109299">
              <a:defRPr lang="en-US" dirty="0"/>
            </a:lvl2pPr>
            <a:lvl3pPr marL="327898" indent="-109299">
              <a:defRPr lang="en-US" dirty="0"/>
            </a:lvl3pPr>
            <a:lvl4pPr marL="425053" indent="-97155">
              <a:defRPr lang="en-US" dirty="0"/>
            </a:lvl4pPr>
            <a:lvl5pPr marL="506016" indent="-76914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2427" y="2107142"/>
            <a:ext cx="3327559" cy="23544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53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234FC4D5-DD95-271F-83C3-A4DBBDBB6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670561"/>
            <a:ext cx="7024307" cy="274691"/>
          </a:xfrm>
        </p:spPr>
        <p:txBody>
          <a:bodyPr/>
          <a:lstStyle>
            <a:lvl1pPr>
              <a:defRPr sz="1785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44487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Lin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BB973DD2-1476-E74C-99DF-240F2E50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17" y="939479"/>
            <a:ext cx="7024307" cy="274691"/>
          </a:xfrm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17710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s Dark - Flexi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128DE6-1999-48A7-B346-A9684E7C6B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585" y="701697"/>
            <a:ext cx="7024509" cy="549381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US" sz="2295" b="0" kern="1200" cap="none" spc="-32" baseline="0" smtClean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  <a:lvl2pPr marL="0" indent="0">
              <a:spcBef>
                <a:spcPts val="0"/>
              </a:spcBef>
              <a:buNone/>
              <a:defRPr lang="en-US" sz="1275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3A43672B-8E20-4558-9677-6CF28C0699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6940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FB9E4768-7E5D-44DC-A376-935B1C7C9F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31557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FA7B18E8-AABF-42B2-A056-BEB2E738E6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33138" y="5552902"/>
            <a:ext cx="1923669" cy="580928"/>
          </a:xfrm>
        </p:spPr>
        <p:txBody>
          <a:bodyPr/>
          <a:lstStyle>
            <a:lvl1pPr marL="0" algn="ctr" defTabSz="582909" rtl="0" eaLnBrk="1" latinLnBrk="0" hangingPunct="1">
              <a:spcBef>
                <a:spcPts val="0"/>
              </a:spcBef>
              <a:spcAft>
                <a:spcPts val="383"/>
              </a:spcAft>
              <a:defRPr lang="en-US" sz="121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ctr">
              <a:spcBef>
                <a:spcPts val="0"/>
              </a:spcBef>
              <a:buNone/>
              <a:defRPr lang="en-US" sz="102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472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930905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76.xml"/><Relationship Id="rId21" Type="http://schemas.openxmlformats.org/officeDocument/2006/relationships/slideLayout" Target="../slideLayouts/slideLayout71.xml"/><Relationship Id="rId42" Type="http://schemas.openxmlformats.org/officeDocument/2006/relationships/slideLayout" Target="../slideLayouts/slideLayout92.xml"/><Relationship Id="rId47" Type="http://schemas.openxmlformats.org/officeDocument/2006/relationships/slideLayout" Target="../slideLayouts/slideLayout97.xml"/><Relationship Id="rId63" Type="http://schemas.openxmlformats.org/officeDocument/2006/relationships/slideLayout" Target="../slideLayouts/slideLayout113.xml"/><Relationship Id="rId68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1.xml"/><Relationship Id="rId32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7.xml"/><Relationship Id="rId53" Type="http://schemas.openxmlformats.org/officeDocument/2006/relationships/slideLayout" Target="../slideLayouts/slideLayout103.xml"/><Relationship Id="rId58" Type="http://schemas.openxmlformats.org/officeDocument/2006/relationships/slideLayout" Target="../slideLayouts/slideLayout108.xml"/><Relationship Id="rId74" Type="http://schemas.openxmlformats.org/officeDocument/2006/relationships/slideLayout" Target="../slideLayouts/slideLayout124.xml"/><Relationship Id="rId79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55.xml"/><Relationship Id="rId61" Type="http://schemas.openxmlformats.org/officeDocument/2006/relationships/slideLayout" Target="../slideLayouts/slideLayout111.xml"/><Relationship Id="rId1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5.xml"/><Relationship Id="rId43" Type="http://schemas.openxmlformats.org/officeDocument/2006/relationships/slideLayout" Target="../slideLayouts/slideLayout93.xml"/><Relationship Id="rId48" Type="http://schemas.openxmlformats.org/officeDocument/2006/relationships/slideLayout" Target="../slideLayouts/slideLayout98.xml"/><Relationship Id="rId56" Type="http://schemas.openxmlformats.org/officeDocument/2006/relationships/slideLayout" Target="../slideLayouts/slideLayout106.xml"/><Relationship Id="rId64" Type="http://schemas.openxmlformats.org/officeDocument/2006/relationships/slideLayout" Target="../slideLayouts/slideLayout114.xml"/><Relationship Id="rId69" Type="http://schemas.openxmlformats.org/officeDocument/2006/relationships/slideLayout" Target="../slideLayouts/slideLayout119.xml"/><Relationship Id="rId77" Type="http://schemas.openxmlformats.org/officeDocument/2006/relationships/slideLayout" Target="../slideLayouts/slideLayout127.xml"/><Relationship Id="rId8" Type="http://schemas.openxmlformats.org/officeDocument/2006/relationships/slideLayout" Target="../slideLayouts/slideLayout58.xml"/><Relationship Id="rId51" Type="http://schemas.openxmlformats.org/officeDocument/2006/relationships/slideLayout" Target="../slideLayouts/slideLayout101.xml"/><Relationship Id="rId72" Type="http://schemas.openxmlformats.org/officeDocument/2006/relationships/slideLayout" Target="../slideLayouts/slideLayout122.xml"/><Relationship Id="rId80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33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8.xml"/><Relationship Id="rId46" Type="http://schemas.openxmlformats.org/officeDocument/2006/relationships/slideLayout" Target="../slideLayouts/slideLayout96.xml"/><Relationship Id="rId59" Type="http://schemas.openxmlformats.org/officeDocument/2006/relationships/slideLayout" Target="../slideLayouts/slideLayout109.xml"/><Relationship Id="rId67" Type="http://schemas.openxmlformats.org/officeDocument/2006/relationships/slideLayout" Target="../slideLayouts/slideLayout117.xml"/><Relationship Id="rId20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91.xml"/><Relationship Id="rId54" Type="http://schemas.openxmlformats.org/officeDocument/2006/relationships/slideLayout" Target="../slideLayouts/slideLayout104.xml"/><Relationship Id="rId62" Type="http://schemas.openxmlformats.org/officeDocument/2006/relationships/slideLayout" Target="../slideLayouts/slideLayout112.xml"/><Relationship Id="rId70" Type="http://schemas.openxmlformats.org/officeDocument/2006/relationships/slideLayout" Target="../slideLayouts/slideLayout120.xml"/><Relationship Id="rId75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8.xml"/><Relationship Id="rId36" Type="http://schemas.openxmlformats.org/officeDocument/2006/relationships/slideLayout" Target="../slideLayouts/slideLayout86.xml"/><Relationship Id="rId49" Type="http://schemas.openxmlformats.org/officeDocument/2006/relationships/slideLayout" Target="../slideLayouts/slideLayout99.xml"/><Relationship Id="rId57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94.xml"/><Relationship Id="rId52" Type="http://schemas.openxmlformats.org/officeDocument/2006/relationships/slideLayout" Target="../slideLayouts/slideLayout102.xml"/><Relationship Id="rId60" Type="http://schemas.openxmlformats.org/officeDocument/2006/relationships/slideLayout" Target="../slideLayouts/slideLayout110.xml"/><Relationship Id="rId65" Type="http://schemas.openxmlformats.org/officeDocument/2006/relationships/slideLayout" Target="../slideLayouts/slideLayout115.xml"/><Relationship Id="rId73" Type="http://schemas.openxmlformats.org/officeDocument/2006/relationships/slideLayout" Target="../slideLayouts/slideLayout123.xml"/><Relationship Id="rId78" Type="http://schemas.openxmlformats.org/officeDocument/2006/relationships/slideLayout" Target="../slideLayouts/slideLayout128.xml"/><Relationship Id="rId81" Type="http://schemas.openxmlformats.org/officeDocument/2006/relationships/theme" Target="../theme/theme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39" Type="http://schemas.openxmlformats.org/officeDocument/2006/relationships/slideLayout" Target="../slideLayouts/slideLayout89.xml"/><Relationship Id="rId34" Type="http://schemas.openxmlformats.org/officeDocument/2006/relationships/slideLayout" Target="../slideLayouts/slideLayout84.xml"/><Relationship Id="rId50" Type="http://schemas.openxmlformats.org/officeDocument/2006/relationships/slideLayout" Target="../slideLayouts/slideLayout100.xml"/><Relationship Id="rId55" Type="http://schemas.openxmlformats.org/officeDocument/2006/relationships/slideLayout" Target="../slideLayouts/slideLayout105.xml"/><Relationship Id="rId76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57.xml"/><Relationship Id="rId71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74.xml"/><Relationship Id="rId40" Type="http://schemas.openxmlformats.org/officeDocument/2006/relationships/slideLayout" Target="../slideLayouts/slideLayout90.xml"/><Relationship Id="rId45" Type="http://schemas.openxmlformats.org/officeDocument/2006/relationships/slideLayout" Target="../slideLayouts/slideLayout95.xml"/><Relationship Id="rId66" Type="http://schemas.openxmlformats.org/officeDocument/2006/relationships/slideLayout" Target="../slideLayouts/slideLayout1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31EC52-4DBF-75D2-D4EC-CD790402A4A9}"/>
              </a:ext>
            </a:extLst>
          </p:cNvPr>
          <p:cNvPicPr>
            <a:picLocks noChangeAspect="1"/>
          </p:cNvPicPr>
          <p:nvPr userDrawn="1"/>
        </p:nvPicPr>
        <p:blipFill>
          <a:blip r:embed="rId51"/>
          <a:stretch>
            <a:fillRect/>
          </a:stretch>
        </p:blipFill>
        <p:spPr>
          <a:xfrm>
            <a:off x="0" y="-13334"/>
            <a:ext cx="7772400" cy="1007173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5017" y="670560"/>
            <a:ext cx="7024307" cy="35317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72427" y="2105405"/>
            <a:ext cx="7024307" cy="10283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 rot="5400000">
            <a:off x="3219361" y="4592003"/>
            <a:ext cx="10058400" cy="87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7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2295" b="0" kern="1200" cap="none" spc="-32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45733" marR="0" indent="-145733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785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291465" marR="0" indent="-145733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275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418981" marR="0" indent="-127516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2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5373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652760" marR="0" indent="-10727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6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646">
          <p15:clr>
            <a:srgbClr val="F26B43"/>
          </p15:clr>
        </p15:guide>
        <p15:guide id="2" pos="1561">
          <p15:clr>
            <a:srgbClr val="F26B43"/>
          </p15:clr>
        </p15:guide>
        <p15:guide id="3" pos="184">
          <p15:clr>
            <a:srgbClr val="F26B43"/>
          </p15:clr>
        </p15:guide>
        <p15:guide id="4" pos="2938">
          <p15:clr>
            <a:srgbClr val="F26B43"/>
          </p15:clr>
        </p15:guide>
        <p15:guide id="5" pos="1988">
          <p15:clr>
            <a:srgbClr val="5ACBF0"/>
          </p15:clr>
        </p15:guide>
        <p15:guide id="6" pos="2081">
          <p15:clr>
            <a:srgbClr val="5ACBF0"/>
          </p15:clr>
        </p15:guide>
        <p15:guide id="7" pos="1039">
          <p15:clr>
            <a:srgbClr val="5ACBF0"/>
          </p15:clr>
        </p15:guide>
        <p15:guide id="8" pos="1132">
          <p15:clr>
            <a:srgbClr val="5ACBF0"/>
          </p15:clr>
        </p15:guide>
        <p15:guide id="9" pos="1607">
          <p15:clr>
            <a:srgbClr val="C35EA4"/>
          </p15:clr>
        </p15:guide>
        <p15:guide id="10" pos="1515">
          <p15:clr>
            <a:srgbClr val="C35EA4"/>
          </p15:clr>
        </p15:guide>
        <p15:guide id="11" orient="horz" pos="422">
          <p15:clr>
            <a:srgbClr val="F26B43"/>
          </p15:clr>
        </p15:guide>
        <p15:guide id="12" orient="horz" pos="887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66445" y="749450"/>
            <a:ext cx="7024307" cy="27469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372427" y="2105404"/>
            <a:ext cx="7024307" cy="95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7772400" cy="100584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373075" cy="858317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86538" cy="42915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6586" tIns="93269" rIns="116586" bIns="9326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53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841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62" r:id="rId35"/>
    <p:sldLayoutId id="2147483763" r:id="rId36"/>
    <p:sldLayoutId id="2147483764" r:id="rId37"/>
    <p:sldLayoutId id="2147483765" r:id="rId38"/>
    <p:sldLayoutId id="2147483766" r:id="rId39"/>
    <p:sldLayoutId id="2147483767" r:id="rId40"/>
    <p:sldLayoutId id="2147483768" r:id="rId41"/>
    <p:sldLayoutId id="2147483769" r:id="rId42"/>
    <p:sldLayoutId id="2147483771" r:id="rId43"/>
    <p:sldLayoutId id="2147483772" r:id="rId44"/>
    <p:sldLayoutId id="2147483773" r:id="rId45"/>
    <p:sldLayoutId id="2147483774" r:id="rId46"/>
    <p:sldLayoutId id="2147483775" r:id="rId47"/>
    <p:sldLayoutId id="2147483776" r:id="rId48"/>
    <p:sldLayoutId id="2147483777" r:id="rId49"/>
    <p:sldLayoutId id="2147483778" r:id="rId50"/>
    <p:sldLayoutId id="2147483779" r:id="rId51"/>
    <p:sldLayoutId id="2147483780" r:id="rId52"/>
    <p:sldLayoutId id="2147483781" r:id="rId53"/>
    <p:sldLayoutId id="2147483782" r:id="rId54"/>
    <p:sldLayoutId id="2147483783" r:id="rId55"/>
    <p:sldLayoutId id="2147483784" r:id="rId56"/>
    <p:sldLayoutId id="2147483785" r:id="rId57"/>
    <p:sldLayoutId id="2147483786" r:id="rId58"/>
    <p:sldLayoutId id="2147483787" r:id="rId59"/>
    <p:sldLayoutId id="2147483788" r:id="rId60"/>
    <p:sldLayoutId id="2147483789" r:id="rId61"/>
    <p:sldLayoutId id="2147483790" r:id="rId62"/>
    <p:sldLayoutId id="2147483791" r:id="rId63"/>
    <p:sldLayoutId id="2147483792" r:id="rId64"/>
    <p:sldLayoutId id="2147483793" r:id="rId65"/>
    <p:sldLayoutId id="2147483794" r:id="rId66"/>
    <p:sldLayoutId id="2147483795" r:id="rId67"/>
    <p:sldLayoutId id="2147483796" r:id="rId68"/>
    <p:sldLayoutId id="2147483797" r:id="rId69"/>
    <p:sldLayoutId id="2147483798" r:id="rId70"/>
    <p:sldLayoutId id="2147483799" r:id="rId71"/>
    <p:sldLayoutId id="2147483800" r:id="rId72"/>
    <p:sldLayoutId id="2147483801" r:id="rId73"/>
    <p:sldLayoutId id="2147483802" r:id="rId74"/>
    <p:sldLayoutId id="2147483803" r:id="rId75"/>
    <p:sldLayoutId id="2147483804" r:id="rId76"/>
    <p:sldLayoutId id="2147483805" r:id="rId77"/>
    <p:sldLayoutId id="2147483806" r:id="rId78"/>
    <p:sldLayoutId id="2147483807" r:id="rId79"/>
    <p:sldLayoutId id="2147483808" r:id="rId80"/>
  </p:sldLayoutIdLst>
  <p:transition>
    <p:fade/>
  </p:transition>
  <p:hf sldNum="0" hdr="0" ftr="0" dt="0"/>
  <p:txStyles>
    <p:titleStyle>
      <a:lvl1pPr algn="l" defTabSz="594623" rtl="0" eaLnBrk="1" latinLnBrk="0" hangingPunct="1">
        <a:lnSpc>
          <a:spcPct val="100000"/>
        </a:lnSpc>
        <a:spcBef>
          <a:spcPct val="0"/>
        </a:spcBef>
        <a:buNone/>
        <a:defRPr lang="en-US" sz="1785" b="0" kern="1200" cap="none" spc="-32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594623" rtl="0" eaLnBrk="1" fontAlgn="auto" latinLnBrk="0" hangingPunct="1">
        <a:lnSpc>
          <a:spcPct val="100000"/>
        </a:lnSpc>
        <a:spcBef>
          <a:spcPts val="114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148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594623" rtl="0" eaLnBrk="1" fontAlgn="auto" latinLnBrk="0" hangingPunct="1">
        <a:lnSpc>
          <a:spcPct val="100000"/>
        </a:lnSpc>
        <a:spcBef>
          <a:spcPts val="765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020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127516" marR="0" indent="-127516" algn="l" defTabSz="594623" rtl="0" eaLnBrk="1" fontAlgn="auto" latinLnBrk="0" hangingPunct="1">
        <a:lnSpc>
          <a:spcPct val="100000"/>
        </a:lnSpc>
        <a:spcBef>
          <a:spcPts val="383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256489" marR="0" indent="-115372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384734" marR="0" indent="-128245" algn="l" defTabSz="59462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93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635213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32525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29837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27149" indent="-148656" algn="l" defTabSz="594623" rtl="0" eaLnBrk="1" latinLnBrk="0" hangingPunct="1">
        <a:spcBef>
          <a:spcPct val="20000"/>
        </a:spcBef>
        <a:buFont typeface="Arial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7312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9462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91935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89246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86558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83869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81181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78493" algn="l" defTabSz="594623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540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13" Type="http://schemas.openxmlformats.org/officeDocument/2006/relationships/image" Target="../media/image82.svg"/><Relationship Id="rId18" Type="http://schemas.openxmlformats.org/officeDocument/2006/relationships/image" Target="../media/image87.png"/><Relationship Id="rId26" Type="http://schemas.openxmlformats.org/officeDocument/2006/relationships/image" Target="../media/image95.svg"/><Relationship Id="rId3" Type="http://schemas.openxmlformats.org/officeDocument/2006/relationships/image" Target="../media/image72.png"/><Relationship Id="rId21" Type="http://schemas.openxmlformats.org/officeDocument/2006/relationships/image" Target="../media/image90.sv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svg"/><Relationship Id="rId25" Type="http://schemas.openxmlformats.org/officeDocument/2006/relationships/image" Target="../media/image94.png"/><Relationship Id="rId2" Type="http://schemas.openxmlformats.org/officeDocument/2006/relationships/image" Target="../media/image71.png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29" Type="http://schemas.openxmlformats.org/officeDocument/2006/relationships/image" Target="../media/image98.png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75.svg"/><Relationship Id="rId11" Type="http://schemas.openxmlformats.org/officeDocument/2006/relationships/image" Target="../media/image80.svg"/><Relationship Id="rId24" Type="http://schemas.openxmlformats.org/officeDocument/2006/relationships/image" Target="../media/image93.png"/><Relationship Id="rId5" Type="http://schemas.openxmlformats.org/officeDocument/2006/relationships/image" Target="../media/image74.png"/><Relationship Id="rId15" Type="http://schemas.openxmlformats.org/officeDocument/2006/relationships/image" Target="../media/image84.svg"/><Relationship Id="rId23" Type="http://schemas.openxmlformats.org/officeDocument/2006/relationships/image" Target="../media/image92.svg"/><Relationship Id="rId28" Type="http://schemas.openxmlformats.org/officeDocument/2006/relationships/image" Target="../media/image97.png"/><Relationship Id="rId10" Type="http://schemas.openxmlformats.org/officeDocument/2006/relationships/image" Target="../media/image79.png"/><Relationship Id="rId19" Type="http://schemas.openxmlformats.org/officeDocument/2006/relationships/image" Target="../media/image88.svg"/><Relationship Id="rId4" Type="http://schemas.openxmlformats.org/officeDocument/2006/relationships/image" Target="../media/image73.sv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91.png"/><Relationship Id="rId27" Type="http://schemas.openxmlformats.org/officeDocument/2006/relationships/image" Target="../media/image96.png"/><Relationship Id="rId30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6">
                <a:lumMod val="20000"/>
                <a:lumOff val="80000"/>
              </a:schemeClr>
            </a:gs>
            <a:gs pos="0">
              <a:schemeClr val="tx2">
                <a:lumMod val="10000"/>
                <a:lumOff val="90000"/>
              </a:schemeClr>
            </a:gs>
          </a:gsLst>
          <a:lin ang="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2A78E-01DA-42E1-543D-58517A9F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C83FE0-A0B2-0F76-505D-8429B5F76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0" y="2563311"/>
            <a:ext cx="7772401" cy="8590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2" descr="Copilot in M365 Apps">
            <a:extLst>
              <a:ext uri="{FF2B5EF4-FFF2-40B4-BE49-F238E27FC236}">
                <a16:creationId xmlns:a16="http://schemas.microsoft.com/office/drawing/2014/main" id="{2E331A5B-2AE8-68D9-4DAE-3933D5046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069" y="448088"/>
            <a:ext cx="4052681" cy="211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6" name="Text Placeholder 8">
            <a:extLst>
              <a:ext uri="{FF2B5EF4-FFF2-40B4-BE49-F238E27FC236}">
                <a16:creationId xmlns:a16="http://schemas.microsoft.com/office/drawing/2014/main" id="{84092B24-A6C8-1C03-C3EA-C9BD00D01978}"/>
              </a:ext>
            </a:extLst>
          </p:cNvPr>
          <p:cNvSpPr txBox="1">
            <a:spLocks/>
          </p:cNvSpPr>
          <p:nvPr/>
        </p:nvSpPr>
        <p:spPr>
          <a:xfrm>
            <a:off x="152007" y="2619499"/>
            <a:ext cx="7400123" cy="707886"/>
          </a:xfrm>
          <a:prstGeom prst="rect">
            <a:avLst/>
          </a:prstGeom>
        </p:spPr>
        <p:txBody>
          <a:bodyPr vert="horz" wrap="square" lIns="0" tIns="91440" rIns="0" bIns="0" numCol="1" spcCol="228600" rtlCol="0" anchor="t" anchorCtr="0">
            <a:spAutoFit/>
          </a:bodyPr>
          <a:lstStyle>
            <a:lvl1pPr marL="0" indent="0" algn="l" defTabSz="77724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600" kern="1200" spc="-5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" indent="-118872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3" algn="ctr" defTabSz="529912">
              <a:defRPr/>
            </a:pPr>
            <a:r>
              <a:rPr lang="en-US" sz="1600" spc="-5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The most secure AI solution for your business.</a:t>
            </a:r>
            <a:br>
              <a:rPr lang="en-US" sz="1600" spc="-5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</a:br>
            <a:r>
              <a:rPr lang="en-US" sz="1200">
                <a:solidFill>
                  <a:srgbClr val="091F2C"/>
                </a:solidFill>
                <a:latin typeface="Segoe Sans Display"/>
              </a:rPr>
              <a:t>Take the guesswork out with built in security you can trust. Advanced protection included to keep your business data and devices safe. Extend with optional security add-ons for even more peace of mind.</a:t>
            </a:r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6DF24C75-95E3-909A-F027-10A8B2DBB8DC}"/>
              </a:ext>
            </a:extLst>
          </p:cNvPr>
          <p:cNvSpPr txBox="1">
            <a:spLocks/>
          </p:cNvSpPr>
          <p:nvPr/>
        </p:nvSpPr>
        <p:spPr>
          <a:xfrm>
            <a:off x="297054" y="1103902"/>
            <a:ext cx="4394646" cy="1323439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ctr" defTabSz="26462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73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32742">
              <a:lnSpc>
                <a:spcPct val="100000"/>
              </a:lnSpc>
              <a:defRPr/>
            </a:pPr>
            <a:r>
              <a:rPr lang="en-US" sz="2800" spc="-5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cs typeface="Segoe Sans Display Semibold"/>
              </a:rPr>
              <a:t>AI Productivity + Advanced Security.</a:t>
            </a:r>
            <a:endParaRPr kumimoji="0" lang="en-US" sz="800" b="0" i="0" u="none" strike="noStrike" kern="1200" cap="none" spc="-50" normalizeH="0" baseline="0" noProof="0">
              <a:ln w="3175">
                <a:noFill/>
              </a:ln>
              <a:gradFill flip="none">
                <a:gsLst>
                  <a:gs pos="12000">
                    <a:srgbClr val="0078D4"/>
                  </a:gs>
                  <a:gs pos="100000">
                    <a:srgbClr val="C73ECC"/>
                  </a:gs>
                </a:gsLst>
                <a:lin ang="0" scaled="1"/>
                <a:tileRect/>
              </a:gradFill>
              <a:effectLst/>
              <a:uLnTx/>
              <a:uFillTx/>
              <a:latin typeface="Segoe Sans Display Semibold"/>
              <a:ea typeface="+mj-ea"/>
              <a:cs typeface="Segoe Sans Display Semibold"/>
            </a:endParaRPr>
          </a:p>
          <a:p>
            <a:pPr algn="l" defTabSz="932742">
              <a:lnSpc>
                <a:spcPct val="100000"/>
              </a:lnSpc>
              <a:defRPr/>
            </a:pPr>
            <a:r>
              <a:rPr lang="en-US" sz="2400"/>
              <a:t>One smart bundle. </a:t>
            </a:r>
            <a:endParaRPr lang="en-US" sz="2000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B6C5D9C3-9F22-69A7-4987-E954AC268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2977001" y="5253775"/>
            <a:ext cx="1818399" cy="7772398"/>
          </a:xfrm>
          <a:custGeom>
            <a:avLst/>
            <a:gdLst>
              <a:gd name="connsiteX0" fmla="*/ 0 w 7924800"/>
              <a:gd name="connsiteY0" fmla="*/ 0 h 10277475"/>
              <a:gd name="connsiteX1" fmla="*/ 7924800 w 7924800"/>
              <a:gd name="connsiteY1" fmla="*/ 0 h 10277475"/>
              <a:gd name="connsiteX2" fmla="*/ 7924800 w 7924800"/>
              <a:gd name="connsiteY2" fmla="*/ 10277475 h 10277475"/>
              <a:gd name="connsiteX3" fmla="*/ 0 w 7924800"/>
              <a:gd name="connsiteY3" fmla="*/ 10277475 h 10277475"/>
              <a:gd name="connsiteX4" fmla="*/ 0 w 7924800"/>
              <a:gd name="connsiteY4" fmla="*/ 0 h 10277475"/>
              <a:gd name="connsiteX0" fmla="*/ 0 w 7924800"/>
              <a:gd name="connsiteY0" fmla="*/ 0 h 10291762"/>
              <a:gd name="connsiteX1" fmla="*/ 7924800 w 7924800"/>
              <a:gd name="connsiteY1" fmla="*/ 0 h 10291762"/>
              <a:gd name="connsiteX2" fmla="*/ 7924800 w 7924800"/>
              <a:gd name="connsiteY2" fmla="*/ 10277475 h 10291762"/>
              <a:gd name="connsiteX3" fmla="*/ 500063 w 7924800"/>
              <a:gd name="connsiteY3" fmla="*/ 10291762 h 10291762"/>
              <a:gd name="connsiteX4" fmla="*/ 0 w 7924800"/>
              <a:gd name="connsiteY4" fmla="*/ 0 h 10291762"/>
              <a:gd name="connsiteX0" fmla="*/ 29273 w 7954073"/>
              <a:gd name="connsiteY0" fmla="*/ 0 h 10291762"/>
              <a:gd name="connsiteX1" fmla="*/ 7954073 w 7954073"/>
              <a:gd name="connsiteY1" fmla="*/ 0 h 10291762"/>
              <a:gd name="connsiteX2" fmla="*/ 7954073 w 7954073"/>
              <a:gd name="connsiteY2" fmla="*/ 10277475 h 10291762"/>
              <a:gd name="connsiteX3" fmla="*/ 529336 w 7954073"/>
              <a:gd name="connsiteY3" fmla="*/ 10291762 h 10291762"/>
              <a:gd name="connsiteX4" fmla="*/ 29273 w 7954073"/>
              <a:gd name="connsiteY4" fmla="*/ 0 h 10291762"/>
              <a:gd name="connsiteX0" fmla="*/ 0 w 7924800"/>
              <a:gd name="connsiteY0" fmla="*/ 0 h 10291762"/>
              <a:gd name="connsiteX1" fmla="*/ 7924800 w 7924800"/>
              <a:gd name="connsiteY1" fmla="*/ 0 h 10291762"/>
              <a:gd name="connsiteX2" fmla="*/ 7924800 w 7924800"/>
              <a:gd name="connsiteY2" fmla="*/ 10277475 h 10291762"/>
              <a:gd name="connsiteX3" fmla="*/ 500063 w 7924800"/>
              <a:gd name="connsiteY3" fmla="*/ 10291762 h 10291762"/>
              <a:gd name="connsiteX4" fmla="*/ 0 w 7924800"/>
              <a:gd name="connsiteY4" fmla="*/ 0 h 10291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24800" h="10291762">
                <a:moveTo>
                  <a:pt x="0" y="0"/>
                </a:moveTo>
                <a:lnTo>
                  <a:pt x="7924800" y="0"/>
                </a:lnTo>
                <a:lnTo>
                  <a:pt x="7924800" y="10277475"/>
                </a:lnTo>
                <a:lnTo>
                  <a:pt x="500063" y="10291762"/>
                </a:lnTo>
                <a:cubicBezTo>
                  <a:pt x="-409575" y="6975475"/>
                  <a:pt x="1938338" y="3402012"/>
                  <a:pt x="0" y="0"/>
                </a:cubicBezTo>
                <a:close/>
              </a:path>
            </a:pathLst>
          </a:custGeom>
          <a:gradFill>
            <a:gsLst>
              <a:gs pos="49400">
                <a:srgbClr val="7360C6"/>
              </a:gs>
              <a:gs pos="0">
                <a:srgbClr val="356FD2"/>
              </a:gs>
              <a:gs pos="100000">
                <a:srgbClr val="C638CB"/>
              </a:gs>
            </a:gsLst>
            <a:lin ang="27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16586" tIns="93269" rIns="116586" bIns="932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>
              <a:spcBef>
                <a:spcPct val="0"/>
              </a:spcBef>
              <a:spcAft>
                <a:spcPct val="0"/>
              </a:spcAft>
            </a:pPr>
            <a:endParaRPr lang="en-AU" sz="1400" b="1" kern="0">
              <a:solidFill>
                <a:srgbClr val="FFFFFF"/>
              </a:solidFill>
              <a:latin typeface="Segoe UI Semibold"/>
              <a:cs typeface="Segoe UI Semi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6CB84-D85E-74E2-9D7F-590F7551AC53}"/>
              </a:ext>
            </a:extLst>
          </p:cNvPr>
          <p:cNvSpPr txBox="1"/>
          <p:nvPr/>
        </p:nvSpPr>
        <p:spPr>
          <a:xfrm>
            <a:off x="430528" y="8581578"/>
            <a:ext cx="3779063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2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Ready to get started?</a:t>
            </a:r>
          </a:p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2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Contact the </a:t>
            </a:r>
            <a:r>
              <a:rPr kumimoji="0" lang="en-GB" sz="1320" b="0" i="0" u="none" strike="noStrike" kern="1200" cap="none" spc="0" normalizeH="0" baseline="0" noProof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&lt;Partner Name&gt; </a:t>
            </a:r>
            <a:r>
              <a:rPr kumimoji="0" lang="en-GB" sz="132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team.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D1E6E60-1198-C650-258D-803B6C323E89}"/>
              </a:ext>
            </a:extLst>
          </p:cNvPr>
          <p:cNvGrpSpPr/>
          <p:nvPr/>
        </p:nvGrpSpPr>
        <p:grpSpPr>
          <a:xfrm>
            <a:off x="534506" y="9185623"/>
            <a:ext cx="1850302" cy="244682"/>
            <a:chOff x="496508" y="8973327"/>
            <a:chExt cx="1682093" cy="22243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DF1EF9-28E6-68F2-B3D8-7BB4DC0EC0F5}"/>
                </a:ext>
              </a:extLst>
            </p:cNvPr>
            <p:cNvSpPr txBox="1"/>
            <p:nvPr/>
          </p:nvSpPr>
          <p:spPr>
            <a:xfrm>
              <a:off x="664200" y="8973327"/>
              <a:ext cx="1514401" cy="222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user.name@</a:t>
              </a:r>
              <a:r>
                <a:rPr kumimoji="0" lang="en-AU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company</a:t>
              </a: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.com</a:t>
              </a: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6FF95A93-D306-0A22-E9A1-62C609B13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6508" y="8974321"/>
              <a:ext cx="195136" cy="19513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581A66E-F1A2-84FE-FD62-557C64F6C4A7}"/>
              </a:ext>
            </a:extLst>
          </p:cNvPr>
          <p:cNvGrpSpPr/>
          <p:nvPr/>
        </p:nvGrpSpPr>
        <p:grpSpPr>
          <a:xfrm>
            <a:off x="2657824" y="9176762"/>
            <a:ext cx="1568356" cy="259496"/>
            <a:chOff x="496508" y="9282105"/>
            <a:chExt cx="1425778" cy="2359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370F916-96A2-3198-F57D-3911868A24A2}"/>
                </a:ext>
              </a:extLst>
            </p:cNvPr>
            <p:cNvSpPr txBox="1"/>
            <p:nvPr/>
          </p:nvSpPr>
          <p:spPr>
            <a:xfrm>
              <a:off x="660707" y="9295572"/>
              <a:ext cx="1261579" cy="222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company</a:t>
              </a:r>
              <a:r>
                <a:rPr kumimoji="0" lang="en-FR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.com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2395CC6C-037C-AAC3-DFAB-FD458C116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96508" y="9282105"/>
              <a:ext cx="195136" cy="195136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4C2541-B1B4-DCE7-17F3-F73A46E2DE62}"/>
              </a:ext>
            </a:extLst>
          </p:cNvPr>
          <p:cNvGrpSpPr/>
          <p:nvPr/>
        </p:nvGrpSpPr>
        <p:grpSpPr>
          <a:xfrm>
            <a:off x="4006929" y="9176762"/>
            <a:ext cx="1693775" cy="254928"/>
            <a:chOff x="4858222" y="9007317"/>
            <a:chExt cx="1539796" cy="231752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C16BD97-68ED-142B-1450-69390B494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858222" y="9007317"/>
              <a:ext cx="213098" cy="213098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96A9F3-37E9-59E8-5A4F-641A499F7DFB}"/>
                </a:ext>
              </a:extLst>
            </p:cNvPr>
            <p:cNvSpPr txBox="1"/>
            <p:nvPr/>
          </p:nvSpPr>
          <p:spPr>
            <a:xfrm>
              <a:off x="5042460" y="9016631"/>
              <a:ext cx="1355558" cy="222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509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9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linkedin.com/username</a:t>
              </a:r>
              <a:endParaRPr kumimoji="0" lang="en-FR" sz="99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pic>
        <p:nvPicPr>
          <p:cNvPr id="26" name="Picture 2">
            <a:extLst>
              <a:ext uri="{FF2B5EF4-FFF2-40B4-BE49-F238E27FC236}">
                <a16:creationId xmlns:a16="http://schemas.microsoft.com/office/drawing/2014/main" id="{1DD08F61-559B-8A20-7E77-2036015FA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046" y="9523824"/>
            <a:ext cx="1245077" cy="417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EC21F9D-3B4B-9C04-E13F-C8B94F64E167}"/>
              </a:ext>
            </a:extLst>
          </p:cNvPr>
          <p:cNvSpPr txBox="1"/>
          <p:nvPr/>
        </p:nvSpPr>
        <p:spPr>
          <a:xfrm>
            <a:off x="451725" y="9532203"/>
            <a:ext cx="5794058" cy="4032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77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/>
                <a:ea typeface="+mn-ea"/>
                <a:cs typeface="Segoe UI" panose="020B0502040204020203" pitchFamily="34" charset="0"/>
              </a:rPr>
              <a:t>© Microsoft 2025. All rights reserved.</a:t>
            </a:r>
          </a:p>
          <a:p>
            <a:pPr marL="0" marR="0" lvl="0" indent="0" algn="l" defTabSz="5094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Sans Text"/>
                <a:ea typeface="+mn-ea"/>
                <a:cs typeface="Segoe UI" panose="020B0502040204020203" pitchFamily="34" charset="0"/>
              </a:rPr>
              <a:t>MICROSOFT MAKES NO WARRANTIES, EXPRESS OR IMPLIED, IN THIS SUMMARY</a:t>
            </a:r>
            <a:endParaRPr kumimoji="0" lang="en-US" sz="6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8CCC73D-5485-91EB-204A-FCA6D3398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03038" y="6757829"/>
            <a:ext cx="6898060" cy="1105869"/>
          </a:xfrm>
          <a:prstGeom prst="roundRect">
            <a:avLst>
              <a:gd name="adj" fmla="val 8949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ts val="1200"/>
              </a:spcAft>
            </a:pPr>
            <a:endParaRPr lang="en-US" sz="1600" spc="-50">
              <a:ln w="3175">
                <a:noFill/>
              </a:ln>
              <a:gradFill flip="none">
                <a:gsLst>
                  <a:gs pos="12000">
                    <a:srgbClr val="0078D4"/>
                  </a:gs>
                  <a:gs pos="100000">
                    <a:srgbClr val="C73ECC"/>
                  </a:gs>
                </a:gsLst>
                <a:lin ang="0" scaled="1"/>
                <a:tileRect/>
              </a:gradFill>
              <a:latin typeface="Segoe Sans Display Semibold"/>
              <a:ea typeface="+mj-ea"/>
              <a:cs typeface="Segoe Sans Display Semibold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FA019D-58B8-5B92-4B77-1DFE6FA984D3}"/>
              </a:ext>
            </a:extLst>
          </p:cNvPr>
          <p:cNvSpPr txBox="1">
            <a:spLocks/>
          </p:cNvSpPr>
          <p:nvPr/>
        </p:nvSpPr>
        <p:spPr>
          <a:xfrm>
            <a:off x="451725" y="7944082"/>
            <a:ext cx="6849373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400"/>
              </a:spcBef>
              <a:defRPr/>
            </a:pPr>
            <a:r>
              <a:rPr lang="en-US" sz="800" b="1">
                <a:solidFill>
                  <a:prstClr val="black"/>
                </a:solidFill>
                <a:latin typeface="Segoe Sans Display"/>
                <a:ea typeface="Times New Roman" panose="02020603050405020304" pitchFamily="18" charset="0"/>
                <a:cs typeface="Times New Roman"/>
              </a:rPr>
              <a:t>Purchase requirements: </a:t>
            </a:r>
            <a:r>
              <a:rPr lang="en-US" sz="800">
                <a:solidFill>
                  <a:prstClr val="black"/>
                </a:solidFill>
                <a:latin typeface="Segoe Sans Display"/>
                <a:cs typeface="Times New Roman"/>
              </a:rPr>
              <a:t>Qualified purchase of 10 to 300 licenses required during the promotion period of December 1, 2025 – March 31, 2026.</a:t>
            </a:r>
            <a:endParaRPr lang="en-US" sz="105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33D6A5-88F0-4046-6D45-219FD5817310}"/>
              </a:ext>
            </a:extLst>
          </p:cNvPr>
          <p:cNvSpPr/>
          <p:nvPr/>
        </p:nvSpPr>
        <p:spPr>
          <a:xfrm>
            <a:off x="2254066" y="6641502"/>
            <a:ext cx="3282807" cy="243313"/>
          </a:xfrm>
          <a:prstGeom prst="roundRect">
            <a:avLst>
              <a:gd name="adj" fmla="val 50000"/>
            </a:avLst>
          </a:prstGeom>
          <a:gradFill>
            <a:gsLst>
              <a:gs pos="49400">
                <a:srgbClr val="7360C6"/>
              </a:gs>
              <a:gs pos="0">
                <a:srgbClr val="356FD2"/>
              </a:gs>
              <a:gs pos="100000">
                <a:srgbClr val="C638CB"/>
              </a:gs>
            </a:gsLst>
            <a:lin ang="2700000" scaled="0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16586" tIns="93269" rIns="116586" bIns="9326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94451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kern="0">
                <a:solidFill>
                  <a:srgbClr val="FFFFFF"/>
                </a:solidFill>
                <a:latin typeface="Segoe UI Semibold"/>
                <a:cs typeface="Segoe UI Semibold"/>
              </a:rPr>
              <a:t>Limited time offers!</a:t>
            </a:r>
            <a:endParaRPr lang="en-US"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16DE13-C985-566C-56D0-7B78BC2DEF6D}"/>
              </a:ext>
            </a:extLst>
          </p:cNvPr>
          <p:cNvSpPr txBox="1"/>
          <p:nvPr/>
        </p:nvSpPr>
        <p:spPr>
          <a:xfrm>
            <a:off x="308051" y="332384"/>
            <a:ext cx="1100942" cy="49244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prstDash val="dash"/>
          </a:ln>
        </p:spPr>
        <p:txBody>
          <a:bodyPr wrap="none" lIns="137160" tIns="91440" rIns="137160" bIns="9144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+mn-cs"/>
              </a:rPr>
              <a:t>Insert Partner</a:t>
            </a:r>
            <a:b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+mn-cs"/>
              </a:rPr>
            </a:b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54141"/>
                </a:solidFill>
                <a:effectLst/>
                <a:uLnTx/>
                <a:uFillTx/>
                <a:latin typeface="Segoe UI" panose="02110004020202020204"/>
                <a:ea typeface="+mn-ea"/>
                <a:cs typeface="+mn-cs"/>
              </a:rPr>
              <a:t>Logo Here</a:t>
            </a:r>
          </a:p>
        </p:txBody>
      </p:sp>
      <p:sp>
        <p:nvSpPr>
          <p:cNvPr id="30" name="Title 3">
            <a:extLst>
              <a:ext uri="{FF2B5EF4-FFF2-40B4-BE49-F238E27FC236}">
                <a16:creationId xmlns:a16="http://schemas.microsoft.com/office/drawing/2014/main" id="{F7EDCC47-CD5F-E85C-9C71-31E9AE97AA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269558" y="3719223"/>
            <a:ext cx="2331282" cy="2221381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200"/>
              </a:spcAft>
              <a:defRPr/>
            </a:pPr>
            <a:r>
              <a:rPr lang="en-CA" sz="1600" spc="-5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cs typeface="Segoe Sans Display Semibold"/>
              </a:rPr>
              <a:t>Best-in-class productivity</a:t>
            </a:r>
          </a:p>
        </p:txBody>
      </p:sp>
      <p:sp>
        <p:nvSpPr>
          <p:cNvPr id="41" name="Title 3">
            <a:extLst>
              <a:ext uri="{FF2B5EF4-FFF2-40B4-BE49-F238E27FC236}">
                <a16:creationId xmlns:a16="http://schemas.microsoft.com/office/drawing/2014/main" id="{473F1959-704F-22C3-6BBE-D8A30C2EA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70360" y="5802644"/>
            <a:ext cx="2129679" cy="458143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ea typeface="+mn-ea"/>
              <a:cs typeface="Segoe Sans Display"/>
            </a:endParaRPr>
          </a:p>
        </p:txBody>
      </p:sp>
      <p:sp>
        <p:nvSpPr>
          <p:cNvPr id="42" name="TextBox 1062">
            <a:extLst>
              <a:ext uri="{FF2B5EF4-FFF2-40B4-BE49-F238E27FC236}">
                <a16:creationId xmlns:a16="http://schemas.microsoft.com/office/drawing/2014/main" id="{B067B375-491F-C28D-A3EE-BC0FDA44ADA7}"/>
              </a:ext>
            </a:extLst>
          </p:cNvPr>
          <p:cNvSpPr txBox="1"/>
          <p:nvPr/>
        </p:nvSpPr>
        <p:spPr>
          <a:xfrm>
            <a:off x="370360" y="5809347"/>
            <a:ext cx="2129678" cy="5693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>
                <a:cs typeface="Segoe Sans Text" pitchFamily="2" charset="0"/>
              </a:rPr>
              <a:t>Microsoft 365 </a:t>
            </a:r>
            <a:br>
              <a:rPr lang="en-US" sz="1200" b="1" kern="0">
                <a:cs typeface="Segoe Sans Text" pitchFamily="2" charset="0"/>
              </a:rPr>
            </a:br>
            <a:r>
              <a:rPr lang="en-US" sz="1200" b="1" kern="0">
                <a:cs typeface="Segoe Sans Text" pitchFamily="2" charset="0"/>
              </a:rPr>
              <a:t>Business Premium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30000" noProof="0">
              <a:ln>
                <a:noFill/>
              </a:ln>
              <a:effectLst/>
              <a:uLnTx/>
              <a:uFillTx/>
              <a:cs typeface="Segoe Sans Display" pitchFamily="2" charset="0"/>
            </a:endParaRPr>
          </a:p>
        </p:txBody>
      </p:sp>
      <p:pic>
        <p:nvPicPr>
          <p:cNvPr id="50" name="Graphic 49" descr="Outlook">
            <a:extLst>
              <a:ext uri="{FF2B5EF4-FFF2-40B4-BE49-F238E27FC236}">
                <a16:creationId xmlns:a16="http://schemas.microsoft.com/office/drawing/2014/main" id="{4F705DC1-70E6-A2EB-78AC-6B80E297C5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9630" y="5061638"/>
            <a:ext cx="425621" cy="393390"/>
          </a:xfrm>
          <a:prstGeom prst="rect">
            <a:avLst/>
          </a:prstGeom>
        </p:spPr>
      </p:pic>
      <p:pic>
        <p:nvPicPr>
          <p:cNvPr id="52" name="Graphic 51" descr="Microsoft Teams">
            <a:extLst>
              <a:ext uri="{FF2B5EF4-FFF2-40B4-BE49-F238E27FC236}">
                <a16:creationId xmlns:a16="http://schemas.microsoft.com/office/drawing/2014/main" id="{0180802B-92E5-88BB-5B26-BA26EE8B3C2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82846" y="5061638"/>
            <a:ext cx="425621" cy="393390"/>
          </a:xfrm>
          <a:prstGeom prst="rect">
            <a:avLst/>
          </a:prstGeom>
        </p:spPr>
      </p:pic>
      <p:pic>
        <p:nvPicPr>
          <p:cNvPr id="55" name="Graphic 54" descr="OneNote">
            <a:extLst>
              <a:ext uri="{FF2B5EF4-FFF2-40B4-BE49-F238E27FC236}">
                <a16:creationId xmlns:a16="http://schemas.microsoft.com/office/drawing/2014/main" id="{6807D6DF-90CC-FC9C-9161-CEF2B8AAD78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5337" y="5072627"/>
            <a:ext cx="425621" cy="393390"/>
          </a:xfrm>
          <a:prstGeom prst="rect">
            <a:avLst/>
          </a:prstGeom>
        </p:spPr>
      </p:pic>
      <p:pic>
        <p:nvPicPr>
          <p:cNvPr id="56" name="Graphic 55" descr="PowerPoint">
            <a:extLst>
              <a:ext uri="{FF2B5EF4-FFF2-40B4-BE49-F238E27FC236}">
                <a16:creationId xmlns:a16="http://schemas.microsoft.com/office/drawing/2014/main" id="{EF1A3D10-7527-F9E8-314E-51BADF05DD0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95443" y="4623291"/>
            <a:ext cx="425621" cy="393390"/>
          </a:xfrm>
          <a:prstGeom prst="rect">
            <a:avLst/>
          </a:prstGeom>
        </p:spPr>
      </p:pic>
      <p:pic>
        <p:nvPicPr>
          <p:cNvPr id="60" name="Graphic 59" descr="Word">
            <a:extLst>
              <a:ext uri="{FF2B5EF4-FFF2-40B4-BE49-F238E27FC236}">
                <a16:creationId xmlns:a16="http://schemas.microsoft.com/office/drawing/2014/main" id="{37047871-9630-EB0A-2F40-6065E4BA7DC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5337" y="4610198"/>
            <a:ext cx="425621" cy="393390"/>
          </a:xfrm>
          <a:prstGeom prst="rect">
            <a:avLst/>
          </a:prstGeom>
        </p:spPr>
      </p:pic>
      <p:pic>
        <p:nvPicPr>
          <p:cNvPr id="62" name="Graphic 61" descr="Excel">
            <a:extLst>
              <a:ext uri="{FF2B5EF4-FFF2-40B4-BE49-F238E27FC236}">
                <a16:creationId xmlns:a16="http://schemas.microsoft.com/office/drawing/2014/main" id="{11359C90-96C8-7864-E186-C36A41DFE71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74698" y="4610198"/>
            <a:ext cx="425621" cy="39339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F580653-F9BA-DFA6-76AC-4F2CE0D423BD}"/>
              </a:ext>
            </a:extLst>
          </p:cNvPr>
          <p:cNvSpPr txBox="1"/>
          <p:nvPr/>
        </p:nvSpPr>
        <p:spPr>
          <a:xfrm>
            <a:off x="1000703" y="5458201"/>
            <a:ext cx="85007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/>
              <a:t>+ more</a:t>
            </a:r>
          </a:p>
        </p:txBody>
      </p:sp>
      <p:pic>
        <p:nvPicPr>
          <p:cNvPr id="1024" name="Graphic 1023" descr="Microsoft Entra ID">
            <a:extLst>
              <a:ext uri="{FF2B5EF4-FFF2-40B4-BE49-F238E27FC236}">
                <a16:creationId xmlns:a16="http://schemas.microsoft.com/office/drawing/2014/main" id="{17FDCD63-BD35-6C35-5D8A-42E728DD6A3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749608" y="4654100"/>
            <a:ext cx="343249" cy="307642"/>
          </a:xfrm>
          <a:prstGeom prst="rect">
            <a:avLst/>
          </a:prstGeom>
        </p:spPr>
      </p:pic>
      <p:pic>
        <p:nvPicPr>
          <p:cNvPr id="1025" name="Picture 1024" descr="Intune">
            <a:extLst>
              <a:ext uri="{FF2B5EF4-FFF2-40B4-BE49-F238E27FC236}">
                <a16:creationId xmlns:a16="http://schemas.microsoft.com/office/drawing/2014/main" id="{A21138C9-C5A9-A7B9-FD7D-C6906ECC4B6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31256" y="5111178"/>
            <a:ext cx="345813" cy="319625"/>
          </a:xfrm>
          <a:prstGeom prst="rect">
            <a:avLst/>
          </a:prstGeom>
        </p:spPr>
      </p:pic>
      <p:pic>
        <p:nvPicPr>
          <p:cNvPr id="1026" name="Graphic 1025" descr="Microsoft Defender">
            <a:extLst>
              <a:ext uri="{FF2B5EF4-FFF2-40B4-BE49-F238E27FC236}">
                <a16:creationId xmlns:a16="http://schemas.microsoft.com/office/drawing/2014/main" id="{3E7DF8F6-A029-1EC2-6C58-96F8A40DE03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135549" y="4681071"/>
            <a:ext cx="275849" cy="254960"/>
          </a:xfrm>
          <a:prstGeom prst="rect">
            <a:avLst/>
          </a:prstGeom>
        </p:spPr>
      </p:pic>
      <p:pic>
        <p:nvPicPr>
          <p:cNvPr id="1027" name="Picture 1026" descr="Windows 11">
            <a:extLst>
              <a:ext uri="{FF2B5EF4-FFF2-40B4-BE49-F238E27FC236}">
                <a16:creationId xmlns:a16="http://schemas.microsoft.com/office/drawing/2014/main" id="{F56DA9F9-8A89-6845-4B03-4ADC52AA044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21600" y="5119940"/>
            <a:ext cx="299300" cy="276635"/>
          </a:xfrm>
          <a:prstGeom prst="rect">
            <a:avLst/>
          </a:prstGeom>
        </p:spPr>
      </p:pic>
      <p:sp>
        <p:nvSpPr>
          <p:cNvPr id="1028" name="Title 3">
            <a:extLst>
              <a:ext uri="{FF2B5EF4-FFF2-40B4-BE49-F238E27FC236}">
                <a16:creationId xmlns:a16="http://schemas.microsoft.com/office/drawing/2014/main" id="{3773857A-5BCD-0F1A-18A5-63E20489C3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2742987" y="3719958"/>
            <a:ext cx="2331282" cy="2221380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200"/>
              </a:spcAft>
              <a:defRPr/>
            </a:pPr>
            <a:r>
              <a:rPr lang="en-CA" sz="1600" spc="-5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ea typeface="+mj-ea"/>
                <a:cs typeface="Segoe Sans Display Semibold"/>
              </a:rPr>
              <a:t>AI built for work</a:t>
            </a:r>
          </a:p>
          <a:p>
            <a:pPr>
              <a:spcAft>
                <a:spcPts val="1200"/>
              </a:spcAft>
              <a:defRPr/>
            </a:pPr>
            <a:endParaRPr lang="en-CA" sz="1400" kern="0">
              <a:solidFill>
                <a:schemeClr val="accent5"/>
              </a:solidFill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1029" name="Title 3">
            <a:extLst>
              <a:ext uri="{FF2B5EF4-FFF2-40B4-BE49-F238E27FC236}">
                <a16:creationId xmlns:a16="http://schemas.microsoft.com/office/drawing/2014/main" id="{4E2E643E-5239-15FB-9099-6792C43C2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912755" y="5804473"/>
            <a:ext cx="1946889" cy="456313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ea typeface="+mn-ea"/>
              <a:cs typeface="Segoe Sans Display"/>
            </a:endParaRPr>
          </a:p>
        </p:txBody>
      </p:sp>
      <p:sp>
        <p:nvSpPr>
          <p:cNvPr id="1030" name="TextBox 1062">
            <a:extLst>
              <a:ext uri="{FF2B5EF4-FFF2-40B4-BE49-F238E27FC236}">
                <a16:creationId xmlns:a16="http://schemas.microsoft.com/office/drawing/2014/main" id="{B0790474-A934-85EC-8518-5BD6A7F1E701}"/>
              </a:ext>
            </a:extLst>
          </p:cNvPr>
          <p:cNvSpPr txBox="1"/>
          <p:nvPr/>
        </p:nvSpPr>
        <p:spPr>
          <a:xfrm>
            <a:off x="2885241" y="5787703"/>
            <a:ext cx="1946889" cy="5693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>
                <a:cs typeface="Segoe Sans Text" pitchFamily="2" charset="0"/>
              </a:rPr>
              <a:t>Microsoft 365 </a:t>
            </a:r>
            <a:br>
              <a:rPr lang="en-US" sz="1200" b="1" kern="0">
                <a:cs typeface="Segoe Sans Text" pitchFamily="2" charset="0"/>
              </a:rPr>
            </a:br>
            <a:r>
              <a:rPr lang="en-US" sz="1200" b="1" kern="0">
                <a:cs typeface="Segoe Sans Text" pitchFamily="2" charset="0"/>
              </a:rPr>
              <a:t>Copilot Business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30000" noProof="0">
              <a:ln>
                <a:noFill/>
              </a:ln>
              <a:effectLst/>
              <a:uLnTx/>
              <a:uFillTx/>
              <a:cs typeface="Segoe Sans Display" pitchFamily="2" charset="0"/>
            </a:endParaRP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90436851-EAEB-291D-7C80-26A65635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492056" y="4809866"/>
            <a:ext cx="359715" cy="393390"/>
            <a:chOff x="6400800" y="2451609"/>
            <a:chExt cx="380436" cy="384048"/>
          </a:xfrm>
        </p:grpSpPr>
        <p:sp>
          <p:nvSpPr>
            <p:cNvPr id="1036" name="Title 3">
              <a:extLst>
                <a:ext uri="{FF2B5EF4-FFF2-40B4-BE49-F238E27FC236}">
                  <a16:creationId xmlns:a16="http://schemas.microsoft.com/office/drawing/2014/main" id="{E4678454-0FD3-A7C9-E81F-83A8159C7016}"/>
                </a:ext>
              </a:extLst>
            </p:cNvPr>
            <p:cNvSpPr txBox="1"/>
            <p:nvPr/>
          </p:nvSpPr>
          <p:spPr>
            <a:xfrm>
              <a:off x="6400800" y="2451609"/>
              <a:ext cx="380436" cy="384048"/>
            </a:xfrm>
            <a:prstGeom prst="roundRect">
              <a:avLst>
                <a:gd name="adj" fmla="val 10660"/>
              </a:avLst>
            </a:prstGeom>
            <a:solidFill>
              <a:schemeClr val="bg1"/>
            </a:solidFill>
            <a:ln>
              <a:noFill/>
            </a:ln>
            <a:effectLst>
              <a:outerShdw blurRad="100206" dist="38100" dir="8100000" algn="tr" rotWithShape="0">
                <a:prstClr val="black">
                  <a:alpha val="15000"/>
                </a:prstClr>
              </a:outerShdw>
            </a:effectLst>
          </p:spPr>
          <p:txBody>
            <a:bodyPr rot="0" spcFirstLastPara="0" vert="horz" wrap="square" lIns="288000" tIns="251999" rIns="288000" bIns="28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srgbClr val="225B62"/>
                  </a:solidFill>
                  <a:effectLst/>
                  <a:uLnTx/>
                  <a:uFillTx/>
                  <a:latin typeface="Segoe Sans Display"/>
                  <a:ea typeface="+mn-ea"/>
                  <a:cs typeface="Segoe Sans Dis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pic>
          <p:nvPicPr>
            <p:cNvPr id="1037" name="Picture 1036" descr="A purple cross on a black background&#10;&#10;AI-generated content may be incorrect.">
              <a:extLst>
                <a:ext uri="{FF2B5EF4-FFF2-40B4-BE49-F238E27FC236}">
                  <a16:creationId xmlns:a16="http://schemas.microsoft.com/office/drawing/2014/main" id="{03518EC6-CF9E-7764-08EA-05A9B0456A15}"/>
                </a:ext>
              </a:extLst>
            </p:cNvPr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6466164" y="2529333"/>
              <a:ext cx="228600" cy="228600"/>
            </a:xfrm>
            <a:prstGeom prst="rect">
              <a:avLst/>
            </a:prstGeom>
          </p:spPr>
        </p:pic>
      </p:grpSp>
      <p:sp>
        <p:nvSpPr>
          <p:cNvPr id="1044" name="Title 3">
            <a:extLst>
              <a:ext uri="{FF2B5EF4-FFF2-40B4-BE49-F238E27FC236}">
                <a16:creationId xmlns:a16="http://schemas.microsoft.com/office/drawing/2014/main" id="{6DCCBCB6-CAAB-6347-9F9F-54B1A8923F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216416" y="3715801"/>
            <a:ext cx="2331282" cy="2221380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1200"/>
              </a:spcAft>
              <a:defRPr/>
            </a:pPr>
            <a:r>
              <a:rPr lang="en-CA" sz="1600" spc="-50">
                <a:ln w="3175">
                  <a:noFill/>
                </a:ln>
                <a:solidFill>
                  <a:schemeClr val="accent4"/>
                </a:solidFill>
                <a:latin typeface="Segoe Sans Display Semibold"/>
                <a:ea typeface="+mj-ea"/>
                <a:cs typeface="Segoe Sans Display Semibold"/>
              </a:rPr>
              <a:t>Enterprise-grade security</a:t>
            </a:r>
          </a:p>
          <a:p>
            <a:pPr>
              <a:spcAft>
                <a:spcPts val="1200"/>
              </a:spcAft>
              <a:defRPr/>
            </a:pPr>
            <a:endParaRPr lang="en-CA" sz="1400" kern="0">
              <a:solidFill>
                <a:schemeClr val="accent5"/>
              </a:solidFill>
              <a:latin typeface="Segoe Sans Display" pitchFamily="2" charset="0"/>
              <a:cs typeface="Segoe Sans Display" pitchFamily="2" charset="0"/>
            </a:endParaRPr>
          </a:p>
        </p:txBody>
      </p:sp>
      <p:pic>
        <p:nvPicPr>
          <p:cNvPr id="1045" name="Picture 1044" descr="Microsoft Purview">
            <a:extLst>
              <a:ext uri="{FF2B5EF4-FFF2-40B4-BE49-F238E27FC236}">
                <a16:creationId xmlns:a16="http://schemas.microsoft.com/office/drawing/2014/main" id="{2C184B3C-3D0F-FED7-8227-4344CF7E493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856984" y="4544740"/>
            <a:ext cx="914713" cy="914713"/>
          </a:xfrm>
          <a:prstGeom prst="rect">
            <a:avLst/>
          </a:prstGeom>
        </p:spPr>
      </p:pic>
      <p:sp>
        <p:nvSpPr>
          <p:cNvPr id="1047" name="Title 3">
            <a:extLst>
              <a:ext uri="{FF2B5EF4-FFF2-40B4-BE49-F238E27FC236}">
                <a16:creationId xmlns:a16="http://schemas.microsoft.com/office/drawing/2014/main" id="{2F50C4D7-DE06-74B3-68B3-EF443F8AE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02476" y="5808584"/>
            <a:ext cx="1946889" cy="456313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chemeClr val="accent5"/>
              </a:solidFill>
              <a:effectLst/>
              <a:uLnTx/>
              <a:uFillTx/>
              <a:ea typeface="+mn-ea"/>
              <a:cs typeface="Segoe Sans Display"/>
            </a:endParaRPr>
          </a:p>
        </p:txBody>
      </p:sp>
      <p:sp>
        <p:nvSpPr>
          <p:cNvPr id="1048" name="TextBox 1062">
            <a:extLst>
              <a:ext uri="{FF2B5EF4-FFF2-40B4-BE49-F238E27FC236}">
                <a16:creationId xmlns:a16="http://schemas.microsoft.com/office/drawing/2014/main" id="{69466617-C8D4-EFE6-AE38-ACD9B7D19120}"/>
              </a:ext>
            </a:extLst>
          </p:cNvPr>
          <p:cNvSpPr txBox="1"/>
          <p:nvPr/>
        </p:nvSpPr>
        <p:spPr>
          <a:xfrm>
            <a:off x="5429990" y="5811611"/>
            <a:ext cx="194688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200" b="1" kern="0">
                <a:cs typeface="Segoe Sans Text" pitchFamily="2" charset="0"/>
              </a:rPr>
              <a:t>Microsoft Purview Suite for Business Premium</a:t>
            </a:r>
          </a:p>
        </p:txBody>
      </p:sp>
      <p:grpSp>
        <p:nvGrpSpPr>
          <p:cNvPr id="1049" name="Group 1048">
            <a:extLst>
              <a:ext uri="{FF2B5EF4-FFF2-40B4-BE49-F238E27FC236}">
                <a16:creationId xmlns:a16="http://schemas.microsoft.com/office/drawing/2014/main" id="{587DEFC8-27F5-30C7-BF78-16B4FEE9E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959000" y="4806893"/>
            <a:ext cx="359715" cy="393390"/>
            <a:chOff x="6400800" y="2451609"/>
            <a:chExt cx="380436" cy="384048"/>
          </a:xfrm>
        </p:grpSpPr>
        <p:sp>
          <p:nvSpPr>
            <p:cNvPr id="1050" name="Title 3">
              <a:extLst>
                <a:ext uri="{FF2B5EF4-FFF2-40B4-BE49-F238E27FC236}">
                  <a16:creationId xmlns:a16="http://schemas.microsoft.com/office/drawing/2014/main" id="{E0075CA5-82E6-25AA-4190-C3768220A682}"/>
                </a:ext>
              </a:extLst>
            </p:cNvPr>
            <p:cNvSpPr txBox="1"/>
            <p:nvPr/>
          </p:nvSpPr>
          <p:spPr>
            <a:xfrm>
              <a:off x="6400800" y="2451609"/>
              <a:ext cx="380436" cy="384048"/>
            </a:xfrm>
            <a:prstGeom prst="roundRect">
              <a:avLst>
                <a:gd name="adj" fmla="val 10660"/>
              </a:avLst>
            </a:prstGeom>
            <a:solidFill>
              <a:schemeClr val="bg1"/>
            </a:solidFill>
            <a:ln>
              <a:noFill/>
            </a:ln>
            <a:effectLst>
              <a:outerShdw blurRad="100206" dist="38100" dir="8100000" algn="tr" rotWithShape="0">
                <a:prstClr val="black">
                  <a:alpha val="15000"/>
                </a:prstClr>
              </a:outerShdw>
            </a:effectLst>
          </p:spPr>
          <p:txBody>
            <a:bodyPr rot="0" spcFirstLastPara="0" vert="horz" wrap="square" lIns="288000" tIns="251999" rIns="288000" bIns="28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srgbClr val="225B62"/>
                  </a:solidFill>
                  <a:effectLst/>
                  <a:uLnTx/>
                  <a:uFillTx/>
                  <a:latin typeface="Segoe Sans Display"/>
                  <a:ea typeface="+mn-ea"/>
                  <a:cs typeface="Segoe Sans Dis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CA"/>
            </a:p>
          </p:txBody>
        </p:sp>
        <p:pic>
          <p:nvPicPr>
            <p:cNvPr id="1051" name="Picture 1050" descr="A purple cross on a black background&#10;&#10;AI-generated content may be incorrect.">
              <a:extLst>
                <a:ext uri="{FF2B5EF4-FFF2-40B4-BE49-F238E27FC236}">
                  <a16:creationId xmlns:a16="http://schemas.microsoft.com/office/drawing/2014/main" id="{512380DA-5C99-17D3-20C9-650C2FF7514F}"/>
                </a:ext>
              </a:extLst>
            </p:cNvPr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6466164" y="2529333"/>
              <a:ext cx="228600" cy="228600"/>
            </a:xfrm>
            <a:prstGeom prst="rect">
              <a:avLst/>
            </a:prstGeom>
          </p:spPr>
        </p:pic>
      </p:grpSp>
      <p:sp>
        <p:nvSpPr>
          <p:cNvPr id="1054" name="TextBox 1053">
            <a:extLst>
              <a:ext uri="{FF2B5EF4-FFF2-40B4-BE49-F238E27FC236}">
                <a16:creationId xmlns:a16="http://schemas.microsoft.com/office/drawing/2014/main" id="{606A9C9F-1E2C-4349-D653-EF1F514A5FF9}"/>
              </a:ext>
            </a:extLst>
          </p:cNvPr>
          <p:cNvSpPr txBox="1">
            <a:spLocks/>
          </p:cNvSpPr>
          <p:nvPr/>
        </p:nvSpPr>
        <p:spPr>
          <a:xfrm>
            <a:off x="483231" y="6969424"/>
            <a:ext cx="2195829" cy="7437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400"/>
              </a:spcBef>
              <a:defRPr/>
            </a:pPr>
            <a:r>
              <a:rPr lang="en-US" sz="12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The most secure AI solution for only $</a:t>
            </a:r>
            <a:r>
              <a:rPr lang="en-US" sz="12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highlight>
                  <a:srgbClr val="FFFF00"/>
                </a:highlight>
                <a:latin typeface="Segoe Sans Display Semibold"/>
                <a:ea typeface="+mj-ea"/>
                <a:cs typeface="Segoe Sans Display Semibold"/>
              </a:rPr>
              <a:t>15</a:t>
            </a:r>
            <a:r>
              <a:rPr lang="en-US" sz="12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 more per user/month</a:t>
            </a:r>
            <a:endParaRPr lang="en-US" sz="1100" b="1" spc="-50" dirty="0">
              <a:ln w="3175">
                <a:noFill/>
              </a:ln>
              <a:solidFill>
                <a:prstClr val="black"/>
              </a:solidFill>
              <a:latin typeface="Segoe Sans Display"/>
              <a:ea typeface="+mj-ea"/>
              <a:cs typeface="Times New Roman"/>
            </a:endParaRPr>
          </a:p>
          <a:p>
            <a:pPr algn="ctr">
              <a:spcBef>
                <a:spcPts val="400"/>
              </a:spcBef>
              <a:defRPr/>
            </a:pPr>
            <a:r>
              <a:rPr lang="en-US" sz="1050" dirty="0">
                <a:solidFill>
                  <a:prstClr val="black"/>
                </a:solidFill>
                <a:latin typeface="Segoe Sans Display"/>
                <a:ea typeface="Times New Roman" panose="02020603050405020304" pitchFamily="18" charset="0"/>
                <a:cs typeface="Times New Roman"/>
              </a:rPr>
              <a:t>M365 Business Premium + Copilot Business + Microsoft Purview </a:t>
            </a:r>
            <a:endParaRPr lang="en-US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Display"/>
              <a:ea typeface="Times New Roman" panose="02020603050405020304" pitchFamily="18" charset="0"/>
              <a:cs typeface="Times New Roman"/>
            </a:endParaRP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88555F57-F848-4D84-B4FF-653A04A0366A}"/>
              </a:ext>
            </a:extLst>
          </p:cNvPr>
          <p:cNvSpPr txBox="1">
            <a:spLocks/>
          </p:cNvSpPr>
          <p:nvPr/>
        </p:nvSpPr>
        <p:spPr>
          <a:xfrm>
            <a:off x="2810072" y="6957219"/>
            <a:ext cx="2094326" cy="7437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400"/>
              </a:spcBef>
              <a:defRPr/>
            </a:pPr>
            <a:r>
              <a:rPr lang="en-US" sz="12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Secure AI productivity for only $</a:t>
            </a:r>
            <a:r>
              <a:rPr lang="en-US" sz="12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highlight>
                  <a:srgbClr val="FFFF00"/>
                </a:highlight>
                <a:latin typeface="Segoe Sans Display Semibold"/>
                <a:ea typeface="+mj-ea"/>
                <a:cs typeface="Segoe Sans Display Semibold"/>
              </a:rPr>
              <a:t>10</a:t>
            </a:r>
            <a:r>
              <a:rPr lang="en-US" sz="12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 more per user/month</a:t>
            </a:r>
          </a:p>
          <a:p>
            <a:pPr algn="ctr">
              <a:spcBef>
                <a:spcPts val="400"/>
              </a:spcBef>
              <a:defRPr/>
            </a:pPr>
            <a:r>
              <a:rPr lang="en-US" sz="1050" dirty="0">
                <a:solidFill>
                  <a:prstClr val="black"/>
                </a:solidFill>
                <a:latin typeface="Segoe Sans Display"/>
                <a:ea typeface="Times New Roman" panose="02020603050405020304" pitchFamily="18" charset="0"/>
                <a:cs typeface="Times New Roman"/>
              </a:rPr>
              <a:t>M365 Business Premium +</a:t>
            </a:r>
            <a:br>
              <a:rPr lang="en-US" sz="1050" dirty="0">
                <a:solidFill>
                  <a:prstClr val="black"/>
                </a:solidFill>
                <a:latin typeface="Segoe Sans Display"/>
                <a:ea typeface="Times New Roman" panose="02020603050405020304" pitchFamily="18" charset="0"/>
                <a:cs typeface="Times New Roman"/>
              </a:rPr>
            </a:br>
            <a:r>
              <a:rPr lang="en-US" sz="1050" dirty="0">
                <a:solidFill>
                  <a:prstClr val="black"/>
                </a:solidFill>
                <a:latin typeface="Segoe Sans Display"/>
                <a:ea typeface="Times New Roman" panose="02020603050405020304" pitchFamily="18" charset="0"/>
                <a:cs typeface="Times New Roman"/>
              </a:rPr>
              <a:t>Copilot Business</a:t>
            </a:r>
            <a:endParaRPr lang="en-US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Display"/>
              <a:ea typeface="Times New Roman" panose="02020603050405020304" pitchFamily="18" charset="0"/>
              <a:cs typeface="Times New Roman"/>
            </a:endParaRP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113AD2E6-CE58-0F47-9BEB-C99363105916}"/>
              </a:ext>
            </a:extLst>
          </p:cNvPr>
          <p:cNvSpPr txBox="1">
            <a:spLocks/>
          </p:cNvSpPr>
          <p:nvPr/>
        </p:nvSpPr>
        <p:spPr>
          <a:xfrm>
            <a:off x="5068055" y="6957219"/>
            <a:ext cx="2173981" cy="5822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400"/>
              </a:spcBef>
              <a:defRPr/>
            </a:pPr>
            <a:r>
              <a:rPr lang="en-US" sz="12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Advanced security add on for </a:t>
            </a:r>
            <a:br>
              <a:rPr lang="en-US" sz="12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</a:br>
            <a:r>
              <a:rPr lang="en-US" sz="12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only $</a:t>
            </a:r>
            <a:r>
              <a:rPr lang="en-US" sz="12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highlight>
                  <a:srgbClr val="FFFF00"/>
                </a:highlight>
                <a:latin typeface="Segoe Sans Display Semibold"/>
                <a:ea typeface="+mj-ea"/>
                <a:cs typeface="Segoe Sans Display Semibold"/>
              </a:rPr>
              <a:t>5</a:t>
            </a:r>
            <a:r>
              <a:rPr lang="en-US" sz="1200" spc="-50" dirty="0">
                <a:ln w="3175">
                  <a:noFill/>
                </a:ln>
                <a:gradFill flip="none">
                  <a:gsLst>
                    <a:gs pos="12000">
                      <a:srgbClr val="0078D4"/>
                    </a:gs>
                    <a:gs pos="100000">
                      <a:srgbClr val="C73ECC"/>
                    </a:gs>
                  </a:gsLst>
                  <a:lin ang="0" scaled="1"/>
                  <a:tileRect/>
                </a:gradFill>
                <a:latin typeface="Segoe Sans Display Semibold"/>
                <a:ea typeface="+mj-ea"/>
                <a:cs typeface="Segoe Sans Display Semibold"/>
              </a:rPr>
              <a:t> more per user/month</a:t>
            </a:r>
          </a:p>
          <a:p>
            <a:pPr algn="ctr">
              <a:spcBef>
                <a:spcPts val="400"/>
              </a:spcBef>
              <a:defRPr/>
            </a:pPr>
            <a:r>
              <a:rPr lang="en-US" sz="1050" dirty="0">
                <a:solidFill>
                  <a:prstClr val="black"/>
                </a:solidFill>
                <a:latin typeface="Segoe Sans Display"/>
                <a:ea typeface="Times New Roman" panose="02020603050405020304" pitchFamily="18" charset="0"/>
                <a:cs typeface="Times New Roman"/>
              </a:rPr>
              <a:t>Microsoft Purview Suite</a:t>
            </a:r>
          </a:p>
        </p:txBody>
      </p:sp>
      <p:cxnSp>
        <p:nvCxnSpPr>
          <p:cNvPr id="1060" name="Straight Connector 1059">
            <a:extLst>
              <a:ext uri="{FF2B5EF4-FFF2-40B4-BE49-F238E27FC236}">
                <a16:creationId xmlns:a16="http://schemas.microsoft.com/office/drawing/2014/main" id="{C73C9F49-59E0-6EED-3E6F-2E73CF950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742987" y="6957219"/>
            <a:ext cx="0" cy="862085"/>
          </a:xfrm>
          <a:prstGeom prst="line">
            <a:avLst/>
          </a:prstGeom>
          <a:ln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30000">
                  <a:schemeClr val="accent6">
                    <a:lumMod val="60000"/>
                    <a:lumOff val="40000"/>
                  </a:schemeClr>
                </a:gs>
                <a:gs pos="70000">
                  <a:schemeClr val="accent6">
                    <a:lumMod val="75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5400000" scaled="1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Straight Connector 1063">
            <a:extLst>
              <a:ext uri="{FF2B5EF4-FFF2-40B4-BE49-F238E27FC236}">
                <a16:creationId xmlns:a16="http://schemas.microsoft.com/office/drawing/2014/main" id="{183D159C-76BC-2816-F5E5-C095A6F4A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968326" y="6957219"/>
            <a:ext cx="0" cy="862085"/>
          </a:xfrm>
          <a:prstGeom prst="line">
            <a:avLst/>
          </a:prstGeom>
          <a:ln>
            <a:gradFill>
              <a:gsLst>
                <a:gs pos="0">
                  <a:schemeClr val="accent6">
                    <a:lumMod val="20000"/>
                    <a:lumOff val="80000"/>
                  </a:schemeClr>
                </a:gs>
                <a:gs pos="30000">
                  <a:schemeClr val="accent6">
                    <a:lumMod val="60000"/>
                    <a:lumOff val="40000"/>
                  </a:schemeClr>
                </a:gs>
                <a:gs pos="70000">
                  <a:schemeClr val="accent6">
                    <a:lumMod val="75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5400000" scaled="1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!!Copilot">
            <a:extLst>
              <a:ext uri="{FF2B5EF4-FFF2-40B4-BE49-F238E27FC236}">
                <a16:creationId xmlns:a16="http://schemas.microsoft.com/office/drawing/2014/main" id="{2738767C-71E3-01AC-58E4-8FA734EE7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0"/>
          <a:stretch>
            <a:fillRect/>
          </a:stretch>
        </p:blipFill>
        <p:spPr>
          <a:xfrm>
            <a:off x="3424304" y="4543622"/>
            <a:ext cx="971158" cy="971156"/>
          </a:xfrm>
          <a:prstGeom prst="rect">
            <a:avLst/>
          </a:prstGeom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856332"/>
      </p:ext>
    </p:extLst>
  </p:cSld>
  <p:clrMapOvr>
    <a:masterClrMapping/>
  </p:clrMapOvr>
</p:sld>
</file>

<file path=ppt/theme/theme1.xml><?xml version="1.0" encoding="utf-8"?>
<a:theme xmlns:a="http://schemas.openxmlformats.org/drawingml/2006/main" name="6_Microsoft AI Tour 16:9 Template Light">
  <a:themeElements>
    <a:clrScheme name="Custom 1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0078D4"/>
      </a:accent1>
      <a:accent2>
        <a:srgbClr val="49C5B1"/>
      </a:accent2>
      <a:accent3>
        <a:srgbClr val="2A446F"/>
      </a:accent3>
      <a:accent4>
        <a:srgbClr val="BF9474"/>
      </a:accent4>
      <a:accent5>
        <a:srgbClr val="8661C5"/>
      </a:accent5>
      <a:accent6>
        <a:srgbClr val="B1B3B3"/>
      </a:accent6>
      <a:hlink>
        <a:srgbClr val="0078D4"/>
      </a:hlink>
      <a:folHlink>
        <a:srgbClr val="0078D4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4" id="{132193F1-52ED-4B7E-891E-8F377557E42A}" vid="{10158B7C-243E-434A-B902-9727AF24F1AA}"/>
    </a:ext>
  </a:extLst>
</a:theme>
</file>

<file path=ppt/theme/theme2.xml><?xml version="1.0" encoding="utf-8"?>
<a:theme xmlns:a="http://schemas.openxmlformats.org/drawingml/2006/main" name="1_Office Theme">
  <a:themeElements>
    <a:clrScheme name="Copilot Colors">
      <a:dk1>
        <a:srgbClr val="454141"/>
      </a:dk1>
      <a:lt1>
        <a:srgbClr val="FFFFFF"/>
      </a:lt1>
      <a:dk2>
        <a:srgbClr val="091F2B"/>
      </a:dk2>
      <a:lt2>
        <a:srgbClr val="F4F3F4"/>
      </a:lt2>
      <a:accent1>
        <a:srgbClr val="C4B3E2"/>
      </a:accent1>
      <a:accent2>
        <a:srgbClr val="8661C4"/>
      </a:accent2>
      <a:accent3>
        <a:srgbClr val="453668"/>
      </a:accent3>
      <a:accent4>
        <a:srgbClr val="0078D3"/>
      </a:accent4>
      <a:accent5>
        <a:srgbClr val="2A446E"/>
      </a:accent5>
      <a:accent6>
        <a:srgbClr val="C03AC4"/>
      </a:accent6>
      <a:hlink>
        <a:srgbClr val="8661C4"/>
      </a:hlink>
      <a:folHlink>
        <a:srgbClr val="453668"/>
      </a:folHlink>
    </a:clrScheme>
    <a:fontScheme name="Office Them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4_CSP Copilot Template - CONDENSED - Diamond 12/23">
  <a:themeElements>
    <a:clrScheme name="CSR Copilot hybrid">
      <a:dk1>
        <a:sysClr val="windowText" lastClr="000000"/>
      </a:dk1>
      <a:lt1>
        <a:sysClr val="window" lastClr="FFFFFF"/>
      </a:lt1>
      <a:dk2>
        <a:srgbClr val="091F2C"/>
      </a:dk2>
      <a:lt2>
        <a:srgbClr val="F4F3F5"/>
      </a:lt2>
      <a:accent1>
        <a:srgbClr val="C5B4E3"/>
      </a:accent1>
      <a:accent2>
        <a:srgbClr val="8661C5"/>
      </a:accent2>
      <a:accent3>
        <a:srgbClr val="463668"/>
      </a:accent3>
      <a:accent4>
        <a:srgbClr val="0078D4"/>
      </a:accent4>
      <a:accent5>
        <a:srgbClr val="2A446F"/>
      </a:accent5>
      <a:accent6>
        <a:srgbClr val="C03BC4"/>
      </a:accent6>
      <a:hlink>
        <a:srgbClr val="0078D4"/>
      </a:hlink>
      <a:folHlink>
        <a:srgbClr val="2A446F"/>
      </a:folHlink>
    </a:clrScheme>
    <a:fontScheme name="Microsoft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5E4FF88926DE4D8EBFD40472F33552" ma:contentTypeVersion="33" ma:contentTypeDescription="Create a new document." ma:contentTypeScope="" ma:versionID="948f0e1a1505ade759f8839cc957d66a">
  <xsd:schema xmlns:xsd="http://www.w3.org/2001/XMLSchema" xmlns:xs="http://www.w3.org/2001/XMLSchema" xmlns:p="http://schemas.microsoft.com/office/2006/metadata/properties" xmlns:ns1="http://schemas.microsoft.com/sharepoint/v3" xmlns:ns2="45b0b320-c1ad-4efd-8138-0825bb5fbbc0" xmlns:ns3="5a69c1ac-c916-4f5e-9023-48da1b1a0d0f" xmlns:ns4="230e9df3-be65-4c73-a93b-d1236ebd677e" targetNamespace="http://schemas.microsoft.com/office/2006/metadata/properties" ma:root="true" ma:fieldsID="c5737a4ebadb61f3d2cbf74be68e67d2" ns1:_="" ns2:_="" ns3:_="" ns4:_="">
    <xsd:import namespace="http://schemas.microsoft.com/sharepoint/v3"/>
    <xsd:import namespace="45b0b320-c1ad-4efd-8138-0825bb5fbbc0"/>
    <xsd:import namespace="5a69c1ac-c916-4f5e-9023-48da1b1a0d0f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ImageTagsTaxHTField" minOccurs="0"/>
                <xsd:element ref="ns4:TaxCatchAll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  <xsd:element ref="ns3:MediaServiceSearchProperties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BillingMetadata" minOccurs="0"/>
                <xsd:element ref="ns3:HasDigitalSignature" minOccurs="0"/>
                <xsd:element ref="ns3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0b320-c1ad-4efd-8138-0825bb5fbb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69c1ac-c916-4f5e-9023-48da1b1a0d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ImageTagsTaxHTField" ma:index="13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28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29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8af803c-be60-400c-9f91-58d5646696aa}" ma:internalName="TaxCatchAll" ma:showField="CatchAllData" ma:web="45b0b320-c1ad-4efd-8138-0825bb5fbb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TagsTaxHTField xmlns="5a69c1ac-c916-4f5e-9023-48da1b1a0d0f">
      <Terms xmlns="http://schemas.microsoft.com/office/infopath/2007/PartnerControls"/>
    </ImageTagsTaxHTField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C2278D-EA59-4819-B1A7-F1754806C3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5b0b320-c1ad-4efd-8138-0825bb5fbbc0"/>
    <ds:schemaRef ds:uri="5a69c1ac-c916-4f5e-9023-48da1b1a0d0f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87AC71-38D2-4D0E-B47A-54A178569F93}">
  <ds:schemaRefs>
    <ds:schemaRef ds:uri="http://schemas.microsoft.com/office/2006/metadata/properties"/>
    <ds:schemaRef ds:uri="http://schemas.microsoft.com/office/infopath/2007/PartnerControls"/>
    <ds:schemaRef ds:uri="5a69c1ac-c916-4f5e-9023-48da1b1a0d0f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33FB8A6-F240-4416-A6E8-9F46C862485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224</Words>
  <Application>Microsoft Office PowerPoint</Application>
  <PresentationFormat>Custom</PresentationFormat>
  <Paragraphs>26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6_Microsoft AI Tour 16:9 Template Light</vt:lpstr>
      <vt:lpstr>1_Office Theme</vt:lpstr>
      <vt:lpstr>4_CSP Copilot Template - CONDENSED - Diamond 12/23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2025-11-18T18:05:05Z</dcterms:created>
  <dcterms:modified xsi:type="dcterms:W3CDTF">2025-11-19T19:13:13Z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0x010100E55E4FF88926DE4D8EBFD40472F33552</vt:lpwstr>
  </property>
  <property fmtid="{D5CDD505-2E9C-101B-9397-08002B2CF9AE}" pid="3" name="MediaServiceImageTags">
    <vt:lpwstr/>
  </property>
</Properties>
</file>